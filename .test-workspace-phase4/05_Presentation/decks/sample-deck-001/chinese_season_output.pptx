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INESE_SEASON_MASTER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injBgRid0" Type="http://schemas.openxmlformats.org/officeDocument/2006/relationships/image" Target="../media/injbg_chinese_season_0.png"/><Relationship Id="injBgRid1" Type="http://schemas.openxmlformats.org/officeDocument/2006/relationships/image" Target="../media/injbg_chinese_season_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injBgRid0" Type="http://schemas.openxmlformats.org/officeDocument/2006/relationships/image" Target="../media/injbg_chinese_season_0.png"/><Relationship Id="injBgRid1" Type="http://schemas.openxmlformats.org/officeDocument/2006/relationships/image" Target="../media/injbg_chinese_season_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injBgRid0" Type="http://schemas.openxmlformats.org/officeDocument/2006/relationships/image" Target="../media/injbg_chinese_season_0.png"/><Relationship Id="injBgRid1" Type="http://schemas.openxmlformats.org/officeDocument/2006/relationships/image" Target="../media/injbg_chinese_season_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injBgRid0" Type="http://schemas.openxmlformats.org/officeDocument/2006/relationships/image" Target="../media/injbg_chinese_season_0.png"/><Relationship Id="injBgRid1" Type="http://schemas.openxmlformats.org/officeDocument/2006/relationships/image" Target="../media/injbg_chinese_season_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injBgRid0" Type="http://schemas.openxmlformats.org/officeDocument/2006/relationships/image" Target="../media/injbg_chinese_season_0.png"/><Relationship Id="injBgRid1" Type="http://schemas.openxmlformats.org/officeDocument/2006/relationships/image" Target="../media/injbg_chinese_season_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injBgRid0" Type="http://schemas.openxmlformats.org/officeDocument/2006/relationships/image" Target="../media/injbg_chinese_season_0.png"/><Relationship Id="injBgRid1" Type="http://schemas.openxmlformats.org/officeDocument/2006/relationships/image" Target="../media/injbg_chinese_season_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injBgRid0" Type="http://schemas.openxmlformats.org/officeDocument/2006/relationships/image" Target="../media/injbg_chinese_season_0.png"/><Relationship Id="injBgRid1" Type="http://schemas.openxmlformats.org/officeDocument/2006/relationships/image" Target="../media/injbg_chinese_season_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injBgRid0" Type="http://schemas.openxmlformats.org/officeDocument/2006/relationships/image" Target="../media/injbg_chinese_season_0.png"/><Relationship Id="injBgRid1" Type="http://schemas.openxmlformats.org/officeDocument/2006/relationships/image" Target="../media/injbg_chinese_season_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injBgRid0" Type="http://schemas.openxmlformats.org/officeDocument/2006/relationships/image" Target="../media/injbg_chinese_season_0.png"/><Relationship Id="injBgRid1" Type="http://schemas.openxmlformats.org/officeDocument/2006/relationships/image" Target="../media/injbg_chinese_season_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D7553F8F-9F9F-1BEA-7B2F-1832072BF24A}"/>
              </a:ext>
            </a:extLst>
          </p:cNvPr>
          <p:cNvSpPr/>
          <p:nvPr/>
        </p:nvSpPr>
        <p:spPr>
          <a:xfrm>
            <a:off x="499388" y="3447396"/>
            <a:ext cx="3851445" cy="3851459"/>
          </a:xfrm>
          <a:custGeom>
            <a:avLst/>
            <a:gdLst>
              <a:gd name="csX0" fmla="*/ 1925733 w 3851445"/>
              <a:gd name="csY0" fmla="*/ 3851460 h 3851459"/>
              <a:gd name="csX1" fmla="*/ 1672433 w 3851445"/>
              <a:gd name="csY1" fmla="*/ 3834939 h 3851459"/>
              <a:gd name="csX2" fmla="*/ 1658302 w 3851445"/>
              <a:gd name="csY2" fmla="*/ 3818826 h 3851459"/>
              <a:gd name="csX3" fmla="*/ 1658302 w 3851445"/>
              <a:gd name="csY3" fmla="*/ 3713861 h 3851459"/>
              <a:gd name="csX4" fmla="*/ 1674556 w 3851445"/>
              <a:gd name="csY4" fmla="*/ 3697607 h 3851459"/>
              <a:gd name="csX5" fmla="*/ 1851458 w 3851445"/>
              <a:gd name="csY5" fmla="*/ 3697607 h 3851459"/>
              <a:gd name="csX6" fmla="*/ 1851458 w 3851445"/>
              <a:gd name="csY6" fmla="*/ 3583597 h 3851459"/>
              <a:gd name="csX7" fmla="*/ 1359496 w 3851445"/>
              <a:gd name="csY7" fmla="*/ 3486124 h 3851459"/>
              <a:gd name="csX8" fmla="*/ 1315985 w 3851445"/>
              <a:gd name="csY8" fmla="*/ 3591127 h 3851459"/>
              <a:gd name="csX9" fmla="*/ 1479428 w 3851445"/>
              <a:gd name="csY9" fmla="*/ 3658795 h 3851459"/>
              <a:gd name="csX10" fmla="*/ 1488224 w 3851445"/>
              <a:gd name="csY10" fmla="*/ 3667593 h 3851459"/>
              <a:gd name="csX11" fmla="*/ 1488224 w 3851445"/>
              <a:gd name="csY11" fmla="*/ 3680034 h 3851459"/>
              <a:gd name="csX12" fmla="*/ 1447947 w 3851445"/>
              <a:gd name="csY12" fmla="*/ 3777229 h 3851459"/>
              <a:gd name="csX13" fmla="*/ 1428744 w 3851445"/>
              <a:gd name="csY13" fmla="*/ 3786714 h 3851459"/>
              <a:gd name="csX14" fmla="*/ 960768 w 3851445"/>
              <a:gd name="csY14" fmla="*/ 3592560 h 3851459"/>
              <a:gd name="csX15" fmla="*/ 953910 w 3851445"/>
              <a:gd name="csY15" fmla="*/ 3572284 h 3851459"/>
              <a:gd name="csX16" fmla="*/ 994057 w 3851445"/>
              <a:gd name="csY16" fmla="*/ 3475350 h 3851459"/>
              <a:gd name="csX17" fmla="*/ 1002852 w 3851445"/>
              <a:gd name="csY17" fmla="*/ 3466555 h 3851459"/>
              <a:gd name="csX18" fmla="*/ 1015293 w 3851445"/>
              <a:gd name="csY18" fmla="*/ 3466555 h 3851459"/>
              <a:gd name="csX19" fmla="*/ 1178715 w 3851445"/>
              <a:gd name="csY19" fmla="*/ 3534243 h 3851459"/>
              <a:gd name="csX20" fmla="*/ 1222096 w 3851445"/>
              <a:gd name="csY20" fmla="*/ 3429086 h 3851459"/>
              <a:gd name="csX21" fmla="*/ 805599 w 3851445"/>
              <a:gd name="csY21" fmla="*/ 3150143 h 3851459"/>
              <a:gd name="csX22" fmla="*/ 724801 w 3851445"/>
              <a:gd name="csY22" fmla="*/ 3230938 h 3851459"/>
              <a:gd name="csX23" fmla="*/ 849871 w 3851445"/>
              <a:gd name="csY23" fmla="*/ 3356038 h 3851459"/>
              <a:gd name="csX24" fmla="*/ 849871 w 3851445"/>
              <a:gd name="csY24" fmla="*/ 3379023 h 3851459"/>
              <a:gd name="csX25" fmla="*/ 775852 w 3851445"/>
              <a:gd name="csY25" fmla="*/ 3453041 h 3851459"/>
              <a:gd name="csX26" fmla="*/ 754466 w 3851445"/>
              <a:gd name="csY26" fmla="*/ 3454440 h 3851459"/>
              <a:gd name="csX27" fmla="*/ 396358 w 3851445"/>
              <a:gd name="csY27" fmla="*/ 3096102 h 3851459"/>
              <a:gd name="csX28" fmla="*/ 397767 w 3851445"/>
              <a:gd name="csY28" fmla="*/ 3074726 h 3851459"/>
              <a:gd name="csX29" fmla="*/ 471686 w 3851445"/>
              <a:gd name="csY29" fmla="*/ 3000804 h 3851459"/>
              <a:gd name="csX30" fmla="*/ 483180 w 3851445"/>
              <a:gd name="csY30" fmla="*/ 2996041 h 3851459"/>
              <a:gd name="csX31" fmla="*/ 494674 w 3851445"/>
              <a:gd name="csY31" fmla="*/ 3000804 h 3851459"/>
              <a:gd name="csX32" fmla="*/ 619744 w 3851445"/>
              <a:gd name="csY32" fmla="*/ 3125897 h 3851459"/>
              <a:gd name="csX33" fmla="*/ 700575 w 3851445"/>
              <a:gd name="csY33" fmla="*/ 3045069 h 3851459"/>
              <a:gd name="csX34" fmla="*/ 422367 w 3851445"/>
              <a:gd name="csY34" fmla="*/ 2629381 h 3851459"/>
              <a:gd name="csX35" fmla="*/ 316490 w 3851445"/>
              <a:gd name="csY35" fmla="*/ 2672106 h 3851459"/>
              <a:gd name="csX36" fmla="*/ 384130 w 3851445"/>
              <a:gd name="csY36" fmla="*/ 2835379 h 3851459"/>
              <a:gd name="csX37" fmla="*/ 384134 w 3851445"/>
              <a:gd name="csY37" fmla="*/ 2847819 h 3851459"/>
              <a:gd name="csX38" fmla="*/ 375335 w 3851445"/>
              <a:gd name="csY38" fmla="*/ 2856614 h 3851459"/>
              <a:gd name="csX39" fmla="*/ 278661 w 3851445"/>
              <a:gd name="csY39" fmla="*/ 2896662 h 3851459"/>
              <a:gd name="csX40" fmla="*/ 258379 w 3851445"/>
              <a:gd name="csY40" fmla="*/ 2889797 h 3851459"/>
              <a:gd name="csX41" fmla="*/ 64486 w 3851445"/>
              <a:gd name="csY41" fmla="*/ 2421694 h 3851459"/>
              <a:gd name="csX42" fmla="*/ 73974 w 3851445"/>
              <a:gd name="csY42" fmla="*/ 2402502 h 3851459"/>
              <a:gd name="csX43" fmla="*/ 170648 w 3851445"/>
              <a:gd name="csY43" fmla="*/ 2362451 h 3851459"/>
              <a:gd name="csX44" fmla="*/ 183088 w 3851445"/>
              <a:gd name="csY44" fmla="*/ 2362451 h 3851459"/>
              <a:gd name="csX45" fmla="*/ 191883 w 3851445"/>
              <a:gd name="csY45" fmla="*/ 2371246 h 3851459"/>
              <a:gd name="csX46" fmla="*/ 259586 w 3851445"/>
              <a:gd name="csY46" fmla="*/ 2534696 h 3851459"/>
              <a:gd name="csX47" fmla="*/ 365014 w 3851445"/>
              <a:gd name="csY47" fmla="*/ 2491038 h 3851459"/>
              <a:gd name="csX48" fmla="*/ 267826 w 3851445"/>
              <a:gd name="csY48" fmla="*/ 1999255 h 3851459"/>
              <a:gd name="csX49" fmla="*/ 153077 w 3851445"/>
              <a:gd name="csY49" fmla="*/ 1999255 h 3851459"/>
              <a:gd name="csX50" fmla="*/ 153077 w 3851445"/>
              <a:gd name="csY50" fmla="*/ 2176126 h 3851459"/>
              <a:gd name="csX51" fmla="*/ 136824 w 3851445"/>
              <a:gd name="csY51" fmla="*/ 2192379 h 3851459"/>
              <a:gd name="csX52" fmla="*/ 32541 w 3851445"/>
              <a:gd name="csY52" fmla="*/ 2192379 h 3851459"/>
              <a:gd name="csX53" fmla="*/ 16425 w 3851445"/>
              <a:gd name="csY53" fmla="*/ 2178242 h 3851459"/>
              <a:gd name="csX54" fmla="*/ 0 w 3851445"/>
              <a:gd name="csY54" fmla="*/ 1925723 h 3851459"/>
              <a:gd name="csX55" fmla="*/ 16620 w 3851445"/>
              <a:gd name="csY55" fmla="*/ 1671641 h 3851459"/>
              <a:gd name="csX56" fmla="*/ 32733 w 3851445"/>
              <a:gd name="csY56" fmla="*/ 1657510 h 3851459"/>
              <a:gd name="csX57" fmla="*/ 136824 w 3851445"/>
              <a:gd name="csY57" fmla="*/ 1657510 h 3851459"/>
              <a:gd name="csX58" fmla="*/ 153077 w 3851445"/>
              <a:gd name="csY58" fmla="*/ 1673764 h 3851459"/>
              <a:gd name="csX59" fmla="*/ 153077 w 3851445"/>
              <a:gd name="csY59" fmla="*/ 1850666 h 3851459"/>
              <a:gd name="csX60" fmla="*/ 267939 w 3851445"/>
              <a:gd name="csY60" fmla="*/ 1850666 h 3851459"/>
              <a:gd name="csX61" fmla="*/ 365494 w 3851445"/>
              <a:gd name="csY61" fmla="*/ 1359077 h 3851459"/>
              <a:gd name="csX62" fmla="*/ 259589 w 3851445"/>
              <a:gd name="csY62" fmla="*/ 1315220 h 3851459"/>
              <a:gd name="csX63" fmla="*/ 191887 w 3851445"/>
              <a:gd name="csY63" fmla="*/ 1478636 h 3851459"/>
              <a:gd name="csX64" fmla="*/ 170654 w 3851445"/>
              <a:gd name="csY64" fmla="*/ 1487432 h 3851459"/>
              <a:gd name="csX65" fmla="*/ 74337 w 3851445"/>
              <a:gd name="csY65" fmla="*/ 1447545 h 3851459"/>
              <a:gd name="csX66" fmla="*/ 64849 w 3851445"/>
              <a:gd name="csY66" fmla="*/ 1428340 h 3851459"/>
              <a:gd name="csX67" fmla="*/ 259099 w 3851445"/>
              <a:gd name="csY67" fmla="*/ 960398 h 3851459"/>
              <a:gd name="csX68" fmla="*/ 279374 w 3851445"/>
              <a:gd name="csY68" fmla="*/ 953543 h 3851459"/>
              <a:gd name="csX69" fmla="*/ 375335 w 3851445"/>
              <a:gd name="csY69" fmla="*/ 993299 h 3851459"/>
              <a:gd name="csX70" fmla="*/ 384127 w 3851445"/>
              <a:gd name="csY70" fmla="*/ 1014535 h 3851459"/>
              <a:gd name="csX71" fmla="*/ 316428 w 3851445"/>
              <a:gd name="csY71" fmla="*/ 1177947 h 3851459"/>
              <a:gd name="csX72" fmla="*/ 422460 w 3851445"/>
              <a:gd name="csY72" fmla="*/ 1221880 h 3851459"/>
              <a:gd name="csX73" fmla="*/ 701316 w 3851445"/>
              <a:gd name="csY73" fmla="*/ 805589 h 3851459"/>
              <a:gd name="csX74" fmla="*/ 619740 w 3851445"/>
              <a:gd name="csY74" fmla="*/ 724013 h 3851459"/>
              <a:gd name="csX75" fmla="*/ 494671 w 3851445"/>
              <a:gd name="csY75" fmla="*/ 849110 h 3851459"/>
              <a:gd name="csX76" fmla="*/ 483177 w 3851445"/>
              <a:gd name="csY76" fmla="*/ 853872 h 3851459"/>
              <a:gd name="csX77" fmla="*/ 471683 w 3851445"/>
              <a:gd name="csY77" fmla="*/ 849113 h 3851459"/>
              <a:gd name="csX78" fmla="*/ 398412 w 3851445"/>
              <a:gd name="csY78" fmla="*/ 775842 h 3851459"/>
              <a:gd name="csX79" fmla="*/ 397010 w 3851445"/>
              <a:gd name="csY79" fmla="*/ 754455 h 3851459"/>
              <a:gd name="csX80" fmla="*/ 755347 w 3851445"/>
              <a:gd name="csY80" fmla="*/ 396344 h 3851459"/>
              <a:gd name="csX81" fmla="*/ 776723 w 3851445"/>
              <a:gd name="csY81" fmla="*/ 397754 h 3851459"/>
              <a:gd name="csX82" fmla="*/ 849864 w 3851445"/>
              <a:gd name="csY82" fmla="*/ 470894 h 3851459"/>
              <a:gd name="csX83" fmla="*/ 849864 w 3851445"/>
              <a:gd name="csY83" fmla="*/ 493879 h 3851459"/>
              <a:gd name="csX84" fmla="*/ 724795 w 3851445"/>
              <a:gd name="csY84" fmla="*/ 618976 h 3851459"/>
              <a:gd name="csX85" fmla="*/ 806408 w 3851445"/>
              <a:gd name="csY85" fmla="*/ 700565 h 3851459"/>
              <a:gd name="csX86" fmla="*/ 1222788 w 3851445"/>
              <a:gd name="csY86" fmla="*/ 422048 h 3851459"/>
              <a:gd name="csX87" fmla="*/ 1178726 w 3851445"/>
              <a:gd name="csY87" fmla="*/ 315667 h 3851459"/>
              <a:gd name="csX88" fmla="*/ 1015275 w 3851445"/>
              <a:gd name="csY88" fmla="*/ 383338 h 3851459"/>
              <a:gd name="csX89" fmla="*/ 994043 w 3851445"/>
              <a:gd name="csY89" fmla="*/ 374539 h 3851459"/>
              <a:gd name="csX90" fmla="*/ 954418 w 3851445"/>
              <a:gd name="csY90" fmla="*/ 278839 h 3851459"/>
              <a:gd name="csX91" fmla="*/ 961282 w 3851445"/>
              <a:gd name="csY91" fmla="*/ 258560 h 3851459"/>
              <a:gd name="csX92" fmla="*/ 1429327 w 3851445"/>
              <a:gd name="csY92" fmla="*/ 64602 h 3851459"/>
              <a:gd name="csX93" fmla="*/ 1448519 w 3851445"/>
              <a:gd name="csY93" fmla="*/ 74087 h 3851459"/>
              <a:gd name="csX94" fmla="*/ 1488210 w 3851445"/>
              <a:gd name="csY94" fmla="*/ 169852 h 3851459"/>
              <a:gd name="csX95" fmla="*/ 1488210 w 3851445"/>
              <a:gd name="csY95" fmla="*/ 182292 h 3851459"/>
              <a:gd name="csX96" fmla="*/ 1479415 w 3851445"/>
              <a:gd name="csY96" fmla="*/ 191088 h 3851459"/>
              <a:gd name="csX97" fmla="*/ 1315971 w 3851445"/>
              <a:gd name="csY97" fmla="*/ 258787 h 3851459"/>
              <a:gd name="csX98" fmla="*/ 1360044 w 3851445"/>
              <a:gd name="csY98" fmla="*/ 365158 h 3851459"/>
              <a:gd name="csX99" fmla="*/ 1851444 w 3851445"/>
              <a:gd name="csY99" fmla="*/ 267880 h 3851459"/>
              <a:gd name="csX100" fmla="*/ 1851444 w 3851445"/>
              <a:gd name="csY100" fmla="*/ 152278 h 3851459"/>
              <a:gd name="csX101" fmla="*/ 1674542 w 3851445"/>
              <a:gd name="csY101" fmla="*/ 152278 h 3851459"/>
              <a:gd name="csX102" fmla="*/ 1658288 w 3851445"/>
              <a:gd name="csY102" fmla="*/ 136025 h 3851459"/>
              <a:gd name="csX103" fmla="*/ 1658288 w 3851445"/>
              <a:gd name="csY103" fmla="*/ 32634 h 3851459"/>
              <a:gd name="csX104" fmla="*/ 1672419 w 3851445"/>
              <a:gd name="csY104" fmla="*/ 16521 h 3851459"/>
              <a:gd name="csX105" fmla="*/ 1925723 w 3851445"/>
              <a:gd name="csY105" fmla="*/ 0 h 3851459"/>
              <a:gd name="csX106" fmla="*/ 2179027 w 3851445"/>
              <a:gd name="csY106" fmla="*/ 16521 h 3851459"/>
              <a:gd name="csX107" fmla="*/ 2193158 w 3851445"/>
              <a:gd name="csY107" fmla="*/ 32634 h 3851459"/>
              <a:gd name="csX108" fmla="*/ 2193158 w 3851445"/>
              <a:gd name="csY108" fmla="*/ 136039 h 3851459"/>
              <a:gd name="csX109" fmla="*/ 2176904 w 3851445"/>
              <a:gd name="csY109" fmla="*/ 152292 h 3851459"/>
              <a:gd name="csX110" fmla="*/ 2000002 w 3851445"/>
              <a:gd name="csY110" fmla="*/ 152292 h 3851459"/>
              <a:gd name="csX111" fmla="*/ 2000002 w 3851445"/>
              <a:gd name="csY111" fmla="*/ 267894 h 3851459"/>
              <a:gd name="csX112" fmla="*/ 2491402 w 3851445"/>
              <a:gd name="csY112" fmla="*/ 365171 h 3851459"/>
              <a:gd name="csX113" fmla="*/ 2535475 w 3851445"/>
              <a:gd name="csY113" fmla="*/ 258800 h 3851459"/>
              <a:gd name="csX114" fmla="*/ 2372035 w 3851445"/>
              <a:gd name="csY114" fmla="*/ 191102 h 3851459"/>
              <a:gd name="csX115" fmla="*/ 2363239 w 3851445"/>
              <a:gd name="csY115" fmla="*/ 182306 h 3851459"/>
              <a:gd name="csX116" fmla="*/ 2363239 w 3851445"/>
              <a:gd name="csY116" fmla="*/ 169866 h 3851459"/>
              <a:gd name="csX117" fmla="*/ 2402926 w 3851445"/>
              <a:gd name="csY117" fmla="*/ 74101 h 3851459"/>
              <a:gd name="csX118" fmla="*/ 2422119 w 3851445"/>
              <a:gd name="csY118" fmla="*/ 64613 h 3851459"/>
              <a:gd name="csX119" fmla="*/ 2890163 w 3851445"/>
              <a:gd name="csY119" fmla="*/ 258571 h 3851459"/>
              <a:gd name="csX120" fmla="*/ 2897029 w 3851445"/>
              <a:gd name="csY120" fmla="*/ 278850 h 3851459"/>
              <a:gd name="csX121" fmla="*/ 2857403 w 3851445"/>
              <a:gd name="csY121" fmla="*/ 374550 h 3851459"/>
              <a:gd name="csX122" fmla="*/ 2836167 w 3851445"/>
              <a:gd name="csY122" fmla="*/ 383348 h 3851459"/>
              <a:gd name="csX123" fmla="*/ 2672720 w 3851445"/>
              <a:gd name="csY123" fmla="*/ 315677 h 3851459"/>
              <a:gd name="csX124" fmla="*/ 2628658 w 3851445"/>
              <a:gd name="csY124" fmla="*/ 422048 h 3851459"/>
              <a:gd name="csX125" fmla="*/ 3045038 w 3851445"/>
              <a:gd name="csY125" fmla="*/ 700576 h 3851459"/>
              <a:gd name="csX126" fmla="*/ 3126655 w 3851445"/>
              <a:gd name="csY126" fmla="*/ 618986 h 3851459"/>
              <a:gd name="csX127" fmla="*/ 3001585 w 3851445"/>
              <a:gd name="csY127" fmla="*/ 493889 h 3851459"/>
              <a:gd name="csX128" fmla="*/ 3001585 w 3851445"/>
              <a:gd name="csY128" fmla="*/ 470905 h 3851459"/>
              <a:gd name="csX129" fmla="*/ 3074723 w 3851445"/>
              <a:gd name="csY129" fmla="*/ 397764 h 3851459"/>
              <a:gd name="csX130" fmla="*/ 3096099 w 3851445"/>
              <a:gd name="csY130" fmla="*/ 396355 h 3851459"/>
              <a:gd name="csX131" fmla="*/ 3454440 w 3851445"/>
              <a:gd name="csY131" fmla="*/ 754466 h 3851459"/>
              <a:gd name="csX132" fmla="*/ 3453041 w 3851445"/>
              <a:gd name="csY132" fmla="*/ 775852 h 3851459"/>
              <a:gd name="csX133" fmla="*/ 3379770 w 3851445"/>
              <a:gd name="csY133" fmla="*/ 849123 h 3851459"/>
              <a:gd name="csX134" fmla="*/ 3368276 w 3851445"/>
              <a:gd name="csY134" fmla="*/ 853883 h 3851459"/>
              <a:gd name="csX135" fmla="*/ 3368276 w 3851445"/>
              <a:gd name="csY135" fmla="*/ 853883 h 3851459"/>
              <a:gd name="csX136" fmla="*/ 3356782 w 3851445"/>
              <a:gd name="csY136" fmla="*/ 849120 h 3851459"/>
              <a:gd name="csX137" fmla="*/ 3231713 w 3851445"/>
              <a:gd name="csY137" fmla="*/ 724023 h 3851459"/>
              <a:gd name="csX138" fmla="*/ 3150140 w 3851445"/>
              <a:gd name="csY138" fmla="*/ 805596 h 3851459"/>
              <a:gd name="csX139" fmla="*/ 3428962 w 3851445"/>
              <a:gd name="csY139" fmla="*/ 1221904 h 3851459"/>
              <a:gd name="csX140" fmla="*/ 3535021 w 3851445"/>
              <a:gd name="csY140" fmla="*/ 1177958 h 3851459"/>
              <a:gd name="csX141" fmla="*/ 3467323 w 3851445"/>
              <a:gd name="csY141" fmla="*/ 1014542 h 3851459"/>
              <a:gd name="csX142" fmla="*/ 3476114 w 3851445"/>
              <a:gd name="csY142" fmla="*/ 993306 h 3851459"/>
              <a:gd name="csX143" fmla="*/ 3572075 w 3851445"/>
              <a:gd name="csY143" fmla="*/ 953550 h 3851459"/>
              <a:gd name="csX144" fmla="*/ 3592351 w 3851445"/>
              <a:gd name="csY144" fmla="*/ 960405 h 3851459"/>
              <a:gd name="csX145" fmla="*/ 3786604 w 3851445"/>
              <a:gd name="csY145" fmla="*/ 1428347 h 3851459"/>
              <a:gd name="csX146" fmla="*/ 3777115 w 3851445"/>
              <a:gd name="csY146" fmla="*/ 1447552 h 3851459"/>
              <a:gd name="csX147" fmla="*/ 3680795 w 3851445"/>
              <a:gd name="csY147" fmla="*/ 1487439 h 3851459"/>
              <a:gd name="csX148" fmla="*/ 3659562 w 3851445"/>
              <a:gd name="csY148" fmla="*/ 1478643 h 3851459"/>
              <a:gd name="csX149" fmla="*/ 3591864 w 3851445"/>
              <a:gd name="csY149" fmla="*/ 1315231 h 3851459"/>
              <a:gd name="csX150" fmla="*/ 3485956 w 3851445"/>
              <a:gd name="csY150" fmla="*/ 1359105 h 3851459"/>
              <a:gd name="csX151" fmla="*/ 3583511 w 3851445"/>
              <a:gd name="csY151" fmla="*/ 1850669 h 3851459"/>
              <a:gd name="csX152" fmla="*/ 3698372 w 3851445"/>
              <a:gd name="csY152" fmla="*/ 1850669 h 3851459"/>
              <a:gd name="csX153" fmla="*/ 3698372 w 3851445"/>
              <a:gd name="csY153" fmla="*/ 1673767 h 3851459"/>
              <a:gd name="csX154" fmla="*/ 3714625 w 3851445"/>
              <a:gd name="csY154" fmla="*/ 1657514 h 3851459"/>
              <a:gd name="csX155" fmla="*/ 3818709 w 3851445"/>
              <a:gd name="csY155" fmla="*/ 1657514 h 3851459"/>
              <a:gd name="csX156" fmla="*/ 3834822 w 3851445"/>
              <a:gd name="csY156" fmla="*/ 1671644 h 3851459"/>
              <a:gd name="csX157" fmla="*/ 3851446 w 3851445"/>
              <a:gd name="csY157" fmla="*/ 1925726 h 3851459"/>
              <a:gd name="csX158" fmla="*/ 3835018 w 3851445"/>
              <a:gd name="csY158" fmla="*/ 2178245 h 3851459"/>
              <a:gd name="csX159" fmla="*/ 3818905 w 3851445"/>
              <a:gd name="csY159" fmla="*/ 2192383 h 3851459"/>
              <a:gd name="csX160" fmla="*/ 3714642 w 3851445"/>
              <a:gd name="csY160" fmla="*/ 2192383 h 3851459"/>
              <a:gd name="csX161" fmla="*/ 3698389 w 3851445"/>
              <a:gd name="csY161" fmla="*/ 2176129 h 3851459"/>
              <a:gd name="csX162" fmla="*/ 3698389 w 3851445"/>
              <a:gd name="csY162" fmla="*/ 1999258 h 3851459"/>
              <a:gd name="csX163" fmla="*/ 3583638 w 3851445"/>
              <a:gd name="csY163" fmla="*/ 1999258 h 3851459"/>
              <a:gd name="csX164" fmla="*/ 3486446 w 3851445"/>
              <a:gd name="csY164" fmla="*/ 2491042 h 3851459"/>
              <a:gd name="csX165" fmla="*/ 3591877 w 3851445"/>
              <a:gd name="csY165" fmla="*/ 2534700 h 3851459"/>
              <a:gd name="csX166" fmla="*/ 3659576 w 3851445"/>
              <a:gd name="csY166" fmla="*/ 2371250 h 3851459"/>
              <a:gd name="csX167" fmla="*/ 3668372 w 3851445"/>
              <a:gd name="csY167" fmla="*/ 2362454 h 3851459"/>
              <a:gd name="csX168" fmla="*/ 3680812 w 3851445"/>
              <a:gd name="csY168" fmla="*/ 2362454 h 3851459"/>
              <a:gd name="csX169" fmla="*/ 3777486 w 3851445"/>
              <a:gd name="csY169" fmla="*/ 2402505 h 3851459"/>
              <a:gd name="csX170" fmla="*/ 3786974 w 3851445"/>
              <a:gd name="csY170" fmla="*/ 2421697 h 3851459"/>
              <a:gd name="csX171" fmla="*/ 3593081 w 3851445"/>
              <a:gd name="csY171" fmla="*/ 2889804 h 3851459"/>
              <a:gd name="csX172" fmla="*/ 3572799 w 3851445"/>
              <a:gd name="csY172" fmla="*/ 2896665 h 3851459"/>
              <a:gd name="csX173" fmla="*/ 3476125 w 3851445"/>
              <a:gd name="csY173" fmla="*/ 2856618 h 3851459"/>
              <a:gd name="csX174" fmla="*/ 3467333 w 3851445"/>
              <a:gd name="csY174" fmla="*/ 2847822 h 3851459"/>
              <a:gd name="csX175" fmla="*/ 3467333 w 3851445"/>
              <a:gd name="csY175" fmla="*/ 2835382 h 3851459"/>
              <a:gd name="csX176" fmla="*/ 3535031 w 3851445"/>
              <a:gd name="csY176" fmla="*/ 2671970 h 3851459"/>
              <a:gd name="csX177" fmla="*/ 3429604 w 3851445"/>
              <a:gd name="csY177" fmla="*/ 2628291 h 3851459"/>
              <a:gd name="csX178" fmla="*/ 3150884 w 3851445"/>
              <a:gd name="csY178" fmla="*/ 3045069 h 3851459"/>
              <a:gd name="csX179" fmla="*/ 3231723 w 3851445"/>
              <a:gd name="csY179" fmla="*/ 3125901 h 3851459"/>
              <a:gd name="csX180" fmla="*/ 3356792 w 3851445"/>
              <a:gd name="csY180" fmla="*/ 3000807 h 3851459"/>
              <a:gd name="csX181" fmla="*/ 3368286 w 3851445"/>
              <a:gd name="csY181" fmla="*/ 2996044 h 3851459"/>
              <a:gd name="csX182" fmla="*/ 3379780 w 3851445"/>
              <a:gd name="csY182" fmla="*/ 3000807 h 3851459"/>
              <a:gd name="csX183" fmla="*/ 3453703 w 3851445"/>
              <a:gd name="csY183" fmla="*/ 3074730 h 3851459"/>
              <a:gd name="csX184" fmla="*/ 3455112 w 3851445"/>
              <a:gd name="csY184" fmla="*/ 3096106 h 3851459"/>
              <a:gd name="csX185" fmla="*/ 3096998 w 3851445"/>
              <a:gd name="csY185" fmla="*/ 3454443 h 3851459"/>
              <a:gd name="csX186" fmla="*/ 3075611 w 3851445"/>
              <a:gd name="csY186" fmla="*/ 3453044 h 3851459"/>
              <a:gd name="csX187" fmla="*/ 3001596 w 3851445"/>
              <a:gd name="csY187" fmla="*/ 3379026 h 3851459"/>
              <a:gd name="csX188" fmla="*/ 3001596 w 3851445"/>
              <a:gd name="csY188" fmla="*/ 3356041 h 3851459"/>
              <a:gd name="csX189" fmla="*/ 3126665 w 3851445"/>
              <a:gd name="csY189" fmla="*/ 3230941 h 3851459"/>
              <a:gd name="csX190" fmla="*/ 3045868 w 3851445"/>
              <a:gd name="csY190" fmla="*/ 3150147 h 3851459"/>
              <a:gd name="csX191" fmla="*/ 2629203 w 3851445"/>
              <a:gd name="csY191" fmla="*/ 3429172 h 3851459"/>
              <a:gd name="csX192" fmla="*/ 2672731 w 3851445"/>
              <a:gd name="csY192" fmla="*/ 3534253 h 3851459"/>
              <a:gd name="csX193" fmla="*/ 2836177 w 3851445"/>
              <a:gd name="csY193" fmla="*/ 3466558 h 3851459"/>
              <a:gd name="csX194" fmla="*/ 2848618 w 3851445"/>
              <a:gd name="csY194" fmla="*/ 3466558 h 3851459"/>
              <a:gd name="csX195" fmla="*/ 2857410 w 3851445"/>
              <a:gd name="csY195" fmla="*/ 3475353 h 3851459"/>
              <a:gd name="csX196" fmla="*/ 2897553 w 3851445"/>
              <a:gd name="csY196" fmla="*/ 3572288 h 3851459"/>
              <a:gd name="csX197" fmla="*/ 2890698 w 3851445"/>
              <a:gd name="csY197" fmla="*/ 3592564 h 3851459"/>
              <a:gd name="csX198" fmla="*/ 2422722 w 3851445"/>
              <a:gd name="csY198" fmla="*/ 3786717 h 3851459"/>
              <a:gd name="csX199" fmla="*/ 2403520 w 3851445"/>
              <a:gd name="csY199" fmla="*/ 3777232 h 3851459"/>
              <a:gd name="csX200" fmla="*/ 2363246 w 3851445"/>
              <a:gd name="csY200" fmla="*/ 3680037 h 3851459"/>
              <a:gd name="csX201" fmla="*/ 2363246 w 3851445"/>
              <a:gd name="csY201" fmla="*/ 3667597 h 3851459"/>
              <a:gd name="csX202" fmla="*/ 2372042 w 3851445"/>
              <a:gd name="csY202" fmla="*/ 3658798 h 3851459"/>
              <a:gd name="csX203" fmla="*/ 2535478 w 3851445"/>
              <a:gd name="csY203" fmla="*/ 3591130 h 3851459"/>
              <a:gd name="csX204" fmla="*/ 2491967 w 3851445"/>
              <a:gd name="csY204" fmla="*/ 3486131 h 3851459"/>
              <a:gd name="csX205" fmla="*/ 2000012 w 3851445"/>
              <a:gd name="csY205" fmla="*/ 3583600 h 3851459"/>
              <a:gd name="csX206" fmla="*/ 2000012 w 3851445"/>
              <a:gd name="csY206" fmla="*/ 3697611 h 3851459"/>
              <a:gd name="csX207" fmla="*/ 2176914 w 3851445"/>
              <a:gd name="csY207" fmla="*/ 3697611 h 3851459"/>
              <a:gd name="csX208" fmla="*/ 2193168 w 3851445"/>
              <a:gd name="csY208" fmla="*/ 3713864 h 3851459"/>
              <a:gd name="csX209" fmla="*/ 2193168 w 3851445"/>
              <a:gd name="csY209" fmla="*/ 3818829 h 3851459"/>
              <a:gd name="csX210" fmla="*/ 2179037 w 3851445"/>
              <a:gd name="csY210" fmla="*/ 3834942 h 3851459"/>
              <a:gd name="csX211" fmla="*/ 1925733 w 3851445"/>
              <a:gd name="csY211" fmla="*/ 3851460 h 3851459"/>
              <a:gd name="csX212" fmla="*/ 1690806 w 3851445"/>
              <a:gd name="csY212" fmla="*/ 3804517 h 3851459"/>
              <a:gd name="csX213" fmla="*/ 1925733 w 3851445"/>
              <a:gd name="csY213" fmla="*/ 3818953 h 3851459"/>
              <a:gd name="csX214" fmla="*/ 2160661 w 3851445"/>
              <a:gd name="csY214" fmla="*/ 3804517 h 3851459"/>
              <a:gd name="csX215" fmla="*/ 2160661 w 3851445"/>
              <a:gd name="csY215" fmla="*/ 3730115 h 3851459"/>
              <a:gd name="csX216" fmla="*/ 1983759 w 3851445"/>
              <a:gd name="csY216" fmla="*/ 3730115 h 3851459"/>
              <a:gd name="csX217" fmla="*/ 1967505 w 3851445"/>
              <a:gd name="csY217" fmla="*/ 3713861 h 3851459"/>
              <a:gd name="csX218" fmla="*/ 1967505 w 3851445"/>
              <a:gd name="csY218" fmla="*/ 3567971 h 3851459"/>
              <a:gd name="csX219" fmla="*/ 1983193 w 3851445"/>
              <a:gd name="csY219" fmla="*/ 3551727 h 3851459"/>
              <a:gd name="csX220" fmla="*/ 2494642 w 3851445"/>
              <a:gd name="csY220" fmla="*/ 3450500 h 3851459"/>
              <a:gd name="csX221" fmla="*/ 2501003 w 3851445"/>
              <a:gd name="csY221" fmla="*/ 3449207 h 3851459"/>
              <a:gd name="csX222" fmla="*/ 2516276 w 3851445"/>
              <a:gd name="csY222" fmla="*/ 3459875 h 3851459"/>
              <a:gd name="csX223" fmla="*/ 2571733 w 3851445"/>
              <a:gd name="csY223" fmla="*/ 3593698 h 3851459"/>
              <a:gd name="csX224" fmla="*/ 2571733 w 3851445"/>
              <a:gd name="csY224" fmla="*/ 3606139 h 3851459"/>
              <a:gd name="csX225" fmla="*/ 2562938 w 3851445"/>
              <a:gd name="csY225" fmla="*/ 3614934 h 3851459"/>
              <a:gd name="csX226" fmla="*/ 2399501 w 3851445"/>
              <a:gd name="csY226" fmla="*/ 3682605 h 3851459"/>
              <a:gd name="csX227" fmla="*/ 2428082 w 3851445"/>
              <a:gd name="csY227" fmla="*/ 3751583 h 3851459"/>
              <a:gd name="csX228" fmla="*/ 2862060 w 3851445"/>
              <a:gd name="csY228" fmla="*/ 3571527 h 3851459"/>
              <a:gd name="csX229" fmla="*/ 2833595 w 3851445"/>
              <a:gd name="csY229" fmla="*/ 3502799 h 3851459"/>
              <a:gd name="csX230" fmla="*/ 2670149 w 3851445"/>
              <a:gd name="csY230" fmla="*/ 3570494 h 3851459"/>
              <a:gd name="csX231" fmla="*/ 2648916 w 3851445"/>
              <a:gd name="csY231" fmla="*/ 3561699 h 3851459"/>
              <a:gd name="csX232" fmla="*/ 2593233 w 3851445"/>
              <a:gd name="csY232" fmla="*/ 3427268 h 3851459"/>
              <a:gd name="csX233" fmla="*/ 2592886 w 3851445"/>
              <a:gd name="csY233" fmla="*/ 3415565 h 3851459"/>
              <a:gd name="csX234" fmla="*/ 2601452 w 3851445"/>
              <a:gd name="csY234" fmla="*/ 3406190 h 3851459"/>
              <a:gd name="csX235" fmla="*/ 3035221 w 3851445"/>
              <a:gd name="csY235" fmla="*/ 3115713 h 3851459"/>
              <a:gd name="csX236" fmla="*/ 3057801 w 3851445"/>
              <a:gd name="csY236" fmla="*/ 3116104 h 3851459"/>
              <a:gd name="csX237" fmla="*/ 3161140 w 3851445"/>
              <a:gd name="csY237" fmla="*/ 3219444 h 3851459"/>
              <a:gd name="csX238" fmla="*/ 3161140 w 3851445"/>
              <a:gd name="csY238" fmla="*/ 3242428 h 3851459"/>
              <a:gd name="csX239" fmla="*/ 3036071 w 3851445"/>
              <a:gd name="csY239" fmla="*/ 3367528 h 3851459"/>
              <a:gd name="csX240" fmla="*/ 3088476 w 3851445"/>
              <a:gd name="csY240" fmla="*/ 3419934 h 3851459"/>
              <a:gd name="csX241" fmla="*/ 3420602 w 3851445"/>
              <a:gd name="csY241" fmla="*/ 3087599 h 3851459"/>
              <a:gd name="csX242" fmla="*/ 3368283 w 3851445"/>
              <a:gd name="csY242" fmla="*/ 3035282 h 3851459"/>
              <a:gd name="csX243" fmla="*/ 3243217 w 3851445"/>
              <a:gd name="csY243" fmla="*/ 3160376 h 3851459"/>
              <a:gd name="csX244" fmla="*/ 3231719 w 3851445"/>
              <a:gd name="csY244" fmla="*/ 3165139 h 3851459"/>
              <a:gd name="csX245" fmla="*/ 3220225 w 3851445"/>
              <a:gd name="csY245" fmla="*/ 3160376 h 3851459"/>
              <a:gd name="csX246" fmla="*/ 3116855 w 3851445"/>
              <a:gd name="csY246" fmla="*/ 3057008 h 3851459"/>
              <a:gd name="csX247" fmla="*/ 3116454 w 3851445"/>
              <a:gd name="csY247" fmla="*/ 3034439 h 3851459"/>
              <a:gd name="csX248" fmla="*/ 3406605 w 3851445"/>
              <a:gd name="csY248" fmla="*/ 2600543 h 3851459"/>
              <a:gd name="csX249" fmla="*/ 3427615 w 3851445"/>
              <a:gd name="csY249" fmla="*/ 2592276 h 3851459"/>
              <a:gd name="csX250" fmla="*/ 3562484 w 3851445"/>
              <a:gd name="csY250" fmla="*/ 2648155 h 3851459"/>
              <a:gd name="csX251" fmla="*/ 3571276 w 3851445"/>
              <a:gd name="csY251" fmla="*/ 2669391 h 3851459"/>
              <a:gd name="csX252" fmla="*/ 3503577 w 3851445"/>
              <a:gd name="csY252" fmla="*/ 2832800 h 3851459"/>
              <a:gd name="csX253" fmla="*/ 3572041 w 3851445"/>
              <a:gd name="csY253" fmla="*/ 2861161 h 3851459"/>
              <a:gd name="csX254" fmla="*/ 3751851 w 3851445"/>
              <a:gd name="csY254" fmla="*/ 2427067 h 3851459"/>
              <a:gd name="csX255" fmla="*/ 3683384 w 3851445"/>
              <a:gd name="csY255" fmla="*/ 2398706 h 3851459"/>
              <a:gd name="csX256" fmla="*/ 3615685 w 3851445"/>
              <a:gd name="csY256" fmla="*/ 2562149 h 3851459"/>
              <a:gd name="csX257" fmla="*/ 3594453 w 3851445"/>
              <a:gd name="csY257" fmla="*/ 2570944 h 3851459"/>
              <a:gd name="csX258" fmla="*/ 3459580 w 3851445"/>
              <a:gd name="csY258" fmla="*/ 2515096 h 3851459"/>
              <a:gd name="csX259" fmla="*/ 3450572 w 3851445"/>
              <a:gd name="csY259" fmla="*/ 2494399 h 3851459"/>
              <a:gd name="csX260" fmla="*/ 3551758 w 3851445"/>
              <a:gd name="csY260" fmla="*/ 1982442 h 3851459"/>
              <a:gd name="csX261" fmla="*/ 3568002 w 3851445"/>
              <a:gd name="csY261" fmla="*/ 1966744 h 3851459"/>
              <a:gd name="csX262" fmla="*/ 3714639 w 3851445"/>
              <a:gd name="csY262" fmla="*/ 1966744 h 3851459"/>
              <a:gd name="csX263" fmla="*/ 3730893 w 3851445"/>
              <a:gd name="csY263" fmla="*/ 1982998 h 3851459"/>
              <a:gd name="csX264" fmla="*/ 3730893 w 3851445"/>
              <a:gd name="csY264" fmla="*/ 2159869 h 3851459"/>
              <a:gd name="csX265" fmla="*/ 3804606 w 3851445"/>
              <a:gd name="csY265" fmla="*/ 2159869 h 3851459"/>
              <a:gd name="csX266" fmla="*/ 3818953 w 3851445"/>
              <a:gd name="csY266" fmla="*/ 1925720 h 3851459"/>
              <a:gd name="csX267" fmla="*/ 3804417 w 3851445"/>
              <a:gd name="csY267" fmla="*/ 1690013 h 3851459"/>
              <a:gd name="csX268" fmla="*/ 3730896 w 3851445"/>
              <a:gd name="csY268" fmla="*/ 1690013 h 3851459"/>
              <a:gd name="csX269" fmla="*/ 3730896 w 3851445"/>
              <a:gd name="csY269" fmla="*/ 1866916 h 3851459"/>
              <a:gd name="csX270" fmla="*/ 3714642 w 3851445"/>
              <a:gd name="csY270" fmla="*/ 1883169 h 3851459"/>
              <a:gd name="csX271" fmla="*/ 3567905 w 3851445"/>
              <a:gd name="csY271" fmla="*/ 1883169 h 3851459"/>
              <a:gd name="csX272" fmla="*/ 3551662 w 3851445"/>
              <a:gd name="csY272" fmla="*/ 1867481 h 3851459"/>
              <a:gd name="csX273" fmla="*/ 3450095 w 3851445"/>
              <a:gd name="csY273" fmla="*/ 1355751 h 3851459"/>
              <a:gd name="csX274" fmla="*/ 3459097 w 3851445"/>
              <a:gd name="csY274" fmla="*/ 1335044 h 3851459"/>
              <a:gd name="csX275" fmla="*/ 3594456 w 3851445"/>
              <a:gd name="csY275" fmla="*/ 1278969 h 3851459"/>
              <a:gd name="csX276" fmla="*/ 3615692 w 3851445"/>
              <a:gd name="csY276" fmla="*/ 1287764 h 3851459"/>
              <a:gd name="csX277" fmla="*/ 3683391 w 3851445"/>
              <a:gd name="csY277" fmla="*/ 1451180 h 3851459"/>
              <a:gd name="csX278" fmla="*/ 3751491 w 3851445"/>
              <a:gd name="csY278" fmla="*/ 1422980 h 3851459"/>
              <a:gd name="csX279" fmla="*/ 3571345 w 3851445"/>
              <a:gd name="csY279" fmla="*/ 989040 h 3851459"/>
              <a:gd name="csX280" fmla="*/ 3503584 w 3851445"/>
              <a:gd name="csY280" fmla="*/ 1017113 h 3851459"/>
              <a:gd name="csX281" fmla="*/ 3571283 w 3851445"/>
              <a:gd name="csY281" fmla="*/ 1180526 h 3851459"/>
              <a:gd name="csX282" fmla="*/ 3562491 w 3851445"/>
              <a:gd name="csY282" fmla="*/ 1201762 h 3851459"/>
              <a:gd name="csX283" fmla="*/ 3427001 w 3851445"/>
              <a:gd name="csY283" fmla="*/ 1257901 h 3851459"/>
              <a:gd name="csX284" fmla="*/ 3405998 w 3851445"/>
              <a:gd name="csY284" fmla="*/ 1249644 h 3851459"/>
              <a:gd name="csX285" fmla="*/ 3115720 w 3851445"/>
              <a:gd name="csY285" fmla="*/ 816236 h 3851459"/>
              <a:gd name="csX286" fmla="*/ 3116111 w 3851445"/>
              <a:gd name="csY286" fmla="*/ 793656 h 3851459"/>
              <a:gd name="csX287" fmla="*/ 3220229 w 3851445"/>
              <a:gd name="csY287" fmla="*/ 689538 h 3851459"/>
              <a:gd name="csX288" fmla="*/ 3231723 w 3851445"/>
              <a:gd name="csY288" fmla="*/ 684775 h 3851459"/>
              <a:gd name="csX289" fmla="*/ 3243220 w 3851445"/>
              <a:gd name="csY289" fmla="*/ 689538 h 3851459"/>
              <a:gd name="csX290" fmla="*/ 3368290 w 3851445"/>
              <a:gd name="csY290" fmla="*/ 814638 h 3851459"/>
              <a:gd name="csX291" fmla="*/ 3419944 w 3851445"/>
              <a:gd name="csY291" fmla="*/ 762980 h 3851459"/>
              <a:gd name="csX292" fmla="*/ 3087606 w 3851445"/>
              <a:gd name="csY292" fmla="*/ 430854 h 3851459"/>
              <a:gd name="csX293" fmla="*/ 3036071 w 3851445"/>
              <a:gd name="csY293" fmla="*/ 482395 h 3851459"/>
              <a:gd name="csX294" fmla="*/ 3161140 w 3851445"/>
              <a:gd name="csY294" fmla="*/ 607495 h 3851459"/>
              <a:gd name="csX295" fmla="*/ 3165903 w 3851445"/>
              <a:gd name="csY295" fmla="*/ 618989 h 3851459"/>
              <a:gd name="csX296" fmla="*/ 3161140 w 3851445"/>
              <a:gd name="csY296" fmla="*/ 630483 h 3851459"/>
              <a:gd name="csX297" fmla="*/ 3056998 w 3851445"/>
              <a:gd name="csY297" fmla="*/ 734591 h 3851459"/>
              <a:gd name="csX298" fmla="*/ 3046413 w 3851445"/>
              <a:gd name="csY298" fmla="*/ 739330 h 3851459"/>
              <a:gd name="csX299" fmla="*/ 3034415 w 3851445"/>
              <a:gd name="csY299" fmla="*/ 734999 h 3851459"/>
              <a:gd name="csX300" fmla="*/ 2600989 w 3851445"/>
              <a:gd name="csY300" fmla="*/ 445057 h 3851459"/>
              <a:gd name="csX301" fmla="*/ 2592712 w 3851445"/>
              <a:gd name="csY301" fmla="*/ 436560 h 3851459"/>
              <a:gd name="csX302" fmla="*/ 2592663 w 3851445"/>
              <a:gd name="csY302" fmla="*/ 424027 h 3851459"/>
              <a:gd name="csX303" fmla="*/ 2648916 w 3851445"/>
              <a:gd name="csY303" fmla="*/ 288221 h 3851459"/>
              <a:gd name="csX304" fmla="*/ 2670149 w 3851445"/>
              <a:gd name="csY304" fmla="*/ 279426 h 3851459"/>
              <a:gd name="csX305" fmla="*/ 2833592 w 3851445"/>
              <a:gd name="csY305" fmla="*/ 347094 h 3851459"/>
              <a:gd name="csX306" fmla="*/ 2861535 w 3851445"/>
              <a:gd name="csY306" fmla="*/ 279604 h 3851459"/>
              <a:gd name="csX307" fmla="*/ 2427499 w 3851445"/>
              <a:gd name="csY307" fmla="*/ 99729 h 3851459"/>
              <a:gd name="csX308" fmla="*/ 2399501 w 3851445"/>
              <a:gd name="csY308" fmla="*/ 167287 h 3851459"/>
              <a:gd name="csX309" fmla="*/ 2562941 w 3851445"/>
              <a:gd name="csY309" fmla="*/ 234986 h 3851459"/>
              <a:gd name="csX310" fmla="*/ 2571733 w 3851445"/>
              <a:gd name="csY310" fmla="*/ 243785 h 3851459"/>
              <a:gd name="csX311" fmla="*/ 2571733 w 3851445"/>
              <a:gd name="csY311" fmla="*/ 256225 h 3851459"/>
              <a:gd name="csX312" fmla="*/ 2515521 w 3851445"/>
              <a:gd name="csY312" fmla="*/ 391904 h 3851459"/>
              <a:gd name="csX313" fmla="*/ 2509719 w 3851445"/>
              <a:gd name="csY313" fmla="*/ 399170 h 3851459"/>
              <a:gd name="csX314" fmla="*/ 2494769 w 3851445"/>
              <a:gd name="csY314" fmla="*/ 401049 h 3851459"/>
              <a:gd name="csX315" fmla="*/ 1983200 w 3851445"/>
              <a:gd name="csY315" fmla="*/ 299767 h 3851459"/>
              <a:gd name="csX316" fmla="*/ 1967509 w 3851445"/>
              <a:gd name="csY316" fmla="*/ 283523 h 3851459"/>
              <a:gd name="csX317" fmla="*/ 1967509 w 3851445"/>
              <a:gd name="csY317" fmla="*/ 136042 h 3851459"/>
              <a:gd name="csX318" fmla="*/ 1983762 w 3851445"/>
              <a:gd name="csY318" fmla="*/ 119789 h 3851459"/>
              <a:gd name="csX319" fmla="*/ 2160664 w 3851445"/>
              <a:gd name="csY319" fmla="*/ 119789 h 3851459"/>
              <a:gd name="csX320" fmla="*/ 2160664 w 3851445"/>
              <a:gd name="csY320" fmla="*/ 46946 h 3851459"/>
              <a:gd name="csX321" fmla="*/ 1925737 w 3851445"/>
              <a:gd name="csY321" fmla="*/ 32507 h 3851459"/>
              <a:gd name="csX322" fmla="*/ 1690809 w 3851445"/>
              <a:gd name="csY322" fmla="*/ 46946 h 3851459"/>
              <a:gd name="csX323" fmla="*/ 1690809 w 3851445"/>
              <a:gd name="csY323" fmla="*/ 119789 h 3851459"/>
              <a:gd name="csX324" fmla="*/ 1867711 w 3851445"/>
              <a:gd name="csY324" fmla="*/ 119789 h 3851459"/>
              <a:gd name="csX325" fmla="*/ 1883965 w 3851445"/>
              <a:gd name="csY325" fmla="*/ 136042 h 3851459"/>
              <a:gd name="csX326" fmla="*/ 1883965 w 3851445"/>
              <a:gd name="csY326" fmla="*/ 283523 h 3851459"/>
              <a:gd name="csX327" fmla="*/ 1868273 w 3851445"/>
              <a:gd name="csY327" fmla="*/ 299767 h 3851459"/>
              <a:gd name="csX328" fmla="*/ 1356701 w 3851445"/>
              <a:gd name="csY328" fmla="*/ 401049 h 3851459"/>
              <a:gd name="csX329" fmla="*/ 1336000 w 3851445"/>
              <a:gd name="csY329" fmla="*/ 392044 h 3851459"/>
              <a:gd name="csX330" fmla="*/ 1279730 w 3851445"/>
              <a:gd name="csY330" fmla="*/ 256232 h 3851459"/>
              <a:gd name="csX331" fmla="*/ 1279727 w 3851445"/>
              <a:gd name="csY331" fmla="*/ 243792 h 3851459"/>
              <a:gd name="csX332" fmla="*/ 1288522 w 3851445"/>
              <a:gd name="csY332" fmla="*/ 234993 h 3851459"/>
              <a:gd name="csX333" fmla="*/ 1451966 w 3851445"/>
              <a:gd name="csY333" fmla="*/ 167294 h 3851459"/>
              <a:gd name="csX334" fmla="*/ 1423964 w 3851445"/>
              <a:gd name="csY334" fmla="*/ 99736 h 3851459"/>
              <a:gd name="csX335" fmla="*/ 989925 w 3851445"/>
              <a:gd name="csY335" fmla="*/ 279611 h 3851459"/>
              <a:gd name="csX336" fmla="*/ 1017871 w 3851445"/>
              <a:gd name="csY336" fmla="*/ 347104 h 3851459"/>
              <a:gd name="csX337" fmla="*/ 1181318 w 3851445"/>
              <a:gd name="csY337" fmla="*/ 279433 h 3851459"/>
              <a:gd name="csX338" fmla="*/ 1202550 w 3851445"/>
              <a:gd name="csY338" fmla="*/ 288228 h 3851459"/>
              <a:gd name="csX339" fmla="*/ 1258604 w 3851445"/>
              <a:gd name="csY339" fmla="*/ 423560 h 3851459"/>
              <a:gd name="csX340" fmla="*/ 1259674 w 3851445"/>
              <a:gd name="csY340" fmla="*/ 426804 h 3851459"/>
              <a:gd name="csX341" fmla="*/ 1250553 w 3851445"/>
              <a:gd name="csY341" fmla="*/ 445043 h 3851459"/>
              <a:gd name="csX342" fmla="*/ 817045 w 3851445"/>
              <a:gd name="csY342" fmla="*/ 735003 h 3851459"/>
              <a:gd name="csX343" fmla="*/ 804779 w 3851445"/>
              <a:gd name="csY343" fmla="*/ 739320 h 3851459"/>
              <a:gd name="csX344" fmla="*/ 794328 w 3851445"/>
              <a:gd name="csY344" fmla="*/ 734457 h 3851459"/>
              <a:gd name="csX345" fmla="*/ 690323 w 3851445"/>
              <a:gd name="csY345" fmla="*/ 630487 h 3851459"/>
              <a:gd name="csX346" fmla="*/ 685560 w 3851445"/>
              <a:gd name="csY346" fmla="*/ 618993 h 3851459"/>
              <a:gd name="csX347" fmla="*/ 690319 w 3851445"/>
              <a:gd name="csY347" fmla="*/ 607499 h 3851459"/>
              <a:gd name="csX348" fmla="*/ 815389 w 3851445"/>
              <a:gd name="csY348" fmla="*/ 482399 h 3851459"/>
              <a:gd name="csX349" fmla="*/ 763851 w 3851445"/>
              <a:gd name="csY349" fmla="*/ 430857 h 3851459"/>
              <a:gd name="csX350" fmla="*/ 431516 w 3851445"/>
              <a:gd name="csY350" fmla="*/ 762983 h 3851459"/>
              <a:gd name="csX351" fmla="*/ 483174 w 3851445"/>
              <a:gd name="csY351" fmla="*/ 814641 h 3851459"/>
              <a:gd name="csX352" fmla="*/ 608243 w 3851445"/>
              <a:gd name="csY352" fmla="*/ 689541 h 3851459"/>
              <a:gd name="csX353" fmla="*/ 619737 w 3851445"/>
              <a:gd name="csY353" fmla="*/ 684778 h 3851459"/>
              <a:gd name="csX354" fmla="*/ 631231 w 3851445"/>
              <a:gd name="csY354" fmla="*/ 689541 h 3851459"/>
              <a:gd name="csX355" fmla="*/ 735346 w 3851445"/>
              <a:gd name="csY355" fmla="*/ 793656 h 3851459"/>
              <a:gd name="csX356" fmla="*/ 735743 w 3851445"/>
              <a:gd name="csY356" fmla="*/ 816239 h 3851459"/>
              <a:gd name="csX357" fmla="*/ 445431 w 3851445"/>
              <a:gd name="csY357" fmla="*/ 1249648 h 3851459"/>
              <a:gd name="csX358" fmla="*/ 427192 w 3851445"/>
              <a:gd name="csY358" fmla="*/ 1258769 h 3851459"/>
              <a:gd name="csX359" fmla="*/ 423780 w 3851445"/>
              <a:gd name="csY359" fmla="*/ 1257620 h 3851459"/>
              <a:gd name="csX360" fmla="*/ 288972 w 3851445"/>
              <a:gd name="csY360" fmla="*/ 1201765 h 3851459"/>
              <a:gd name="csX361" fmla="*/ 280177 w 3851445"/>
              <a:gd name="csY361" fmla="*/ 1180529 h 3851459"/>
              <a:gd name="csX362" fmla="*/ 347875 w 3851445"/>
              <a:gd name="csY362" fmla="*/ 1017117 h 3851459"/>
              <a:gd name="csX363" fmla="*/ 280118 w 3851445"/>
              <a:gd name="csY363" fmla="*/ 989044 h 3851459"/>
              <a:gd name="csX364" fmla="*/ 99976 w 3851445"/>
              <a:gd name="csY364" fmla="*/ 1422984 h 3851459"/>
              <a:gd name="csX365" fmla="*/ 168072 w 3851445"/>
              <a:gd name="csY365" fmla="*/ 1451184 h 3851459"/>
              <a:gd name="csX366" fmla="*/ 235775 w 3851445"/>
              <a:gd name="csY366" fmla="*/ 1287768 h 3851459"/>
              <a:gd name="csX367" fmla="*/ 257007 w 3851445"/>
              <a:gd name="csY367" fmla="*/ 1278969 h 3851459"/>
              <a:gd name="csX368" fmla="*/ 391818 w 3851445"/>
              <a:gd name="csY368" fmla="*/ 1334793 h 3851459"/>
              <a:gd name="csX369" fmla="*/ 401776 w 3851445"/>
              <a:gd name="csY369" fmla="*/ 1345560 h 3851459"/>
              <a:gd name="csX370" fmla="*/ 401282 w 3851445"/>
              <a:gd name="csY370" fmla="*/ 1355960 h 3851459"/>
              <a:gd name="csX371" fmla="*/ 299801 w 3851445"/>
              <a:gd name="csY371" fmla="*/ 1867481 h 3851459"/>
              <a:gd name="csX372" fmla="*/ 283558 w 3851445"/>
              <a:gd name="csY372" fmla="*/ 1883169 h 3851459"/>
              <a:gd name="csX373" fmla="*/ 136824 w 3851445"/>
              <a:gd name="csY373" fmla="*/ 1883169 h 3851459"/>
              <a:gd name="csX374" fmla="*/ 120570 w 3851445"/>
              <a:gd name="csY374" fmla="*/ 1866916 h 3851459"/>
              <a:gd name="csX375" fmla="*/ 120570 w 3851445"/>
              <a:gd name="csY375" fmla="*/ 1690013 h 3851459"/>
              <a:gd name="csX376" fmla="*/ 47046 w 3851445"/>
              <a:gd name="csY376" fmla="*/ 1690013 h 3851459"/>
              <a:gd name="csX377" fmla="*/ 32510 w 3851445"/>
              <a:gd name="csY377" fmla="*/ 1925720 h 3851459"/>
              <a:gd name="csX378" fmla="*/ 46857 w 3851445"/>
              <a:gd name="csY378" fmla="*/ 2159869 h 3851459"/>
              <a:gd name="csX379" fmla="*/ 120574 w 3851445"/>
              <a:gd name="csY379" fmla="*/ 2159869 h 3851459"/>
              <a:gd name="csX380" fmla="*/ 120574 w 3851445"/>
              <a:gd name="csY380" fmla="*/ 1982998 h 3851459"/>
              <a:gd name="csX381" fmla="*/ 136827 w 3851445"/>
              <a:gd name="csY381" fmla="*/ 1966744 h 3851459"/>
              <a:gd name="csX382" fmla="*/ 283465 w 3851445"/>
              <a:gd name="csY382" fmla="*/ 1966744 h 3851459"/>
              <a:gd name="csX383" fmla="*/ 299708 w 3851445"/>
              <a:gd name="csY383" fmla="*/ 1982442 h 3851459"/>
              <a:gd name="csX384" fmla="*/ 400891 w 3851445"/>
              <a:gd name="csY384" fmla="*/ 2494399 h 3851459"/>
              <a:gd name="csX385" fmla="*/ 399016 w 3851445"/>
              <a:gd name="csY385" fmla="*/ 2509349 h 3851459"/>
              <a:gd name="csX386" fmla="*/ 391581 w 3851445"/>
              <a:gd name="csY386" fmla="*/ 2515216 h 3851459"/>
              <a:gd name="csX387" fmla="*/ 257010 w 3851445"/>
              <a:gd name="csY387" fmla="*/ 2570944 h 3851459"/>
              <a:gd name="csX388" fmla="*/ 235775 w 3851445"/>
              <a:gd name="csY388" fmla="*/ 2562149 h 3851459"/>
              <a:gd name="csX389" fmla="*/ 168076 w 3851445"/>
              <a:gd name="csY389" fmla="*/ 2398706 h 3851459"/>
              <a:gd name="csX390" fmla="*/ 99609 w 3851445"/>
              <a:gd name="csY390" fmla="*/ 2427067 h 3851459"/>
              <a:gd name="csX391" fmla="*/ 279419 w 3851445"/>
              <a:gd name="csY391" fmla="*/ 2861164 h 3851459"/>
              <a:gd name="csX392" fmla="*/ 347882 w 3851445"/>
              <a:gd name="csY392" fmla="*/ 2832803 h 3851459"/>
              <a:gd name="csX393" fmla="*/ 280183 w 3851445"/>
              <a:gd name="csY393" fmla="*/ 2669394 h 3851459"/>
              <a:gd name="csX394" fmla="*/ 280211 w 3851445"/>
              <a:gd name="csY394" fmla="*/ 2656885 h 3851459"/>
              <a:gd name="csX395" fmla="*/ 289116 w 3851445"/>
              <a:gd name="csY395" fmla="*/ 2648100 h 3851459"/>
              <a:gd name="csX396" fmla="*/ 424541 w 3851445"/>
              <a:gd name="csY396" fmla="*/ 2593452 h 3851459"/>
              <a:gd name="csX397" fmla="*/ 445403 w 3851445"/>
              <a:gd name="csY397" fmla="*/ 2601761 h 3851459"/>
              <a:gd name="csX398" fmla="*/ 735010 w 3851445"/>
              <a:gd name="csY398" fmla="*/ 3034439 h 3851459"/>
              <a:gd name="csX399" fmla="*/ 734608 w 3851445"/>
              <a:gd name="csY399" fmla="*/ 3057008 h 3851459"/>
              <a:gd name="csX400" fmla="*/ 631238 w 3851445"/>
              <a:gd name="csY400" fmla="*/ 3160379 h 3851459"/>
              <a:gd name="csX401" fmla="*/ 619744 w 3851445"/>
              <a:gd name="csY401" fmla="*/ 3165142 h 3851459"/>
              <a:gd name="csX402" fmla="*/ 608250 w 3851445"/>
              <a:gd name="csY402" fmla="*/ 3160379 h 3851459"/>
              <a:gd name="csX403" fmla="*/ 483180 w 3851445"/>
              <a:gd name="csY403" fmla="*/ 3035286 h 3851459"/>
              <a:gd name="csX404" fmla="*/ 430864 w 3851445"/>
              <a:gd name="csY404" fmla="*/ 3087602 h 3851459"/>
              <a:gd name="csX405" fmla="*/ 762990 w 3851445"/>
              <a:gd name="csY405" fmla="*/ 3419937 h 3851459"/>
              <a:gd name="csX406" fmla="*/ 815399 w 3851445"/>
              <a:gd name="csY406" fmla="*/ 3367532 h 3851459"/>
              <a:gd name="csX407" fmla="*/ 690330 w 3851445"/>
              <a:gd name="csY407" fmla="*/ 3242432 h 3851459"/>
              <a:gd name="csX408" fmla="*/ 690330 w 3851445"/>
              <a:gd name="csY408" fmla="*/ 3219447 h 3851459"/>
              <a:gd name="csX409" fmla="*/ 793611 w 3851445"/>
              <a:gd name="csY409" fmla="*/ 3116166 h 3851459"/>
              <a:gd name="csX410" fmla="*/ 816249 w 3851445"/>
              <a:gd name="csY410" fmla="*/ 3115717 h 3851459"/>
              <a:gd name="csX411" fmla="*/ 1249819 w 3851445"/>
              <a:gd name="csY411" fmla="*/ 3406098 h 3851459"/>
              <a:gd name="csX412" fmla="*/ 1258278 w 3851445"/>
              <a:gd name="csY412" fmla="*/ 3415171 h 3851459"/>
              <a:gd name="csX413" fmla="*/ 1258090 w 3851445"/>
              <a:gd name="csY413" fmla="*/ 3427090 h 3851459"/>
              <a:gd name="csX414" fmla="*/ 1202564 w 3851445"/>
              <a:gd name="csY414" fmla="*/ 3561685 h 3851459"/>
              <a:gd name="csX415" fmla="*/ 1193769 w 3851445"/>
              <a:gd name="csY415" fmla="*/ 3570498 h 3851459"/>
              <a:gd name="csX416" fmla="*/ 1181318 w 3851445"/>
              <a:gd name="csY416" fmla="*/ 3570501 h 3851459"/>
              <a:gd name="csX417" fmla="*/ 1017871 w 3851445"/>
              <a:gd name="csY417" fmla="*/ 3502806 h 3851459"/>
              <a:gd name="csX418" fmla="*/ 989407 w 3851445"/>
              <a:gd name="csY418" fmla="*/ 3571533 h 3851459"/>
              <a:gd name="csX419" fmla="*/ 1423385 w 3851445"/>
              <a:gd name="csY419" fmla="*/ 3751590 h 3851459"/>
              <a:gd name="csX420" fmla="*/ 1451969 w 3851445"/>
              <a:gd name="csY420" fmla="*/ 3682612 h 3851459"/>
              <a:gd name="csX421" fmla="*/ 1288529 w 3851445"/>
              <a:gd name="csY421" fmla="*/ 3614945 h 3851459"/>
              <a:gd name="csX422" fmla="*/ 1279730 w 3851445"/>
              <a:gd name="csY422" fmla="*/ 3606146 h 3851459"/>
              <a:gd name="csX423" fmla="*/ 1279734 w 3851445"/>
              <a:gd name="csY423" fmla="*/ 3593705 h 3851459"/>
              <a:gd name="csX424" fmla="*/ 1335448 w 3851445"/>
              <a:gd name="csY424" fmla="*/ 3459240 h 3851459"/>
              <a:gd name="csX425" fmla="*/ 1353635 w 3851445"/>
              <a:gd name="csY425" fmla="*/ 3449523 h 3851459"/>
              <a:gd name="csX426" fmla="*/ 1356845 w 3851445"/>
              <a:gd name="csY426" fmla="*/ 3450514 h 3851459"/>
              <a:gd name="csX427" fmla="*/ 1868273 w 3851445"/>
              <a:gd name="csY427" fmla="*/ 3551731 h 3851459"/>
              <a:gd name="csX428" fmla="*/ 1883965 w 3851445"/>
              <a:gd name="csY428" fmla="*/ 3567974 h 3851459"/>
              <a:gd name="csX429" fmla="*/ 1883965 w 3851445"/>
              <a:gd name="csY429" fmla="*/ 3713864 h 3851459"/>
              <a:gd name="csX430" fmla="*/ 1867711 w 3851445"/>
              <a:gd name="csY430" fmla="*/ 3730118 h 3851459"/>
              <a:gd name="csX431" fmla="*/ 1690809 w 3851445"/>
              <a:gd name="csY431" fmla="*/ 3730118 h 3851459"/>
              <a:gd name="csX432" fmla="*/ 1690809 w 3851445"/>
              <a:gd name="csY432" fmla="*/ 3804517 h 38514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</a:cxnLst>
            <a:rect l="l" t="t" r="r" b="b"/>
            <a:pathLst>
              <a:path w="3851445" h="3851459">
                <a:moveTo>
                  <a:pt x="1925733" y="3851460"/>
                </a:moveTo>
                <a:cubicBezTo>
                  <a:pt x="1840890" y="3851460"/>
                  <a:pt x="1755669" y="3845901"/>
                  <a:pt x="1672433" y="3834939"/>
                </a:cubicBezTo>
                <a:cubicBezTo>
                  <a:pt x="1664347" y="3833872"/>
                  <a:pt x="1658302" y="3826984"/>
                  <a:pt x="1658302" y="3818826"/>
                </a:cubicBezTo>
                <a:lnTo>
                  <a:pt x="1658302" y="3713861"/>
                </a:lnTo>
                <a:cubicBezTo>
                  <a:pt x="1658302" y="3704884"/>
                  <a:pt x="1665578" y="3697607"/>
                  <a:pt x="1674556" y="3697607"/>
                </a:cubicBezTo>
                <a:lnTo>
                  <a:pt x="1851458" y="3697607"/>
                </a:lnTo>
                <a:lnTo>
                  <a:pt x="1851458" y="3583597"/>
                </a:lnTo>
                <a:cubicBezTo>
                  <a:pt x="1682614" y="3576156"/>
                  <a:pt x="1517271" y="3543391"/>
                  <a:pt x="1359496" y="3486124"/>
                </a:cubicBezTo>
                <a:lnTo>
                  <a:pt x="1315985" y="3591127"/>
                </a:lnTo>
                <a:lnTo>
                  <a:pt x="1479428" y="3658795"/>
                </a:lnTo>
                <a:cubicBezTo>
                  <a:pt x="1483413" y="3660444"/>
                  <a:pt x="1486574" y="3663609"/>
                  <a:pt x="1488224" y="3667593"/>
                </a:cubicBezTo>
                <a:cubicBezTo>
                  <a:pt x="1489873" y="3671575"/>
                  <a:pt x="1489873" y="3676053"/>
                  <a:pt x="1488224" y="3680034"/>
                </a:cubicBezTo>
                <a:lnTo>
                  <a:pt x="1447947" y="3777229"/>
                </a:lnTo>
                <a:cubicBezTo>
                  <a:pt x="1444826" y="3784755"/>
                  <a:pt x="1436614" y="3788812"/>
                  <a:pt x="1428744" y="3786714"/>
                </a:cubicBezTo>
                <a:cubicBezTo>
                  <a:pt x="1264992" y="3743079"/>
                  <a:pt x="1107543" y="3677757"/>
                  <a:pt x="960768" y="3592560"/>
                </a:cubicBezTo>
                <a:cubicBezTo>
                  <a:pt x="953725" y="3588473"/>
                  <a:pt x="950797" y="3579804"/>
                  <a:pt x="953910" y="3572284"/>
                </a:cubicBezTo>
                <a:lnTo>
                  <a:pt x="994057" y="3475350"/>
                </a:lnTo>
                <a:cubicBezTo>
                  <a:pt x="995706" y="3471365"/>
                  <a:pt x="998871" y="3468200"/>
                  <a:pt x="1002852" y="3466555"/>
                </a:cubicBezTo>
                <a:cubicBezTo>
                  <a:pt x="1006833" y="3464902"/>
                  <a:pt x="1011308" y="3464902"/>
                  <a:pt x="1015293" y="3466555"/>
                </a:cubicBezTo>
                <a:lnTo>
                  <a:pt x="1178715" y="3534243"/>
                </a:lnTo>
                <a:lnTo>
                  <a:pt x="1222096" y="3429086"/>
                </a:lnTo>
                <a:cubicBezTo>
                  <a:pt x="1069961" y="3357776"/>
                  <a:pt x="929965" y="3264014"/>
                  <a:pt x="805599" y="3150143"/>
                </a:cubicBezTo>
                <a:lnTo>
                  <a:pt x="724801" y="3230938"/>
                </a:lnTo>
                <a:lnTo>
                  <a:pt x="849871" y="3356038"/>
                </a:lnTo>
                <a:cubicBezTo>
                  <a:pt x="856218" y="3362388"/>
                  <a:pt x="856218" y="3372679"/>
                  <a:pt x="849871" y="3379023"/>
                </a:cubicBezTo>
                <a:lnTo>
                  <a:pt x="775852" y="3453041"/>
                </a:lnTo>
                <a:cubicBezTo>
                  <a:pt x="770085" y="3458805"/>
                  <a:pt x="760933" y="3459409"/>
                  <a:pt x="754466" y="3454440"/>
                </a:cubicBezTo>
                <a:cubicBezTo>
                  <a:pt x="619867" y="3351138"/>
                  <a:pt x="499382" y="3230574"/>
                  <a:pt x="396358" y="3096102"/>
                </a:cubicBezTo>
                <a:cubicBezTo>
                  <a:pt x="391400" y="3089629"/>
                  <a:pt x="392003" y="3080487"/>
                  <a:pt x="397767" y="3074726"/>
                </a:cubicBezTo>
                <a:lnTo>
                  <a:pt x="471686" y="3000804"/>
                </a:lnTo>
                <a:cubicBezTo>
                  <a:pt x="474735" y="2997756"/>
                  <a:pt x="478870" y="2996041"/>
                  <a:pt x="483180" y="2996041"/>
                </a:cubicBezTo>
                <a:cubicBezTo>
                  <a:pt x="487491" y="2996041"/>
                  <a:pt x="491626" y="2997756"/>
                  <a:pt x="494674" y="3000804"/>
                </a:cubicBezTo>
                <a:lnTo>
                  <a:pt x="619744" y="3125897"/>
                </a:lnTo>
                <a:lnTo>
                  <a:pt x="700575" y="3045069"/>
                </a:lnTo>
                <a:cubicBezTo>
                  <a:pt x="587055" y="2920898"/>
                  <a:pt x="493560" y="2781200"/>
                  <a:pt x="422367" y="2629381"/>
                </a:cubicBezTo>
                <a:lnTo>
                  <a:pt x="316490" y="2672106"/>
                </a:lnTo>
                <a:lnTo>
                  <a:pt x="384130" y="2835379"/>
                </a:lnTo>
                <a:cubicBezTo>
                  <a:pt x="385780" y="2839363"/>
                  <a:pt x="385780" y="2843838"/>
                  <a:pt x="384134" y="2847819"/>
                </a:cubicBezTo>
                <a:cubicBezTo>
                  <a:pt x="382484" y="2851803"/>
                  <a:pt x="379319" y="2854968"/>
                  <a:pt x="375335" y="2856614"/>
                </a:cubicBezTo>
                <a:lnTo>
                  <a:pt x="278661" y="2896662"/>
                </a:lnTo>
                <a:cubicBezTo>
                  <a:pt x="271141" y="2899785"/>
                  <a:pt x="262466" y="2896843"/>
                  <a:pt x="258379" y="2889797"/>
                </a:cubicBezTo>
                <a:cubicBezTo>
                  <a:pt x="173257" y="2742977"/>
                  <a:pt x="108024" y="2585483"/>
                  <a:pt x="64486" y="2421694"/>
                </a:cubicBezTo>
                <a:cubicBezTo>
                  <a:pt x="62394" y="2413824"/>
                  <a:pt x="66451" y="2405618"/>
                  <a:pt x="73974" y="2402502"/>
                </a:cubicBezTo>
                <a:lnTo>
                  <a:pt x="170648" y="2362451"/>
                </a:lnTo>
                <a:cubicBezTo>
                  <a:pt x="174629" y="2360801"/>
                  <a:pt x="179104" y="2360801"/>
                  <a:pt x="183088" y="2362451"/>
                </a:cubicBezTo>
                <a:cubicBezTo>
                  <a:pt x="187069" y="2364104"/>
                  <a:pt x="190234" y="2367265"/>
                  <a:pt x="191883" y="2371246"/>
                </a:cubicBezTo>
                <a:lnTo>
                  <a:pt x="259586" y="2534696"/>
                </a:lnTo>
                <a:lnTo>
                  <a:pt x="365014" y="2491038"/>
                </a:lnTo>
                <a:cubicBezTo>
                  <a:pt x="307845" y="2333304"/>
                  <a:pt x="275181" y="2168013"/>
                  <a:pt x="267826" y="1999255"/>
                </a:cubicBezTo>
                <a:lnTo>
                  <a:pt x="153077" y="1999255"/>
                </a:lnTo>
                <a:lnTo>
                  <a:pt x="153077" y="2176126"/>
                </a:lnTo>
                <a:cubicBezTo>
                  <a:pt x="153077" y="2185103"/>
                  <a:pt x="145798" y="2192379"/>
                  <a:pt x="136824" y="2192379"/>
                </a:cubicBezTo>
                <a:lnTo>
                  <a:pt x="32541" y="2192379"/>
                </a:lnTo>
                <a:cubicBezTo>
                  <a:pt x="24384" y="2192379"/>
                  <a:pt x="17488" y="2186331"/>
                  <a:pt x="16425" y="2178242"/>
                </a:cubicBezTo>
                <a:cubicBezTo>
                  <a:pt x="5528" y="2095232"/>
                  <a:pt x="0" y="2010272"/>
                  <a:pt x="0" y="1925723"/>
                </a:cubicBezTo>
                <a:cubicBezTo>
                  <a:pt x="0" y="1840866"/>
                  <a:pt x="5589" y="1755377"/>
                  <a:pt x="16620" y="1671641"/>
                </a:cubicBezTo>
                <a:cubicBezTo>
                  <a:pt x="17683" y="1663555"/>
                  <a:pt x="24579" y="1657510"/>
                  <a:pt x="32733" y="1657510"/>
                </a:cubicBezTo>
                <a:lnTo>
                  <a:pt x="136824" y="1657510"/>
                </a:lnTo>
                <a:cubicBezTo>
                  <a:pt x="145801" y="1657510"/>
                  <a:pt x="153077" y="1664786"/>
                  <a:pt x="153077" y="1673764"/>
                </a:cubicBezTo>
                <a:lnTo>
                  <a:pt x="153077" y="1850666"/>
                </a:lnTo>
                <a:lnTo>
                  <a:pt x="267939" y="1850666"/>
                </a:lnTo>
                <a:cubicBezTo>
                  <a:pt x="275410" y="1682048"/>
                  <a:pt x="308199" y="1516832"/>
                  <a:pt x="365494" y="1359077"/>
                </a:cubicBezTo>
                <a:lnTo>
                  <a:pt x="259589" y="1315220"/>
                </a:lnTo>
                <a:lnTo>
                  <a:pt x="191887" y="1478636"/>
                </a:lnTo>
                <a:cubicBezTo>
                  <a:pt x="188454" y="1486924"/>
                  <a:pt x="178949" y="1490864"/>
                  <a:pt x="170654" y="1487432"/>
                </a:cubicBezTo>
                <a:lnTo>
                  <a:pt x="74337" y="1447545"/>
                </a:lnTo>
                <a:cubicBezTo>
                  <a:pt x="66807" y="1444429"/>
                  <a:pt x="62751" y="1436216"/>
                  <a:pt x="64849" y="1428340"/>
                </a:cubicBezTo>
                <a:cubicBezTo>
                  <a:pt x="108504" y="1264626"/>
                  <a:pt x="173861" y="1107186"/>
                  <a:pt x="259099" y="960398"/>
                </a:cubicBezTo>
                <a:cubicBezTo>
                  <a:pt x="263186" y="953358"/>
                  <a:pt x="271858" y="950426"/>
                  <a:pt x="279374" y="953543"/>
                </a:cubicBezTo>
                <a:lnTo>
                  <a:pt x="375335" y="993299"/>
                </a:lnTo>
                <a:cubicBezTo>
                  <a:pt x="383626" y="996735"/>
                  <a:pt x="387563" y="1006240"/>
                  <a:pt x="384127" y="1014535"/>
                </a:cubicBezTo>
                <a:lnTo>
                  <a:pt x="316428" y="1177947"/>
                </a:lnTo>
                <a:lnTo>
                  <a:pt x="422460" y="1221880"/>
                </a:lnTo>
                <a:cubicBezTo>
                  <a:pt x="493711" y="1069886"/>
                  <a:pt x="587443" y="929955"/>
                  <a:pt x="701316" y="805589"/>
                </a:cubicBezTo>
                <a:lnTo>
                  <a:pt x="619740" y="724013"/>
                </a:lnTo>
                <a:lnTo>
                  <a:pt x="494671" y="849110"/>
                </a:lnTo>
                <a:cubicBezTo>
                  <a:pt x="491623" y="852158"/>
                  <a:pt x="487487" y="853872"/>
                  <a:pt x="483177" y="853872"/>
                </a:cubicBezTo>
                <a:cubicBezTo>
                  <a:pt x="478867" y="853872"/>
                  <a:pt x="474731" y="852161"/>
                  <a:pt x="471683" y="849113"/>
                </a:cubicBezTo>
                <a:lnTo>
                  <a:pt x="398412" y="775842"/>
                </a:lnTo>
                <a:cubicBezTo>
                  <a:pt x="392645" y="770075"/>
                  <a:pt x="392044" y="760926"/>
                  <a:pt x="397010" y="754455"/>
                </a:cubicBezTo>
                <a:cubicBezTo>
                  <a:pt x="500312" y="619854"/>
                  <a:pt x="620875" y="499369"/>
                  <a:pt x="755347" y="396344"/>
                </a:cubicBezTo>
                <a:cubicBezTo>
                  <a:pt x="761818" y="391386"/>
                  <a:pt x="770959" y="391990"/>
                  <a:pt x="776723" y="397754"/>
                </a:cubicBezTo>
                <a:lnTo>
                  <a:pt x="849864" y="470894"/>
                </a:lnTo>
                <a:cubicBezTo>
                  <a:pt x="856211" y="477241"/>
                  <a:pt x="856211" y="487532"/>
                  <a:pt x="849864" y="493879"/>
                </a:cubicBezTo>
                <a:lnTo>
                  <a:pt x="724795" y="618976"/>
                </a:lnTo>
                <a:lnTo>
                  <a:pt x="806408" y="700565"/>
                </a:lnTo>
                <a:cubicBezTo>
                  <a:pt x="930764" y="586856"/>
                  <a:pt x="1070726" y="493241"/>
                  <a:pt x="1222788" y="422048"/>
                </a:cubicBezTo>
                <a:lnTo>
                  <a:pt x="1178726" y="315667"/>
                </a:lnTo>
                <a:lnTo>
                  <a:pt x="1015275" y="383338"/>
                </a:lnTo>
                <a:cubicBezTo>
                  <a:pt x="1006981" y="386774"/>
                  <a:pt x="997475" y="382834"/>
                  <a:pt x="994043" y="374539"/>
                </a:cubicBezTo>
                <a:lnTo>
                  <a:pt x="954418" y="278839"/>
                </a:lnTo>
                <a:cubicBezTo>
                  <a:pt x="951301" y="271316"/>
                  <a:pt x="954236" y="262644"/>
                  <a:pt x="961282" y="258560"/>
                </a:cubicBezTo>
                <a:cubicBezTo>
                  <a:pt x="1108208" y="173360"/>
                  <a:pt x="1265678" y="108103"/>
                  <a:pt x="1429327" y="64602"/>
                </a:cubicBezTo>
                <a:cubicBezTo>
                  <a:pt x="1437190" y="62507"/>
                  <a:pt x="1445399" y="66564"/>
                  <a:pt x="1448519" y="74087"/>
                </a:cubicBezTo>
                <a:lnTo>
                  <a:pt x="1488210" y="169852"/>
                </a:lnTo>
                <a:cubicBezTo>
                  <a:pt x="1489859" y="173837"/>
                  <a:pt x="1489859" y="178311"/>
                  <a:pt x="1488210" y="182292"/>
                </a:cubicBezTo>
                <a:cubicBezTo>
                  <a:pt x="1486561" y="186277"/>
                  <a:pt x="1483396" y="189439"/>
                  <a:pt x="1479415" y="191088"/>
                </a:cubicBezTo>
                <a:lnTo>
                  <a:pt x="1315971" y="258787"/>
                </a:lnTo>
                <a:lnTo>
                  <a:pt x="1360044" y="365158"/>
                </a:lnTo>
                <a:cubicBezTo>
                  <a:pt x="1517775" y="307986"/>
                  <a:pt x="1682926" y="275287"/>
                  <a:pt x="1851444" y="267880"/>
                </a:cubicBezTo>
                <a:lnTo>
                  <a:pt x="1851444" y="152278"/>
                </a:lnTo>
                <a:lnTo>
                  <a:pt x="1674542" y="152278"/>
                </a:lnTo>
                <a:cubicBezTo>
                  <a:pt x="1665565" y="152278"/>
                  <a:pt x="1658288" y="145002"/>
                  <a:pt x="1658288" y="136025"/>
                </a:cubicBezTo>
                <a:lnTo>
                  <a:pt x="1658288" y="32634"/>
                </a:lnTo>
                <a:cubicBezTo>
                  <a:pt x="1658288" y="24480"/>
                  <a:pt x="1664334" y="17584"/>
                  <a:pt x="1672419" y="16521"/>
                </a:cubicBezTo>
                <a:cubicBezTo>
                  <a:pt x="1755651" y="5558"/>
                  <a:pt x="1840876" y="0"/>
                  <a:pt x="1925723" y="0"/>
                </a:cubicBezTo>
                <a:cubicBezTo>
                  <a:pt x="2010570" y="0"/>
                  <a:pt x="2095794" y="5558"/>
                  <a:pt x="2179027" y="16521"/>
                </a:cubicBezTo>
                <a:cubicBezTo>
                  <a:pt x="2187112" y="17587"/>
                  <a:pt x="2193158" y="24480"/>
                  <a:pt x="2193158" y="32634"/>
                </a:cubicBezTo>
                <a:lnTo>
                  <a:pt x="2193158" y="136039"/>
                </a:lnTo>
                <a:cubicBezTo>
                  <a:pt x="2193158" y="145016"/>
                  <a:pt x="2185881" y="152292"/>
                  <a:pt x="2176904" y="152292"/>
                </a:cubicBezTo>
                <a:lnTo>
                  <a:pt x="2000002" y="152292"/>
                </a:lnTo>
                <a:lnTo>
                  <a:pt x="2000002" y="267894"/>
                </a:lnTo>
                <a:cubicBezTo>
                  <a:pt x="2168603" y="275304"/>
                  <a:pt x="2333753" y="308000"/>
                  <a:pt x="2491402" y="365171"/>
                </a:cubicBezTo>
                <a:lnTo>
                  <a:pt x="2535475" y="258800"/>
                </a:lnTo>
                <a:lnTo>
                  <a:pt x="2372035" y="191102"/>
                </a:lnTo>
                <a:cubicBezTo>
                  <a:pt x="2368050" y="189452"/>
                  <a:pt x="2364885" y="186287"/>
                  <a:pt x="2363239" y="182306"/>
                </a:cubicBezTo>
                <a:cubicBezTo>
                  <a:pt x="2361590" y="178322"/>
                  <a:pt x="2361590" y="173847"/>
                  <a:pt x="2363239" y="169866"/>
                </a:cubicBezTo>
                <a:lnTo>
                  <a:pt x="2402926" y="74101"/>
                </a:lnTo>
                <a:cubicBezTo>
                  <a:pt x="2406044" y="66577"/>
                  <a:pt x="2414242" y="62528"/>
                  <a:pt x="2422119" y="64613"/>
                </a:cubicBezTo>
                <a:cubicBezTo>
                  <a:pt x="2585768" y="108113"/>
                  <a:pt x="2743241" y="173370"/>
                  <a:pt x="2890163" y="258571"/>
                </a:cubicBezTo>
                <a:cubicBezTo>
                  <a:pt x="2897210" y="262655"/>
                  <a:pt x="2900142" y="271326"/>
                  <a:pt x="2897029" y="278850"/>
                </a:cubicBezTo>
                <a:lnTo>
                  <a:pt x="2857403" y="374550"/>
                </a:lnTo>
                <a:cubicBezTo>
                  <a:pt x="2853971" y="382844"/>
                  <a:pt x="2844469" y="386784"/>
                  <a:pt x="2836167" y="383348"/>
                </a:cubicBezTo>
                <a:lnTo>
                  <a:pt x="2672720" y="315677"/>
                </a:lnTo>
                <a:lnTo>
                  <a:pt x="2628658" y="422048"/>
                </a:lnTo>
                <a:cubicBezTo>
                  <a:pt x="2780710" y="493231"/>
                  <a:pt x="2920647" y="586839"/>
                  <a:pt x="3045038" y="700576"/>
                </a:cubicBezTo>
                <a:lnTo>
                  <a:pt x="3126655" y="618986"/>
                </a:lnTo>
                <a:lnTo>
                  <a:pt x="3001585" y="493889"/>
                </a:lnTo>
                <a:cubicBezTo>
                  <a:pt x="2995235" y="487542"/>
                  <a:pt x="2995235" y="477252"/>
                  <a:pt x="3001585" y="470905"/>
                </a:cubicBezTo>
                <a:lnTo>
                  <a:pt x="3074723" y="397764"/>
                </a:lnTo>
                <a:cubicBezTo>
                  <a:pt x="3080490" y="391996"/>
                  <a:pt x="3089629" y="391396"/>
                  <a:pt x="3096099" y="396355"/>
                </a:cubicBezTo>
                <a:cubicBezTo>
                  <a:pt x="3230578" y="499386"/>
                  <a:pt x="3351141" y="619871"/>
                  <a:pt x="3454440" y="754466"/>
                </a:cubicBezTo>
                <a:cubicBezTo>
                  <a:pt x="3459408" y="760936"/>
                  <a:pt x="3458808" y="770085"/>
                  <a:pt x="3453041" y="775852"/>
                </a:cubicBezTo>
                <a:lnTo>
                  <a:pt x="3379770" y="849123"/>
                </a:lnTo>
                <a:cubicBezTo>
                  <a:pt x="3376721" y="852172"/>
                  <a:pt x="3372586" y="853883"/>
                  <a:pt x="3368276" y="853883"/>
                </a:cubicBezTo>
                <a:lnTo>
                  <a:pt x="3368276" y="853883"/>
                </a:lnTo>
                <a:cubicBezTo>
                  <a:pt x="3363962" y="853883"/>
                  <a:pt x="3359830" y="852168"/>
                  <a:pt x="3356782" y="849120"/>
                </a:cubicBezTo>
                <a:lnTo>
                  <a:pt x="3231713" y="724023"/>
                </a:lnTo>
                <a:lnTo>
                  <a:pt x="3150140" y="805596"/>
                </a:lnTo>
                <a:cubicBezTo>
                  <a:pt x="3263979" y="929941"/>
                  <a:pt x="3357697" y="1069865"/>
                  <a:pt x="3428962" y="1221904"/>
                </a:cubicBezTo>
                <a:lnTo>
                  <a:pt x="3535021" y="1177958"/>
                </a:lnTo>
                <a:lnTo>
                  <a:pt x="3467323" y="1014542"/>
                </a:lnTo>
                <a:cubicBezTo>
                  <a:pt x="3463887" y="1006250"/>
                  <a:pt x="3467823" y="996742"/>
                  <a:pt x="3476114" y="993306"/>
                </a:cubicBezTo>
                <a:lnTo>
                  <a:pt x="3572075" y="953550"/>
                </a:lnTo>
                <a:cubicBezTo>
                  <a:pt x="3579598" y="950433"/>
                  <a:pt x="3588263" y="953362"/>
                  <a:pt x="3592351" y="960405"/>
                </a:cubicBezTo>
                <a:cubicBezTo>
                  <a:pt x="3677592" y="1107200"/>
                  <a:pt x="3742949" y="1264639"/>
                  <a:pt x="3786604" y="1428347"/>
                </a:cubicBezTo>
                <a:cubicBezTo>
                  <a:pt x="3788702" y="1436220"/>
                  <a:pt x="3784649" y="1444432"/>
                  <a:pt x="3777115" y="1447552"/>
                </a:cubicBezTo>
                <a:lnTo>
                  <a:pt x="3680795" y="1487439"/>
                </a:lnTo>
                <a:cubicBezTo>
                  <a:pt x="3672504" y="1490874"/>
                  <a:pt x="3662995" y="1486938"/>
                  <a:pt x="3659562" y="1478643"/>
                </a:cubicBezTo>
                <a:lnTo>
                  <a:pt x="3591864" y="1315231"/>
                </a:lnTo>
                <a:lnTo>
                  <a:pt x="3485956" y="1359105"/>
                </a:lnTo>
                <a:cubicBezTo>
                  <a:pt x="3543251" y="1516832"/>
                  <a:pt x="3576039" y="1682045"/>
                  <a:pt x="3583511" y="1850669"/>
                </a:cubicBezTo>
                <a:lnTo>
                  <a:pt x="3698372" y="1850669"/>
                </a:lnTo>
                <a:lnTo>
                  <a:pt x="3698372" y="1673767"/>
                </a:lnTo>
                <a:cubicBezTo>
                  <a:pt x="3698372" y="1664790"/>
                  <a:pt x="3705648" y="1657514"/>
                  <a:pt x="3714625" y="1657514"/>
                </a:cubicBezTo>
                <a:lnTo>
                  <a:pt x="3818709" y="1657514"/>
                </a:lnTo>
                <a:cubicBezTo>
                  <a:pt x="3826867" y="1657514"/>
                  <a:pt x="3833759" y="1663559"/>
                  <a:pt x="3834822" y="1671644"/>
                </a:cubicBezTo>
                <a:cubicBezTo>
                  <a:pt x="3845853" y="1755394"/>
                  <a:pt x="3851446" y="1840879"/>
                  <a:pt x="3851446" y="1925726"/>
                </a:cubicBezTo>
                <a:cubicBezTo>
                  <a:pt x="3851446" y="2010292"/>
                  <a:pt x="3845919" y="2095253"/>
                  <a:pt x="3835018" y="2178245"/>
                </a:cubicBezTo>
                <a:cubicBezTo>
                  <a:pt x="3833955" y="2186334"/>
                  <a:pt x="3827062" y="2192383"/>
                  <a:pt x="3818905" y="2192383"/>
                </a:cubicBezTo>
                <a:lnTo>
                  <a:pt x="3714642" y="2192383"/>
                </a:lnTo>
                <a:cubicBezTo>
                  <a:pt x="3705666" y="2192383"/>
                  <a:pt x="3698389" y="2185106"/>
                  <a:pt x="3698389" y="2176129"/>
                </a:cubicBezTo>
                <a:lnTo>
                  <a:pt x="3698389" y="1999258"/>
                </a:lnTo>
                <a:lnTo>
                  <a:pt x="3583638" y="1999258"/>
                </a:lnTo>
                <a:cubicBezTo>
                  <a:pt x="3576279" y="2168027"/>
                  <a:pt x="3543614" y="2333318"/>
                  <a:pt x="3486446" y="2491042"/>
                </a:cubicBezTo>
                <a:lnTo>
                  <a:pt x="3591877" y="2534700"/>
                </a:lnTo>
                <a:lnTo>
                  <a:pt x="3659576" y="2371250"/>
                </a:lnTo>
                <a:cubicBezTo>
                  <a:pt x="3661222" y="2367268"/>
                  <a:pt x="3664387" y="2364104"/>
                  <a:pt x="3668372" y="2362454"/>
                </a:cubicBezTo>
                <a:cubicBezTo>
                  <a:pt x="3672353" y="2360805"/>
                  <a:pt x="3676831" y="2360808"/>
                  <a:pt x="3680812" y="2362454"/>
                </a:cubicBezTo>
                <a:lnTo>
                  <a:pt x="3777486" y="2402505"/>
                </a:lnTo>
                <a:cubicBezTo>
                  <a:pt x="3785006" y="2405622"/>
                  <a:pt x="3789066" y="2413824"/>
                  <a:pt x="3786974" y="2421697"/>
                </a:cubicBezTo>
                <a:cubicBezTo>
                  <a:pt x="3743436" y="2585494"/>
                  <a:pt x="3678199" y="2742987"/>
                  <a:pt x="3593081" y="2889804"/>
                </a:cubicBezTo>
                <a:cubicBezTo>
                  <a:pt x="3588997" y="2896847"/>
                  <a:pt x="3580329" y="2899792"/>
                  <a:pt x="3572799" y="2896665"/>
                </a:cubicBezTo>
                <a:lnTo>
                  <a:pt x="3476125" y="2856618"/>
                </a:lnTo>
                <a:cubicBezTo>
                  <a:pt x="3472144" y="2854972"/>
                  <a:pt x="3468979" y="2851807"/>
                  <a:pt x="3467333" y="2847822"/>
                </a:cubicBezTo>
                <a:cubicBezTo>
                  <a:pt x="3465683" y="2843841"/>
                  <a:pt x="3465683" y="2839366"/>
                  <a:pt x="3467333" y="2835382"/>
                </a:cubicBezTo>
                <a:lnTo>
                  <a:pt x="3535031" y="2671970"/>
                </a:lnTo>
                <a:lnTo>
                  <a:pt x="3429604" y="2628291"/>
                </a:lnTo>
                <a:cubicBezTo>
                  <a:pt x="3358400" y="2780470"/>
                  <a:pt x="3264727" y="2920541"/>
                  <a:pt x="3150884" y="3045069"/>
                </a:cubicBezTo>
                <a:lnTo>
                  <a:pt x="3231723" y="3125901"/>
                </a:lnTo>
                <a:lnTo>
                  <a:pt x="3356792" y="3000807"/>
                </a:lnTo>
                <a:cubicBezTo>
                  <a:pt x="3359841" y="2997759"/>
                  <a:pt x="3363972" y="2996044"/>
                  <a:pt x="3368286" y="2996044"/>
                </a:cubicBezTo>
                <a:cubicBezTo>
                  <a:pt x="3372596" y="2996044"/>
                  <a:pt x="3376732" y="2997759"/>
                  <a:pt x="3379780" y="3000807"/>
                </a:cubicBezTo>
                <a:lnTo>
                  <a:pt x="3453703" y="3074730"/>
                </a:lnTo>
                <a:cubicBezTo>
                  <a:pt x="3459467" y="3080494"/>
                  <a:pt x="3460067" y="3089635"/>
                  <a:pt x="3455112" y="3096106"/>
                </a:cubicBezTo>
                <a:cubicBezTo>
                  <a:pt x="3352088" y="3230578"/>
                  <a:pt x="3231599" y="3351141"/>
                  <a:pt x="3096998" y="3454443"/>
                </a:cubicBezTo>
                <a:cubicBezTo>
                  <a:pt x="3090534" y="3459415"/>
                  <a:pt x="3081375" y="3458812"/>
                  <a:pt x="3075611" y="3453044"/>
                </a:cubicBezTo>
                <a:lnTo>
                  <a:pt x="3001596" y="3379026"/>
                </a:lnTo>
                <a:cubicBezTo>
                  <a:pt x="2995245" y="3372679"/>
                  <a:pt x="2995245" y="3362388"/>
                  <a:pt x="3001596" y="3356041"/>
                </a:cubicBezTo>
                <a:lnTo>
                  <a:pt x="3126665" y="3230941"/>
                </a:lnTo>
                <a:lnTo>
                  <a:pt x="3045868" y="3150147"/>
                </a:lnTo>
                <a:cubicBezTo>
                  <a:pt x="2921495" y="3264024"/>
                  <a:pt x="2781461" y="3357804"/>
                  <a:pt x="2629203" y="3429172"/>
                </a:cubicBezTo>
                <a:lnTo>
                  <a:pt x="2672731" y="3534253"/>
                </a:lnTo>
                <a:lnTo>
                  <a:pt x="2836177" y="3466558"/>
                </a:lnTo>
                <a:cubicBezTo>
                  <a:pt x="2840155" y="3464905"/>
                  <a:pt x="2844633" y="3464905"/>
                  <a:pt x="2848618" y="3466558"/>
                </a:cubicBezTo>
                <a:cubicBezTo>
                  <a:pt x="2852599" y="3468204"/>
                  <a:pt x="2855764" y="3471369"/>
                  <a:pt x="2857410" y="3475353"/>
                </a:cubicBezTo>
                <a:lnTo>
                  <a:pt x="2897553" y="3572288"/>
                </a:lnTo>
                <a:cubicBezTo>
                  <a:pt x="2900670" y="3579807"/>
                  <a:pt x="2897738" y="3588476"/>
                  <a:pt x="2890698" y="3592564"/>
                </a:cubicBezTo>
                <a:cubicBezTo>
                  <a:pt x="2743930" y="3677760"/>
                  <a:pt x="2586481" y="3743083"/>
                  <a:pt x="2422722" y="3786717"/>
                </a:cubicBezTo>
                <a:cubicBezTo>
                  <a:pt x="2414843" y="3788812"/>
                  <a:pt x="2406640" y="3784759"/>
                  <a:pt x="2403520" y="3777232"/>
                </a:cubicBezTo>
                <a:lnTo>
                  <a:pt x="2363246" y="3680037"/>
                </a:lnTo>
                <a:cubicBezTo>
                  <a:pt x="2361597" y="3676056"/>
                  <a:pt x="2361597" y="3671578"/>
                  <a:pt x="2363246" y="3667597"/>
                </a:cubicBezTo>
                <a:cubicBezTo>
                  <a:pt x="2364896" y="3663612"/>
                  <a:pt x="2368061" y="3660447"/>
                  <a:pt x="2372042" y="3658798"/>
                </a:cubicBezTo>
                <a:lnTo>
                  <a:pt x="2535478" y="3591130"/>
                </a:lnTo>
                <a:lnTo>
                  <a:pt x="2491967" y="3486131"/>
                </a:lnTo>
                <a:cubicBezTo>
                  <a:pt x="2334203" y="3543391"/>
                  <a:pt x="2168842" y="3576156"/>
                  <a:pt x="2000012" y="3583600"/>
                </a:cubicBezTo>
                <a:lnTo>
                  <a:pt x="2000012" y="3697611"/>
                </a:lnTo>
                <a:lnTo>
                  <a:pt x="2176914" y="3697611"/>
                </a:lnTo>
                <a:cubicBezTo>
                  <a:pt x="2185892" y="3697611"/>
                  <a:pt x="2193168" y="3704887"/>
                  <a:pt x="2193168" y="3713864"/>
                </a:cubicBezTo>
                <a:lnTo>
                  <a:pt x="2193168" y="3818829"/>
                </a:lnTo>
                <a:cubicBezTo>
                  <a:pt x="2193168" y="3826987"/>
                  <a:pt x="2187123" y="3833879"/>
                  <a:pt x="2179037" y="3834942"/>
                </a:cubicBezTo>
                <a:cubicBezTo>
                  <a:pt x="2095798" y="3845901"/>
                  <a:pt x="2010573" y="3851460"/>
                  <a:pt x="1925733" y="3851460"/>
                </a:cubicBezTo>
                <a:close/>
                <a:moveTo>
                  <a:pt x="1690806" y="3804517"/>
                </a:moveTo>
                <a:cubicBezTo>
                  <a:pt x="1768140" y="3814097"/>
                  <a:pt x="1847103" y="3818953"/>
                  <a:pt x="1925733" y="3818953"/>
                </a:cubicBezTo>
                <a:cubicBezTo>
                  <a:pt x="2004364" y="3818953"/>
                  <a:pt x="2083327" y="3814097"/>
                  <a:pt x="2160661" y="3804517"/>
                </a:cubicBezTo>
                <a:lnTo>
                  <a:pt x="2160661" y="3730115"/>
                </a:lnTo>
                <a:lnTo>
                  <a:pt x="1983759" y="3730115"/>
                </a:lnTo>
                <a:cubicBezTo>
                  <a:pt x="1974782" y="3730115"/>
                  <a:pt x="1967505" y="3722838"/>
                  <a:pt x="1967505" y="3713861"/>
                </a:cubicBezTo>
                <a:lnTo>
                  <a:pt x="1967505" y="3567971"/>
                </a:lnTo>
                <a:cubicBezTo>
                  <a:pt x="1967505" y="3559213"/>
                  <a:pt x="1974442" y="3552033"/>
                  <a:pt x="1983193" y="3551727"/>
                </a:cubicBezTo>
                <a:cubicBezTo>
                  <a:pt x="2159001" y="3545617"/>
                  <a:pt x="2331062" y="3511563"/>
                  <a:pt x="2494642" y="3450500"/>
                </a:cubicBezTo>
                <a:cubicBezTo>
                  <a:pt x="2496593" y="3449667"/>
                  <a:pt x="2498747" y="3449207"/>
                  <a:pt x="2501003" y="3449207"/>
                </a:cubicBezTo>
                <a:cubicBezTo>
                  <a:pt x="2508022" y="3449207"/>
                  <a:pt x="2514002" y="3453648"/>
                  <a:pt x="2516276" y="3459875"/>
                </a:cubicBezTo>
                <a:lnTo>
                  <a:pt x="2571733" y="3593698"/>
                </a:lnTo>
                <a:cubicBezTo>
                  <a:pt x="2573382" y="3597679"/>
                  <a:pt x="2573382" y="3602158"/>
                  <a:pt x="2571733" y="3606139"/>
                </a:cubicBezTo>
                <a:cubicBezTo>
                  <a:pt x="2570087" y="3610123"/>
                  <a:pt x="2566919" y="3613288"/>
                  <a:pt x="2562938" y="3614934"/>
                </a:cubicBezTo>
                <a:lnTo>
                  <a:pt x="2399501" y="3682605"/>
                </a:lnTo>
                <a:lnTo>
                  <a:pt x="2428082" y="3751583"/>
                </a:lnTo>
                <a:cubicBezTo>
                  <a:pt x="2579575" y="3709983"/>
                  <a:pt x="2725421" y="3649471"/>
                  <a:pt x="2862060" y="3571527"/>
                </a:cubicBezTo>
                <a:lnTo>
                  <a:pt x="2833595" y="3502799"/>
                </a:lnTo>
                <a:lnTo>
                  <a:pt x="2670149" y="3570494"/>
                </a:lnTo>
                <a:cubicBezTo>
                  <a:pt x="2661861" y="3573933"/>
                  <a:pt x="2652349" y="3569994"/>
                  <a:pt x="2648916" y="3561699"/>
                </a:cubicBezTo>
                <a:lnTo>
                  <a:pt x="2593233" y="3427268"/>
                </a:lnTo>
                <a:cubicBezTo>
                  <a:pt x="2591673" y="3423558"/>
                  <a:pt x="2591542" y="3419385"/>
                  <a:pt x="2592886" y="3415565"/>
                </a:cubicBezTo>
                <a:cubicBezTo>
                  <a:pt x="2594354" y="3411409"/>
                  <a:pt x="2597444" y="3408025"/>
                  <a:pt x="2601452" y="3406190"/>
                </a:cubicBezTo>
                <a:cubicBezTo>
                  <a:pt x="2760781" y="3333327"/>
                  <a:pt x="2906719" y="3235598"/>
                  <a:pt x="3035221" y="3115713"/>
                </a:cubicBezTo>
                <a:cubicBezTo>
                  <a:pt x="3041619" y="3109743"/>
                  <a:pt x="3051604" y="3109911"/>
                  <a:pt x="3057801" y="3116104"/>
                </a:cubicBezTo>
                <a:lnTo>
                  <a:pt x="3161140" y="3219444"/>
                </a:lnTo>
                <a:cubicBezTo>
                  <a:pt x="3167488" y="3225791"/>
                  <a:pt x="3167491" y="3236081"/>
                  <a:pt x="3161140" y="3242428"/>
                </a:cubicBezTo>
                <a:lnTo>
                  <a:pt x="3036071" y="3367528"/>
                </a:lnTo>
                <a:lnTo>
                  <a:pt x="3088476" y="3419934"/>
                </a:lnTo>
                <a:cubicBezTo>
                  <a:pt x="3212527" y="3323246"/>
                  <a:pt x="3324162" y="3211536"/>
                  <a:pt x="3420602" y="3087599"/>
                </a:cubicBezTo>
                <a:lnTo>
                  <a:pt x="3368283" y="3035282"/>
                </a:lnTo>
                <a:lnTo>
                  <a:pt x="3243217" y="3160376"/>
                </a:lnTo>
                <a:cubicBezTo>
                  <a:pt x="3240165" y="3163424"/>
                  <a:pt x="3236033" y="3165139"/>
                  <a:pt x="3231719" y="3165139"/>
                </a:cubicBezTo>
                <a:cubicBezTo>
                  <a:pt x="3227409" y="3165139"/>
                  <a:pt x="3223274" y="3163424"/>
                  <a:pt x="3220225" y="3160376"/>
                </a:cubicBezTo>
                <a:lnTo>
                  <a:pt x="3116855" y="3057008"/>
                </a:lnTo>
                <a:cubicBezTo>
                  <a:pt x="3110665" y="3050819"/>
                  <a:pt x="3110491" y="3040841"/>
                  <a:pt x="3116454" y="3034439"/>
                </a:cubicBezTo>
                <a:cubicBezTo>
                  <a:pt x="3236307" y="2905762"/>
                  <a:pt x="3333928" y="2759776"/>
                  <a:pt x="3406605" y="2600543"/>
                </a:cubicBezTo>
                <a:cubicBezTo>
                  <a:pt x="3410243" y="2592578"/>
                  <a:pt x="3419529" y="2588916"/>
                  <a:pt x="3427615" y="2592276"/>
                </a:cubicBezTo>
                <a:lnTo>
                  <a:pt x="3562484" y="2648155"/>
                </a:lnTo>
                <a:cubicBezTo>
                  <a:pt x="3570776" y="2651591"/>
                  <a:pt x="3574712" y="2661096"/>
                  <a:pt x="3571276" y="2669391"/>
                </a:cubicBezTo>
                <a:lnTo>
                  <a:pt x="3503577" y="2832800"/>
                </a:lnTo>
                <a:lnTo>
                  <a:pt x="3572041" y="2861161"/>
                </a:lnTo>
                <a:cubicBezTo>
                  <a:pt x="3649907" y="2724492"/>
                  <a:pt x="3710343" y="2578584"/>
                  <a:pt x="3751851" y="2427067"/>
                </a:cubicBezTo>
                <a:lnTo>
                  <a:pt x="3683384" y="2398706"/>
                </a:lnTo>
                <a:lnTo>
                  <a:pt x="3615685" y="2562149"/>
                </a:lnTo>
                <a:cubicBezTo>
                  <a:pt x="3612253" y="2570440"/>
                  <a:pt x="3602741" y="2574384"/>
                  <a:pt x="3594453" y="2570944"/>
                </a:cubicBezTo>
                <a:lnTo>
                  <a:pt x="3459580" y="2515096"/>
                </a:lnTo>
                <a:cubicBezTo>
                  <a:pt x="3451494" y="2511746"/>
                  <a:pt x="3447510" y="2502597"/>
                  <a:pt x="3450572" y="2494399"/>
                </a:cubicBezTo>
                <a:cubicBezTo>
                  <a:pt x="3511687" y="2330664"/>
                  <a:pt x="3545730" y="2158415"/>
                  <a:pt x="3551758" y="1982442"/>
                </a:cubicBezTo>
                <a:cubicBezTo>
                  <a:pt x="3552060" y="1973688"/>
                  <a:pt x="3559244" y="1966744"/>
                  <a:pt x="3568002" y="1966744"/>
                </a:cubicBezTo>
                <a:lnTo>
                  <a:pt x="3714639" y="1966744"/>
                </a:lnTo>
                <a:cubicBezTo>
                  <a:pt x="3723616" y="1966744"/>
                  <a:pt x="3730893" y="1974020"/>
                  <a:pt x="3730893" y="1982998"/>
                </a:cubicBezTo>
                <a:lnTo>
                  <a:pt x="3730893" y="2159869"/>
                </a:lnTo>
                <a:lnTo>
                  <a:pt x="3804606" y="2159869"/>
                </a:lnTo>
                <a:cubicBezTo>
                  <a:pt x="3814125" y="2082778"/>
                  <a:pt x="3818953" y="2004079"/>
                  <a:pt x="3818953" y="1925720"/>
                </a:cubicBezTo>
                <a:cubicBezTo>
                  <a:pt x="3818953" y="1847055"/>
                  <a:pt x="3814066" y="1767835"/>
                  <a:pt x="3804417" y="1690013"/>
                </a:cubicBezTo>
                <a:lnTo>
                  <a:pt x="3730896" y="1690013"/>
                </a:lnTo>
                <a:lnTo>
                  <a:pt x="3730896" y="1866916"/>
                </a:lnTo>
                <a:cubicBezTo>
                  <a:pt x="3730896" y="1875893"/>
                  <a:pt x="3723620" y="1883169"/>
                  <a:pt x="3714642" y="1883169"/>
                </a:cubicBezTo>
                <a:lnTo>
                  <a:pt x="3567905" y="1883169"/>
                </a:lnTo>
                <a:cubicBezTo>
                  <a:pt x="3559148" y="1883169"/>
                  <a:pt x="3551971" y="1876232"/>
                  <a:pt x="3551662" y="1867481"/>
                </a:cubicBezTo>
                <a:cubicBezTo>
                  <a:pt x="3545514" y="1691663"/>
                  <a:pt x="3511341" y="1519493"/>
                  <a:pt x="3450095" y="1355751"/>
                </a:cubicBezTo>
                <a:cubicBezTo>
                  <a:pt x="3447026" y="1347549"/>
                  <a:pt x="3451011" y="1338394"/>
                  <a:pt x="3459097" y="1335044"/>
                </a:cubicBezTo>
                <a:lnTo>
                  <a:pt x="3594456" y="1278969"/>
                </a:lnTo>
                <a:cubicBezTo>
                  <a:pt x="3602758" y="1275523"/>
                  <a:pt x="3612256" y="1279470"/>
                  <a:pt x="3615692" y="1287764"/>
                </a:cubicBezTo>
                <a:lnTo>
                  <a:pt x="3683391" y="1451180"/>
                </a:lnTo>
                <a:lnTo>
                  <a:pt x="3751491" y="1422980"/>
                </a:lnTo>
                <a:cubicBezTo>
                  <a:pt x="3709869" y="1271542"/>
                  <a:pt x="3649324" y="1125689"/>
                  <a:pt x="3571345" y="989040"/>
                </a:cubicBezTo>
                <a:lnTo>
                  <a:pt x="3503584" y="1017113"/>
                </a:lnTo>
                <a:lnTo>
                  <a:pt x="3571283" y="1180526"/>
                </a:lnTo>
                <a:cubicBezTo>
                  <a:pt x="3574719" y="1188817"/>
                  <a:pt x="3570782" y="1198326"/>
                  <a:pt x="3562491" y="1201762"/>
                </a:cubicBezTo>
                <a:lnTo>
                  <a:pt x="3427001" y="1257901"/>
                </a:lnTo>
                <a:cubicBezTo>
                  <a:pt x="3418919" y="1261251"/>
                  <a:pt x="3409636" y="1257603"/>
                  <a:pt x="3405998" y="1249644"/>
                </a:cubicBezTo>
                <a:cubicBezTo>
                  <a:pt x="3333238" y="1090532"/>
                  <a:pt x="3235577" y="944713"/>
                  <a:pt x="3115720" y="816236"/>
                </a:cubicBezTo>
                <a:cubicBezTo>
                  <a:pt x="3109746" y="809834"/>
                  <a:pt x="3109921" y="799849"/>
                  <a:pt x="3116111" y="793656"/>
                </a:cubicBezTo>
                <a:lnTo>
                  <a:pt x="3220229" y="689538"/>
                </a:lnTo>
                <a:cubicBezTo>
                  <a:pt x="3223277" y="686489"/>
                  <a:pt x="3227413" y="684775"/>
                  <a:pt x="3231723" y="684775"/>
                </a:cubicBezTo>
                <a:cubicBezTo>
                  <a:pt x="3236037" y="684778"/>
                  <a:pt x="3240168" y="686489"/>
                  <a:pt x="3243220" y="689538"/>
                </a:cubicBezTo>
                <a:lnTo>
                  <a:pt x="3368290" y="814638"/>
                </a:lnTo>
                <a:lnTo>
                  <a:pt x="3419944" y="762980"/>
                </a:lnTo>
                <a:cubicBezTo>
                  <a:pt x="3323260" y="638936"/>
                  <a:pt x="3211550" y="527298"/>
                  <a:pt x="3087606" y="430854"/>
                </a:cubicBezTo>
                <a:lnTo>
                  <a:pt x="3036071" y="482395"/>
                </a:lnTo>
                <a:lnTo>
                  <a:pt x="3161140" y="607495"/>
                </a:lnTo>
                <a:cubicBezTo>
                  <a:pt x="3164192" y="610544"/>
                  <a:pt x="3165903" y="614679"/>
                  <a:pt x="3165903" y="618989"/>
                </a:cubicBezTo>
                <a:cubicBezTo>
                  <a:pt x="3165903" y="623300"/>
                  <a:pt x="3164189" y="627435"/>
                  <a:pt x="3161140" y="630483"/>
                </a:cubicBezTo>
                <a:lnTo>
                  <a:pt x="3056998" y="734591"/>
                </a:lnTo>
                <a:cubicBezTo>
                  <a:pt x="3054183" y="737407"/>
                  <a:pt x="3050414" y="739107"/>
                  <a:pt x="3046413" y="739330"/>
                </a:cubicBezTo>
                <a:cubicBezTo>
                  <a:pt x="3041928" y="739577"/>
                  <a:pt x="3037652" y="738017"/>
                  <a:pt x="3034415" y="734999"/>
                </a:cubicBezTo>
                <a:cubicBezTo>
                  <a:pt x="2905906" y="615276"/>
                  <a:pt x="2760074" y="517721"/>
                  <a:pt x="2600989" y="445057"/>
                </a:cubicBezTo>
                <a:cubicBezTo>
                  <a:pt x="2597269" y="443373"/>
                  <a:pt x="2594303" y="440338"/>
                  <a:pt x="2592712" y="436560"/>
                </a:cubicBezTo>
                <a:cubicBezTo>
                  <a:pt x="2591025" y="432555"/>
                  <a:pt x="2591000" y="428042"/>
                  <a:pt x="2592663" y="424027"/>
                </a:cubicBezTo>
                <a:lnTo>
                  <a:pt x="2648916" y="288221"/>
                </a:lnTo>
                <a:cubicBezTo>
                  <a:pt x="2652352" y="279930"/>
                  <a:pt x="2661850" y="275990"/>
                  <a:pt x="2670149" y="279426"/>
                </a:cubicBezTo>
                <a:lnTo>
                  <a:pt x="2833592" y="347094"/>
                </a:lnTo>
                <a:lnTo>
                  <a:pt x="2861535" y="279604"/>
                </a:lnTo>
                <a:cubicBezTo>
                  <a:pt x="2724762" y="201659"/>
                  <a:pt x="2578889" y="141206"/>
                  <a:pt x="2427499" y="99729"/>
                </a:cubicBezTo>
                <a:lnTo>
                  <a:pt x="2399501" y="167287"/>
                </a:lnTo>
                <a:lnTo>
                  <a:pt x="2562941" y="234986"/>
                </a:lnTo>
                <a:cubicBezTo>
                  <a:pt x="2566922" y="236639"/>
                  <a:pt x="2570087" y="239800"/>
                  <a:pt x="2571733" y="243785"/>
                </a:cubicBezTo>
                <a:cubicBezTo>
                  <a:pt x="2573382" y="247766"/>
                  <a:pt x="2573382" y="252241"/>
                  <a:pt x="2571733" y="256225"/>
                </a:cubicBezTo>
                <a:lnTo>
                  <a:pt x="2515521" y="391904"/>
                </a:lnTo>
                <a:cubicBezTo>
                  <a:pt x="2514352" y="394798"/>
                  <a:pt x="2512356" y="397339"/>
                  <a:pt x="2509719" y="399170"/>
                </a:cubicBezTo>
                <a:cubicBezTo>
                  <a:pt x="2505347" y="402201"/>
                  <a:pt x="2499758" y="402911"/>
                  <a:pt x="2494769" y="401049"/>
                </a:cubicBezTo>
                <a:cubicBezTo>
                  <a:pt x="2331110" y="339931"/>
                  <a:pt x="2158995" y="305853"/>
                  <a:pt x="1983200" y="299767"/>
                </a:cubicBezTo>
                <a:cubicBezTo>
                  <a:pt x="1974446" y="299465"/>
                  <a:pt x="1967509" y="292278"/>
                  <a:pt x="1967509" y="283523"/>
                </a:cubicBezTo>
                <a:lnTo>
                  <a:pt x="1967509" y="136042"/>
                </a:lnTo>
                <a:cubicBezTo>
                  <a:pt x="1967509" y="127065"/>
                  <a:pt x="1974785" y="119789"/>
                  <a:pt x="1983762" y="119789"/>
                </a:cubicBezTo>
                <a:lnTo>
                  <a:pt x="2160664" y="119789"/>
                </a:lnTo>
                <a:lnTo>
                  <a:pt x="2160664" y="46946"/>
                </a:lnTo>
                <a:cubicBezTo>
                  <a:pt x="2083334" y="37362"/>
                  <a:pt x="2004374" y="32507"/>
                  <a:pt x="1925737" y="32507"/>
                </a:cubicBezTo>
                <a:cubicBezTo>
                  <a:pt x="1847103" y="32507"/>
                  <a:pt x="1768140" y="37362"/>
                  <a:pt x="1690809" y="46946"/>
                </a:cubicBezTo>
                <a:lnTo>
                  <a:pt x="1690809" y="119789"/>
                </a:lnTo>
                <a:lnTo>
                  <a:pt x="1867711" y="119789"/>
                </a:lnTo>
                <a:cubicBezTo>
                  <a:pt x="1876688" y="119789"/>
                  <a:pt x="1883965" y="127065"/>
                  <a:pt x="1883965" y="136042"/>
                </a:cubicBezTo>
                <a:lnTo>
                  <a:pt x="1883965" y="283523"/>
                </a:lnTo>
                <a:cubicBezTo>
                  <a:pt x="1883965" y="292281"/>
                  <a:pt x="1877024" y="299465"/>
                  <a:pt x="1868273" y="299767"/>
                </a:cubicBezTo>
                <a:cubicBezTo>
                  <a:pt x="1692568" y="305850"/>
                  <a:pt x="1520450" y="339924"/>
                  <a:pt x="1356701" y="401049"/>
                </a:cubicBezTo>
                <a:cubicBezTo>
                  <a:pt x="1348502" y="404118"/>
                  <a:pt x="1339350" y="400127"/>
                  <a:pt x="1336000" y="392044"/>
                </a:cubicBezTo>
                <a:lnTo>
                  <a:pt x="1279730" y="256232"/>
                </a:lnTo>
                <a:cubicBezTo>
                  <a:pt x="1278078" y="252247"/>
                  <a:pt x="1278078" y="247773"/>
                  <a:pt x="1279727" y="243792"/>
                </a:cubicBezTo>
                <a:cubicBezTo>
                  <a:pt x="1281376" y="239807"/>
                  <a:pt x="1284541" y="236642"/>
                  <a:pt x="1288522" y="234993"/>
                </a:cubicBezTo>
                <a:lnTo>
                  <a:pt x="1451966" y="167294"/>
                </a:lnTo>
                <a:lnTo>
                  <a:pt x="1423964" y="99736"/>
                </a:lnTo>
                <a:cubicBezTo>
                  <a:pt x="1272574" y="141213"/>
                  <a:pt x="1126704" y="201666"/>
                  <a:pt x="989925" y="279611"/>
                </a:cubicBezTo>
                <a:lnTo>
                  <a:pt x="1017871" y="347104"/>
                </a:lnTo>
                <a:lnTo>
                  <a:pt x="1181318" y="279433"/>
                </a:lnTo>
                <a:cubicBezTo>
                  <a:pt x="1189613" y="275993"/>
                  <a:pt x="1199114" y="279937"/>
                  <a:pt x="1202550" y="288228"/>
                </a:cubicBezTo>
                <a:lnTo>
                  <a:pt x="1258604" y="423560"/>
                </a:lnTo>
                <a:cubicBezTo>
                  <a:pt x="1259067" y="424586"/>
                  <a:pt x="1259430" y="425669"/>
                  <a:pt x="1259674" y="426804"/>
                </a:cubicBezTo>
                <a:cubicBezTo>
                  <a:pt x="1261299" y="434273"/>
                  <a:pt x="1257507" y="441868"/>
                  <a:pt x="1250553" y="445043"/>
                </a:cubicBezTo>
                <a:cubicBezTo>
                  <a:pt x="1091406" y="517724"/>
                  <a:pt x="945554" y="615279"/>
                  <a:pt x="817045" y="735003"/>
                </a:cubicBezTo>
                <a:cubicBezTo>
                  <a:pt x="813739" y="738085"/>
                  <a:pt x="809292" y="739663"/>
                  <a:pt x="804779" y="739320"/>
                </a:cubicBezTo>
                <a:cubicBezTo>
                  <a:pt x="800798" y="739028"/>
                  <a:pt x="797088" y="737286"/>
                  <a:pt x="794328" y="734457"/>
                </a:cubicBezTo>
                <a:lnTo>
                  <a:pt x="690323" y="630487"/>
                </a:lnTo>
                <a:cubicBezTo>
                  <a:pt x="687274" y="627438"/>
                  <a:pt x="685560" y="623306"/>
                  <a:pt x="685560" y="618993"/>
                </a:cubicBezTo>
                <a:cubicBezTo>
                  <a:pt x="685560" y="614683"/>
                  <a:pt x="687274" y="610547"/>
                  <a:pt x="690319" y="607499"/>
                </a:cubicBezTo>
                <a:lnTo>
                  <a:pt x="815389" y="482399"/>
                </a:lnTo>
                <a:lnTo>
                  <a:pt x="763851" y="430857"/>
                </a:lnTo>
                <a:cubicBezTo>
                  <a:pt x="639910" y="527298"/>
                  <a:pt x="528203" y="638936"/>
                  <a:pt x="431516" y="762983"/>
                </a:cubicBezTo>
                <a:lnTo>
                  <a:pt x="483174" y="814641"/>
                </a:lnTo>
                <a:lnTo>
                  <a:pt x="608243" y="689541"/>
                </a:lnTo>
                <a:cubicBezTo>
                  <a:pt x="611291" y="686493"/>
                  <a:pt x="615427" y="684778"/>
                  <a:pt x="619737" y="684778"/>
                </a:cubicBezTo>
                <a:cubicBezTo>
                  <a:pt x="624047" y="684778"/>
                  <a:pt x="628182" y="686493"/>
                  <a:pt x="631231" y="689541"/>
                </a:cubicBezTo>
                <a:lnTo>
                  <a:pt x="735346" y="793656"/>
                </a:lnTo>
                <a:cubicBezTo>
                  <a:pt x="741538" y="799849"/>
                  <a:pt x="741717" y="809837"/>
                  <a:pt x="735743" y="816239"/>
                </a:cubicBezTo>
                <a:cubicBezTo>
                  <a:pt x="615845" y="944758"/>
                  <a:pt x="518170" y="1090580"/>
                  <a:pt x="445431" y="1249648"/>
                </a:cubicBezTo>
                <a:cubicBezTo>
                  <a:pt x="442252" y="1256598"/>
                  <a:pt x="434663" y="1260401"/>
                  <a:pt x="427192" y="1258769"/>
                </a:cubicBezTo>
                <a:cubicBezTo>
                  <a:pt x="425995" y="1258508"/>
                  <a:pt x="424853" y="1258121"/>
                  <a:pt x="423780" y="1257620"/>
                </a:cubicBezTo>
                <a:lnTo>
                  <a:pt x="288972" y="1201765"/>
                </a:lnTo>
                <a:cubicBezTo>
                  <a:pt x="280677" y="1198329"/>
                  <a:pt x="276744" y="1188821"/>
                  <a:pt x="280177" y="1180529"/>
                </a:cubicBezTo>
                <a:lnTo>
                  <a:pt x="347875" y="1017117"/>
                </a:lnTo>
                <a:lnTo>
                  <a:pt x="280118" y="989044"/>
                </a:lnTo>
                <a:cubicBezTo>
                  <a:pt x="202139" y="1125693"/>
                  <a:pt x="141594" y="1271542"/>
                  <a:pt x="99976" y="1422984"/>
                </a:cubicBezTo>
                <a:lnTo>
                  <a:pt x="168072" y="1451184"/>
                </a:lnTo>
                <a:lnTo>
                  <a:pt x="235775" y="1287768"/>
                </a:lnTo>
                <a:cubicBezTo>
                  <a:pt x="239207" y="1279473"/>
                  <a:pt x="248712" y="1275540"/>
                  <a:pt x="257007" y="1278969"/>
                </a:cubicBezTo>
                <a:lnTo>
                  <a:pt x="391818" y="1334793"/>
                </a:lnTo>
                <a:cubicBezTo>
                  <a:pt x="396567" y="1336563"/>
                  <a:pt x="400329" y="1340499"/>
                  <a:pt x="401776" y="1345560"/>
                </a:cubicBezTo>
                <a:cubicBezTo>
                  <a:pt x="402774" y="1349054"/>
                  <a:pt x="402558" y="1352703"/>
                  <a:pt x="401282" y="1355960"/>
                </a:cubicBezTo>
                <a:cubicBezTo>
                  <a:pt x="340085" y="1519661"/>
                  <a:pt x="305942" y="1691759"/>
                  <a:pt x="299801" y="1867481"/>
                </a:cubicBezTo>
                <a:cubicBezTo>
                  <a:pt x="299496" y="1876232"/>
                  <a:pt x="292312" y="1883169"/>
                  <a:pt x="283558" y="1883169"/>
                </a:cubicBezTo>
                <a:lnTo>
                  <a:pt x="136824" y="1883169"/>
                </a:lnTo>
                <a:cubicBezTo>
                  <a:pt x="127847" y="1883169"/>
                  <a:pt x="120570" y="1875889"/>
                  <a:pt x="120570" y="1866916"/>
                </a:cubicBezTo>
                <a:lnTo>
                  <a:pt x="120570" y="1690013"/>
                </a:lnTo>
                <a:lnTo>
                  <a:pt x="47046" y="1690013"/>
                </a:lnTo>
                <a:cubicBezTo>
                  <a:pt x="37400" y="1767824"/>
                  <a:pt x="32510" y="1847041"/>
                  <a:pt x="32510" y="1925720"/>
                </a:cubicBezTo>
                <a:cubicBezTo>
                  <a:pt x="32510" y="2004062"/>
                  <a:pt x="37335" y="2082761"/>
                  <a:pt x="46857" y="2159869"/>
                </a:cubicBezTo>
                <a:lnTo>
                  <a:pt x="120574" y="2159869"/>
                </a:lnTo>
                <a:lnTo>
                  <a:pt x="120574" y="1982998"/>
                </a:lnTo>
                <a:cubicBezTo>
                  <a:pt x="120574" y="1974020"/>
                  <a:pt x="127850" y="1966744"/>
                  <a:pt x="136827" y="1966744"/>
                </a:cubicBezTo>
                <a:lnTo>
                  <a:pt x="283465" y="1966744"/>
                </a:lnTo>
                <a:cubicBezTo>
                  <a:pt x="292226" y="1966744"/>
                  <a:pt x="299410" y="1973684"/>
                  <a:pt x="299708" y="1982442"/>
                </a:cubicBezTo>
                <a:cubicBezTo>
                  <a:pt x="305730" y="2158405"/>
                  <a:pt x="339776" y="2330654"/>
                  <a:pt x="400891" y="2494399"/>
                </a:cubicBezTo>
                <a:cubicBezTo>
                  <a:pt x="402753" y="2499388"/>
                  <a:pt x="402050" y="2504974"/>
                  <a:pt x="399016" y="2509349"/>
                </a:cubicBezTo>
                <a:cubicBezTo>
                  <a:pt x="397150" y="2512038"/>
                  <a:pt x="394548" y="2514057"/>
                  <a:pt x="391581" y="2515216"/>
                </a:cubicBezTo>
                <a:lnTo>
                  <a:pt x="257010" y="2570944"/>
                </a:lnTo>
                <a:cubicBezTo>
                  <a:pt x="248716" y="2574387"/>
                  <a:pt x="239210" y="2570444"/>
                  <a:pt x="235775" y="2562149"/>
                </a:cubicBezTo>
                <a:lnTo>
                  <a:pt x="168076" y="2398706"/>
                </a:lnTo>
                <a:lnTo>
                  <a:pt x="99609" y="2427067"/>
                </a:lnTo>
                <a:cubicBezTo>
                  <a:pt x="141117" y="2578577"/>
                  <a:pt x="201553" y="2724481"/>
                  <a:pt x="279419" y="2861164"/>
                </a:cubicBezTo>
                <a:lnTo>
                  <a:pt x="347882" y="2832803"/>
                </a:lnTo>
                <a:lnTo>
                  <a:pt x="280183" y="2669394"/>
                </a:lnTo>
                <a:cubicBezTo>
                  <a:pt x="278524" y="2665386"/>
                  <a:pt x="278534" y="2660884"/>
                  <a:pt x="280211" y="2656885"/>
                </a:cubicBezTo>
                <a:cubicBezTo>
                  <a:pt x="281888" y="2652887"/>
                  <a:pt x="285094" y="2649725"/>
                  <a:pt x="289116" y="2648100"/>
                </a:cubicBezTo>
                <a:lnTo>
                  <a:pt x="424541" y="2593452"/>
                </a:lnTo>
                <a:cubicBezTo>
                  <a:pt x="432606" y="2590198"/>
                  <a:pt x="441789" y="2593864"/>
                  <a:pt x="445403" y="2601761"/>
                </a:cubicBezTo>
                <a:cubicBezTo>
                  <a:pt x="518084" y="2760595"/>
                  <a:pt x="615519" y="2906167"/>
                  <a:pt x="735010" y="3034439"/>
                </a:cubicBezTo>
                <a:cubicBezTo>
                  <a:pt x="740976" y="3040841"/>
                  <a:pt x="740801" y="3050819"/>
                  <a:pt x="734608" y="3057008"/>
                </a:cubicBezTo>
                <a:lnTo>
                  <a:pt x="631238" y="3160379"/>
                </a:lnTo>
                <a:cubicBezTo>
                  <a:pt x="628189" y="3163427"/>
                  <a:pt x="624054" y="3165142"/>
                  <a:pt x="619744" y="3165142"/>
                </a:cubicBezTo>
                <a:cubicBezTo>
                  <a:pt x="615434" y="3165142"/>
                  <a:pt x="611298" y="3163427"/>
                  <a:pt x="608250" y="3160379"/>
                </a:cubicBezTo>
                <a:lnTo>
                  <a:pt x="483180" y="3035286"/>
                </a:lnTo>
                <a:lnTo>
                  <a:pt x="430864" y="3087602"/>
                </a:lnTo>
                <a:cubicBezTo>
                  <a:pt x="527305" y="3211543"/>
                  <a:pt x="638943" y="3323250"/>
                  <a:pt x="762990" y="3419937"/>
                </a:cubicBezTo>
                <a:lnTo>
                  <a:pt x="815399" y="3367532"/>
                </a:lnTo>
                <a:lnTo>
                  <a:pt x="690330" y="3242432"/>
                </a:lnTo>
                <a:cubicBezTo>
                  <a:pt x="683983" y="3236081"/>
                  <a:pt x="683983" y="3225791"/>
                  <a:pt x="690330" y="3219447"/>
                </a:cubicBezTo>
                <a:lnTo>
                  <a:pt x="793611" y="3116166"/>
                </a:lnTo>
                <a:cubicBezTo>
                  <a:pt x="799770" y="3109939"/>
                  <a:pt x="809803" y="3109702"/>
                  <a:pt x="816249" y="3115717"/>
                </a:cubicBezTo>
                <a:cubicBezTo>
                  <a:pt x="944748" y="3235598"/>
                  <a:pt x="1090621" y="3333293"/>
                  <a:pt x="1249819" y="3406098"/>
                </a:cubicBezTo>
                <a:cubicBezTo>
                  <a:pt x="1253728" y="3407884"/>
                  <a:pt x="1256770" y="3411149"/>
                  <a:pt x="1258278" y="3415171"/>
                </a:cubicBezTo>
                <a:cubicBezTo>
                  <a:pt x="1259722" y="3419018"/>
                  <a:pt x="1259657" y="3423287"/>
                  <a:pt x="1258090" y="3427090"/>
                </a:cubicBezTo>
                <a:lnTo>
                  <a:pt x="1202564" y="3561685"/>
                </a:lnTo>
                <a:cubicBezTo>
                  <a:pt x="1200918" y="3565673"/>
                  <a:pt x="1197753" y="3568845"/>
                  <a:pt x="1193769" y="3570498"/>
                </a:cubicBezTo>
                <a:cubicBezTo>
                  <a:pt x="1189784" y="3572151"/>
                  <a:pt x="1185309" y="3572157"/>
                  <a:pt x="1181318" y="3570501"/>
                </a:cubicBezTo>
                <a:lnTo>
                  <a:pt x="1017871" y="3502806"/>
                </a:lnTo>
                <a:lnTo>
                  <a:pt x="989407" y="3571533"/>
                </a:lnTo>
                <a:cubicBezTo>
                  <a:pt x="1126049" y="3649478"/>
                  <a:pt x="1271895" y="3709990"/>
                  <a:pt x="1423385" y="3751590"/>
                </a:cubicBezTo>
                <a:lnTo>
                  <a:pt x="1451969" y="3682612"/>
                </a:lnTo>
                <a:lnTo>
                  <a:pt x="1288529" y="3614945"/>
                </a:lnTo>
                <a:cubicBezTo>
                  <a:pt x="1284545" y="3613295"/>
                  <a:pt x="1281380" y="3610130"/>
                  <a:pt x="1279730" y="3606146"/>
                </a:cubicBezTo>
                <a:cubicBezTo>
                  <a:pt x="1278081" y="3602165"/>
                  <a:pt x="1278081" y="3597690"/>
                  <a:pt x="1279734" y="3593705"/>
                </a:cubicBezTo>
                <a:lnTo>
                  <a:pt x="1335448" y="3459240"/>
                </a:lnTo>
                <a:cubicBezTo>
                  <a:pt x="1338414" y="3452074"/>
                  <a:pt x="1346037" y="3448000"/>
                  <a:pt x="1353635" y="3449523"/>
                </a:cubicBezTo>
                <a:cubicBezTo>
                  <a:pt x="1354753" y="3449742"/>
                  <a:pt x="1355830" y="3450078"/>
                  <a:pt x="1356845" y="3450514"/>
                </a:cubicBezTo>
                <a:cubicBezTo>
                  <a:pt x="1520415" y="3511567"/>
                  <a:pt x="1692479" y="3545620"/>
                  <a:pt x="1868273" y="3551731"/>
                </a:cubicBezTo>
                <a:cubicBezTo>
                  <a:pt x="1877024" y="3552036"/>
                  <a:pt x="1883965" y="3559220"/>
                  <a:pt x="1883965" y="3567974"/>
                </a:cubicBezTo>
                <a:lnTo>
                  <a:pt x="1883965" y="3713864"/>
                </a:lnTo>
                <a:cubicBezTo>
                  <a:pt x="1883965" y="3722841"/>
                  <a:pt x="1876685" y="3730118"/>
                  <a:pt x="1867711" y="3730118"/>
                </a:cubicBezTo>
                <a:lnTo>
                  <a:pt x="1690809" y="3730118"/>
                </a:lnTo>
                <a:lnTo>
                  <a:pt x="1690809" y="3804517"/>
                </a:lnTo>
                <a:close/>
              </a:path>
            </a:pathLst>
          </a:custGeom>
          <a:grpFill/>
          <a:ln w="342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85459943-0E9B-A486-D5CF-66A12E668F92}"/>
              </a:ext>
            </a:extLst>
          </p:cNvPr>
          <p:cNvSpPr/>
          <p:nvPr/>
        </p:nvSpPr>
        <p:spPr>
          <a:xfrm>
            <a:off x="379250" y="3327254"/>
            <a:ext cx="4091739" cy="4091740"/>
          </a:xfrm>
          <a:custGeom>
            <a:avLst/>
            <a:gdLst>
              <a:gd name="csX0" fmla="*/ 2045872 w 4091739"/>
              <a:gd name="csY0" fmla="*/ 32507 h 4091740"/>
              <a:gd name="csX1" fmla="*/ 2829553 w 4091739"/>
              <a:gd name="csY1" fmla="*/ 190714 h 4091740"/>
              <a:gd name="csX2" fmla="*/ 3171541 w 4091739"/>
              <a:gd name="csY2" fmla="*/ 376340 h 4091740"/>
              <a:gd name="csX3" fmla="*/ 3469534 w 4091739"/>
              <a:gd name="csY3" fmla="*/ 622209 h 4091740"/>
              <a:gd name="csX4" fmla="*/ 3715404 w 4091739"/>
              <a:gd name="csY4" fmla="*/ 920203 h 4091740"/>
              <a:gd name="csX5" fmla="*/ 3901029 w 4091739"/>
              <a:gd name="csY5" fmla="*/ 1262188 h 4091740"/>
              <a:gd name="csX6" fmla="*/ 4059236 w 4091739"/>
              <a:gd name="csY6" fmla="*/ 2045868 h 4091740"/>
              <a:gd name="csX7" fmla="*/ 3901029 w 4091739"/>
              <a:gd name="csY7" fmla="*/ 2829549 h 4091740"/>
              <a:gd name="csX8" fmla="*/ 3715404 w 4091739"/>
              <a:gd name="csY8" fmla="*/ 3171537 h 4091740"/>
              <a:gd name="csX9" fmla="*/ 3469534 w 4091739"/>
              <a:gd name="csY9" fmla="*/ 3469531 h 4091740"/>
              <a:gd name="csX10" fmla="*/ 3171541 w 4091739"/>
              <a:gd name="csY10" fmla="*/ 3715401 h 4091740"/>
              <a:gd name="csX11" fmla="*/ 2829553 w 4091739"/>
              <a:gd name="csY11" fmla="*/ 3901026 h 4091740"/>
              <a:gd name="csX12" fmla="*/ 2045872 w 4091739"/>
              <a:gd name="csY12" fmla="*/ 4059233 h 4091740"/>
              <a:gd name="csX13" fmla="*/ 1262191 w 4091739"/>
              <a:gd name="csY13" fmla="*/ 3901026 h 4091740"/>
              <a:gd name="csX14" fmla="*/ 920206 w 4091739"/>
              <a:gd name="csY14" fmla="*/ 3715401 h 4091740"/>
              <a:gd name="csX15" fmla="*/ 622213 w 4091739"/>
              <a:gd name="csY15" fmla="*/ 3469531 h 4091740"/>
              <a:gd name="csX16" fmla="*/ 376343 w 4091739"/>
              <a:gd name="csY16" fmla="*/ 3171537 h 4091740"/>
              <a:gd name="csX17" fmla="*/ 190718 w 4091739"/>
              <a:gd name="csY17" fmla="*/ 2829549 h 4091740"/>
              <a:gd name="csX18" fmla="*/ 32510 w 4091739"/>
              <a:gd name="csY18" fmla="*/ 2045868 h 4091740"/>
              <a:gd name="csX19" fmla="*/ 190718 w 4091739"/>
              <a:gd name="csY19" fmla="*/ 1262188 h 4091740"/>
              <a:gd name="csX20" fmla="*/ 376343 w 4091739"/>
              <a:gd name="csY20" fmla="*/ 920203 h 4091740"/>
              <a:gd name="csX21" fmla="*/ 622213 w 4091739"/>
              <a:gd name="csY21" fmla="*/ 622209 h 4091740"/>
              <a:gd name="csX22" fmla="*/ 920206 w 4091739"/>
              <a:gd name="csY22" fmla="*/ 376340 h 4091740"/>
              <a:gd name="csX23" fmla="*/ 1262191 w 4091739"/>
              <a:gd name="csY23" fmla="*/ 190714 h 4091740"/>
              <a:gd name="csX24" fmla="*/ 2045872 w 4091739"/>
              <a:gd name="csY24" fmla="*/ 32507 h 4091740"/>
              <a:gd name="csX25" fmla="*/ 2045872 w 4091739"/>
              <a:gd name="csY25" fmla="*/ 0 h 4091740"/>
              <a:gd name="csX26" fmla="*/ 0 w 4091739"/>
              <a:gd name="csY26" fmla="*/ 2045872 h 4091740"/>
              <a:gd name="csX27" fmla="*/ 2045872 w 4091739"/>
              <a:gd name="csY27" fmla="*/ 4091740 h 4091740"/>
              <a:gd name="csX28" fmla="*/ 4091740 w 4091739"/>
              <a:gd name="csY28" fmla="*/ 2045868 h 4091740"/>
              <a:gd name="csX29" fmla="*/ 2045872 w 4091739"/>
              <a:gd name="csY29" fmla="*/ 0 h 4091740"/>
              <a:gd name="csX30" fmla="*/ 2045872 w 4091739"/>
              <a:gd name="csY30" fmla="*/ 0 h 4091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4091739" h="4091740">
                <a:moveTo>
                  <a:pt x="2045872" y="32507"/>
                </a:moveTo>
                <a:cubicBezTo>
                  <a:pt x="2317689" y="32507"/>
                  <a:pt x="2581358" y="85735"/>
                  <a:pt x="2829553" y="190714"/>
                </a:cubicBezTo>
                <a:cubicBezTo>
                  <a:pt x="2948847" y="241172"/>
                  <a:pt x="3063908" y="303624"/>
                  <a:pt x="3171541" y="376340"/>
                </a:cubicBezTo>
                <a:cubicBezTo>
                  <a:pt x="3278158" y="448369"/>
                  <a:pt x="3378419" y="531090"/>
                  <a:pt x="3469534" y="622209"/>
                </a:cubicBezTo>
                <a:cubicBezTo>
                  <a:pt x="3560650" y="713325"/>
                  <a:pt x="3643374" y="813585"/>
                  <a:pt x="3715404" y="920203"/>
                </a:cubicBezTo>
                <a:cubicBezTo>
                  <a:pt x="3788119" y="1027836"/>
                  <a:pt x="3850572" y="1142896"/>
                  <a:pt x="3901029" y="1262188"/>
                </a:cubicBezTo>
                <a:cubicBezTo>
                  <a:pt x="4006008" y="1510385"/>
                  <a:pt x="4059236" y="1774052"/>
                  <a:pt x="4059236" y="2045868"/>
                </a:cubicBezTo>
                <a:cubicBezTo>
                  <a:pt x="4059236" y="2317685"/>
                  <a:pt x="4006008" y="2581355"/>
                  <a:pt x="3901029" y="2829549"/>
                </a:cubicBezTo>
                <a:cubicBezTo>
                  <a:pt x="3850572" y="2948841"/>
                  <a:pt x="3788119" y="3063904"/>
                  <a:pt x="3715404" y="3171537"/>
                </a:cubicBezTo>
                <a:cubicBezTo>
                  <a:pt x="3643374" y="3278155"/>
                  <a:pt x="3560653" y="3378416"/>
                  <a:pt x="3469534" y="3469531"/>
                </a:cubicBezTo>
                <a:cubicBezTo>
                  <a:pt x="3378415" y="3560646"/>
                  <a:pt x="3278158" y="3643371"/>
                  <a:pt x="3171541" y="3715401"/>
                </a:cubicBezTo>
                <a:cubicBezTo>
                  <a:pt x="3063908" y="3788116"/>
                  <a:pt x="2948847" y="3850568"/>
                  <a:pt x="2829553" y="3901026"/>
                </a:cubicBezTo>
                <a:cubicBezTo>
                  <a:pt x="2581355" y="4006005"/>
                  <a:pt x="2317689" y="4059233"/>
                  <a:pt x="2045872" y="4059233"/>
                </a:cubicBezTo>
                <a:cubicBezTo>
                  <a:pt x="1774055" y="4059233"/>
                  <a:pt x="1510385" y="4006005"/>
                  <a:pt x="1262191" y="3901026"/>
                </a:cubicBezTo>
                <a:cubicBezTo>
                  <a:pt x="1142900" y="3850568"/>
                  <a:pt x="1027836" y="3788116"/>
                  <a:pt x="920206" y="3715401"/>
                </a:cubicBezTo>
                <a:cubicBezTo>
                  <a:pt x="813589" y="3643371"/>
                  <a:pt x="713328" y="3560650"/>
                  <a:pt x="622213" y="3469531"/>
                </a:cubicBezTo>
                <a:cubicBezTo>
                  <a:pt x="531097" y="3378412"/>
                  <a:pt x="448373" y="3278155"/>
                  <a:pt x="376343" y="3171537"/>
                </a:cubicBezTo>
                <a:cubicBezTo>
                  <a:pt x="303628" y="3063904"/>
                  <a:pt x="241175" y="2948844"/>
                  <a:pt x="190718" y="2829549"/>
                </a:cubicBezTo>
                <a:cubicBezTo>
                  <a:pt x="85739" y="2581351"/>
                  <a:pt x="32510" y="2317685"/>
                  <a:pt x="32510" y="2045868"/>
                </a:cubicBezTo>
                <a:cubicBezTo>
                  <a:pt x="32510" y="1774052"/>
                  <a:pt x="85739" y="1510382"/>
                  <a:pt x="190718" y="1262188"/>
                </a:cubicBezTo>
                <a:cubicBezTo>
                  <a:pt x="241175" y="1142896"/>
                  <a:pt x="303628" y="1027833"/>
                  <a:pt x="376343" y="920203"/>
                </a:cubicBezTo>
                <a:cubicBezTo>
                  <a:pt x="448373" y="813585"/>
                  <a:pt x="531094" y="713325"/>
                  <a:pt x="622213" y="622209"/>
                </a:cubicBezTo>
                <a:cubicBezTo>
                  <a:pt x="713331" y="531094"/>
                  <a:pt x="813589" y="448369"/>
                  <a:pt x="920206" y="376340"/>
                </a:cubicBezTo>
                <a:cubicBezTo>
                  <a:pt x="1027839" y="303624"/>
                  <a:pt x="1142900" y="241172"/>
                  <a:pt x="1262191" y="190714"/>
                </a:cubicBezTo>
                <a:cubicBezTo>
                  <a:pt x="1510385" y="85735"/>
                  <a:pt x="1774055" y="32507"/>
                  <a:pt x="2045872" y="32507"/>
                </a:cubicBezTo>
                <a:moveTo>
                  <a:pt x="2045872" y="0"/>
                </a:moveTo>
                <a:cubicBezTo>
                  <a:pt x="915968" y="0"/>
                  <a:pt x="0" y="915968"/>
                  <a:pt x="0" y="2045872"/>
                </a:cubicBezTo>
                <a:cubicBezTo>
                  <a:pt x="0" y="3175775"/>
                  <a:pt x="915968" y="4091740"/>
                  <a:pt x="2045872" y="4091740"/>
                </a:cubicBezTo>
                <a:cubicBezTo>
                  <a:pt x="3175775" y="4091740"/>
                  <a:pt x="4091740" y="3175772"/>
                  <a:pt x="4091740" y="2045868"/>
                </a:cubicBezTo>
                <a:cubicBezTo>
                  <a:pt x="4091740" y="915965"/>
                  <a:pt x="3175775" y="0"/>
                  <a:pt x="2045872" y="0"/>
                </a:cubicBezTo>
                <a:lnTo>
                  <a:pt x="2045872" y="0"/>
                </a:lnTo>
                <a:close/>
              </a:path>
            </a:pathLst>
          </a:custGeom>
          <a:grpFill/>
          <a:ln w="342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5F4563A1-39D2-4FA8-1DA0-3B894F1594DB}"/>
              </a:ext>
            </a:extLst>
          </p:cNvPr>
          <p:cNvSpPr/>
          <p:nvPr/>
        </p:nvSpPr>
        <p:spPr>
          <a:xfrm>
            <a:off x="4744981" y="2035700"/>
            <a:ext cx="352961" cy="277210"/>
          </a:xfrm>
          <a:custGeom>
            <a:avLst/>
            <a:gdLst>
              <a:gd name="csX0" fmla="*/ 122137 w 247663"/>
              <a:gd name="csY0" fmla="*/ 2071 h 194510"/>
              <a:gd name="csX1" fmla="*/ 245106 w 247663"/>
              <a:gd name="csY1" fmla="*/ 125099 h 194510"/>
              <a:gd name="csX2" fmla="*/ 168032 w 247663"/>
              <a:gd name="csY2" fmla="*/ 160428 h 194510"/>
              <a:gd name="csX3" fmla="*/ 0 w 247663"/>
              <a:gd name="csY3" fmla="*/ 194510 h 194510"/>
              <a:gd name="csX4" fmla="*/ 70755 w 247663"/>
              <a:gd name="csY4" fmla="*/ 115124 h 194510"/>
              <a:gd name="csX5" fmla="*/ 122137 w 247663"/>
              <a:gd name="csY5" fmla="*/ 2071 h 1945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7663" h="194510">
                <a:moveTo>
                  <a:pt x="122137" y="2071"/>
                </a:moveTo>
                <a:cubicBezTo>
                  <a:pt x="188735" y="-13059"/>
                  <a:pt x="262400" y="57433"/>
                  <a:pt x="245106" y="125099"/>
                </a:cubicBezTo>
                <a:cubicBezTo>
                  <a:pt x="229475" y="151617"/>
                  <a:pt x="197465" y="162340"/>
                  <a:pt x="168032" y="160428"/>
                </a:cubicBezTo>
                <a:cubicBezTo>
                  <a:pt x="109998" y="158184"/>
                  <a:pt x="53295" y="172731"/>
                  <a:pt x="0" y="194510"/>
                </a:cubicBezTo>
                <a:cubicBezTo>
                  <a:pt x="27686" y="172232"/>
                  <a:pt x="57618" y="149705"/>
                  <a:pt x="70755" y="115124"/>
                </a:cubicBezTo>
                <a:cubicBezTo>
                  <a:pt x="89711" y="78631"/>
                  <a:pt x="85804" y="27757"/>
                  <a:pt x="122137" y="2071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任意多边形: 形状 4" descr="D:\51PPT模板网\51pptmoban.com\图片.jpg">
            <a:extLst>
              <a:ext uri="{FF2B5EF4-FFF2-40B4-BE49-F238E27FC236}">
                <a16:creationId xmlns:a16="http://schemas.microsoft.com/office/drawing/2014/main" id="{2B831BFC-5C5A-0B9F-D4AF-92AD1A1CA055}"/>
              </a:ext>
            </a:extLst>
          </p:cNvPr>
          <p:cNvSpPr/>
          <p:nvPr/>
        </p:nvSpPr>
        <p:spPr>
          <a:xfrm>
            <a:off x="4369335" y="2279878"/>
            <a:ext cx="987405" cy="646269"/>
          </a:xfrm>
          <a:custGeom>
            <a:avLst/>
            <a:gdLst>
              <a:gd name="csX0" fmla="*/ 110846 w 692834"/>
              <a:gd name="csY0" fmla="*/ 95606 h 453468"/>
              <a:gd name="csX1" fmla="*/ 557076 w 692834"/>
              <a:gd name="csY1" fmla="*/ 4083 h 453468"/>
              <a:gd name="csX2" fmla="*/ 691934 w 692834"/>
              <a:gd name="csY2" fmla="*/ 79895 h 453468"/>
              <a:gd name="csX3" fmla="*/ 664746 w 692834"/>
              <a:gd name="csY3" fmla="*/ 122124 h 453468"/>
              <a:gd name="csX4" fmla="*/ 505028 w 692834"/>
              <a:gd name="csY4" fmla="*/ 167012 h 453468"/>
              <a:gd name="csX5" fmla="*/ 592661 w 692834"/>
              <a:gd name="csY5" fmla="*/ 262609 h 453468"/>
              <a:gd name="csX6" fmla="*/ 546101 w 692834"/>
              <a:gd name="csY6" fmla="*/ 344821 h 453468"/>
              <a:gd name="csX7" fmla="*/ 321448 w 692834"/>
              <a:gd name="csY7" fmla="*/ 419470 h 453468"/>
              <a:gd name="csX8" fmla="*/ 248282 w 692834"/>
              <a:gd name="csY8" fmla="*/ 453469 h 453468"/>
              <a:gd name="csX9" fmla="*/ 271063 w 692834"/>
              <a:gd name="csY9" fmla="*/ 432271 h 453468"/>
              <a:gd name="csX10" fmla="*/ 213528 w 692834"/>
              <a:gd name="csY10" fmla="*/ 345237 h 453468"/>
              <a:gd name="csX11" fmla="*/ 306482 w 692834"/>
              <a:gd name="csY11" fmla="*/ 216805 h 453468"/>
              <a:gd name="csX12" fmla="*/ 75843 w 692834"/>
              <a:gd name="csY12" fmla="*/ 200928 h 453468"/>
              <a:gd name="csX13" fmla="*/ 1596 w 692834"/>
              <a:gd name="csY13" fmla="*/ 89787 h 453468"/>
              <a:gd name="csX14" fmla="*/ 110846 w 692834"/>
              <a:gd name="csY14" fmla="*/ 95606 h 453468"/>
              <a:gd name="csX15" fmla="*/ 392202 w 692834"/>
              <a:gd name="csY15" fmla="*/ 223871 h 453468"/>
              <a:gd name="csX16" fmla="*/ 332506 w 692834"/>
              <a:gd name="csY16" fmla="*/ 364190 h 453468"/>
              <a:gd name="csX17" fmla="*/ 413072 w 692834"/>
              <a:gd name="csY17" fmla="*/ 244570 h 453468"/>
              <a:gd name="csX18" fmla="*/ 462542 w 692834"/>
              <a:gd name="csY18" fmla="*/ 177320 h 453468"/>
              <a:gd name="csX19" fmla="*/ 392202 w 692834"/>
              <a:gd name="csY19" fmla="*/ 223871 h 453468"/>
              <a:gd name="csX0" fmla="*/ 110846 w 692834"/>
              <a:gd name="csY0" fmla="*/ 95606 h 453469"/>
              <a:gd name="csX1" fmla="*/ 557076 w 692834"/>
              <a:gd name="csY1" fmla="*/ 4083 h 453469"/>
              <a:gd name="csX2" fmla="*/ 691934 w 692834"/>
              <a:gd name="csY2" fmla="*/ 79895 h 453469"/>
              <a:gd name="csX3" fmla="*/ 664746 w 692834"/>
              <a:gd name="csY3" fmla="*/ 122124 h 453469"/>
              <a:gd name="csX4" fmla="*/ 505028 w 692834"/>
              <a:gd name="csY4" fmla="*/ 167012 h 453469"/>
              <a:gd name="csX5" fmla="*/ 592661 w 692834"/>
              <a:gd name="csY5" fmla="*/ 262609 h 453469"/>
              <a:gd name="csX6" fmla="*/ 546101 w 692834"/>
              <a:gd name="csY6" fmla="*/ 344821 h 453469"/>
              <a:gd name="csX7" fmla="*/ 321448 w 692834"/>
              <a:gd name="csY7" fmla="*/ 419470 h 453469"/>
              <a:gd name="csX8" fmla="*/ 248282 w 692834"/>
              <a:gd name="csY8" fmla="*/ 453469 h 453469"/>
              <a:gd name="csX9" fmla="*/ 271063 w 692834"/>
              <a:gd name="csY9" fmla="*/ 432271 h 453469"/>
              <a:gd name="csX10" fmla="*/ 213528 w 692834"/>
              <a:gd name="csY10" fmla="*/ 345237 h 453469"/>
              <a:gd name="csX11" fmla="*/ 306482 w 692834"/>
              <a:gd name="csY11" fmla="*/ 216805 h 453469"/>
              <a:gd name="csX12" fmla="*/ 75843 w 692834"/>
              <a:gd name="csY12" fmla="*/ 200928 h 453469"/>
              <a:gd name="csX13" fmla="*/ 1596 w 692834"/>
              <a:gd name="csY13" fmla="*/ 89787 h 453469"/>
              <a:gd name="csX14" fmla="*/ 110846 w 692834"/>
              <a:gd name="csY14" fmla="*/ 95606 h 453469"/>
              <a:gd name="csX15" fmla="*/ 392202 w 692834"/>
              <a:gd name="csY15" fmla="*/ 223871 h 453469"/>
              <a:gd name="csX16" fmla="*/ 332506 w 692834"/>
              <a:gd name="csY16" fmla="*/ 364190 h 453469"/>
              <a:gd name="csX17" fmla="*/ 462542 w 692834"/>
              <a:gd name="csY17" fmla="*/ 177320 h 453469"/>
              <a:gd name="csX18" fmla="*/ 392202 w 692834"/>
              <a:gd name="csY18" fmla="*/ 223871 h 453469"/>
              <a:gd name="csX0" fmla="*/ 110846 w 692834"/>
              <a:gd name="csY0" fmla="*/ 95606 h 453469"/>
              <a:gd name="csX1" fmla="*/ 557076 w 692834"/>
              <a:gd name="csY1" fmla="*/ 4083 h 453469"/>
              <a:gd name="csX2" fmla="*/ 691934 w 692834"/>
              <a:gd name="csY2" fmla="*/ 79895 h 453469"/>
              <a:gd name="csX3" fmla="*/ 664746 w 692834"/>
              <a:gd name="csY3" fmla="*/ 122124 h 453469"/>
              <a:gd name="csX4" fmla="*/ 505028 w 692834"/>
              <a:gd name="csY4" fmla="*/ 167012 h 453469"/>
              <a:gd name="csX5" fmla="*/ 592661 w 692834"/>
              <a:gd name="csY5" fmla="*/ 262609 h 453469"/>
              <a:gd name="csX6" fmla="*/ 546101 w 692834"/>
              <a:gd name="csY6" fmla="*/ 344821 h 453469"/>
              <a:gd name="csX7" fmla="*/ 321448 w 692834"/>
              <a:gd name="csY7" fmla="*/ 419470 h 453469"/>
              <a:gd name="csX8" fmla="*/ 248282 w 692834"/>
              <a:gd name="csY8" fmla="*/ 453469 h 453469"/>
              <a:gd name="csX9" fmla="*/ 271063 w 692834"/>
              <a:gd name="csY9" fmla="*/ 432271 h 453469"/>
              <a:gd name="csX10" fmla="*/ 213528 w 692834"/>
              <a:gd name="csY10" fmla="*/ 345237 h 453469"/>
              <a:gd name="csX11" fmla="*/ 306482 w 692834"/>
              <a:gd name="csY11" fmla="*/ 216805 h 453469"/>
              <a:gd name="csX12" fmla="*/ 75843 w 692834"/>
              <a:gd name="csY12" fmla="*/ 200928 h 453469"/>
              <a:gd name="csX13" fmla="*/ 1596 w 692834"/>
              <a:gd name="csY13" fmla="*/ 89787 h 453469"/>
              <a:gd name="csX14" fmla="*/ 110846 w 692834"/>
              <a:gd name="csY14" fmla="*/ 95606 h 453469"/>
              <a:gd name="csX15" fmla="*/ 392202 w 692834"/>
              <a:gd name="csY15" fmla="*/ 223871 h 453469"/>
              <a:gd name="csX16" fmla="*/ 332506 w 692834"/>
              <a:gd name="csY16" fmla="*/ 364190 h 453469"/>
              <a:gd name="csX17" fmla="*/ 462542 w 692834"/>
              <a:gd name="csY17" fmla="*/ 177320 h 453469"/>
              <a:gd name="csX18" fmla="*/ 392202 w 692834"/>
              <a:gd name="csY18" fmla="*/ 223871 h 4534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692834" h="453469">
                <a:moveTo>
                  <a:pt x="110846" y="95606"/>
                </a:moveTo>
                <a:cubicBezTo>
                  <a:pt x="263165" y="85714"/>
                  <a:pt x="409663" y="39911"/>
                  <a:pt x="557076" y="4083"/>
                </a:cubicBezTo>
                <a:cubicBezTo>
                  <a:pt x="613114" y="-12709"/>
                  <a:pt x="676719" y="24200"/>
                  <a:pt x="691934" y="79895"/>
                </a:cubicBezTo>
                <a:cubicBezTo>
                  <a:pt x="696424" y="98682"/>
                  <a:pt x="683619" y="118466"/>
                  <a:pt x="664746" y="122124"/>
                </a:cubicBezTo>
                <a:cubicBezTo>
                  <a:pt x="612283" y="139580"/>
                  <a:pt x="558240" y="151966"/>
                  <a:pt x="505028" y="167012"/>
                </a:cubicBezTo>
                <a:cubicBezTo>
                  <a:pt x="545934" y="184635"/>
                  <a:pt x="584264" y="216889"/>
                  <a:pt x="592661" y="262609"/>
                </a:cubicBezTo>
                <a:cubicBezTo>
                  <a:pt x="600476" y="297938"/>
                  <a:pt x="572041" y="325952"/>
                  <a:pt x="546101" y="344821"/>
                </a:cubicBezTo>
                <a:cubicBezTo>
                  <a:pt x="479669" y="391955"/>
                  <a:pt x="391787" y="381065"/>
                  <a:pt x="321448" y="419470"/>
                </a:cubicBezTo>
                <a:cubicBezTo>
                  <a:pt x="298251" y="433269"/>
                  <a:pt x="272643" y="442080"/>
                  <a:pt x="248282" y="453469"/>
                </a:cubicBezTo>
                <a:cubicBezTo>
                  <a:pt x="255765" y="446237"/>
                  <a:pt x="263414" y="439254"/>
                  <a:pt x="271063" y="432271"/>
                </a:cubicBezTo>
                <a:cubicBezTo>
                  <a:pt x="240217" y="415064"/>
                  <a:pt x="207874" y="383476"/>
                  <a:pt x="213528" y="345237"/>
                </a:cubicBezTo>
                <a:cubicBezTo>
                  <a:pt x="227995" y="292285"/>
                  <a:pt x="279793" y="262525"/>
                  <a:pt x="306482" y="216805"/>
                </a:cubicBezTo>
                <a:cubicBezTo>
                  <a:pt x="229824" y="213480"/>
                  <a:pt x="147845" y="239665"/>
                  <a:pt x="75843" y="200928"/>
                </a:cubicBezTo>
                <a:cubicBezTo>
                  <a:pt x="37015" y="178484"/>
                  <a:pt x="-9213" y="139996"/>
                  <a:pt x="1596" y="89787"/>
                </a:cubicBezTo>
                <a:cubicBezTo>
                  <a:pt x="37930" y="93029"/>
                  <a:pt x="74180" y="103337"/>
                  <a:pt x="110846" y="95606"/>
                </a:cubicBezTo>
                <a:moveTo>
                  <a:pt x="392202" y="223871"/>
                </a:moveTo>
                <a:cubicBezTo>
                  <a:pt x="365763" y="267513"/>
                  <a:pt x="345310" y="314813"/>
                  <a:pt x="332506" y="364190"/>
                </a:cubicBezTo>
                <a:cubicBezTo>
                  <a:pt x="444480" y="289598"/>
                  <a:pt x="452593" y="200707"/>
                  <a:pt x="462542" y="177320"/>
                </a:cubicBezTo>
                <a:cubicBezTo>
                  <a:pt x="435271" y="185134"/>
                  <a:pt x="406919" y="198268"/>
                  <a:pt x="392202" y="223871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2808182F-C186-3553-531E-AC05F0440FED}"/>
              </a:ext>
            </a:extLst>
          </p:cNvPr>
          <p:cNvSpPr/>
          <p:nvPr/>
        </p:nvSpPr>
        <p:spPr>
          <a:xfrm>
            <a:off x="4406090" y="2859340"/>
            <a:ext cx="973276" cy="310985"/>
          </a:xfrm>
          <a:custGeom>
            <a:avLst/>
            <a:gdLst>
              <a:gd name="csX0" fmla="*/ 171192 w 682920"/>
              <a:gd name="csY0" fmla="*/ 63730 h 218209"/>
              <a:gd name="csX1" fmla="*/ 560053 w 682920"/>
              <a:gd name="csY1" fmla="*/ 2465 h 218209"/>
              <a:gd name="csX2" fmla="*/ 682771 w 682920"/>
              <a:gd name="csY2" fmla="*/ 131811 h 218209"/>
              <a:gd name="csX3" fmla="*/ 588072 w 682920"/>
              <a:gd name="csY3" fmla="*/ 174871 h 218209"/>
              <a:gd name="csX4" fmla="*/ 404159 w 682920"/>
              <a:gd name="csY4" fmla="*/ 213026 h 218209"/>
              <a:gd name="csX5" fmla="*/ 475579 w 682920"/>
              <a:gd name="csY5" fmla="*/ 158495 h 218209"/>
              <a:gd name="csX6" fmla="*/ 433508 w 682920"/>
              <a:gd name="csY6" fmla="*/ 161238 h 218209"/>
              <a:gd name="csX7" fmla="*/ 164125 w 682920"/>
              <a:gd name="csY7" fmla="*/ 217183 h 218209"/>
              <a:gd name="csX8" fmla="*/ 0 w 682920"/>
              <a:gd name="csY8" fmla="*/ 106208 h 218209"/>
              <a:gd name="csX9" fmla="*/ 171192 w 682920"/>
              <a:gd name="csY9" fmla="*/ 63730 h 2182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82920" h="218209">
                <a:moveTo>
                  <a:pt x="171192" y="63730"/>
                </a:moveTo>
                <a:cubicBezTo>
                  <a:pt x="298650" y="33721"/>
                  <a:pt x="427106" y="-11002"/>
                  <a:pt x="560053" y="2465"/>
                </a:cubicBezTo>
                <a:cubicBezTo>
                  <a:pt x="622077" y="11526"/>
                  <a:pt x="686430" y="65226"/>
                  <a:pt x="682771" y="131811"/>
                </a:cubicBezTo>
                <a:cubicBezTo>
                  <a:pt x="674125" y="174954"/>
                  <a:pt x="622659" y="174705"/>
                  <a:pt x="588072" y="174871"/>
                </a:cubicBezTo>
                <a:cubicBezTo>
                  <a:pt x="524384" y="172211"/>
                  <a:pt x="463773" y="193491"/>
                  <a:pt x="404159" y="213026"/>
                </a:cubicBezTo>
                <a:cubicBezTo>
                  <a:pt x="428852" y="196151"/>
                  <a:pt x="461694" y="187340"/>
                  <a:pt x="475579" y="158495"/>
                </a:cubicBezTo>
                <a:cubicBezTo>
                  <a:pt x="461444" y="158744"/>
                  <a:pt x="447310" y="158744"/>
                  <a:pt x="433508" y="161238"/>
                </a:cubicBezTo>
                <a:cubicBezTo>
                  <a:pt x="343547" y="178944"/>
                  <a:pt x="255333" y="206376"/>
                  <a:pt x="164125" y="217183"/>
                </a:cubicBezTo>
                <a:cubicBezTo>
                  <a:pt x="93869" y="225662"/>
                  <a:pt x="9478" y="181022"/>
                  <a:pt x="0" y="106208"/>
                </a:cubicBezTo>
                <a:cubicBezTo>
                  <a:pt x="55955" y="87670"/>
                  <a:pt x="114322" y="78609"/>
                  <a:pt x="171192" y="63730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D04F0C6C-EF11-0C17-E3B8-8859EDA64553}"/>
              </a:ext>
            </a:extLst>
          </p:cNvPr>
          <p:cNvSpPr/>
          <p:nvPr/>
        </p:nvSpPr>
        <p:spPr>
          <a:xfrm>
            <a:off x="4281656" y="3351837"/>
            <a:ext cx="1257307" cy="1530799"/>
          </a:xfrm>
          <a:custGeom>
            <a:avLst/>
            <a:gdLst>
              <a:gd name="csX0" fmla="*/ 661337 w 1275374"/>
              <a:gd name="csY0" fmla="*/ 26102 h 1612801"/>
              <a:gd name="csX1" fmla="*/ 778236 w 1275374"/>
              <a:gd name="csY1" fmla="*/ 0 h 1612801"/>
              <a:gd name="csX2" fmla="*/ 852649 w 1275374"/>
              <a:gd name="csY2" fmla="*/ 70908 h 1612801"/>
              <a:gd name="csX3" fmla="*/ 825628 w 1275374"/>
              <a:gd name="csY3" fmla="*/ 133752 h 1612801"/>
              <a:gd name="csX4" fmla="*/ 638306 w 1275374"/>
              <a:gd name="csY4" fmla="*/ 212224 h 1612801"/>
              <a:gd name="csX5" fmla="*/ 569879 w 1275374"/>
              <a:gd name="csY5" fmla="*/ 279640 h 1612801"/>
              <a:gd name="csX6" fmla="*/ 753127 w 1275374"/>
              <a:gd name="csY6" fmla="*/ 241651 h 1612801"/>
              <a:gd name="csX7" fmla="*/ 872105 w 1275374"/>
              <a:gd name="csY7" fmla="*/ 324280 h 1612801"/>
              <a:gd name="csX8" fmla="*/ 931385 w 1275374"/>
              <a:gd name="csY8" fmla="*/ 525946 h 1612801"/>
              <a:gd name="csX9" fmla="*/ 932716 w 1275374"/>
              <a:gd name="csY9" fmla="*/ 776160 h 1612801"/>
              <a:gd name="csX10" fmla="*/ 883661 w 1275374"/>
              <a:gd name="csY10" fmla="*/ 906005 h 1612801"/>
              <a:gd name="csX11" fmla="*/ 762689 w 1275374"/>
              <a:gd name="csY11" fmla="*/ 934434 h 1612801"/>
              <a:gd name="csX12" fmla="*/ 669236 w 1275374"/>
              <a:gd name="csY12" fmla="*/ 871091 h 1612801"/>
              <a:gd name="csX13" fmla="*/ 469859 w 1275374"/>
              <a:gd name="csY13" fmla="*/ 918972 h 1612801"/>
              <a:gd name="csX14" fmla="*/ 517333 w 1275374"/>
              <a:gd name="csY14" fmla="*/ 995865 h 1612801"/>
              <a:gd name="csX15" fmla="*/ 523153 w 1275374"/>
              <a:gd name="csY15" fmla="*/ 1098860 h 1612801"/>
              <a:gd name="csX16" fmla="*/ 640967 w 1275374"/>
              <a:gd name="csY16" fmla="*/ 1055634 h 1612801"/>
              <a:gd name="csX17" fmla="*/ 871856 w 1275374"/>
              <a:gd name="csY17" fmla="*/ 970012 h 1612801"/>
              <a:gd name="csX18" fmla="*/ 972043 w 1275374"/>
              <a:gd name="csY18" fmla="*/ 1086640 h 1612801"/>
              <a:gd name="csX19" fmla="*/ 819225 w 1275374"/>
              <a:gd name="csY19" fmla="*/ 1216568 h 1612801"/>
              <a:gd name="csX20" fmla="*/ 1109479 w 1275374"/>
              <a:gd name="csY20" fmla="*/ 1317401 h 1612801"/>
              <a:gd name="csX21" fmla="*/ 1257307 w 1275374"/>
              <a:gd name="csY21" fmla="*/ 1445085 h 1612801"/>
              <a:gd name="csX22" fmla="*/ 1271441 w 1275374"/>
              <a:gd name="csY22" fmla="*/ 1565869 h 1612801"/>
              <a:gd name="csX23" fmla="*/ 1202848 w 1275374"/>
              <a:gd name="csY23" fmla="*/ 1612254 h 1612801"/>
              <a:gd name="csX24" fmla="*/ 995323 w 1275374"/>
              <a:gd name="csY24" fmla="*/ 1529126 h 1612801"/>
              <a:gd name="csX25" fmla="*/ 619682 w 1275374"/>
              <a:gd name="csY25" fmla="*/ 1369605 h 1612801"/>
              <a:gd name="csX26" fmla="*/ 446245 w 1275374"/>
              <a:gd name="csY26" fmla="*/ 1448244 h 1612801"/>
              <a:gd name="csX27" fmla="*/ 178192 w 1275374"/>
              <a:gd name="csY27" fmla="*/ 1496125 h 1612801"/>
              <a:gd name="csX28" fmla="*/ 380480 w 1275374"/>
              <a:gd name="csY28" fmla="*/ 1400695 h 1612801"/>
              <a:gd name="csX29" fmla="*/ 516419 w 1275374"/>
              <a:gd name="csY29" fmla="*/ 1311582 h 1612801"/>
              <a:gd name="csX30" fmla="*/ 426956 w 1275374"/>
              <a:gd name="csY30" fmla="*/ 1242670 h 1612801"/>
              <a:gd name="csX31" fmla="*/ 244706 w 1275374"/>
              <a:gd name="csY31" fmla="*/ 1405766 h 1612801"/>
              <a:gd name="csX32" fmla="*/ 121239 w 1275374"/>
              <a:gd name="csY32" fmla="*/ 1444503 h 1612801"/>
              <a:gd name="csX33" fmla="*/ 1929 w 1275374"/>
              <a:gd name="csY33" fmla="*/ 1282238 h 1612801"/>
              <a:gd name="csX34" fmla="*/ 78919 w 1275374"/>
              <a:gd name="csY34" fmla="*/ 1208588 h 1612801"/>
              <a:gd name="csX35" fmla="*/ 328266 w 1275374"/>
              <a:gd name="csY35" fmla="*/ 967269 h 1612801"/>
              <a:gd name="csX36" fmla="*/ 365514 w 1275374"/>
              <a:gd name="csY36" fmla="*/ 875497 h 1612801"/>
              <a:gd name="csX37" fmla="*/ 463124 w 1275374"/>
              <a:gd name="csY37" fmla="*/ 915730 h 1612801"/>
              <a:gd name="csX38" fmla="*/ 450569 w 1275374"/>
              <a:gd name="csY38" fmla="*/ 850226 h 1612801"/>
              <a:gd name="csX39" fmla="*/ 557990 w 1275374"/>
              <a:gd name="csY39" fmla="*/ 785886 h 1612801"/>
              <a:gd name="csX40" fmla="*/ 704239 w 1275374"/>
              <a:gd name="csY40" fmla="*/ 727115 h 1612801"/>
              <a:gd name="csX41" fmla="*/ 733339 w 1275374"/>
              <a:gd name="csY41" fmla="*/ 626281 h 1612801"/>
              <a:gd name="csX42" fmla="*/ 749968 w 1275374"/>
              <a:gd name="csY42" fmla="*/ 476070 h 1612801"/>
              <a:gd name="csX43" fmla="*/ 736082 w 1275374"/>
              <a:gd name="csY43" fmla="*/ 435421 h 1612801"/>
              <a:gd name="csX44" fmla="*/ 613945 w 1275374"/>
              <a:gd name="csY44" fmla="*/ 443733 h 1612801"/>
              <a:gd name="csX45" fmla="*/ 521573 w 1275374"/>
              <a:gd name="csY45" fmla="*/ 349633 h 1612801"/>
              <a:gd name="csX46" fmla="*/ 455973 w 1275374"/>
              <a:gd name="csY46" fmla="*/ 808330 h 1612801"/>
              <a:gd name="csX47" fmla="*/ 412656 w 1275374"/>
              <a:gd name="csY47" fmla="*/ 847898 h 1612801"/>
              <a:gd name="csX48" fmla="*/ 332090 w 1275374"/>
              <a:gd name="csY48" fmla="*/ 806085 h 1612801"/>
              <a:gd name="csX49" fmla="*/ 296006 w 1275374"/>
              <a:gd name="csY49" fmla="*/ 645567 h 1612801"/>
              <a:gd name="csX50" fmla="*/ 376654 w 1275374"/>
              <a:gd name="csY50" fmla="*/ 416135 h 1612801"/>
              <a:gd name="csX51" fmla="*/ 478588 w 1275374"/>
              <a:gd name="csY51" fmla="*/ 301087 h 1612801"/>
              <a:gd name="csX52" fmla="*/ 544438 w 1275374"/>
              <a:gd name="csY52" fmla="*/ 225940 h 1612801"/>
              <a:gd name="csX53" fmla="*/ 336830 w 1275374"/>
              <a:gd name="csY53" fmla="*/ 278809 h 1612801"/>
              <a:gd name="csX54" fmla="*/ 243542 w 1275374"/>
              <a:gd name="csY54" fmla="*/ 160768 h 1612801"/>
              <a:gd name="csX55" fmla="*/ 264827 w 1275374"/>
              <a:gd name="csY55" fmla="*/ 131674 h 1612801"/>
              <a:gd name="csX56" fmla="*/ 425211 w 1275374"/>
              <a:gd name="csY56" fmla="*/ 96594 h 1612801"/>
              <a:gd name="csX57" fmla="*/ 661337 w 1275374"/>
              <a:gd name="csY57" fmla="*/ 26102 h 1612801"/>
              <a:gd name="csX58" fmla="*/ 674307 w 1275374"/>
              <a:gd name="csY58" fmla="*/ 1103931 h 1612801"/>
              <a:gd name="csX59" fmla="*/ 495716 w 1275374"/>
              <a:gd name="csY59" fmla="*/ 1153391 h 1612801"/>
              <a:gd name="csX60" fmla="*/ 677467 w 1275374"/>
              <a:gd name="csY60" fmla="*/ 1177914 h 1612801"/>
              <a:gd name="csX61" fmla="*/ 754374 w 1275374"/>
              <a:gd name="csY61" fmla="*/ 1106175 h 1612801"/>
              <a:gd name="csX62" fmla="*/ 674307 w 1275374"/>
              <a:gd name="csY62" fmla="*/ 1103931 h 1612801"/>
              <a:gd name="csX0" fmla="*/ 661337 w 1275374"/>
              <a:gd name="csY0" fmla="*/ 26102 h 1570660"/>
              <a:gd name="csX1" fmla="*/ 778236 w 1275374"/>
              <a:gd name="csY1" fmla="*/ 0 h 1570660"/>
              <a:gd name="csX2" fmla="*/ 852649 w 1275374"/>
              <a:gd name="csY2" fmla="*/ 70908 h 1570660"/>
              <a:gd name="csX3" fmla="*/ 825628 w 1275374"/>
              <a:gd name="csY3" fmla="*/ 133752 h 1570660"/>
              <a:gd name="csX4" fmla="*/ 638306 w 1275374"/>
              <a:gd name="csY4" fmla="*/ 212224 h 1570660"/>
              <a:gd name="csX5" fmla="*/ 569879 w 1275374"/>
              <a:gd name="csY5" fmla="*/ 279640 h 1570660"/>
              <a:gd name="csX6" fmla="*/ 753127 w 1275374"/>
              <a:gd name="csY6" fmla="*/ 241651 h 1570660"/>
              <a:gd name="csX7" fmla="*/ 872105 w 1275374"/>
              <a:gd name="csY7" fmla="*/ 324280 h 1570660"/>
              <a:gd name="csX8" fmla="*/ 931385 w 1275374"/>
              <a:gd name="csY8" fmla="*/ 525946 h 1570660"/>
              <a:gd name="csX9" fmla="*/ 932716 w 1275374"/>
              <a:gd name="csY9" fmla="*/ 776160 h 1570660"/>
              <a:gd name="csX10" fmla="*/ 883661 w 1275374"/>
              <a:gd name="csY10" fmla="*/ 906005 h 1570660"/>
              <a:gd name="csX11" fmla="*/ 762689 w 1275374"/>
              <a:gd name="csY11" fmla="*/ 934434 h 1570660"/>
              <a:gd name="csX12" fmla="*/ 669236 w 1275374"/>
              <a:gd name="csY12" fmla="*/ 871091 h 1570660"/>
              <a:gd name="csX13" fmla="*/ 469859 w 1275374"/>
              <a:gd name="csY13" fmla="*/ 918972 h 1570660"/>
              <a:gd name="csX14" fmla="*/ 517333 w 1275374"/>
              <a:gd name="csY14" fmla="*/ 995865 h 1570660"/>
              <a:gd name="csX15" fmla="*/ 523153 w 1275374"/>
              <a:gd name="csY15" fmla="*/ 1098860 h 1570660"/>
              <a:gd name="csX16" fmla="*/ 640967 w 1275374"/>
              <a:gd name="csY16" fmla="*/ 1055634 h 1570660"/>
              <a:gd name="csX17" fmla="*/ 871856 w 1275374"/>
              <a:gd name="csY17" fmla="*/ 970012 h 1570660"/>
              <a:gd name="csX18" fmla="*/ 972043 w 1275374"/>
              <a:gd name="csY18" fmla="*/ 1086640 h 1570660"/>
              <a:gd name="csX19" fmla="*/ 819225 w 1275374"/>
              <a:gd name="csY19" fmla="*/ 1216568 h 1570660"/>
              <a:gd name="csX20" fmla="*/ 1109479 w 1275374"/>
              <a:gd name="csY20" fmla="*/ 1317401 h 1570660"/>
              <a:gd name="csX21" fmla="*/ 1257307 w 1275374"/>
              <a:gd name="csY21" fmla="*/ 1445085 h 1570660"/>
              <a:gd name="csX22" fmla="*/ 1271441 w 1275374"/>
              <a:gd name="csY22" fmla="*/ 1565869 h 1570660"/>
              <a:gd name="csX23" fmla="*/ 995323 w 1275374"/>
              <a:gd name="csY23" fmla="*/ 1529126 h 1570660"/>
              <a:gd name="csX24" fmla="*/ 619682 w 1275374"/>
              <a:gd name="csY24" fmla="*/ 1369605 h 1570660"/>
              <a:gd name="csX25" fmla="*/ 446245 w 1275374"/>
              <a:gd name="csY25" fmla="*/ 1448244 h 1570660"/>
              <a:gd name="csX26" fmla="*/ 178192 w 1275374"/>
              <a:gd name="csY26" fmla="*/ 1496125 h 1570660"/>
              <a:gd name="csX27" fmla="*/ 380480 w 1275374"/>
              <a:gd name="csY27" fmla="*/ 1400695 h 1570660"/>
              <a:gd name="csX28" fmla="*/ 516419 w 1275374"/>
              <a:gd name="csY28" fmla="*/ 1311582 h 1570660"/>
              <a:gd name="csX29" fmla="*/ 426956 w 1275374"/>
              <a:gd name="csY29" fmla="*/ 1242670 h 1570660"/>
              <a:gd name="csX30" fmla="*/ 244706 w 1275374"/>
              <a:gd name="csY30" fmla="*/ 1405766 h 1570660"/>
              <a:gd name="csX31" fmla="*/ 121239 w 1275374"/>
              <a:gd name="csY31" fmla="*/ 1444503 h 1570660"/>
              <a:gd name="csX32" fmla="*/ 1929 w 1275374"/>
              <a:gd name="csY32" fmla="*/ 1282238 h 1570660"/>
              <a:gd name="csX33" fmla="*/ 78919 w 1275374"/>
              <a:gd name="csY33" fmla="*/ 1208588 h 1570660"/>
              <a:gd name="csX34" fmla="*/ 328266 w 1275374"/>
              <a:gd name="csY34" fmla="*/ 967269 h 1570660"/>
              <a:gd name="csX35" fmla="*/ 365514 w 1275374"/>
              <a:gd name="csY35" fmla="*/ 875497 h 1570660"/>
              <a:gd name="csX36" fmla="*/ 463124 w 1275374"/>
              <a:gd name="csY36" fmla="*/ 915730 h 1570660"/>
              <a:gd name="csX37" fmla="*/ 450569 w 1275374"/>
              <a:gd name="csY37" fmla="*/ 850226 h 1570660"/>
              <a:gd name="csX38" fmla="*/ 557990 w 1275374"/>
              <a:gd name="csY38" fmla="*/ 785886 h 1570660"/>
              <a:gd name="csX39" fmla="*/ 704239 w 1275374"/>
              <a:gd name="csY39" fmla="*/ 727115 h 1570660"/>
              <a:gd name="csX40" fmla="*/ 733339 w 1275374"/>
              <a:gd name="csY40" fmla="*/ 626281 h 1570660"/>
              <a:gd name="csX41" fmla="*/ 749968 w 1275374"/>
              <a:gd name="csY41" fmla="*/ 476070 h 1570660"/>
              <a:gd name="csX42" fmla="*/ 736082 w 1275374"/>
              <a:gd name="csY42" fmla="*/ 435421 h 1570660"/>
              <a:gd name="csX43" fmla="*/ 613945 w 1275374"/>
              <a:gd name="csY43" fmla="*/ 443733 h 1570660"/>
              <a:gd name="csX44" fmla="*/ 521573 w 1275374"/>
              <a:gd name="csY44" fmla="*/ 349633 h 1570660"/>
              <a:gd name="csX45" fmla="*/ 455973 w 1275374"/>
              <a:gd name="csY45" fmla="*/ 808330 h 1570660"/>
              <a:gd name="csX46" fmla="*/ 412656 w 1275374"/>
              <a:gd name="csY46" fmla="*/ 847898 h 1570660"/>
              <a:gd name="csX47" fmla="*/ 332090 w 1275374"/>
              <a:gd name="csY47" fmla="*/ 806085 h 1570660"/>
              <a:gd name="csX48" fmla="*/ 296006 w 1275374"/>
              <a:gd name="csY48" fmla="*/ 645567 h 1570660"/>
              <a:gd name="csX49" fmla="*/ 376654 w 1275374"/>
              <a:gd name="csY49" fmla="*/ 416135 h 1570660"/>
              <a:gd name="csX50" fmla="*/ 478588 w 1275374"/>
              <a:gd name="csY50" fmla="*/ 301087 h 1570660"/>
              <a:gd name="csX51" fmla="*/ 544438 w 1275374"/>
              <a:gd name="csY51" fmla="*/ 225940 h 1570660"/>
              <a:gd name="csX52" fmla="*/ 336830 w 1275374"/>
              <a:gd name="csY52" fmla="*/ 278809 h 1570660"/>
              <a:gd name="csX53" fmla="*/ 243542 w 1275374"/>
              <a:gd name="csY53" fmla="*/ 160768 h 1570660"/>
              <a:gd name="csX54" fmla="*/ 264827 w 1275374"/>
              <a:gd name="csY54" fmla="*/ 131674 h 1570660"/>
              <a:gd name="csX55" fmla="*/ 425211 w 1275374"/>
              <a:gd name="csY55" fmla="*/ 96594 h 1570660"/>
              <a:gd name="csX56" fmla="*/ 661337 w 1275374"/>
              <a:gd name="csY56" fmla="*/ 26102 h 1570660"/>
              <a:gd name="csX57" fmla="*/ 674307 w 1275374"/>
              <a:gd name="csY57" fmla="*/ 1103931 h 1570660"/>
              <a:gd name="csX58" fmla="*/ 495716 w 1275374"/>
              <a:gd name="csY58" fmla="*/ 1153391 h 1570660"/>
              <a:gd name="csX59" fmla="*/ 677467 w 1275374"/>
              <a:gd name="csY59" fmla="*/ 1177914 h 1570660"/>
              <a:gd name="csX60" fmla="*/ 754374 w 1275374"/>
              <a:gd name="csY60" fmla="*/ 1106175 h 1570660"/>
              <a:gd name="csX61" fmla="*/ 674307 w 1275374"/>
              <a:gd name="csY61" fmla="*/ 1103931 h 1570660"/>
              <a:gd name="csX0" fmla="*/ 661337 w 1257307"/>
              <a:gd name="csY0" fmla="*/ 26102 h 1530799"/>
              <a:gd name="csX1" fmla="*/ 778236 w 1257307"/>
              <a:gd name="csY1" fmla="*/ 0 h 1530799"/>
              <a:gd name="csX2" fmla="*/ 852649 w 1257307"/>
              <a:gd name="csY2" fmla="*/ 70908 h 1530799"/>
              <a:gd name="csX3" fmla="*/ 825628 w 1257307"/>
              <a:gd name="csY3" fmla="*/ 133752 h 1530799"/>
              <a:gd name="csX4" fmla="*/ 638306 w 1257307"/>
              <a:gd name="csY4" fmla="*/ 212224 h 1530799"/>
              <a:gd name="csX5" fmla="*/ 569879 w 1257307"/>
              <a:gd name="csY5" fmla="*/ 279640 h 1530799"/>
              <a:gd name="csX6" fmla="*/ 753127 w 1257307"/>
              <a:gd name="csY6" fmla="*/ 241651 h 1530799"/>
              <a:gd name="csX7" fmla="*/ 872105 w 1257307"/>
              <a:gd name="csY7" fmla="*/ 324280 h 1530799"/>
              <a:gd name="csX8" fmla="*/ 931385 w 1257307"/>
              <a:gd name="csY8" fmla="*/ 525946 h 1530799"/>
              <a:gd name="csX9" fmla="*/ 932716 w 1257307"/>
              <a:gd name="csY9" fmla="*/ 776160 h 1530799"/>
              <a:gd name="csX10" fmla="*/ 883661 w 1257307"/>
              <a:gd name="csY10" fmla="*/ 906005 h 1530799"/>
              <a:gd name="csX11" fmla="*/ 762689 w 1257307"/>
              <a:gd name="csY11" fmla="*/ 934434 h 1530799"/>
              <a:gd name="csX12" fmla="*/ 669236 w 1257307"/>
              <a:gd name="csY12" fmla="*/ 871091 h 1530799"/>
              <a:gd name="csX13" fmla="*/ 469859 w 1257307"/>
              <a:gd name="csY13" fmla="*/ 918972 h 1530799"/>
              <a:gd name="csX14" fmla="*/ 517333 w 1257307"/>
              <a:gd name="csY14" fmla="*/ 995865 h 1530799"/>
              <a:gd name="csX15" fmla="*/ 523153 w 1257307"/>
              <a:gd name="csY15" fmla="*/ 1098860 h 1530799"/>
              <a:gd name="csX16" fmla="*/ 640967 w 1257307"/>
              <a:gd name="csY16" fmla="*/ 1055634 h 1530799"/>
              <a:gd name="csX17" fmla="*/ 871856 w 1257307"/>
              <a:gd name="csY17" fmla="*/ 970012 h 1530799"/>
              <a:gd name="csX18" fmla="*/ 972043 w 1257307"/>
              <a:gd name="csY18" fmla="*/ 1086640 h 1530799"/>
              <a:gd name="csX19" fmla="*/ 819225 w 1257307"/>
              <a:gd name="csY19" fmla="*/ 1216568 h 1530799"/>
              <a:gd name="csX20" fmla="*/ 1109479 w 1257307"/>
              <a:gd name="csY20" fmla="*/ 1317401 h 1530799"/>
              <a:gd name="csX21" fmla="*/ 1257307 w 1257307"/>
              <a:gd name="csY21" fmla="*/ 1445085 h 1530799"/>
              <a:gd name="csX22" fmla="*/ 995323 w 1257307"/>
              <a:gd name="csY22" fmla="*/ 1529126 h 1530799"/>
              <a:gd name="csX23" fmla="*/ 619682 w 1257307"/>
              <a:gd name="csY23" fmla="*/ 1369605 h 1530799"/>
              <a:gd name="csX24" fmla="*/ 446245 w 1257307"/>
              <a:gd name="csY24" fmla="*/ 1448244 h 1530799"/>
              <a:gd name="csX25" fmla="*/ 178192 w 1257307"/>
              <a:gd name="csY25" fmla="*/ 1496125 h 1530799"/>
              <a:gd name="csX26" fmla="*/ 380480 w 1257307"/>
              <a:gd name="csY26" fmla="*/ 1400695 h 1530799"/>
              <a:gd name="csX27" fmla="*/ 516419 w 1257307"/>
              <a:gd name="csY27" fmla="*/ 1311582 h 1530799"/>
              <a:gd name="csX28" fmla="*/ 426956 w 1257307"/>
              <a:gd name="csY28" fmla="*/ 1242670 h 1530799"/>
              <a:gd name="csX29" fmla="*/ 244706 w 1257307"/>
              <a:gd name="csY29" fmla="*/ 1405766 h 1530799"/>
              <a:gd name="csX30" fmla="*/ 121239 w 1257307"/>
              <a:gd name="csY30" fmla="*/ 1444503 h 1530799"/>
              <a:gd name="csX31" fmla="*/ 1929 w 1257307"/>
              <a:gd name="csY31" fmla="*/ 1282238 h 1530799"/>
              <a:gd name="csX32" fmla="*/ 78919 w 1257307"/>
              <a:gd name="csY32" fmla="*/ 1208588 h 1530799"/>
              <a:gd name="csX33" fmla="*/ 328266 w 1257307"/>
              <a:gd name="csY33" fmla="*/ 967269 h 1530799"/>
              <a:gd name="csX34" fmla="*/ 365514 w 1257307"/>
              <a:gd name="csY34" fmla="*/ 875497 h 1530799"/>
              <a:gd name="csX35" fmla="*/ 463124 w 1257307"/>
              <a:gd name="csY35" fmla="*/ 915730 h 1530799"/>
              <a:gd name="csX36" fmla="*/ 450569 w 1257307"/>
              <a:gd name="csY36" fmla="*/ 850226 h 1530799"/>
              <a:gd name="csX37" fmla="*/ 557990 w 1257307"/>
              <a:gd name="csY37" fmla="*/ 785886 h 1530799"/>
              <a:gd name="csX38" fmla="*/ 704239 w 1257307"/>
              <a:gd name="csY38" fmla="*/ 727115 h 1530799"/>
              <a:gd name="csX39" fmla="*/ 733339 w 1257307"/>
              <a:gd name="csY39" fmla="*/ 626281 h 1530799"/>
              <a:gd name="csX40" fmla="*/ 749968 w 1257307"/>
              <a:gd name="csY40" fmla="*/ 476070 h 1530799"/>
              <a:gd name="csX41" fmla="*/ 736082 w 1257307"/>
              <a:gd name="csY41" fmla="*/ 435421 h 1530799"/>
              <a:gd name="csX42" fmla="*/ 613945 w 1257307"/>
              <a:gd name="csY42" fmla="*/ 443733 h 1530799"/>
              <a:gd name="csX43" fmla="*/ 521573 w 1257307"/>
              <a:gd name="csY43" fmla="*/ 349633 h 1530799"/>
              <a:gd name="csX44" fmla="*/ 455973 w 1257307"/>
              <a:gd name="csY44" fmla="*/ 808330 h 1530799"/>
              <a:gd name="csX45" fmla="*/ 412656 w 1257307"/>
              <a:gd name="csY45" fmla="*/ 847898 h 1530799"/>
              <a:gd name="csX46" fmla="*/ 332090 w 1257307"/>
              <a:gd name="csY46" fmla="*/ 806085 h 1530799"/>
              <a:gd name="csX47" fmla="*/ 296006 w 1257307"/>
              <a:gd name="csY47" fmla="*/ 645567 h 1530799"/>
              <a:gd name="csX48" fmla="*/ 376654 w 1257307"/>
              <a:gd name="csY48" fmla="*/ 416135 h 1530799"/>
              <a:gd name="csX49" fmla="*/ 478588 w 1257307"/>
              <a:gd name="csY49" fmla="*/ 301087 h 1530799"/>
              <a:gd name="csX50" fmla="*/ 544438 w 1257307"/>
              <a:gd name="csY50" fmla="*/ 225940 h 1530799"/>
              <a:gd name="csX51" fmla="*/ 336830 w 1257307"/>
              <a:gd name="csY51" fmla="*/ 278809 h 1530799"/>
              <a:gd name="csX52" fmla="*/ 243542 w 1257307"/>
              <a:gd name="csY52" fmla="*/ 160768 h 1530799"/>
              <a:gd name="csX53" fmla="*/ 264827 w 1257307"/>
              <a:gd name="csY53" fmla="*/ 131674 h 1530799"/>
              <a:gd name="csX54" fmla="*/ 425211 w 1257307"/>
              <a:gd name="csY54" fmla="*/ 96594 h 1530799"/>
              <a:gd name="csX55" fmla="*/ 661337 w 1257307"/>
              <a:gd name="csY55" fmla="*/ 26102 h 1530799"/>
              <a:gd name="csX56" fmla="*/ 674307 w 1257307"/>
              <a:gd name="csY56" fmla="*/ 1103931 h 1530799"/>
              <a:gd name="csX57" fmla="*/ 495716 w 1257307"/>
              <a:gd name="csY57" fmla="*/ 1153391 h 1530799"/>
              <a:gd name="csX58" fmla="*/ 677467 w 1257307"/>
              <a:gd name="csY58" fmla="*/ 1177914 h 1530799"/>
              <a:gd name="csX59" fmla="*/ 754374 w 1257307"/>
              <a:gd name="csY59" fmla="*/ 1106175 h 1530799"/>
              <a:gd name="csX60" fmla="*/ 674307 w 1257307"/>
              <a:gd name="csY60" fmla="*/ 1103931 h 153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</a:cxnLst>
            <a:rect l="l" t="t" r="r" b="b"/>
            <a:pathLst>
              <a:path w="1257307" h="1530799">
                <a:moveTo>
                  <a:pt x="661337" y="26102"/>
                </a:moveTo>
                <a:cubicBezTo>
                  <a:pt x="699417" y="14381"/>
                  <a:pt x="738078" y="2078"/>
                  <a:pt x="778236" y="0"/>
                </a:cubicBezTo>
                <a:cubicBezTo>
                  <a:pt x="813489" y="6983"/>
                  <a:pt x="841175" y="37823"/>
                  <a:pt x="852649" y="70908"/>
                </a:cubicBezTo>
                <a:cubicBezTo>
                  <a:pt x="862876" y="95763"/>
                  <a:pt x="842090" y="117709"/>
                  <a:pt x="825628" y="133752"/>
                </a:cubicBezTo>
                <a:cubicBezTo>
                  <a:pt x="772499" y="179389"/>
                  <a:pt x="696174" y="175565"/>
                  <a:pt x="638306" y="212224"/>
                </a:cubicBezTo>
                <a:cubicBezTo>
                  <a:pt x="611036" y="229515"/>
                  <a:pt x="586924" y="252208"/>
                  <a:pt x="569879" y="279640"/>
                </a:cubicBezTo>
                <a:cubicBezTo>
                  <a:pt x="630491" y="265343"/>
                  <a:pt x="689273" y="235500"/>
                  <a:pt x="753127" y="241651"/>
                </a:cubicBezTo>
                <a:cubicBezTo>
                  <a:pt x="802680" y="250213"/>
                  <a:pt x="842589" y="285293"/>
                  <a:pt x="872105" y="324280"/>
                </a:cubicBezTo>
                <a:cubicBezTo>
                  <a:pt x="913677" y="382718"/>
                  <a:pt x="927644" y="455621"/>
                  <a:pt x="931385" y="525946"/>
                </a:cubicBezTo>
                <a:cubicBezTo>
                  <a:pt x="934628" y="609323"/>
                  <a:pt x="934795" y="692783"/>
                  <a:pt x="932716" y="776160"/>
                </a:cubicBezTo>
                <a:cubicBezTo>
                  <a:pt x="929973" y="822711"/>
                  <a:pt x="919995" y="873502"/>
                  <a:pt x="883661" y="906005"/>
                </a:cubicBezTo>
                <a:cubicBezTo>
                  <a:pt x="853480" y="939256"/>
                  <a:pt x="804177" y="945324"/>
                  <a:pt x="762689" y="934434"/>
                </a:cubicBezTo>
                <a:cubicBezTo>
                  <a:pt x="725689" y="923212"/>
                  <a:pt x="696257" y="897442"/>
                  <a:pt x="669236" y="871091"/>
                </a:cubicBezTo>
                <a:cubicBezTo>
                  <a:pt x="607959" y="900851"/>
                  <a:pt x="540031" y="937343"/>
                  <a:pt x="469859" y="918972"/>
                </a:cubicBezTo>
                <a:cubicBezTo>
                  <a:pt x="489729" y="941666"/>
                  <a:pt x="508104" y="966687"/>
                  <a:pt x="517333" y="995865"/>
                </a:cubicBezTo>
                <a:cubicBezTo>
                  <a:pt x="528890" y="1028950"/>
                  <a:pt x="523402" y="1064528"/>
                  <a:pt x="523153" y="1098860"/>
                </a:cubicBezTo>
                <a:cubicBezTo>
                  <a:pt x="565140" y="1092708"/>
                  <a:pt x="601307" y="1069184"/>
                  <a:pt x="640967" y="1055634"/>
                </a:cubicBezTo>
                <a:cubicBezTo>
                  <a:pt x="718124" y="1027786"/>
                  <a:pt x="793368" y="994286"/>
                  <a:pt x="871856" y="970012"/>
                </a:cubicBezTo>
                <a:cubicBezTo>
                  <a:pt x="929723" y="964360"/>
                  <a:pt x="985845" y="1030778"/>
                  <a:pt x="972043" y="1086640"/>
                </a:cubicBezTo>
                <a:cubicBezTo>
                  <a:pt x="933049" y="1142335"/>
                  <a:pt x="870442" y="1173757"/>
                  <a:pt x="819225" y="1216568"/>
                </a:cubicBezTo>
                <a:cubicBezTo>
                  <a:pt x="917252" y="1246161"/>
                  <a:pt x="1016026" y="1274757"/>
                  <a:pt x="1109479" y="1317401"/>
                </a:cubicBezTo>
                <a:cubicBezTo>
                  <a:pt x="1168926" y="1345332"/>
                  <a:pt x="1227459" y="1384319"/>
                  <a:pt x="1257307" y="1445085"/>
                </a:cubicBezTo>
                <a:cubicBezTo>
                  <a:pt x="1238281" y="1480372"/>
                  <a:pt x="1101594" y="1541706"/>
                  <a:pt x="995323" y="1529126"/>
                </a:cubicBezTo>
                <a:cubicBezTo>
                  <a:pt x="889052" y="1516546"/>
                  <a:pt x="741320" y="1430870"/>
                  <a:pt x="619682" y="1369605"/>
                </a:cubicBezTo>
                <a:cubicBezTo>
                  <a:pt x="568133" y="1407844"/>
                  <a:pt x="509019" y="1434777"/>
                  <a:pt x="446245" y="1448244"/>
                </a:cubicBezTo>
                <a:cubicBezTo>
                  <a:pt x="357615" y="1467778"/>
                  <a:pt x="269899" y="1497705"/>
                  <a:pt x="178192" y="1496125"/>
                </a:cubicBezTo>
                <a:cubicBezTo>
                  <a:pt x="249944" y="1474512"/>
                  <a:pt x="315877" y="1438102"/>
                  <a:pt x="380480" y="1400695"/>
                </a:cubicBezTo>
                <a:cubicBezTo>
                  <a:pt x="426291" y="1371766"/>
                  <a:pt x="474016" y="1345582"/>
                  <a:pt x="516419" y="1311582"/>
                </a:cubicBezTo>
                <a:cubicBezTo>
                  <a:pt x="484990" y="1290634"/>
                  <a:pt x="456306" y="1266195"/>
                  <a:pt x="426956" y="1242670"/>
                </a:cubicBezTo>
                <a:cubicBezTo>
                  <a:pt x="371333" y="1302355"/>
                  <a:pt x="312967" y="1360461"/>
                  <a:pt x="244706" y="1405766"/>
                </a:cubicBezTo>
                <a:cubicBezTo>
                  <a:pt x="208539" y="1430205"/>
                  <a:pt x="165970" y="1450155"/>
                  <a:pt x="121239" y="1444503"/>
                </a:cubicBezTo>
                <a:cubicBezTo>
                  <a:pt x="49736" y="1430454"/>
                  <a:pt x="-11790" y="1356637"/>
                  <a:pt x="1929" y="1282238"/>
                </a:cubicBezTo>
                <a:cubicBezTo>
                  <a:pt x="8912" y="1242420"/>
                  <a:pt x="52064" y="1231863"/>
                  <a:pt x="78919" y="1208588"/>
                </a:cubicBezTo>
                <a:cubicBezTo>
                  <a:pt x="170626" y="1138262"/>
                  <a:pt x="264161" y="1064944"/>
                  <a:pt x="328266" y="967269"/>
                </a:cubicBezTo>
                <a:cubicBezTo>
                  <a:pt x="352709" y="940253"/>
                  <a:pt x="324607" y="889795"/>
                  <a:pt x="365514" y="875497"/>
                </a:cubicBezTo>
                <a:cubicBezTo>
                  <a:pt x="401764" y="866353"/>
                  <a:pt x="438513" y="890127"/>
                  <a:pt x="463124" y="915730"/>
                </a:cubicBezTo>
                <a:cubicBezTo>
                  <a:pt x="453147" y="895530"/>
                  <a:pt x="441090" y="873003"/>
                  <a:pt x="450569" y="850226"/>
                </a:cubicBezTo>
                <a:cubicBezTo>
                  <a:pt x="468861" y="809493"/>
                  <a:pt x="515254" y="788463"/>
                  <a:pt x="557990" y="785886"/>
                </a:cubicBezTo>
                <a:cubicBezTo>
                  <a:pt x="610703" y="780981"/>
                  <a:pt x="665827" y="765519"/>
                  <a:pt x="704239" y="727115"/>
                </a:cubicBezTo>
                <a:cubicBezTo>
                  <a:pt x="727270" y="699267"/>
                  <a:pt x="730179" y="660862"/>
                  <a:pt x="733339" y="626281"/>
                </a:cubicBezTo>
                <a:cubicBezTo>
                  <a:pt x="739491" y="576238"/>
                  <a:pt x="745229" y="526196"/>
                  <a:pt x="749968" y="476070"/>
                </a:cubicBezTo>
                <a:cubicBezTo>
                  <a:pt x="753543" y="460359"/>
                  <a:pt x="742734" y="448223"/>
                  <a:pt x="736082" y="435421"/>
                </a:cubicBezTo>
                <a:cubicBezTo>
                  <a:pt x="696091" y="442986"/>
                  <a:pt x="654270" y="458115"/>
                  <a:pt x="613945" y="443733"/>
                </a:cubicBezTo>
                <a:cubicBezTo>
                  <a:pt x="570711" y="427524"/>
                  <a:pt x="543107" y="388288"/>
                  <a:pt x="521573" y="349633"/>
                </a:cubicBezTo>
                <a:cubicBezTo>
                  <a:pt x="453562" y="492696"/>
                  <a:pt x="471438" y="655292"/>
                  <a:pt x="455973" y="808330"/>
                </a:cubicBezTo>
                <a:cubicBezTo>
                  <a:pt x="446911" y="825537"/>
                  <a:pt x="436102" y="851140"/>
                  <a:pt x="412656" y="847898"/>
                </a:cubicBezTo>
                <a:cubicBezTo>
                  <a:pt x="379731" y="851473"/>
                  <a:pt x="352543" y="828945"/>
                  <a:pt x="332090" y="806085"/>
                </a:cubicBezTo>
                <a:cubicBezTo>
                  <a:pt x="293927" y="762942"/>
                  <a:pt x="283618" y="700680"/>
                  <a:pt x="296006" y="645567"/>
                </a:cubicBezTo>
                <a:cubicBezTo>
                  <a:pt x="310806" y="565598"/>
                  <a:pt x="334501" y="486212"/>
                  <a:pt x="376654" y="416135"/>
                </a:cubicBezTo>
                <a:cubicBezTo>
                  <a:pt x="404590" y="372909"/>
                  <a:pt x="441174" y="336084"/>
                  <a:pt x="478588" y="301087"/>
                </a:cubicBezTo>
                <a:cubicBezTo>
                  <a:pt x="503531" y="278892"/>
                  <a:pt x="524234" y="252458"/>
                  <a:pt x="544438" y="225940"/>
                </a:cubicBezTo>
                <a:cubicBezTo>
                  <a:pt x="476177" y="247138"/>
                  <a:pt x="411409" y="289865"/>
                  <a:pt x="336830" y="278809"/>
                </a:cubicBezTo>
                <a:cubicBezTo>
                  <a:pt x="289937" y="257113"/>
                  <a:pt x="248614" y="213720"/>
                  <a:pt x="243542" y="160768"/>
                </a:cubicBezTo>
                <a:cubicBezTo>
                  <a:pt x="247367" y="149214"/>
                  <a:pt x="248448" y="130760"/>
                  <a:pt x="264827" y="131674"/>
                </a:cubicBezTo>
                <a:cubicBezTo>
                  <a:pt x="319702" y="127601"/>
                  <a:pt x="371832" y="108647"/>
                  <a:pt x="425211" y="96594"/>
                </a:cubicBezTo>
                <a:cubicBezTo>
                  <a:pt x="505277" y="77641"/>
                  <a:pt x="582600" y="49461"/>
                  <a:pt x="661337" y="26102"/>
                </a:cubicBezTo>
                <a:moveTo>
                  <a:pt x="674307" y="1103931"/>
                </a:moveTo>
                <a:cubicBezTo>
                  <a:pt x="614362" y="1118893"/>
                  <a:pt x="551588" y="1125294"/>
                  <a:pt x="495716" y="1153391"/>
                </a:cubicBezTo>
                <a:cubicBezTo>
                  <a:pt x="557574" y="1149484"/>
                  <a:pt x="617188" y="1168188"/>
                  <a:pt x="677467" y="1177914"/>
                </a:cubicBezTo>
                <a:cubicBezTo>
                  <a:pt x="706234" y="1157631"/>
                  <a:pt x="729930" y="1131196"/>
                  <a:pt x="754374" y="1106175"/>
                </a:cubicBezTo>
                <a:cubicBezTo>
                  <a:pt x="731344" y="1085726"/>
                  <a:pt x="700414" y="1099857"/>
                  <a:pt x="674307" y="1103931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5E6E37E-9F59-2B0F-46EE-69DAB0492B19}"/>
              </a:ext>
            </a:extLst>
          </p:cNvPr>
          <p:cNvSpPr/>
          <p:nvPr/>
        </p:nvSpPr>
        <p:spPr>
          <a:xfrm>
            <a:off x="4779019" y="3824423"/>
            <a:ext cx="190664" cy="298438"/>
          </a:xfrm>
          <a:custGeom>
            <a:avLst/>
            <a:gdLst>
              <a:gd name="csX0" fmla="*/ 13985 w 190664"/>
              <a:gd name="csY0" fmla="*/ 28007 h 298438"/>
              <a:gd name="csX1" fmla="*/ 150339 w 190664"/>
              <a:gd name="csY1" fmla="*/ 26262 h 298438"/>
              <a:gd name="csX2" fmla="*/ 183348 w 190664"/>
              <a:gd name="csY2" fmla="*/ 94343 h 298438"/>
              <a:gd name="csX3" fmla="*/ 121988 w 190664"/>
              <a:gd name="csY3" fmla="*/ 181543 h 298438"/>
              <a:gd name="csX4" fmla="*/ 190664 w 190664"/>
              <a:gd name="csY4" fmla="*/ 183455 h 298438"/>
              <a:gd name="csX5" fmla="*/ 101119 w 190664"/>
              <a:gd name="csY5" fmla="*/ 289609 h 298438"/>
              <a:gd name="csX6" fmla="*/ 2095 w 190664"/>
              <a:gd name="csY6" fmla="*/ 207978 h 298438"/>
              <a:gd name="csX7" fmla="*/ 88398 w 190664"/>
              <a:gd name="csY7" fmla="*/ 118283 h 298438"/>
              <a:gd name="csX8" fmla="*/ 19721 w 190664"/>
              <a:gd name="csY8" fmla="*/ 90935 h 298438"/>
              <a:gd name="csX9" fmla="*/ 13985 w 190664"/>
              <a:gd name="csY9" fmla="*/ 28007 h 2984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90664" h="298438">
                <a:moveTo>
                  <a:pt x="13985" y="28007"/>
                </a:moveTo>
                <a:cubicBezTo>
                  <a:pt x="48905" y="-8236"/>
                  <a:pt x="114422" y="-9815"/>
                  <a:pt x="150339" y="26262"/>
                </a:cubicBezTo>
                <a:cubicBezTo>
                  <a:pt x="168132" y="43802"/>
                  <a:pt x="186839" y="68075"/>
                  <a:pt x="183348" y="94343"/>
                </a:cubicBezTo>
                <a:cubicBezTo>
                  <a:pt x="164224" y="124352"/>
                  <a:pt x="136538" y="148625"/>
                  <a:pt x="121988" y="181543"/>
                </a:cubicBezTo>
                <a:cubicBezTo>
                  <a:pt x="144519" y="187279"/>
                  <a:pt x="167800" y="187030"/>
                  <a:pt x="190664" y="183455"/>
                </a:cubicBezTo>
                <a:cubicBezTo>
                  <a:pt x="164724" y="221777"/>
                  <a:pt x="149009" y="272651"/>
                  <a:pt x="101119" y="289609"/>
                </a:cubicBezTo>
                <a:cubicBezTo>
                  <a:pt x="51814" y="322029"/>
                  <a:pt x="-12455" y="258436"/>
                  <a:pt x="2095" y="207978"/>
                </a:cubicBezTo>
                <a:cubicBezTo>
                  <a:pt x="30862" y="178135"/>
                  <a:pt x="66947" y="154860"/>
                  <a:pt x="88398" y="118283"/>
                </a:cubicBezTo>
                <a:cubicBezTo>
                  <a:pt x="65200" y="110469"/>
                  <a:pt x="36683" y="110885"/>
                  <a:pt x="19721" y="90935"/>
                </a:cubicBezTo>
                <a:cubicBezTo>
                  <a:pt x="4174" y="74475"/>
                  <a:pt x="-4805" y="45547"/>
                  <a:pt x="13985" y="28007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弧形 12">
            <a:extLst>
              <a:ext uri="{FF2B5EF4-FFF2-40B4-BE49-F238E27FC236}">
                <a16:creationId xmlns:a16="http://schemas.microsoft.com/office/drawing/2014/main" id="{E3B45EA6-DA64-2CEA-C7D2-3EDCE88CE025}"/>
              </a:ext>
            </a:extLst>
          </p:cNvPr>
          <p:cNvSpPr/>
          <p:nvPr/>
        </p:nvSpPr>
        <p:spPr>
          <a:xfrm>
            <a:off x="3652108" y="985108"/>
            <a:ext cx="4887784" cy="4887784"/>
          </a:xfrm>
          <a:prstGeom prst="arc">
            <a:avLst>
              <a:gd name="adj1" fmla="val 1922915"/>
              <a:gd name="adj2" fmla="val 20921739"/>
            </a:avLst>
          </a:prstGeom>
          <a:ln w="635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Arc 12+">
            <a:extLst>
              <a:ext uri="{FF2B5EF4-FFF2-40B4-BE49-F238E27FC236}">
                <a16:creationId xmlns:a16="http://schemas.microsoft.com/office/drawing/2014/main" id="{8E4942DE-7A03-2E98-3A93-690A5C754C8B}"/>
              </a:ext>
            </a:extLst>
          </p:cNvPr>
          <p:cNvSpPr/>
          <p:nvPr/>
        </p:nvSpPr>
        <p:spPr>
          <a:xfrm>
            <a:off x="3067050" y="400050"/>
            <a:ext cx="6057900" cy="6057900"/>
          </a:xfrm>
          <a:prstGeom prst="arc">
            <a:avLst>
              <a:gd name="adj1" fmla="val 3600716"/>
              <a:gd name="adj2" fmla="val 12203539"/>
            </a:avLst>
          </a:prstGeom>
          <a:ln w="1016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Arc 12++">
            <a:extLst>
              <a:ext uri="{FF2B5EF4-FFF2-40B4-BE49-F238E27FC236}">
                <a16:creationId xmlns:a16="http://schemas.microsoft.com/office/drawing/2014/main" id="{19A7C068-A406-AFFA-76BC-16FC13024AF1}"/>
              </a:ext>
            </a:extLst>
          </p:cNvPr>
          <p:cNvSpPr/>
          <p:nvPr/>
        </p:nvSpPr>
        <p:spPr>
          <a:xfrm>
            <a:off x="2365829" y="-301171"/>
            <a:ext cx="7460342" cy="7460342"/>
          </a:xfrm>
          <a:prstGeom prst="arc">
            <a:avLst>
              <a:gd name="adj1" fmla="val 9606023"/>
              <a:gd name="adj2" fmla="val 12159905"/>
            </a:avLst>
          </a:prstGeom>
          <a:ln w="127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CA791A6C-EE1E-2683-3A8D-C70F5DE8AA8C}"/>
              </a:ext>
            </a:extLst>
          </p:cNvPr>
          <p:cNvSpPr/>
          <p:nvPr/>
        </p:nvSpPr>
        <p:spPr>
          <a:xfrm>
            <a:off x="4575916" y="1466437"/>
            <a:ext cx="307995" cy="872068"/>
          </a:xfrm>
          <a:custGeom>
            <a:avLst/>
            <a:gdLst>
              <a:gd name="connsiteX0" fmla="*/ 372617 w 380184"/>
              <a:gd name="connsiteY0" fmla="*/ 806419 h 1076464"/>
              <a:gd name="connsiteX1" fmla="*/ 374694 w 380184"/>
              <a:gd name="connsiteY1" fmla="*/ 890781 h 1076464"/>
              <a:gd name="connsiteX2" fmla="*/ 372617 w 380184"/>
              <a:gd name="connsiteY2" fmla="*/ 806419 h 1076464"/>
              <a:gd name="connsiteX3" fmla="*/ 370799 w 380184"/>
              <a:gd name="connsiteY3" fmla="*/ 751214 h 1076464"/>
              <a:gd name="connsiteX4" fmla="*/ 370885 w 380184"/>
              <a:gd name="connsiteY4" fmla="*/ 788592 h 1076464"/>
              <a:gd name="connsiteX5" fmla="*/ 370799 w 380184"/>
              <a:gd name="connsiteY5" fmla="*/ 751214 h 1076464"/>
              <a:gd name="connsiteX6" fmla="*/ 373051 w 380184"/>
              <a:gd name="connsiteY6" fmla="*/ 513789 h 1076464"/>
              <a:gd name="connsiteX7" fmla="*/ 372877 w 380184"/>
              <a:gd name="connsiteY7" fmla="*/ 743514 h 1076464"/>
              <a:gd name="connsiteX8" fmla="*/ 373051 w 380184"/>
              <a:gd name="connsiteY8" fmla="*/ 513789 h 1076464"/>
              <a:gd name="connsiteX9" fmla="*/ 373309 w 380184"/>
              <a:gd name="connsiteY9" fmla="*/ 374914 h 1076464"/>
              <a:gd name="connsiteX10" fmla="*/ 372963 w 380184"/>
              <a:gd name="connsiteY10" fmla="*/ 490598 h 1076464"/>
              <a:gd name="connsiteX11" fmla="*/ 373309 w 380184"/>
              <a:gd name="connsiteY11" fmla="*/ 374914 h 1076464"/>
              <a:gd name="connsiteX12" fmla="*/ 3495 w 380184"/>
              <a:gd name="connsiteY12" fmla="*/ 359600 h 1076464"/>
              <a:gd name="connsiteX13" fmla="*/ 12068 w 380184"/>
              <a:gd name="connsiteY13" fmla="*/ 361158 h 1076464"/>
              <a:gd name="connsiteX14" fmla="*/ 19864 w 380184"/>
              <a:gd name="connsiteY14" fmla="*/ 485927 h 1076464"/>
              <a:gd name="connsiteX15" fmla="*/ 18998 w 380184"/>
              <a:gd name="connsiteY15" fmla="*/ 617272 h 1076464"/>
              <a:gd name="connsiteX16" fmla="*/ 23675 w 380184"/>
              <a:gd name="connsiteY16" fmla="*/ 775529 h 1076464"/>
              <a:gd name="connsiteX17" fmla="*/ 13109 w 380184"/>
              <a:gd name="connsiteY17" fmla="*/ 834972 h 1076464"/>
              <a:gd name="connsiteX18" fmla="*/ 8864 w 380184"/>
              <a:gd name="connsiteY18" fmla="*/ 933956 h 1076464"/>
              <a:gd name="connsiteX19" fmla="*/ 8952 w 380184"/>
              <a:gd name="connsiteY19" fmla="*/ 800794 h 1076464"/>
              <a:gd name="connsiteX20" fmla="*/ 1502 w 380184"/>
              <a:gd name="connsiteY20" fmla="*/ 724478 h 1076464"/>
              <a:gd name="connsiteX21" fmla="*/ 7652 w 380184"/>
              <a:gd name="connsiteY21" fmla="*/ 593480 h 1076464"/>
              <a:gd name="connsiteX22" fmla="*/ 2022 w 380184"/>
              <a:gd name="connsiteY22" fmla="*/ 522009 h 1076464"/>
              <a:gd name="connsiteX23" fmla="*/ 3495 w 380184"/>
              <a:gd name="connsiteY23" fmla="*/ 359600 h 1076464"/>
              <a:gd name="connsiteX24" fmla="*/ 371665 w 380184"/>
              <a:gd name="connsiteY24" fmla="*/ 278005 h 1076464"/>
              <a:gd name="connsiteX25" fmla="*/ 372097 w 380184"/>
              <a:gd name="connsiteY25" fmla="*/ 360638 h 1076464"/>
              <a:gd name="connsiteX26" fmla="*/ 371665 w 380184"/>
              <a:gd name="connsiteY26" fmla="*/ 278005 h 1076464"/>
              <a:gd name="connsiteX27" fmla="*/ 369585 w 380184"/>
              <a:gd name="connsiteY27" fmla="*/ 192087 h 1076464"/>
              <a:gd name="connsiteX28" fmla="*/ 375908 w 380184"/>
              <a:gd name="connsiteY28" fmla="*/ 210171 h 1076464"/>
              <a:gd name="connsiteX29" fmla="*/ 369585 w 380184"/>
              <a:gd name="connsiteY29" fmla="*/ 192087 h 1076464"/>
              <a:gd name="connsiteX30" fmla="*/ 221052 w 380184"/>
              <a:gd name="connsiteY30" fmla="*/ 65931 h 1076464"/>
              <a:gd name="connsiteX31" fmla="*/ 221052 w 380184"/>
              <a:gd name="connsiteY31" fmla="*/ 73807 h 1076464"/>
              <a:gd name="connsiteX32" fmla="*/ 268687 w 380184"/>
              <a:gd name="connsiteY32" fmla="*/ 71471 h 1076464"/>
              <a:gd name="connsiteX33" fmla="*/ 324202 w 380184"/>
              <a:gd name="connsiteY33" fmla="*/ 75104 h 1076464"/>
              <a:gd name="connsiteX34" fmla="*/ 328879 w 380184"/>
              <a:gd name="connsiteY34" fmla="*/ 290641 h 1076464"/>
              <a:gd name="connsiteX35" fmla="*/ 325502 w 380184"/>
              <a:gd name="connsiteY35" fmla="*/ 618484 h 1076464"/>
              <a:gd name="connsiteX36" fmla="*/ 325070 w 380184"/>
              <a:gd name="connsiteY36" fmla="*/ 877976 h 1076464"/>
              <a:gd name="connsiteX37" fmla="*/ 332432 w 380184"/>
              <a:gd name="connsiteY37" fmla="*/ 1022820 h 1076464"/>
              <a:gd name="connsiteX38" fmla="*/ 348625 w 380184"/>
              <a:gd name="connsiteY38" fmla="*/ 1028357 h 1076464"/>
              <a:gd name="connsiteX39" fmla="*/ 373917 w 380184"/>
              <a:gd name="connsiteY39" fmla="*/ 929112 h 1076464"/>
              <a:gd name="connsiteX40" fmla="*/ 365428 w 380184"/>
              <a:gd name="connsiteY40" fmla="*/ 1066948 h 1076464"/>
              <a:gd name="connsiteX41" fmla="*/ 334421 w 380184"/>
              <a:gd name="connsiteY41" fmla="*/ 1073524 h 1076464"/>
              <a:gd name="connsiteX42" fmla="*/ 112879 w 380184"/>
              <a:gd name="connsiteY42" fmla="*/ 1076464 h 1076464"/>
              <a:gd name="connsiteX43" fmla="*/ 195071 w 380184"/>
              <a:gd name="connsiteY43" fmla="*/ 1063485 h 1076464"/>
              <a:gd name="connsiteX44" fmla="*/ 316494 w 380184"/>
              <a:gd name="connsiteY44" fmla="*/ 1056219 h 1076464"/>
              <a:gd name="connsiteX45" fmla="*/ 347933 w 380184"/>
              <a:gd name="connsiteY45" fmla="*/ 1043240 h 1076464"/>
              <a:gd name="connsiteX46" fmla="*/ 237248 w 380184"/>
              <a:gd name="connsiteY46" fmla="*/ 1025760 h 1076464"/>
              <a:gd name="connsiteX47" fmla="*/ 132453 w 380184"/>
              <a:gd name="connsiteY47" fmla="*/ 1023339 h 1076464"/>
              <a:gd name="connsiteX48" fmla="*/ 38657 w 380184"/>
              <a:gd name="connsiteY48" fmla="*/ 1012177 h 1076464"/>
              <a:gd name="connsiteX49" fmla="*/ 50956 w 380184"/>
              <a:gd name="connsiteY49" fmla="*/ 929892 h 1076464"/>
              <a:gd name="connsiteX50" fmla="*/ 53034 w 380184"/>
              <a:gd name="connsiteY50" fmla="*/ 811265 h 1076464"/>
              <a:gd name="connsiteX51" fmla="*/ 37099 w 380184"/>
              <a:gd name="connsiteY51" fmla="*/ 814639 h 1076464"/>
              <a:gd name="connsiteX52" fmla="*/ 52599 w 380184"/>
              <a:gd name="connsiteY52" fmla="*/ 794218 h 1076464"/>
              <a:gd name="connsiteX53" fmla="*/ 52341 w 380184"/>
              <a:gd name="connsiteY53" fmla="*/ 772932 h 1076464"/>
              <a:gd name="connsiteX54" fmla="*/ 35538 w 380184"/>
              <a:gd name="connsiteY54" fmla="*/ 772327 h 1076464"/>
              <a:gd name="connsiteX55" fmla="*/ 52253 w 380184"/>
              <a:gd name="connsiteY55" fmla="*/ 768434 h 1076464"/>
              <a:gd name="connsiteX56" fmla="*/ 53034 w 380184"/>
              <a:gd name="connsiteY56" fmla="*/ 724479 h 1076464"/>
              <a:gd name="connsiteX57" fmla="*/ 41429 w 380184"/>
              <a:gd name="connsiteY57" fmla="*/ 729758 h 1076464"/>
              <a:gd name="connsiteX58" fmla="*/ 49222 w 380184"/>
              <a:gd name="connsiteY58" fmla="*/ 558522 h 1076464"/>
              <a:gd name="connsiteX59" fmla="*/ 44026 w 380184"/>
              <a:gd name="connsiteY59" fmla="*/ 402862 h 1076464"/>
              <a:gd name="connsiteX60" fmla="*/ 50176 w 380184"/>
              <a:gd name="connsiteY60" fmla="*/ 318154 h 1076464"/>
              <a:gd name="connsiteX61" fmla="*/ 52426 w 380184"/>
              <a:gd name="connsiteY61" fmla="*/ 260528 h 1076464"/>
              <a:gd name="connsiteX62" fmla="*/ 11895 w 380184"/>
              <a:gd name="connsiteY62" fmla="*/ 343073 h 1076464"/>
              <a:gd name="connsiteX63" fmla="*/ 376 w 380184"/>
              <a:gd name="connsiteY63" fmla="*/ 308203 h 1076464"/>
              <a:gd name="connsiteX64" fmla="*/ 3407 w 380184"/>
              <a:gd name="connsiteY64" fmla="*/ 241407 h 1076464"/>
              <a:gd name="connsiteX65" fmla="*/ 9730 w 380184"/>
              <a:gd name="connsiteY65" fmla="*/ 96649 h 1076464"/>
              <a:gd name="connsiteX66" fmla="*/ 23326 w 380184"/>
              <a:gd name="connsiteY66" fmla="*/ 256461 h 1076464"/>
              <a:gd name="connsiteX67" fmla="*/ 51907 w 380184"/>
              <a:gd name="connsiteY67" fmla="*/ 258884 h 1076464"/>
              <a:gd name="connsiteX68" fmla="*/ 52168 w 380184"/>
              <a:gd name="connsiteY68" fmla="*/ 69306 h 1076464"/>
              <a:gd name="connsiteX69" fmla="*/ 126391 w 380184"/>
              <a:gd name="connsiteY69" fmla="*/ 67750 h 1076464"/>
              <a:gd name="connsiteX70" fmla="*/ 221052 w 380184"/>
              <a:gd name="connsiteY70" fmla="*/ 65931 h 1076464"/>
              <a:gd name="connsiteX71" fmla="*/ 218886 w 380184"/>
              <a:gd name="connsiteY71" fmla="*/ 0 h 1076464"/>
              <a:gd name="connsiteX72" fmla="*/ 321344 w 380184"/>
              <a:gd name="connsiteY72" fmla="*/ 15057 h 1076464"/>
              <a:gd name="connsiteX73" fmla="*/ 320739 w 380184"/>
              <a:gd name="connsiteY73" fmla="*/ 26217 h 1076464"/>
              <a:gd name="connsiteX74" fmla="*/ 194724 w 380184"/>
              <a:gd name="connsiteY74" fmla="*/ 21979 h 1076464"/>
              <a:gd name="connsiteX75" fmla="*/ 78756 w 380184"/>
              <a:gd name="connsiteY75" fmla="*/ 17046 h 1076464"/>
              <a:gd name="connsiteX76" fmla="*/ 195678 w 380184"/>
              <a:gd name="connsiteY76" fmla="*/ 4240 h 1076464"/>
              <a:gd name="connsiteX77" fmla="*/ 218886 w 380184"/>
              <a:gd name="connsiteY77" fmla="*/ 0 h 1076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80184" h="1076464">
                <a:moveTo>
                  <a:pt x="372617" y="806419"/>
                </a:moveTo>
                <a:cubicBezTo>
                  <a:pt x="375908" y="834282"/>
                  <a:pt x="379024" y="862661"/>
                  <a:pt x="374694" y="890781"/>
                </a:cubicBezTo>
                <a:cubicBezTo>
                  <a:pt x="362743" y="864046"/>
                  <a:pt x="369844" y="834194"/>
                  <a:pt x="372617" y="806419"/>
                </a:cubicBezTo>
                <a:close/>
                <a:moveTo>
                  <a:pt x="370799" y="751214"/>
                </a:moveTo>
                <a:cubicBezTo>
                  <a:pt x="382923" y="753376"/>
                  <a:pt x="382665" y="785825"/>
                  <a:pt x="370885" y="788592"/>
                </a:cubicBezTo>
                <a:cubicBezTo>
                  <a:pt x="364562" y="777603"/>
                  <a:pt x="364215" y="761769"/>
                  <a:pt x="370799" y="751214"/>
                </a:cubicBezTo>
                <a:close/>
                <a:moveTo>
                  <a:pt x="373051" y="513789"/>
                </a:moveTo>
                <a:cubicBezTo>
                  <a:pt x="379459" y="590105"/>
                  <a:pt x="378159" y="667027"/>
                  <a:pt x="372877" y="743514"/>
                </a:cubicBezTo>
                <a:cubicBezTo>
                  <a:pt x="366381" y="667198"/>
                  <a:pt x="365254" y="589931"/>
                  <a:pt x="373051" y="513789"/>
                </a:cubicBezTo>
                <a:close/>
                <a:moveTo>
                  <a:pt x="373309" y="374914"/>
                </a:moveTo>
                <a:cubicBezTo>
                  <a:pt x="379890" y="413070"/>
                  <a:pt x="377813" y="452180"/>
                  <a:pt x="372963" y="490598"/>
                </a:cubicBezTo>
                <a:cubicBezTo>
                  <a:pt x="367505" y="452353"/>
                  <a:pt x="364213" y="412727"/>
                  <a:pt x="373309" y="374914"/>
                </a:cubicBezTo>
                <a:close/>
                <a:moveTo>
                  <a:pt x="3495" y="359600"/>
                </a:moveTo>
                <a:cubicBezTo>
                  <a:pt x="5660" y="360031"/>
                  <a:pt x="9903" y="360812"/>
                  <a:pt x="12068" y="361158"/>
                </a:cubicBezTo>
                <a:cubicBezTo>
                  <a:pt x="32509" y="399834"/>
                  <a:pt x="15621" y="444481"/>
                  <a:pt x="19864" y="485927"/>
                </a:cubicBezTo>
                <a:cubicBezTo>
                  <a:pt x="24802" y="529623"/>
                  <a:pt x="12417" y="573405"/>
                  <a:pt x="18998" y="617272"/>
                </a:cubicBezTo>
                <a:cubicBezTo>
                  <a:pt x="26445" y="669793"/>
                  <a:pt x="21337" y="722835"/>
                  <a:pt x="23675" y="775529"/>
                </a:cubicBezTo>
                <a:cubicBezTo>
                  <a:pt x="29305" y="796293"/>
                  <a:pt x="17440" y="815071"/>
                  <a:pt x="13109" y="834972"/>
                </a:cubicBezTo>
                <a:cubicBezTo>
                  <a:pt x="8345" y="867679"/>
                  <a:pt x="13802" y="901076"/>
                  <a:pt x="8864" y="933956"/>
                </a:cubicBezTo>
                <a:cubicBezTo>
                  <a:pt x="3148" y="889655"/>
                  <a:pt x="9037" y="845096"/>
                  <a:pt x="8952" y="800794"/>
                </a:cubicBezTo>
                <a:cubicBezTo>
                  <a:pt x="9903" y="774921"/>
                  <a:pt x="-3606" y="750175"/>
                  <a:pt x="1502" y="724478"/>
                </a:cubicBezTo>
                <a:cubicBezTo>
                  <a:pt x="11117" y="681474"/>
                  <a:pt x="10425" y="637000"/>
                  <a:pt x="7652" y="593480"/>
                </a:cubicBezTo>
                <a:cubicBezTo>
                  <a:pt x="1071" y="570031"/>
                  <a:pt x="-1702" y="545977"/>
                  <a:pt x="2022" y="522009"/>
                </a:cubicBezTo>
                <a:cubicBezTo>
                  <a:pt x="2802" y="467842"/>
                  <a:pt x="2629" y="413764"/>
                  <a:pt x="3495" y="359600"/>
                </a:cubicBezTo>
                <a:close/>
                <a:moveTo>
                  <a:pt x="371665" y="278005"/>
                </a:moveTo>
                <a:cubicBezTo>
                  <a:pt x="379458" y="305002"/>
                  <a:pt x="377207" y="333208"/>
                  <a:pt x="372097" y="360638"/>
                </a:cubicBezTo>
                <a:cubicBezTo>
                  <a:pt x="368115" y="333208"/>
                  <a:pt x="366642" y="305260"/>
                  <a:pt x="371665" y="278005"/>
                </a:cubicBezTo>
                <a:close/>
                <a:moveTo>
                  <a:pt x="369585" y="192087"/>
                </a:moveTo>
                <a:cubicBezTo>
                  <a:pt x="381104" y="193384"/>
                  <a:pt x="383269" y="199355"/>
                  <a:pt x="375908" y="210171"/>
                </a:cubicBezTo>
                <a:cubicBezTo>
                  <a:pt x="364130" y="208613"/>
                  <a:pt x="362050" y="202557"/>
                  <a:pt x="369585" y="192087"/>
                </a:cubicBezTo>
                <a:close/>
                <a:moveTo>
                  <a:pt x="221052" y="65931"/>
                </a:moveTo>
                <a:lnTo>
                  <a:pt x="221052" y="73807"/>
                </a:lnTo>
                <a:cubicBezTo>
                  <a:pt x="236729" y="70432"/>
                  <a:pt x="253271" y="62644"/>
                  <a:pt x="268687" y="71471"/>
                </a:cubicBezTo>
                <a:cubicBezTo>
                  <a:pt x="286963" y="73546"/>
                  <a:pt x="307660" y="64722"/>
                  <a:pt x="324202" y="75104"/>
                </a:cubicBezTo>
                <a:cubicBezTo>
                  <a:pt x="326801" y="146921"/>
                  <a:pt x="322037" y="218909"/>
                  <a:pt x="328879" y="290641"/>
                </a:cubicBezTo>
                <a:cubicBezTo>
                  <a:pt x="317448" y="399749"/>
                  <a:pt x="338579" y="509288"/>
                  <a:pt x="325502" y="618484"/>
                </a:cubicBezTo>
                <a:cubicBezTo>
                  <a:pt x="330613" y="704665"/>
                  <a:pt x="331910" y="791622"/>
                  <a:pt x="325070" y="877976"/>
                </a:cubicBezTo>
                <a:cubicBezTo>
                  <a:pt x="332778" y="925910"/>
                  <a:pt x="325070" y="975056"/>
                  <a:pt x="332432" y="1022820"/>
                </a:cubicBezTo>
                <a:cubicBezTo>
                  <a:pt x="336413" y="1024202"/>
                  <a:pt x="344555" y="1026972"/>
                  <a:pt x="348625" y="1028357"/>
                </a:cubicBezTo>
                <a:cubicBezTo>
                  <a:pt x="357720" y="995392"/>
                  <a:pt x="368721" y="962943"/>
                  <a:pt x="373917" y="929112"/>
                </a:cubicBezTo>
                <a:cubicBezTo>
                  <a:pt x="371578" y="974971"/>
                  <a:pt x="376860" y="1021869"/>
                  <a:pt x="365428" y="1066948"/>
                </a:cubicBezTo>
                <a:cubicBezTo>
                  <a:pt x="357201" y="1075252"/>
                  <a:pt x="344902" y="1072573"/>
                  <a:pt x="334421" y="1073524"/>
                </a:cubicBezTo>
                <a:cubicBezTo>
                  <a:pt x="260547" y="1073870"/>
                  <a:pt x="186671" y="1069284"/>
                  <a:pt x="112879" y="1076464"/>
                </a:cubicBezTo>
                <a:cubicBezTo>
                  <a:pt x="137822" y="1062881"/>
                  <a:pt x="167617" y="1064785"/>
                  <a:pt x="195071" y="1063485"/>
                </a:cubicBezTo>
                <a:cubicBezTo>
                  <a:pt x="235775" y="1068764"/>
                  <a:pt x="275790" y="1057170"/>
                  <a:pt x="316494" y="1056219"/>
                </a:cubicBezTo>
                <a:cubicBezTo>
                  <a:pt x="328620" y="1056909"/>
                  <a:pt x="338840" y="1050248"/>
                  <a:pt x="347933" y="1043240"/>
                </a:cubicBezTo>
                <a:cubicBezTo>
                  <a:pt x="314502" y="1021435"/>
                  <a:pt x="273883" y="1034933"/>
                  <a:pt x="237248" y="1025760"/>
                </a:cubicBezTo>
                <a:cubicBezTo>
                  <a:pt x="202518" y="1018321"/>
                  <a:pt x="167268" y="1030434"/>
                  <a:pt x="132453" y="1023339"/>
                </a:cubicBezTo>
                <a:cubicBezTo>
                  <a:pt x="101621" y="1016244"/>
                  <a:pt x="66111" y="1030693"/>
                  <a:pt x="38657" y="1012177"/>
                </a:cubicBezTo>
                <a:cubicBezTo>
                  <a:pt x="43334" y="984661"/>
                  <a:pt x="44026" y="956801"/>
                  <a:pt x="50956" y="929892"/>
                </a:cubicBezTo>
                <a:cubicBezTo>
                  <a:pt x="54160" y="890348"/>
                  <a:pt x="50607" y="850721"/>
                  <a:pt x="53034" y="811265"/>
                </a:cubicBezTo>
                <a:lnTo>
                  <a:pt x="37099" y="814639"/>
                </a:lnTo>
                <a:cubicBezTo>
                  <a:pt x="42207" y="807632"/>
                  <a:pt x="47403" y="800794"/>
                  <a:pt x="52599" y="794218"/>
                </a:cubicBezTo>
                <a:cubicBezTo>
                  <a:pt x="52514" y="788854"/>
                  <a:pt x="52426" y="778211"/>
                  <a:pt x="52341" y="772932"/>
                </a:cubicBezTo>
                <a:lnTo>
                  <a:pt x="35538" y="772327"/>
                </a:lnTo>
                <a:cubicBezTo>
                  <a:pt x="39695" y="771377"/>
                  <a:pt x="48096" y="769384"/>
                  <a:pt x="52253" y="768434"/>
                </a:cubicBezTo>
                <a:cubicBezTo>
                  <a:pt x="52341" y="753638"/>
                  <a:pt x="52599" y="739016"/>
                  <a:pt x="53034" y="724479"/>
                </a:cubicBezTo>
                <a:lnTo>
                  <a:pt x="41429" y="729758"/>
                </a:lnTo>
                <a:cubicBezTo>
                  <a:pt x="52860" y="672909"/>
                  <a:pt x="35106" y="614936"/>
                  <a:pt x="49222" y="558522"/>
                </a:cubicBezTo>
                <a:cubicBezTo>
                  <a:pt x="52514" y="506694"/>
                  <a:pt x="57623" y="453393"/>
                  <a:pt x="44026" y="402862"/>
                </a:cubicBezTo>
                <a:cubicBezTo>
                  <a:pt x="41514" y="374395"/>
                  <a:pt x="42987" y="345670"/>
                  <a:pt x="50176" y="318154"/>
                </a:cubicBezTo>
                <a:cubicBezTo>
                  <a:pt x="50607" y="298772"/>
                  <a:pt x="51907" y="279563"/>
                  <a:pt x="52426" y="260528"/>
                </a:cubicBezTo>
                <a:cubicBezTo>
                  <a:pt x="2368" y="252569"/>
                  <a:pt x="28349" y="319885"/>
                  <a:pt x="11895" y="343073"/>
                </a:cubicBezTo>
                <a:cubicBezTo>
                  <a:pt x="-5427" y="341084"/>
                  <a:pt x="1676" y="319712"/>
                  <a:pt x="376" y="308203"/>
                </a:cubicBezTo>
                <a:cubicBezTo>
                  <a:pt x="2022" y="285881"/>
                  <a:pt x="4965" y="263644"/>
                  <a:pt x="3407" y="241407"/>
                </a:cubicBezTo>
                <a:cubicBezTo>
                  <a:pt x="5311" y="193039"/>
                  <a:pt x="-1962" y="144239"/>
                  <a:pt x="9730" y="96649"/>
                </a:cubicBezTo>
                <a:cubicBezTo>
                  <a:pt x="15706" y="149776"/>
                  <a:pt x="10942" y="203767"/>
                  <a:pt x="23326" y="256461"/>
                </a:cubicBezTo>
                <a:cubicBezTo>
                  <a:pt x="30515" y="257068"/>
                  <a:pt x="44806" y="258280"/>
                  <a:pt x="51907" y="258884"/>
                </a:cubicBezTo>
                <a:cubicBezTo>
                  <a:pt x="52426" y="195633"/>
                  <a:pt x="51995" y="132472"/>
                  <a:pt x="52168" y="69306"/>
                </a:cubicBezTo>
                <a:cubicBezTo>
                  <a:pt x="76937" y="67143"/>
                  <a:pt x="102053" y="73892"/>
                  <a:pt x="126391" y="67750"/>
                </a:cubicBezTo>
                <a:cubicBezTo>
                  <a:pt x="157741" y="58404"/>
                  <a:pt x="190394" y="78910"/>
                  <a:pt x="221052" y="65931"/>
                </a:cubicBezTo>
                <a:close/>
                <a:moveTo>
                  <a:pt x="218886" y="0"/>
                </a:moveTo>
                <a:cubicBezTo>
                  <a:pt x="252751" y="7183"/>
                  <a:pt x="288608" y="1470"/>
                  <a:pt x="321344" y="15057"/>
                </a:cubicBezTo>
                <a:lnTo>
                  <a:pt x="320739" y="26217"/>
                </a:lnTo>
                <a:cubicBezTo>
                  <a:pt x="278732" y="25354"/>
                  <a:pt x="236297" y="29418"/>
                  <a:pt x="194724" y="21979"/>
                </a:cubicBezTo>
                <a:cubicBezTo>
                  <a:pt x="156444" y="15315"/>
                  <a:pt x="117471" y="14883"/>
                  <a:pt x="78756" y="17046"/>
                </a:cubicBezTo>
                <a:cubicBezTo>
                  <a:pt x="114525" y="-9432"/>
                  <a:pt x="156790" y="16961"/>
                  <a:pt x="195678" y="4240"/>
                </a:cubicBezTo>
                <a:cubicBezTo>
                  <a:pt x="201479" y="3201"/>
                  <a:pt x="213086" y="1039"/>
                  <a:pt x="218886" y="0"/>
                </a:cubicBezTo>
                <a:close/>
              </a:path>
            </a:pathLst>
          </a:custGeom>
          <a:solidFill>
            <a:srgbClr val="FF0000"/>
          </a:solidFill>
          <a:ln w="331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2400" dirty="0">
              <a:cs typeface="+mn-ea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EE06D71-494D-87F3-D931-012048CB0F6B}"/>
              </a:ext>
            </a:extLst>
          </p:cNvPr>
          <p:cNvSpPr txBox="1"/>
          <p:nvPr/>
        </p:nvSpPr>
        <p:spPr>
          <a:xfrm>
            <a:off x="4664605" y="1619348"/>
            <a:ext cx="140642" cy="137963"/>
          </a:xfrm>
          <a:custGeom>
            <a:avLst/>
            <a:gdLst/>
            <a:ahLst/>
            <a:cxnLst/>
            <a:rect l="l" t="t" r="r" b="b"/>
            <a:pathLst>
              <a:path w="140642" h="137963">
                <a:moveTo>
                  <a:pt x="52834" y="31402"/>
                </a:moveTo>
                <a:lnTo>
                  <a:pt x="55512" y="31402"/>
                </a:lnTo>
                <a:lnTo>
                  <a:pt x="55512" y="32295"/>
                </a:lnTo>
                <a:lnTo>
                  <a:pt x="61763" y="32295"/>
                </a:lnTo>
                <a:lnTo>
                  <a:pt x="61763" y="33188"/>
                </a:lnTo>
                <a:lnTo>
                  <a:pt x="62656" y="33188"/>
                </a:lnTo>
                <a:lnTo>
                  <a:pt x="62656" y="32295"/>
                </a:lnTo>
                <a:lnTo>
                  <a:pt x="65335" y="32295"/>
                </a:lnTo>
                <a:lnTo>
                  <a:pt x="65335" y="33188"/>
                </a:lnTo>
                <a:lnTo>
                  <a:pt x="73521" y="33188"/>
                </a:lnTo>
                <a:lnTo>
                  <a:pt x="73521" y="34081"/>
                </a:lnTo>
                <a:lnTo>
                  <a:pt x="72628" y="34081"/>
                </a:lnTo>
                <a:lnTo>
                  <a:pt x="72628" y="34974"/>
                </a:lnTo>
                <a:lnTo>
                  <a:pt x="71735" y="34974"/>
                </a:lnTo>
                <a:lnTo>
                  <a:pt x="71735" y="35867"/>
                </a:lnTo>
                <a:lnTo>
                  <a:pt x="70842" y="35867"/>
                </a:lnTo>
                <a:lnTo>
                  <a:pt x="70842" y="36760"/>
                </a:lnTo>
                <a:lnTo>
                  <a:pt x="67121" y="36760"/>
                </a:lnTo>
                <a:lnTo>
                  <a:pt x="67121" y="35867"/>
                </a:lnTo>
                <a:lnTo>
                  <a:pt x="65335" y="35867"/>
                </a:lnTo>
                <a:lnTo>
                  <a:pt x="65335" y="36760"/>
                </a:lnTo>
                <a:lnTo>
                  <a:pt x="63549" y="36760"/>
                </a:lnTo>
                <a:lnTo>
                  <a:pt x="63549" y="35867"/>
                </a:lnTo>
                <a:lnTo>
                  <a:pt x="53726" y="35867"/>
                </a:lnTo>
                <a:lnTo>
                  <a:pt x="53726" y="36760"/>
                </a:lnTo>
                <a:lnTo>
                  <a:pt x="52834" y="36760"/>
                </a:lnTo>
                <a:lnTo>
                  <a:pt x="52834" y="35867"/>
                </a:lnTo>
                <a:lnTo>
                  <a:pt x="51941" y="35867"/>
                </a:lnTo>
                <a:lnTo>
                  <a:pt x="51941" y="34974"/>
                </a:lnTo>
                <a:lnTo>
                  <a:pt x="49262" y="34974"/>
                </a:lnTo>
                <a:lnTo>
                  <a:pt x="49262" y="35867"/>
                </a:lnTo>
                <a:lnTo>
                  <a:pt x="43011" y="35867"/>
                </a:lnTo>
                <a:lnTo>
                  <a:pt x="43011" y="34974"/>
                </a:lnTo>
                <a:lnTo>
                  <a:pt x="42118" y="34974"/>
                </a:lnTo>
                <a:lnTo>
                  <a:pt x="42118" y="33188"/>
                </a:lnTo>
                <a:lnTo>
                  <a:pt x="51048" y="33188"/>
                </a:lnTo>
                <a:lnTo>
                  <a:pt x="51048" y="32295"/>
                </a:lnTo>
                <a:lnTo>
                  <a:pt x="52834" y="32295"/>
                </a:lnTo>
                <a:close/>
                <a:moveTo>
                  <a:pt x="120997" y="21431"/>
                </a:moveTo>
                <a:lnTo>
                  <a:pt x="124569" y="21431"/>
                </a:lnTo>
                <a:lnTo>
                  <a:pt x="124569" y="22324"/>
                </a:lnTo>
                <a:lnTo>
                  <a:pt x="127248" y="22324"/>
                </a:lnTo>
                <a:lnTo>
                  <a:pt x="127248" y="23366"/>
                </a:lnTo>
                <a:lnTo>
                  <a:pt x="128141" y="23366"/>
                </a:lnTo>
                <a:lnTo>
                  <a:pt x="128141" y="24259"/>
                </a:lnTo>
                <a:lnTo>
                  <a:pt x="129034" y="24259"/>
                </a:lnTo>
                <a:lnTo>
                  <a:pt x="129034" y="25152"/>
                </a:lnTo>
                <a:lnTo>
                  <a:pt x="129926" y="25152"/>
                </a:lnTo>
                <a:lnTo>
                  <a:pt x="129926" y="26045"/>
                </a:lnTo>
                <a:lnTo>
                  <a:pt x="130819" y="26045"/>
                </a:lnTo>
                <a:lnTo>
                  <a:pt x="130819" y="27831"/>
                </a:lnTo>
                <a:lnTo>
                  <a:pt x="131712" y="27831"/>
                </a:lnTo>
                <a:lnTo>
                  <a:pt x="131712" y="28724"/>
                </a:lnTo>
                <a:lnTo>
                  <a:pt x="132605" y="28724"/>
                </a:lnTo>
                <a:lnTo>
                  <a:pt x="132605" y="29617"/>
                </a:lnTo>
                <a:lnTo>
                  <a:pt x="133498" y="29617"/>
                </a:lnTo>
                <a:lnTo>
                  <a:pt x="133498" y="30509"/>
                </a:lnTo>
                <a:lnTo>
                  <a:pt x="135284" y="30509"/>
                </a:lnTo>
                <a:lnTo>
                  <a:pt x="135284" y="31402"/>
                </a:lnTo>
                <a:lnTo>
                  <a:pt x="136177" y="31402"/>
                </a:lnTo>
                <a:lnTo>
                  <a:pt x="136177" y="34974"/>
                </a:lnTo>
                <a:lnTo>
                  <a:pt x="135284" y="34974"/>
                </a:lnTo>
                <a:lnTo>
                  <a:pt x="135284" y="35867"/>
                </a:lnTo>
                <a:lnTo>
                  <a:pt x="129926" y="35867"/>
                </a:lnTo>
                <a:lnTo>
                  <a:pt x="129926" y="37653"/>
                </a:lnTo>
                <a:lnTo>
                  <a:pt x="129034" y="37653"/>
                </a:lnTo>
                <a:lnTo>
                  <a:pt x="129034" y="38546"/>
                </a:lnTo>
                <a:lnTo>
                  <a:pt x="125462" y="38546"/>
                </a:lnTo>
                <a:lnTo>
                  <a:pt x="125462" y="36760"/>
                </a:lnTo>
                <a:lnTo>
                  <a:pt x="122783" y="36760"/>
                </a:lnTo>
                <a:lnTo>
                  <a:pt x="122783" y="37653"/>
                </a:lnTo>
                <a:lnTo>
                  <a:pt x="120997" y="37653"/>
                </a:lnTo>
                <a:lnTo>
                  <a:pt x="120997" y="36760"/>
                </a:lnTo>
                <a:lnTo>
                  <a:pt x="115639" y="36760"/>
                </a:lnTo>
                <a:lnTo>
                  <a:pt x="115639" y="35867"/>
                </a:lnTo>
                <a:lnTo>
                  <a:pt x="111918" y="35867"/>
                </a:lnTo>
                <a:lnTo>
                  <a:pt x="111918" y="36760"/>
                </a:lnTo>
                <a:lnTo>
                  <a:pt x="110132" y="36760"/>
                </a:lnTo>
                <a:lnTo>
                  <a:pt x="110132" y="37653"/>
                </a:lnTo>
                <a:lnTo>
                  <a:pt x="107453" y="37653"/>
                </a:lnTo>
                <a:lnTo>
                  <a:pt x="107453" y="36760"/>
                </a:lnTo>
                <a:lnTo>
                  <a:pt x="102989" y="36760"/>
                </a:lnTo>
                <a:lnTo>
                  <a:pt x="102989" y="35867"/>
                </a:lnTo>
                <a:lnTo>
                  <a:pt x="100310" y="35867"/>
                </a:lnTo>
                <a:lnTo>
                  <a:pt x="100310" y="34974"/>
                </a:lnTo>
                <a:lnTo>
                  <a:pt x="97631" y="34974"/>
                </a:lnTo>
                <a:lnTo>
                  <a:pt x="97631" y="35867"/>
                </a:lnTo>
                <a:lnTo>
                  <a:pt x="94952" y="35867"/>
                </a:lnTo>
                <a:lnTo>
                  <a:pt x="94952" y="36760"/>
                </a:lnTo>
                <a:lnTo>
                  <a:pt x="91380" y="36760"/>
                </a:lnTo>
                <a:lnTo>
                  <a:pt x="91380" y="35867"/>
                </a:lnTo>
                <a:lnTo>
                  <a:pt x="90487" y="35867"/>
                </a:lnTo>
                <a:lnTo>
                  <a:pt x="90487" y="34974"/>
                </a:lnTo>
                <a:lnTo>
                  <a:pt x="89594" y="34974"/>
                </a:lnTo>
                <a:lnTo>
                  <a:pt x="89594" y="34081"/>
                </a:lnTo>
                <a:lnTo>
                  <a:pt x="90487" y="34081"/>
                </a:lnTo>
                <a:lnTo>
                  <a:pt x="90487" y="33188"/>
                </a:lnTo>
                <a:lnTo>
                  <a:pt x="95845" y="33188"/>
                </a:lnTo>
                <a:lnTo>
                  <a:pt x="95845" y="32295"/>
                </a:lnTo>
                <a:lnTo>
                  <a:pt x="100310" y="32295"/>
                </a:lnTo>
                <a:lnTo>
                  <a:pt x="100310" y="33188"/>
                </a:lnTo>
                <a:lnTo>
                  <a:pt x="103882" y="33188"/>
                </a:lnTo>
                <a:lnTo>
                  <a:pt x="103882" y="32295"/>
                </a:lnTo>
                <a:lnTo>
                  <a:pt x="105667" y="32295"/>
                </a:lnTo>
                <a:lnTo>
                  <a:pt x="105667" y="33188"/>
                </a:lnTo>
                <a:lnTo>
                  <a:pt x="109239" y="33188"/>
                </a:lnTo>
                <a:lnTo>
                  <a:pt x="109239" y="32295"/>
                </a:lnTo>
                <a:lnTo>
                  <a:pt x="111025" y="32295"/>
                </a:lnTo>
                <a:lnTo>
                  <a:pt x="111025" y="31402"/>
                </a:lnTo>
                <a:lnTo>
                  <a:pt x="111918" y="31402"/>
                </a:lnTo>
                <a:lnTo>
                  <a:pt x="111918" y="29617"/>
                </a:lnTo>
                <a:lnTo>
                  <a:pt x="112811" y="29617"/>
                </a:lnTo>
                <a:lnTo>
                  <a:pt x="112811" y="28724"/>
                </a:lnTo>
                <a:lnTo>
                  <a:pt x="115639" y="28724"/>
                </a:lnTo>
                <a:lnTo>
                  <a:pt x="115639" y="27831"/>
                </a:lnTo>
                <a:lnTo>
                  <a:pt x="116532" y="27831"/>
                </a:lnTo>
                <a:lnTo>
                  <a:pt x="116532" y="25152"/>
                </a:lnTo>
                <a:lnTo>
                  <a:pt x="117425" y="25152"/>
                </a:lnTo>
                <a:lnTo>
                  <a:pt x="117425" y="24259"/>
                </a:lnTo>
                <a:lnTo>
                  <a:pt x="118318" y="24259"/>
                </a:lnTo>
                <a:lnTo>
                  <a:pt x="118318" y="23366"/>
                </a:lnTo>
                <a:lnTo>
                  <a:pt x="119211" y="23366"/>
                </a:lnTo>
                <a:lnTo>
                  <a:pt x="119211" y="22324"/>
                </a:lnTo>
                <a:lnTo>
                  <a:pt x="120997" y="22324"/>
                </a:lnTo>
                <a:close/>
                <a:moveTo>
                  <a:pt x="37653" y="893"/>
                </a:moveTo>
                <a:lnTo>
                  <a:pt x="44797" y="893"/>
                </a:lnTo>
                <a:lnTo>
                  <a:pt x="44797" y="1786"/>
                </a:lnTo>
                <a:lnTo>
                  <a:pt x="45690" y="1786"/>
                </a:lnTo>
                <a:lnTo>
                  <a:pt x="45690" y="2679"/>
                </a:lnTo>
                <a:lnTo>
                  <a:pt x="46583" y="2679"/>
                </a:lnTo>
                <a:lnTo>
                  <a:pt x="46583" y="3572"/>
                </a:lnTo>
                <a:lnTo>
                  <a:pt x="47476" y="3572"/>
                </a:lnTo>
                <a:lnTo>
                  <a:pt x="47476" y="4465"/>
                </a:lnTo>
                <a:lnTo>
                  <a:pt x="48369" y="4465"/>
                </a:lnTo>
                <a:lnTo>
                  <a:pt x="48369" y="5358"/>
                </a:lnTo>
                <a:lnTo>
                  <a:pt x="49262" y="5358"/>
                </a:lnTo>
                <a:lnTo>
                  <a:pt x="49262" y="6251"/>
                </a:lnTo>
                <a:lnTo>
                  <a:pt x="50155" y="6251"/>
                </a:lnTo>
                <a:lnTo>
                  <a:pt x="50155" y="7143"/>
                </a:lnTo>
                <a:lnTo>
                  <a:pt x="51048" y="7143"/>
                </a:lnTo>
                <a:lnTo>
                  <a:pt x="51048" y="8036"/>
                </a:lnTo>
                <a:lnTo>
                  <a:pt x="51941" y="8036"/>
                </a:lnTo>
                <a:lnTo>
                  <a:pt x="51941" y="8929"/>
                </a:lnTo>
                <a:lnTo>
                  <a:pt x="52834" y="8929"/>
                </a:lnTo>
                <a:lnTo>
                  <a:pt x="52834" y="14287"/>
                </a:lnTo>
                <a:lnTo>
                  <a:pt x="51941" y="14287"/>
                </a:lnTo>
                <a:lnTo>
                  <a:pt x="51941" y="15180"/>
                </a:lnTo>
                <a:lnTo>
                  <a:pt x="51048" y="15180"/>
                </a:lnTo>
                <a:lnTo>
                  <a:pt x="51048" y="16073"/>
                </a:lnTo>
                <a:lnTo>
                  <a:pt x="50155" y="16073"/>
                </a:lnTo>
                <a:lnTo>
                  <a:pt x="50155" y="16966"/>
                </a:lnTo>
                <a:lnTo>
                  <a:pt x="49262" y="16966"/>
                </a:lnTo>
                <a:lnTo>
                  <a:pt x="49262" y="17859"/>
                </a:lnTo>
                <a:lnTo>
                  <a:pt x="48369" y="17859"/>
                </a:lnTo>
                <a:lnTo>
                  <a:pt x="48369" y="18752"/>
                </a:lnTo>
                <a:lnTo>
                  <a:pt x="47476" y="18752"/>
                </a:lnTo>
                <a:lnTo>
                  <a:pt x="47476" y="19645"/>
                </a:lnTo>
                <a:lnTo>
                  <a:pt x="46583" y="19645"/>
                </a:lnTo>
                <a:lnTo>
                  <a:pt x="46583" y="20538"/>
                </a:lnTo>
                <a:lnTo>
                  <a:pt x="45690" y="20538"/>
                </a:lnTo>
                <a:lnTo>
                  <a:pt x="45690" y="21431"/>
                </a:lnTo>
                <a:lnTo>
                  <a:pt x="44797" y="21431"/>
                </a:lnTo>
                <a:lnTo>
                  <a:pt x="44797" y="22324"/>
                </a:lnTo>
                <a:lnTo>
                  <a:pt x="43011" y="22324"/>
                </a:lnTo>
                <a:lnTo>
                  <a:pt x="43011" y="23366"/>
                </a:lnTo>
                <a:lnTo>
                  <a:pt x="42118" y="23366"/>
                </a:lnTo>
                <a:lnTo>
                  <a:pt x="42118" y="25152"/>
                </a:lnTo>
                <a:lnTo>
                  <a:pt x="41225" y="25152"/>
                </a:lnTo>
                <a:lnTo>
                  <a:pt x="41225" y="27831"/>
                </a:lnTo>
                <a:lnTo>
                  <a:pt x="40332" y="27831"/>
                </a:lnTo>
                <a:lnTo>
                  <a:pt x="40332" y="29617"/>
                </a:lnTo>
                <a:lnTo>
                  <a:pt x="39439" y="29617"/>
                </a:lnTo>
                <a:lnTo>
                  <a:pt x="39439" y="30509"/>
                </a:lnTo>
                <a:lnTo>
                  <a:pt x="38546" y="30509"/>
                </a:lnTo>
                <a:lnTo>
                  <a:pt x="38546" y="31402"/>
                </a:lnTo>
                <a:lnTo>
                  <a:pt x="37653" y="31402"/>
                </a:lnTo>
                <a:lnTo>
                  <a:pt x="37653" y="32295"/>
                </a:lnTo>
                <a:lnTo>
                  <a:pt x="36760" y="32295"/>
                </a:lnTo>
                <a:lnTo>
                  <a:pt x="36760" y="34081"/>
                </a:lnTo>
                <a:lnTo>
                  <a:pt x="35867" y="34081"/>
                </a:lnTo>
                <a:lnTo>
                  <a:pt x="35867" y="36760"/>
                </a:lnTo>
                <a:lnTo>
                  <a:pt x="36760" y="36760"/>
                </a:lnTo>
                <a:lnTo>
                  <a:pt x="36760" y="37653"/>
                </a:lnTo>
                <a:lnTo>
                  <a:pt x="37653" y="37653"/>
                </a:lnTo>
                <a:lnTo>
                  <a:pt x="37653" y="38546"/>
                </a:lnTo>
                <a:lnTo>
                  <a:pt x="38546" y="38546"/>
                </a:lnTo>
                <a:lnTo>
                  <a:pt x="38546" y="43904"/>
                </a:lnTo>
                <a:lnTo>
                  <a:pt x="37653" y="43904"/>
                </a:lnTo>
                <a:lnTo>
                  <a:pt x="37653" y="46583"/>
                </a:lnTo>
                <a:lnTo>
                  <a:pt x="36760" y="46583"/>
                </a:lnTo>
                <a:lnTo>
                  <a:pt x="36760" y="48369"/>
                </a:lnTo>
                <a:lnTo>
                  <a:pt x="35867" y="48369"/>
                </a:lnTo>
                <a:lnTo>
                  <a:pt x="35867" y="51048"/>
                </a:lnTo>
                <a:lnTo>
                  <a:pt x="36760" y="51048"/>
                </a:lnTo>
                <a:lnTo>
                  <a:pt x="36760" y="53727"/>
                </a:lnTo>
                <a:lnTo>
                  <a:pt x="35867" y="53727"/>
                </a:lnTo>
                <a:lnTo>
                  <a:pt x="35867" y="56406"/>
                </a:lnTo>
                <a:lnTo>
                  <a:pt x="34974" y="56406"/>
                </a:lnTo>
                <a:lnTo>
                  <a:pt x="34974" y="60870"/>
                </a:lnTo>
                <a:lnTo>
                  <a:pt x="35867" y="60870"/>
                </a:lnTo>
                <a:lnTo>
                  <a:pt x="35867" y="63549"/>
                </a:lnTo>
                <a:lnTo>
                  <a:pt x="36760" y="63549"/>
                </a:lnTo>
                <a:lnTo>
                  <a:pt x="36760" y="70842"/>
                </a:lnTo>
                <a:lnTo>
                  <a:pt x="35867" y="70842"/>
                </a:lnTo>
                <a:lnTo>
                  <a:pt x="35867" y="89594"/>
                </a:lnTo>
                <a:lnTo>
                  <a:pt x="36760" y="89594"/>
                </a:lnTo>
                <a:lnTo>
                  <a:pt x="36760" y="92273"/>
                </a:lnTo>
                <a:lnTo>
                  <a:pt x="37653" y="92273"/>
                </a:lnTo>
                <a:lnTo>
                  <a:pt x="37653" y="94952"/>
                </a:lnTo>
                <a:lnTo>
                  <a:pt x="36760" y="94952"/>
                </a:lnTo>
                <a:lnTo>
                  <a:pt x="36760" y="102989"/>
                </a:lnTo>
                <a:lnTo>
                  <a:pt x="37653" y="102989"/>
                </a:lnTo>
                <a:lnTo>
                  <a:pt x="37653" y="106561"/>
                </a:lnTo>
                <a:lnTo>
                  <a:pt x="38546" y="106561"/>
                </a:lnTo>
                <a:lnTo>
                  <a:pt x="38546" y="107454"/>
                </a:lnTo>
                <a:lnTo>
                  <a:pt x="39439" y="107454"/>
                </a:lnTo>
                <a:lnTo>
                  <a:pt x="39439" y="108347"/>
                </a:lnTo>
                <a:lnTo>
                  <a:pt x="40332" y="108347"/>
                </a:lnTo>
                <a:lnTo>
                  <a:pt x="40332" y="111026"/>
                </a:lnTo>
                <a:lnTo>
                  <a:pt x="38546" y="111026"/>
                </a:lnTo>
                <a:lnTo>
                  <a:pt x="38546" y="111918"/>
                </a:lnTo>
                <a:lnTo>
                  <a:pt x="37653" y="111918"/>
                </a:lnTo>
                <a:lnTo>
                  <a:pt x="37653" y="124569"/>
                </a:lnTo>
                <a:lnTo>
                  <a:pt x="36760" y="124569"/>
                </a:lnTo>
                <a:lnTo>
                  <a:pt x="36760" y="126355"/>
                </a:lnTo>
                <a:lnTo>
                  <a:pt x="37653" y="126355"/>
                </a:lnTo>
                <a:lnTo>
                  <a:pt x="37653" y="130820"/>
                </a:lnTo>
                <a:lnTo>
                  <a:pt x="38546" y="130820"/>
                </a:lnTo>
                <a:lnTo>
                  <a:pt x="38546" y="134392"/>
                </a:lnTo>
                <a:lnTo>
                  <a:pt x="37653" y="134392"/>
                </a:lnTo>
                <a:lnTo>
                  <a:pt x="37653" y="135285"/>
                </a:lnTo>
                <a:lnTo>
                  <a:pt x="35867" y="135285"/>
                </a:lnTo>
                <a:lnTo>
                  <a:pt x="35867" y="136177"/>
                </a:lnTo>
                <a:lnTo>
                  <a:pt x="34081" y="136177"/>
                </a:lnTo>
                <a:lnTo>
                  <a:pt x="34081" y="137070"/>
                </a:lnTo>
                <a:lnTo>
                  <a:pt x="31402" y="137070"/>
                </a:lnTo>
                <a:lnTo>
                  <a:pt x="31402" y="137963"/>
                </a:lnTo>
                <a:lnTo>
                  <a:pt x="28723" y="137963"/>
                </a:lnTo>
                <a:lnTo>
                  <a:pt x="28723" y="137070"/>
                </a:lnTo>
                <a:lnTo>
                  <a:pt x="25151" y="137070"/>
                </a:lnTo>
                <a:lnTo>
                  <a:pt x="25151" y="136177"/>
                </a:lnTo>
                <a:lnTo>
                  <a:pt x="24259" y="136177"/>
                </a:lnTo>
                <a:lnTo>
                  <a:pt x="24259" y="135285"/>
                </a:lnTo>
                <a:lnTo>
                  <a:pt x="22324" y="135285"/>
                </a:lnTo>
                <a:lnTo>
                  <a:pt x="22324" y="133499"/>
                </a:lnTo>
                <a:lnTo>
                  <a:pt x="21431" y="133499"/>
                </a:lnTo>
                <a:lnTo>
                  <a:pt x="21431" y="129034"/>
                </a:lnTo>
                <a:lnTo>
                  <a:pt x="22324" y="129034"/>
                </a:lnTo>
                <a:lnTo>
                  <a:pt x="22324" y="121890"/>
                </a:lnTo>
                <a:lnTo>
                  <a:pt x="23366" y="121890"/>
                </a:lnTo>
                <a:lnTo>
                  <a:pt x="23366" y="120104"/>
                </a:lnTo>
                <a:lnTo>
                  <a:pt x="24259" y="120104"/>
                </a:lnTo>
                <a:lnTo>
                  <a:pt x="24259" y="119211"/>
                </a:lnTo>
                <a:lnTo>
                  <a:pt x="25151" y="119211"/>
                </a:lnTo>
                <a:lnTo>
                  <a:pt x="25151" y="114597"/>
                </a:lnTo>
                <a:lnTo>
                  <a:pt x="24259" y="114597"/>
                </a:lnTo>
                <a:lnTo>
                  <a:pt x="24259" y="111918"/>
                </a:lnTo>
                <a:lnTo>
                  <a:pt x="25151" y="111918"/>
                </a:lnTo>
                <a:lnTo>
                  <a:pt x="25151" y="107454"/>
                </a:lnTo>
                <a:lnTo>
                  <a:pt x="24259" y="107454"/>
                </a:lnTo>
                <a:lnTo>
                  <a:pt x="24259" y="100310"/>
                </a:lnTo>
                <a:lnTo>
                  <a:pt x="23366" y="100310"/>
                </a:lnTo>
                <a:lnTo>
                  <a:pt x="23366" y="98524"/>
                </a:lnTo>
                <a:lnTo>
                  <a:pt x="24259" y="98524"/>
                </a:lnTo>
                <a:lnTo>
                  <a:pt x="24259" y="96738"/>
                </a:lnTo>
                <a:lnTo>
                  <a:pt x="25151" y="96738"/>
                </a:lnTo>
                <a:lnTo>
                  <a:pt x="25151" y="94059"/>
                </a:lnTo>
                <a:lnTo>
                  <a:pt x="26044" y="94059"/>
                </a:lnTo>
                <a:lnTo>
                  <a:pt x="26044" y="91380"/>
                </a:lnTo>
                <a:lnTo>
                  <a:pt x="25151" y="91380"/>
                </a:lnTo>
                <a:lnTo>
                  <a:pt x="25151" y="71735"/>
                </a:lnTo>
                <a:lnTo>
                  <a:pt x="24259" y="71735"/>
                </a:lnTo>
                <a:lnTo>
                  <a:pt x="24259" y="68014"/>
                </a:lnTo>
                <a:lnTo>
                  <a:pt x="25151" y="68014"/>
                </a:lnTo>
                <a:lnTo>
                  <a:pt x="25151" y="67121"/>
                </a:lnTo>
                <a:lnTo>
                  <a:pt x="24259" y="67121"/>
                </a:lnTo>
                <a:lnTo>
                  <a:pt x="24259" y="65335"/>
                </a:lnTo>
                <a:lnTo>
                  <a:pt x="25151" y="65335"/>
                </a:lnTo>
                <a:lnTo>
                  <a:pt x="25151" y="59084"/>
                </a:lnTo>
                <a:lnTo>
                  <a:pt x="26044" y="59084"/>
                </a:lnTo>
                <a:lnTo>
                  <a:pt x="26044" y="53727"/>
                </a:lnTo>
                <a:lnTo>
                  <a:pt x="26937" y="53727"/>
                </a:lnTo>
                <a:lnTo>
                  <a:pt x="26937" y="52834"/>
                </a:lnTo>
                <a:lnTo>
                  <a:pt x="23366" y="52834"/>
                </a:lnTo>
                <a:lnTo>
                  <a:pt x="23366" y="53727"/>
                </a:lnTo>
                <a:lnTo>
                  <a:pt x="22324" y="53727"/>
                </a:lnTo>
                <a:lnTo>
                  <a:pt x="22324" y="54620"/>
                </a:lnTo>
                <a:lnTo>
                  <a:pt x="20538" y="54620"/>
                </a:lnTo>
                <a:lnTo>
                  <a:pt x="20538" y="56406"/>
                </a:lnTo>
                <a:lnTo>
                  <a:pt x="19645" y="56406"/>
                </a:lnTo>
                <a:lnTo>
                  <a:pt x="19645" y="59084"/>
                </a:lnTo>
                <a:lnTo>
                  <a:pt x="18752" y="59084"/>
                </a:lnTo>
                <a:lnTo>
                  <a:pt x="18752" y="59977"/>
                </a:lnTo>
                <a:lnTo>
                  <a:pt x="16966" y="59977"/>
                </a:lnTo>
                <a:lnTo>
                  <a:pt x="16966" y="60870"/>
                </a:lnTo>
                <a:lnTo>
                  <a:pt x="15180" y="60870"/>
                </a:lnTo>
                <a:lnTo>
                  <a:pt x="15180" y="62656"/>
                </a:lnTo>
                <a:lnTo>
                  <a:pt x="14287" y="62656"/>
                </a:lnTo>
                <a:lnTo>
                  <a:pt x="14287" y="63549"/>
                </a:lnTo>
                <a:lnTo>
                  <a:pt x="13394" y="63549"/>
                </a:lnTo>
                <a:lnTo>
                  <a:pt x="13394" y="65335"/>
                </a:lnTo>
                <a:lnTo>
                  <a:pt x="12501" y="65335"/>
                </a:lnTo>
                <a:lnTo>
                  <a:pt x="12501" y="66228"/>
                </a:lnTo>
                <a:lnTo>
                  <a:pt x="11608" y="66228"/>
                </a:lnTo>
                <a:lnTo>
                  <a:pt x="11608" y="68014"/>
                </a:lnTo>
                <a:lnTo>
                  <a:pt x="10715" y="68014"/>
                </a:lnTo>
                <a:lnTo>
                  <a:pt x="10715" y="68907"/>
                </a:lnTo>
                <a:lnTo>
                  <a:pt x="9822" y="68907"/>
                </a:lnTo>
                <a:lnTo>
                  <a:pt x="9822" y="70842"/>
                </a:lnTo>
                <a:lnTo>
                  <a:pt x="8929" y="70842"/>
                </a:lnTo>
                <a:lnTo>
                  <a:pt x="8929" y="71735"/>
                </a:lnTo>
                <a:lnTo>
                  <a:pt x="5357" y="71735"/>
                </a:lnTo>
                <a:lnTo>
                  <a:pt x="5357" y="70842"/>
                </a:lnTo>
                <a:lnTo>
                  <a:pt x="892" y="70842"/>
                </a:lnTo>
                <a:lnTo>
                  <a:pt x="892" y="68907"/>
                </a:lnTo>
                <a:lnTo>
                  <a:pt x="0" y="68907"/>
                </a:lnTo>
                <a:lnTo>
                  <a:pt x="0" y="67121"/>
                </a:lnTo>
                <a:lnTo>
                  <a:pt x="892" y="67121"/>
                </a:lnTo>
                <a:lnTo>
                  <a:pt x="892" y="66228"/>
                </a:lnTo>
                <a:lnTo>
                  <a:pt x="2678" y="66228"/>
                </a:lnTo>
                <a:lnTo>
                  <a:pt x="2678" y="65335"/>
                </a:lnTo>
                <a:lnTo>
                  <a:pt x="3571" y="65335"/>
                </a:lnTo>
                <a:lnTo>
                  <a:pt x="3571" y="63549"/>
                </a:lnTo>
                <a:lnTo>
                  <a:pt x="4464" y="63549"/>
                </a:lnTo>
                <a:lnTo>
                  <a:pt x="4464" y="62656"/>
                </a:lnTo>
                <a:lnTo>
                  <a:pt x="5357" y="62656"/>
                </a:lnTo>
                <a:lnTo>
                  <a:pt x="5357" y="61763"/>
                </a:lnTo>
                <a:lnTo>
                  <a:pt x="6250" y="61763"/>
                </a:lnTo>
                <a:lnTo>
                  <a:pt x="6250" y="60870"/>
                </a:lnTo>
                <a:lnTo>
                  <a:pt x="7143" y="60870"/>
                </a:lnTo>
                <a:lnTo>
                  <a:pt x="7143" y="59977"/>
                </a:lnTo>
                <a:lnTo>
                  <a:pt x="8036" y="59977"/>
                </a:lnTo>
                <a:lnTo>
                  <a:pt x="8036" y="58192"/>
                </a:lnTo>
                <a:lnTo>
                  <a:pt x="8929" y="58192"/>
                </a:lnTo>
                <a:lnTo>
                  <a:pt x="8929" y="56406"/>
                </a:lnTo>
                <a:lnTo>
                  <a:pt x="9822" y="56406"/>
                </a:lnTo>
                <a:lnTo>
                  <a:pt x="9822" y="55513"/>
                </a:lnTo>
                <a:lnTo>
                  <a:pt x="10715" y="55513"/>
                </a:lnTo>
                <a:lnTo>
                  <a:pt x="10715" y="53727"/>
                </a:lnTo>
                <a:lnTo>
                  <a:pt x="11608" y="53727"/>
                </a:lnTo>
                <a:lnTo>
                  <a:pt x="11608" y="51941"/>
                </a:lnTo>
                <a:lnTo>
                  <a:pt x="12501" y="51941"/>
                </a:lnTo>
                <a:lnTo>
                  <a:pt x="12501" y="51048"/>
                </a:lnTo>
                <a:lnTo>
                  <a:pt x="13394" y="51048"/>
                </a:lnTo>
                <a:lnTo>
                  <a:pt x="13394" y="49262"/>
                </a:lnTo>
                <a:lnTo>
                  <a:pt x="14287" y="49262"/>
                </a:lnTo>
                <a:lnTo>
                  <a:pt x="14287" y="48369"/>
                </a:lnTo>
                <a:lnTo>
                  <a:pt x="15180" y="48369"/>
                </a:lnTo>
                <a:lnTo>
                  <a:pt x="15180" y="46583"/>
                </a:lnTo>
                <a:lnTo>
                  <a:pt x="16073" y="46583"/>
                </a:lnTo>
                <a:lnTo>
                  <a:pt x="16073" y="43011"/>
                </a:lnTo>
                <a:lnTo>
                  <a:pt x="16966" y="43011"/>
                </a:lnTo>
                <a:lnTo>
                  <a:pt x="16966" y="41225"/>
                </a:lnTo>
                <a:lnTo>
                  <a:pt x="19645" y="41225"/>
                </a:lnTo>
                <a:lnTo>
                  <a:pt x="19645" y="40332"/>
                </a:lnTo>
                <a:lnTo>
                  <a:pt x="20538" y="40332"/>
                </a:lnTo>
                <a:lnTo>
                  <a:pt x="20538" y="39439"/>
                </a:lnTo>
                <a:lnTo>
                  <a:pt x="21431" y="39439"/>
                </a:lnTo>
                <a:lnTo>
                  <a:pt x="21431" y="37653"/>
                </a:lnTo>
                <a:lnTo>
                  <a:pt x="22324" y="37653"/>
                </a:lnTo>
                <a:lnTo>
                  <a:pt x="22324" y="34974"/>
                </a:lnTo>
                <a:lnTo>
                  <a:pt x="23366" y="34974"/>
                </a:lnTo>
                <a:lnTo>
                  <a:pt x="23366" y="33188"/>
                </a:lnTo>
                <a:lnTo>
                  <a:pt x="24259" y="33188"/>
                </a:lnTo>
                <a:lnTo>
                  <a:pt x="24259" y="32295"/>
                </a:lnTo>
                <a:lnTo>
                  <a:pt x="26937" y="32295"/>
                </a:lnTo>
                <a:lnTo>
                  <a:pt x="26937" y="31402"/>
                </a:lnTo>
                <a:lnTo>
                  <a:pt x="27830" y="31402"/>
                </a:lnTo>
                <a:lnTo>
                  <a:pt x="27830" y="26045"/>
                </a:lnTo>
                <a:lnTo>
                  <a:pt x="28723" y="26045"/>
                </a:lnTo>
                <a:lnTo>
                  <a:pt x="28723" y="22324"/>
                </a:lnTo>
                <a:lnTo>
                  <a:pt x="29616" y="22324"/>
                </a:lnTo>
                <a:lnTo>
                  <a:pt x="29616" y="20538"/>
                </a:lnTo>
                <a:lnTo>
                  <a:pt x="30509" y="20538"/>
                </a:lnTo>
                <a:lnTo>
                  <a:pt x="30509" y="19645"/>
                </a:lnTo>
                <a:lnTo>
                  <a:pt x="31402" y="19645"/>
                </a:lnTo>
                <a:lnTo>
                  <a:pt x="31402" y="18752"/>
                </a:lnTo>
                <a:lnTo>
                  <a:pt x="32295" y="18752"/>
                </a:lnTo>
                <a:lnTo>
                  <a:pt x="32295" y="17859"/>
                </a:lnTo>
                <a:lnTo>
                  <a:pt x="33188" y="17859"/>
                </a:lnTo>
                <a:lnTo>
                  <a:pt x="33188" y="14287"/>
                </a:lnTo>
                <a:lnTo>
                  <a:pt x="32295" y="14287"/>
                </a:lnTo>
                <a:lnTo>
                  <a:pt x="32295" y="13394"/>
                </a:lnTo>
                <a:lnTo>
                  <a:pt x="33188" y="13394"/>
                </a:lnTo>
                <a:lnTo>
                  <a:pt x="33188" y="8036"/>
                </a:lnTo>
                <a:lnTo>
                  <a:pt x="34974" y="8036"/>
                </a:lnTo>
                <a:lnTo>
                  <a:pt x="34974" y="7143"/>
                </a:lnTo>
                <a:lnTo>
                  <a:pt x="35867" y="7143"/>
                </a:lnTo>
                <a:lnTo>
                  <a:pt x="35867" y="5358"/>
                </a:lnTo>
                <a:lnTo>
                  <a:pt x="36760" y="5358"/>
                </a:lnTo>
                <a:lnTo>
                  <a:pt x="36760" y="2679"/>
                </a:lnTo>
                <a:lnTo>
                  <a:pt x="37653" y="2679"/>
                </a:lnTo>
                <a:close/>
                <a:moveTo>
                  <a:pt x="83343" y="0"/>
                </a:moveTo>
                <a:lnTo>
                  <a:pt x="87808" y="0"/>
                </a:lnTo>
                <a:lnTo>
                  <a:pt x="87808" y="893"/>
                </a:lnTo>
                <a:lnTo>
                  <a:pt x="88701" y="893"/>
                </a:lnTo>
                <a:lnTo>
                  <a:pt x="88701" y="1786"/>
                </a:lnTo>
                <a:lnTo>
                  <a:pt x="90487" y="1786"/>
                </a:lnTo>
                <a:lnTo>
                  <a:pt x="90487" y="2679"/>
                </a:lnTo>
                <a:lnTo>
                  <a:pt x="94952" y="2679"/>
                </a:lnTo>
                <a:lnTo>
                  <a:pt x="94952" y="3572"/>
                </a:lnTo>
                <a:lnTo>
                  <a:pt x="95845" y="3572"/>
                </a:lnTo>
                <a:lnTo>
                  <a:pt x="95845" y="4465"/>
                </a:lnTo>
                <a:lnTo>
                  <a:pt x="96738" y="4465"/>
                </a:lnTo>
                <a:lnTo>
                  <a:pt x="96738" y="5358"/>
                </a:lnTo>
                <a:lnTo>
                  <a:pt x="97631" y="5358"/>
                </a:lnTo>
                <a:lnTo>
                  <a:pt x="97631" y="6251"/>
                </a:lnTo>
                <a:lnTo>
                  <a:pt x="98524" y="6251"/>
                </a:lnTo>
                <a:lnTo>
                  <a:pt x="98524" y="10715"/>
                </a:lnTo>
                <a:lnTo>
                  <a:pt x="97631" y="10715"/>
                </a:lnTo>
                <a:lnTo>
                  <a:pt x="97631" y="11608"/>
                </a:lnTo>
                <a:lnTo>
                  <a:pt x="96738" y="11608"/>
                </a:lnTo>
                <a:lnTo>
                  <a:pt x="96738" y="12501"/>
                </a:lnTo>
                <a:lnTo>
                  <a:pt x="95845" y="12501"/>
                </a:lnTo>
                <a:lnTo>
                  <a:pt x="95845" y="13394"/>
                </a:lnTo>
                <a:lnTo>
                  <a:pt x="94059" y="13394"/>
                </a:lnTo>
                <a:lnTo>
                  <a:pt x="94059" y="14287"/>
                </a:lnTo>
                <a:lnTo>
                  <a:pt x="92273" y="14287"/>
                </a:lnTo>
                <a:lnTo>
                  <a:pt x="92273" y="17859"/>
                </a:lnTo>
                <a:lnTo>
                  <a:pt x="91380" y="17859"/>
                </a:lnTo>
                <a:lnTo>
                  <a:pt x="91380" y="19645"/>
                </a:lnTo>
                <a:lnTo>
                  <a:pt x="90487" y="19645"/>
                </a:lnTo>
                <a:lnTo>
                  <a:pt x="90487" y="22324"/>
                </a:lnTo>
                <a:lnTo>
                  <a:pt x="89594" y="22324"/>
                </a:lnTo>
                <a:lnTo>
                  <a:pt x="89594" y="23366"/>
                </a:lnTo>
                <a:lnTo>
                  <a:pt x="88701" y="23366"/>
                </a:lnTo>
                <a:lnTo>
                  <a:pt x="88701" y="26045"/>
                </a:lnTo>
                <a:lnTo>
                  <a:pt x="89594" y="26045"/>
                </a:lnTo>
                <a:lnTo>
                  <a:pt x="89594" y="27831"/>
                </a:lnTo>
                <a:lnTo>
                  <a:pt x="88701" y="27831"/>
                </a:lnTo>
                <a:lnTo>
                  <a:pt x="88701" y="32295"/>
                </a:lnTo>
                <a:lnTo>
                  <a:pt x="89594" y="32295"/>
                </a:lnTo>
                <a:lnTo>
                  <a:pt x="89594" y="34081"/>
                </a:lnTo>
                <a:lnTo>
                  <a:pt x="86915" y="34081"/>
                </a:lnTo>
                <a:lnTo>
                  <a:pt x="86915" y="34974"/>
                </a:lnTo>
                <a:lnTo>
                  <a:pt x="86022" y="34974"/>
                </a:lnTo>
                <a:lnTo>
                  <a:pt x="86022" y="38546"/>
                </a:lnTo>
                <a:lnTo>
                  <a:pt x="85129" y="38546"/>
                </a:lnTo>
                <a:lnTo>
                  <a:pt x="85129" y="39439"/>
                </a:lnTo>
                <a:lnTo>
                  <a:pt x="84236" y="39439"/>
                </a:lnTo>
                <a:lnTo>
                  <a:pt x="84236" y="43904"/>
                </a:lnTo>
                <a:lnTo>
                  <a:pt x="85129" y="43904"/>
                </a:lnTo>
                <a:lnTo>
                  <a:pt x="85129" y="45690"/>
                </a:lnTo>
                <a:lnTo>
                  <a:pt x="86022" y="45690"/>
                </a:lnTo>
                <a:lnTo>
                  <a:pt x="86022" y="46583"/>
                </a:lnTo>
                <a:lnTo>
                  <a:pt x="85129" y="46583"/>
                </a:lnTo>
                <a:lnTo>
                  <a:pt x="85129" y="48369"/>
                </a:lnTo>
                <a:lnTo>
                  <a:pt x="83343" y="48369"/>
                </a:lnTo>
                <a:lnTo>
                  <a:pt x="83343" y="50155"/>
                </a:lnTo>
                <a:lnTo>
                  <a:pt x="82450" y="50155"/>
                </a:lnTo>
                <a:lnTo>
                  <a:pt x="82450" y="52834"/>
                </a:lnTo>
                <a:lnTo>
                  <a:pt x="81557" y="52834"/>
                </a:lnTo>
                <a:lnTo>
                  <a:pt x="81557" y="54620"/>
                </a:lnTo>
                <a:lnTo>
                  <a:pt x="84236" y="54620"/>
                </a:lnTo>
                <a:lnTo>
                  <a:pt x="84236" y="53727"/>
                </a:lnTo>
                <a:lnTo>
                  <a:pt x="86915" y="53727"/>
                </a:lnTo>
                <a:lnTo>
                  <a:pt x="86915" y="54620"/>
                </a:lnTo>
                <a:lnTo>
                  <a:pt x="87808" y="54620"/>
                </a:lnTo>
                <a:lnTo>
                  <a:pt x="87808" y="55513"/>
                </a:lnTo>
                <a:lnTo>
                  <a:pt x="89594" y="55513"/>
                </a:lnTo>
                <a:lnTo>
                  <a:pt x="89594" y="54620"/>
                </a:lnTo>
                <a:lnTo>
                  <a:pt x="90487" y="54620"/>
                </a:lnTo>
                <a:lnTo>
                  <a:pt x="90487" y="53727"/>
                </a:lnTo>
                <a:lnTo>
                  <a:pt x="94059" y="53727"/>
                </a:lnTo>
                <a:lnTo>
                  <a:pt x="94059" y="54620"/>
                </a:lnTo>
                <a:lnTo>
                  <a:pt x="96738" y="54620"/>
                </a:lnTo>
                <a:lnTo>
                  <a:pt x="96738" y="53727"/>
                </a:lnTo>
                <a:lnTo>
                  <a:pt x="97631" y="53727"/>
                </a:lnTo>
                <a:lnTo>
                  <a:pt x="97631" y="52834"/>
                </a:lnTo>
                <a:lnTo>
                  <a:pt x="98524" y="52834"/>
                </a:lnTo>
                <a:lnTo>
                  <a:pt x="98524" y="53727"/>
                </a:lnTo>
                <a:lnTo>
                  <a:pt x="99417" y="53727"/>
                </a:lnTo>
                <a:lnTo>
                  <a:pt x="99417" y="54620"/>
                </a:lnTo>
                <a:lnTo>
                  <a:pt x="100310" y="54620"/>
                </a:lnTo>
                <a:lnTo>
                  <a:pt x="100310" y="55513"/>
                </a:lnTo>
                <a:lnTo>
                  <a:pt x="104775" y="55513"/>
                </a:lnTo>
                <a:lnTo>
                  <a:pt x="104775" y="54620"/>
                </a:lnTo>
                <a:lnTo>
                  <a:pt x="107453" y="54620"/>
                </a:lnTo>
                <a:lnTo>
                  <a:pt x="107453" y="53727"/>
                </a:lnTo>
                <a:lnTo>
                  <a:pt x="109239" y="53727"/>
                </a:lnTo>
                <a:lnTo>
                  <a:pt x="109239" y="52834"/>
                </a:lnTo>
                <a:lnTo>
                  <a:pt x="112811" y="52834"/>
                </a:lnTo>
                <a:lnTo>
                  <a:pt x="112811" y="51941"/>
                </a:lnTo>
                <a:lnTo>
                  <a:pt x="114597" y="51941"/>
                </a:lnTo>
                <a:lnTo>
                  <a:pt x="114597" y="52834"/>
                </a:lnTo>
                <a:lnTo>
                  <a:pt x="118318" y="52834"/>
                </a:lnTo>
                <a:lnTo>
                  <a:pt x="118318" y="53727"/>
                </a:lnTo>
                <a:lnTo>
                  <a:pt x="119211" y="53727"/>
                </a:lnTo>
                <a:lnTo>
                  <a:pt x="119211" y="54620"/>
                </a:lnTo>
                <a:lnTo>
                  <a:pt x="120997" y="54620"/>
                </a:lnTo>
                <a:lnTo>
                  <a:pt x="120997" y="52834"/>
                </a:lnTo>
                <a:lnTo>
                  <a:pt x="120104" y="52834"/>
                </a:lnTo>
                <a:lnTo>
                  <a:pt x="120104" y="49262"/>
                </a:lnTo>
                <a:lnTo>
                  <a:pt x="120997" y="49262"/>
                </a:lnTo>
                <a:lnTo>
                  <a:pt x="120997" y="48369"/>
                </a:lnTo>
                <a:lnTo>
                  <a:pt x="122783" y="48369"/>
                </a:lnTo>
                <a:lnTo>
                  <a:pt x="122783" y="47476"/>
                </a:lnTo>
                <a:lnTo>
                  <a:pt x="123676" y="47476"/>
                </a:lnTo>
                <a:lnTo>
                  <a:pt x="123676" y="45690"/>
                </a:lnTo>
                <a:lnTo>
                  <a:pt x="124569" y="45690"/>
                </a:lnTo>
                <a:lnTo>
                  <a:pt x="124569" y="44797"/>
                </a:lnTo>
                <a:lnTo>
                  <a:pt x="125462" y="44797"/>
                </a:lnTo>
                <a:lnTo>
                  <a:pt x="125462" y="43904"/>
                </a:lnTo>
                <a:lnTo>
                  <a:pt x="126355" y="43904"/>
                </a:lnTo>
                <a:lnTo>
                  <a:pt x="126355" y="44797"/>
                </a:lnTo>
                <a:lnTo>
                  <a:pt x="127248" y="44797"/>
                </a:lnTo>
                <a:lnTo>
                  <a:pt x="127248" y="45690"/>
                </a:lnTo>
                <a:lnTo>
                  <a:pt x="132605" y="45690"/>
                </a:lnTo>
                <a:lnTo>
                  <a:pt x="132605" y="46583"/>
                </a:lnTo>
                <a:lnTo>
                  <a:pt x="133498" y="46583"/>
                </a:lnTo>
                <a:lnTo>
                  <a:pt x="133498" y="47476"/>
                </a:lnTo>
                <a:lnTo>
                  <a:pt x="134391" y="47476"/>
                </a:lnTo>
                <a:lnTo>
                  <a:pt x="134391" y="49262"/>
                </a:lnTo>
                <a:lnTo>
                  <a:pt x="135284" y="49262"/>
                </a:lnTo>
                <a:lnTo>
                  <a:pt x="135284" y="50155"/>
                </a:lnTo>
                <a:lnTo>
                  <a:pt x="137070" y="50155"/>
                </a:lnTo>
                <a:lnTo>
                  <a:pt x="137070" y="51048"/>
                </a:lnTo>
                <a:lnTo>
                  <a:pt x="137963" y="51048"/>
                </a:lnTo>
                <a:lnTo>
                  <a:pt x="137963" y="51941"/>
                </a:lnTo>
                <a:lnTo>
                  <a:pt x="139749" y="51941"/>
                </a:lnTo>
                <a:lnTo>
                  <a:pt x="139749" y="55513"/>
                </a:lnTo>
                <a:lnTo>
                  <a:pt x="140642" y="55513"/>
                </a:lnTo>
                <a:lnTo>
                  <a:pt x="140642" y="58192"/>
                </a:lnTo>
                <a:lnTo>
                  <a:pt x="138856" y="58192"/>
                </a:lnTo>
                <a:lnTo>
                  <a:pt x="138856" y="59084"/>
                </a:lnTo>
                <a:lnTo>
                  <a:pt x="137963" y="59084"/>
                </a:lnTo>
                <a:lnTo>
                  <a:pt x="137963" y="59977"/>
                </a:lnTo>
                <a:lnTo>
                  <a:pt x="135284" y="59977"/>
                </a:lnTo>
                <a:lnTo>
                  <a:pt x="135284" y="59084"/>
                </a:lnTo>
                <a:lnTo>
                  <a:pt x="134391" y="59084"/>
                </a:lnTo>
                <a:lnTo>
                  <a:pt x="134391" y="58192"/>
                </a:lnTo>
                <a:lnTo>
                  <a:pt x="129926" y="58192"/>
                </a:lnTo>
                <a:lnTo>
                  <a:pt x="129926" y="59084"/>
                </a:lnTo>
                <a:lnTo>
                  <a:pt x="126355" y="59084"/>
                </a:lnTo>
                <a:lnTo>
                  <a:pt x="126355" y="58192"/>
                </a:lnTo>
                <a:lnTo>
                  <a:pt x="116532" y="58192"/>
                </a:lnTo>
                <a:lnTo>
                  <a:pt x="116532" y="59084"/>
                </a:lnTo>
                <a:lnTo>
                  <a:pt x="96738" y="59084"/>
                </a:lnTo>
                <a:lnTo>
                  <a:pt x="96738" y="58192"/>
                </a:lnTo>
                <a:lnTo>
                  <a:pt x="95845" y="58192"/>
                </a:lnTo>
                <a:lnTo>
                  <a:pt x="95845" y="57299"/>
                </a:lnTo>
                <a:lnTo>
                  <a:pt x="93166" y="57299"/>
                </a:lnTo>
                <a:lnTo>
                  <a:pt x="93166" y="58192"/>
                </a:lnTo>
                <a:lnTo>
                  <a:pt x="90487" y="58192"/>
                </a:lnTo>
                <a:lnTo>
                  <a:pt x="90487" y="59084"/>
                </a:lnTo>
                <a:lnTo>
                  <a:pt x="89594" y="59084"/>
                </a:lnTo>
                <a:lnTo>
                  <a:pt x="89594" y="58192"/>
                </a:lnTo>
                <a:lnTo>
                  <a:pt x="88701" y="58192"/>
                </a:lnTo>
                <a:lnTo>
                  <a:pt x="88701" y="57299"/>
                </a:lnTo>
                <a:lnTo>
                  <a:pt x="83343" y="57299"/>
                </a:lnTo>
                <a:lnTo>
                  <a:pt x="83343" y="58192"/>
                </a:lnTo>
                <a:lnTo>
                  <a:pt x="81557" y="58192"/>
                </a:lnTo>
                <a:lnTo>
                  <a:pt x="81557" y="59084"/>
                </a:lnTo>
                <a:lnTo>
                  <a:pt x="79771" y="59084"/>
                </a:lnTo>
                <a:lnTo>
                  <a:pt x="79771" y="64442"/>
                </a:lnTo>
                <a:lnTo>
                  <a:pt x="80664" y="64442"/>
                </a:lnTo>
                <a:lnTo>
                  <a:pt x="80664" y="67121"/>
                </a:lnTo>
                <a:lnTo>
                  <a:pt x="79771" y="67121"/>
                </a:lnTo>
                <a:lnTo>
                  <a:pt x="79771" y="68014"/>
                </a:lnTo>
                <a:lnTo>
                  <a:pt x="77985" y="68014"/>
                </a:lnTo>
                <a:lnTo>
                  <a:pt x="77985" y="69949"/>
                </a:lnTo>
                <a:lnTo>
                  <a:pt x="77092" y="69949"/>
                </a:lnTo>
                <a:lnTo>
                  <a:pt x="77092" y="74414"/>
                </a:lnTo>
                <a:lnTo>
                  <a:pt x="78878" y="74414"/>
                </a:lnTo>
                <a:lnTo>
                  <a:pt x="78878" y="75307"/>
                </a:lnTo>
                <a:lnTo>
                  <a:pt x="86915" y="75307"/>
                </a:lnTo>
                <a:lnTo>
                  <a:pt x="86915" y="76200"/>
                </a:lnTo>
                <a:lnTo>
                  <a:pt x="88701" y="76200"/>
                </a:lnTo>
                <a:lnTo>
                  <a:pt x="88701" y="75307"/>
                </a:lnTo>
                <a:lnTo>
                  <a:pt x="91380" y="75307"/>
                </a:lnTo>
                <a:lnTo>
                  <a:pt x="91380" y="76200"/>
                </a:lnTo>
                <a:lnTo>
                  <a:pt x="93166" y="76200"/>
                </a:lnTo>
                <a:lnTo>
                  <a:pt x="93166" y="75307"/>
                </a:lnTo>
                <a:lnTo>
                  <a:pt x="95845" y="75307"/>
                </a:lnTo>
                <a:lnTo>
                  <a:pt x="95845" y="74414"/>
                </a:lnTo>
                <a:lnTo>
                  <a:pt x="99417" y="74414"/>
                </a:lnTo>
                <a:lnTo>
                  <a:pt x="99417" y="73521"/>
                </a:lnTo>
                <a:lnTo>
                  <a:pt x="102096" y="73521"/>
                </a:lnTo>
                <a:lnTo>
                  <a:pt x="102096" y="74414"/>
                </a:lnTo>
                <a:lnTo>
                  <a:pt x="107453" y="74414"/>
                </a:lnTo>
                <a:lnTo>
                  <a:pt x="107453" y="73521"/>
                </a:lnTo>
                <a:lnTo>
                  <a:pt x="108346" y="73521"/>
                </a:lnTo>
                <a:lnTo>
                  <a:pt x="108346" y="72628"/>
                </a:lnTo>
                <a:lnTo>
                  <a:pt x="110132" y="72628"/>
                </a:lnTo>
                <a:lnTo>
                  <a:pt x="110132" y="71735"/>
                </a:lnTo>
                <a:lnTo>
                  <a:pt x="111025" y="71735"/>
                </a:lnTo>
                <a:lnTo>
                  <a:pt x="111025" y="70842"/>
                </a:lnTo>
                <a:lnTo>
                  <a:pt x="114597" y="70842"/>
                </a:lnTo>
                <a:lnTo>
                  <a:pt x="114597" y="69949"/>
                </a:lnTo>
                <a:lnTo>
                  <a:pt x="115639" y="69949"/>
                </a:lnTo>
                <a:lnTo>
                  <a:pt x="115639" y="70842"/>
                </a:lnTo>
                <a:lnTo>
                  <a:pt x="119211" y="70842"/>
                </a:lnTo>
                <a:lnTo>
                  <a:pt x="119211" y="71735"/>
                </a:lnTo>
                <a:lnTo>
                  <a:pt x="120104" y="71735"/>
                </a:lnTo>
                <a:lnTo>
                  <a:pt x="120104" y="72628"/>
                </a:lnTo>
                <a:lnTo>
                  <a:pt x="121890" y="72628"/>
                </a:lnTo>
                <a:lnTo>
                  <a:pt x="121890" y="73521"/>
                </a:lnTo>
                <a:lnTo>
                  <a:pt x="123676" y="73521"/>
                </a:lnTo>
                <a:lnTo>
                  <a:pt x="123676" y="75307"/>
                </a:lnTo>
                <a:lnTo>
                  <a:pt x="124569" y="75307"/>
                </a:lnTo>
                <a:lnTo>
                  <a:pt x="124569" y="76200"/>
                </a:lnTo>
                <a:lnTo>
                  <a:pt x="125462" y="76200"/>
                </a:lnTo>
                <a:lnTo>
                  <a:pt x="125462" y="77093"/>
                </a:lnTo>
                <a:lnTo>
                  <a:pt x="126355" y="77093"/>
                </a:lnTo>
                <a:lnTo>
                  <a:pt x="126355" y="80665"/>
                </a:lnTo>
                <a:lnTo>
                  <a:pt x="125462" y="80665"/>
                </a:lnTo>
                <a:lnTo>
                  <a:pt x="125462" y="81558"/>
                </a:lnTo>
                <a:lnTo>
                  <a:pt x="124569" y="81558"/>
                </a:lnTo>
                <a:lnTo>
                  <a:pt x="124569" y="82451"/>
                </a:lnTo>
                <a:lnTo>
                  <a:pt x="123676" y="82451"/>
                </a:lnTo>
                <a:lnTo>
                  <a:pt x="123676" y="83343"/>
                </a:lnTo>
                <a:lnTo>
                  <a:pt x="119211" y="83343"/>
                </a:lnTo>
                <a:lnTo>
                  <a:pt x="119211" y="85129"/>
                </a:lnTo>
                <a:lnTo>
                  <a:pt x="118318" y="85129"/>
                </a:lnTo>
                <a:lnTo>
                  <a:pt x="118318" y="86022"/>
                </a:lnTo>
                <a:lnTo>
                  <a:pt x="117425" y="86022"/>
                </a:lnTo>
                <a:lnTo>
                  <a:pt x="117425" y="86915"/>
                </a:lnTo>
                <a:lnTo>
                  <a:pt x="116532" y="86915"/>
                </a:lnTo>
                <a:lnTo>
                  <a:pt x="116532" y="87808"/>
                </a:lnTo>
                <a:lnTo>
                  <a:pt x="115639" y="87808"/>
                </a:lnTo>
                <a:lnTo>
                  <a:pt x="115639" y="89594"/>
                </a:lnTo>
                <a:lnTo>
                  <a:pt x="114597" y="89594"/>
                </a:lnTo>
                <a:lnTo>
                  <a:pt x="114597" y="90487"/>
                </a:lnTo>
                <a:lnTo>
                  <a:pt x="113704" y="90487"/>
                </a:lnTo>
                <a:lnTo>
                  <a:pt x="113704" y="92273"/>
                </a:lnTo>
                <a:lnTo>
                  <a:pt x="112811" y="92273"/>
                </a:lnTo>
                <a:lnTo>
                  <a:pt x="112811" y="93166"/>
                </a:lnTo>
                <a:lnTo>
                  <a:pt x="111918" y="93166"/>
                </a:lnTo>
                <a:lnTo>
                  <a:pt x="111918" y="94059"/>
                </a:lnTo>
                <a:lnTo>
                  <a:pt x="111025" y="94059"/>
                </a:lnTo>
                <a:lnTo>
                  <a:pt x="111025" y="94952"/>
                </a:lnTo>
                <a:lnTo>
                  <a:pt x="110132" y="94952"/>
                </a:lnTo>
                <a:lnTo>
                  <a:pt x="110132" y="96738"/>
                </a:lnTo>
                <a:lnTo>
                  <a:pt x="109239" y="96738"/>
                </a:lnTo>
                <a:lnTo>
                  <a:pt x="109239" y="97631"/>
                </a:lnTo>
                <a:lnTo>
                  <a:pt x="108346" y="97631"/>
                </a:lnTo>
                <a:lnTo>
                  <a:pt x="108346" y="98524"/>
                </a:lnTo>
                <a:lnTo>
                  <a:pt x="107453" y="98524"/>
                </a:lnTo>
                <a:lnTo>
                  <a:pt x="107453" y="100310"/>
                </a:lnTo>
                <a:lnTo>
                  <a:pt x="106560" y="100310"/>
                </a:lnTo>
                <a:lnTo>
                  <a:pt x="106560" y="101203"/>
                </a:lnTo>
                <a:lnTo>
                  <a:pt x="105667" y="101203"/>
                </a:lnTo>
                <a:lnTo>
                  <a:pt x="105667" y="102096"/>
                </a:lnTo>
                <a:lnTo>
                  <a:pt x="103882" y="102096"/>
                </a:lnTo>
                <a:lnTo>
                  <a:pt x="103882" y="102989"/>
                </a:lnTo>
                <a:lnTo>
                  <a:pt x="102096" y="102989"/>
                </a:lnTo>
                <a:lnTo>
                  <a:pt x="102096" y="105668"/>
                </a:lnTo>
                <a:lnTo>
                  <a:pt x="102989" y="105668"/>
                </a:lnTo>
                <a:lnTo>
                  <a:pt x="102989" y="107454"/>
                </a:lnTo>
                <a:lnTo>
                  <a:pt x="103882" y="107454"/>
                </a:lnTo>
                <a:lnTo>
                  <a:pt x="103882" y="108347"/>
                </a:lnTo>
                <a:lnTo>
                  <a:pt x="104775" y="108347"/>
                </a:lnTo>
                <a:lnTo>
                  <a:pt x="104775" y="110133"/>
                </a:lnTo>
                <a:lnTo>
                  <a:pt x="105667" y="110133"/>
                </a:lnTo>
                <a:lnTo>
                  <a:pt x="105667" y="111918"/>
                </a:lnTo>
                <a:lnTo>
                  <a:pt x="106560" y="111918"/>
                </a:lnTo>
                <a:lnTo>
                  <a:pt x="106560" y="112811"/>
                </a:lnTo>
                <a:lnTo>
                  <a:pt x="107453" y="112811"/>
                </a:lnTo>
                <a:lnTo>
                  <a:pt x="107453" y="113704"/>
                </a:lnTo>
                <a:lnTo>
                  <a:pt x="108346" y="113704"/>
                </a:lnTo>
                <a:lnTo>
                  <a:pt x="108346" y="114597"/>
                </a:lnTo>
                <a:lnTo>
                  <a:pt x="109239" y="114597"/>
                </a:lnTo>
                <a:lnTo>
                  <a:pt x="109239" y="116532"/>
                </a:lnTo>
                <a:lnTo>
                  <a:pt x="110132" y="116532"/>
                </a:lnTo>
                <a:lnTo>
                  <a:pt x="110132" y="117425"/>
                </a:lnTo>
                <a:lnTo>
                  <a:pt x="111025" y="117425"/>
                </a:lnTo>
                <a:lnTo>
                  <a:pt x="111025" y="118318"/>
                </a:lnTo>
                <a:lnTo>
                  <a:pt x="111918" y="118318"/>
                </a:lnTo>
                <a:lnTo>
                  <a:pt x="111918" y="120997"/>
                </a:lnTo>
                <a:lnTo>
                  <a:pt x="112811" y="120997"/>
                </a:lnTo>
                <a:lnTo>
                  <a:pt x="112811" y="121890"/>
                </a:lnTo>
                <a:lnTo>
                  <a:pt x="114597" y="121890"/>
                </a:lnTo>
                <a:lnTo>
                  <a:pt x="114597" y="123676"/>
                </a:lnTo>
                <a:lnTo>
                  <a:pt x="115639" y="123676"/>
                </a:lnTo>
                <a:lnTo>
                  <a:pt x="115639" y="129927"/>
                </a:lnTo>
                <a:lnTo>
                  <a:pt x="116532" y="129927"/>
                </a:lnTo>
                <a:lnTo>
                  <a:pt x="116532" y="130820"/>
                </a:lnTo>
                <a:lnTo>
                  <a:pt x="115639" y="130820"/>
                </a:lnTo>
                <a:lnTo>
                  <a:pt x="115639" y="132606"/>
                </a:lnTo>
                <a:lnTo>
                  <a:pt x="114597" y="132606"/>
                </a:lnTo>
                <a:lnTo>
                  <a:pt x="114597" y="134392"/>
                </a:lnTo>
                <a:lnTo>
                  <a:pt x="113704" y="134392"/>
                </a:lnTo>
                <a:lnTo>
                  <a:pt x="113704" y="135285"/>
                </a:lnTo>
                <a:lnTo>
                  <a:pt x="112811" y="135285"/>
                </a:lnTo>
                <a:lnTo>
                  <a:pt x="112811" y="136177"/>
                </a:lnTo>
                <a:lnTo>
                  <a:pt x="111918" y="136177"/>
                </a:lnTo>
                <a:lnTo>
                  <a:pt x="111918" y="137070"/>
                </a:lnTo>
                <a:lnTo>
                  <a:pt x="111025" y="137070"/>
                </a:lnTo>
                <a:lnTo>
                  <a:pt x="111025" y="137963"/>
                </a:lnTo>
                <a:lnTo>
                  <a:pt x="105667" y="137963"/>
                </a:lnTo>
                <a:lnTo>
                  <a:pt x="105667" y="137070"/>
                </a:lnTo>
                <a:lnTo>
                  <a:pt x="104775" y="137070"/>
                </a:lnTo>
                <a:lnTo>
                  <a:pt x="104775" y="136177"/>
                </a:lnTo>
                <a:lnTo>
                  <a:pt x="103882" y="136177"/>
                </a:lnTo>
                <a:lnTo>
                  <a:pt x="103882" y="135285"/>
                </a:lnTo>
                <a:lnTo>
                  <a:pt x="102096" y="135285"/>
                </a:lnTo>
                <a:lnTo>
                  <a:pt x="102096" y="134392"/>
                </a:lnTo>
                <a:lnTo>
                  <a:pt x="101203" y="134392"/>
                </a:lnTo>
                <a:lnTo>
                  <a:pt x="101203" y="133499"/>
                </a:lnTo>
                <a:lnTo>
                  <a:pt x="100310" y="133499"/>
                </a:lnTo>
                <a:lnTo>
                  <a:pt x="100310" y="129927"/>
                </a:lnTo>
                <a:lnTo>
                  <a:pt x="99417" y="129927"/>
                </a:lnTo>
                <a:lnTo>
                  <a:pt x="99417" y="128141"/>
                </a:lnTo>
                <a:lnTo>
                  <a:pt x="100310" y="128141"/>
                </a:lnTo>
                <a:lnTo>
                  <a:pt x="100310" y="127248"/>
                </a:lnTo>
                <a:lnTo>
                  <a:pt x="99417" y="127248"/>
                </a:lnTo>
                <a:lnTo>
                  <a:pt x="99417" y="125462"/>
                </a:lnTo>
                <a:lnTo>
                  <a:pt x="98524" y="125462"/>
                </a:lnTo>
                <a:lnTo>
                  <a:pt x="98524" y="123676"/>
                </a:lnTo>
                <a:lnTo>
                  <a:pt x="97631" y="123676"/>
                </a:lnTo>
                <a:lnTo>
                  <a:pt x="97631" y="122783"/>
                </a:lnTo>
                <a:lnTo>
                  <a:pt x="96738" y="122783"/>
                </a:lnTo>
                <a:lnTo>
                  <a:pt x="96738" y="120104"/>
                </a:lnTo>
                <a:lnTo>
                  <a:pt x="95845" y="120104"/>
                </a:lnTo>
                <a:lnTo>
                  <a:pt x="95845" y="119211"/>
                </a:lnTo>
                <a:lnTo>
                  <a:pt x="94952" y="119211"/>
                </a:lnTo>
                <a:lnTo>
                  <a:pt x="94952" y="118318"/>
                </a:lnTo>
                <a:lnTo>
                  <a:pt x="94059" y="118318"/>
                </a:lnTo>
                <a:lnTo>
                  <a:pt x="94059" y="115639"/>
                </a:lnTo>
                <a:lnTo>
                  <a:pt x="93166" y="115639"/>
                </a:lnTo>
                <a:lnTo>
                  <a:pt x="93166" y="114597"/>
                </a:lnTo>
                <a:lnTo>
                  <a:pt x="91380" y="114597"/>
                </a:lnTo>
                <a:lnTo>
                  <a:pt x="91380" y="111918"/>
                </a:lnTo>
                <a:lnTo>
                  <a:pt x="90487" y="111918"/>
                </a:lnTo>
                <a:lnTo>
                  <a:pt x="90487" y="111026"/>
                </a:lnTo>
                <a:lnTo>
                  <a:pt x="89594" y="111026"/>
                </a:lnTo>
                <a:lnTo>
                  <a:pt x="89594" y="110133"/>
                </a:lnTo>
                <a:lnTo>
                  <a:pt x="88701" y="110133"/>
                </a:lnTo>
                <a:lnTo>
                  <a:pt x="88701" y="109240"/>
                </a:lnTo>
                <a:lnTo>
                  <a:pt x="86915" y="109240"/>
                </a:lnTo>
                <a:lnTo>
                  <a:pt x="86915" y="108347"/>
                </a:lnTo>
                <a:lnTo>
                  <a:pt x="86022" y="108347"/>
                </a:lnTo>
                <a:lnTo>
                  <a:pt x="86022" y="107454"/>
                </a:lnTo>
                <a:lnTo>
                  <a:pt x="85129" y="107454"/>
                </a:lnTo>
                <a:lnTo>
                  <a:pt x="85129" y="106561"/>
                </a:lnTo>
                <a:lnTo>
                  <a:pt x="84236" y="106561"/>
                </a:lnTo>
                <a:lnTo>
                  <a:pt x="84236" y="105668"/>
                </a:lnTo>
                <a:lnTo>
                  <a:pt x="82450" y="105668"/>
                </a:lnTo>
                <a:lnTo>
                  <a:pt x="82450" y="103882"/>
                </a:lnTo>
                <a:lnTo>
                  <a:pt x="81557" y="103882"/>
                </a:lnTo>
                <a:lnTo>
                  <a:pt x="81557" y="102989"/>
                </a:lnTo>
                <a:lnTo>
                  <a:pt x="79771" y="102989"/>
                </a:lnTo>
                <a:lnTo>
                  <a:pt x="79771" y="102096"/>
                </a:lnTo>
                <a:lnTo>
                  <a:pt x="77092" y="102096"/>
                </a:lnTo>
                <a:lnTo>
                  <a:pt x="77092" y="101203"/>
                </a:lnTo>
                <a:lnTo>
                  <a:pt x="75307" y="101203"/>
                </a:lnTo>
                <a:lnTo>
                  <a:pt x="75307" y="98524"/>
                </a:lnTo>
                <a:lnTo>
                  <a:pt x="76200" y="98524"/>
                </a:lnTo>
                <a:lnTo>
                  <a:pt x="76200" y="97631"/>
                </a:lnTo>
                <a:lnTo>
                  <a:pt x="81557" y="97631"/>
                </a:lnTo>
                <a:lnTo>
                  <a:pt x="81557" y="98524"/>
                </a:lnTo>
                <a:lnTo>
                  <a:pt x="84236" y="98524"/>
                </a:lnTo>
                <a:lnTo>
                  <a:pt x="84236" y="99417"/>
                </a:lnTo>
                <a:lnTo>
                  <a:pt x="86915" y="99417"/>
                </a:lnTo>
                <a:lnTo>
                  <a:pt x="86915" y="100310"/>
                </a:lnTo>
                <a:lnTo>
                  <a:pt x="87808" y="100310"/>
                </a:lnTo>
                <a:lnTo>
                  <a:pt x="87808" y="101203"/>
                </a:lnTo>
                <a:lnTo>
                  <a:pt x="90487" y="101203"/>
                </a:lnTo>
                <a:lnTo>
                  <a:pt x="90487" y="102096"/>
                </a:lnTo>
                <a:lnTo>
                  <a:pt x="92273" y="102096"/>
                </a:lnTo>
                <a:lnTo>
                  <a:pt x="92273" y="102989"/>
                </a:lnTo>
                <a:lnTo>
                  <a:pt x="94952" y="102989"/>
                </a:lnTo>
                <a:lnTo>
                  <a:pt x="94952" y="104775"/>
                </a:lnTo>
                <a:lnTo>
                  <a:pt x="95845" y="104775"/>
                </a:lnTo>
                <a:lnTo>
                  <a:pt x="95845" y="105668"/>
                </a:lnTo>
                <a:lnTo>
                  <a:pt x="97631" y="105668"/>
                </a:lnTo>
                <a:lnTo>
                  <a:pt x="97631" y="101203"/>
                </a:lnTo>
                <a:lnTo>
                  <a:pt x="98524" y="101203"/>
                </a:lnTo>
                <a:lnTo>
                  <a:pt x="98524" y="100310"/>
                </a:lnTo>
                <a:lnTo>
                  <a:pt x="99417" y="100310"/>
                </a:lnTo>
                <a:lnTo>
                  <a:pt x="99417" y="95845"/>
                </a:lnTo>
                <a:lnTo>
                  <a:pt x="100310" y="95845"/>
                </a:lnTo>
                <a:lnTo>
                  <a:pt x="100310" y="94059"/>
                </a:lnTo>
                <a:lnTo>
                  <a:pt x="101203" y="94059"/>
                </a:lnTo>
                <a:lnTo>
                  <a:pt x="101203" y="92273"/>
                </a:lnTo>
                <a:lnTo>
                  <a:pt x="102096" y="92273"/>
                </a:lnTo>
                <a:lnTo>
                  <a:pt x="102096" y="88701"/>
                </a:lnTo>
                <a:lnTo>
                  <a:pt x="103882" y="88701"/>
                </a:lnTo>
                <a:lnTo>
                  <a:pt x="103882" y="86915"/>
                </a:lnTo>
                <a:lnTo>
                  <a:pt x="104775" y="86915"/>
                </a:lnTo>
                <a:lnTo>
                  <a:pt x="104775" y="84236"/>
                </a:lnTo>
                <a:lnTo>
                  <a:pt x="105667" y="84236"/>
                </a:lnTo>
                <a:lnTo>
                  <a:pt x="105667" y="82451"/>
                </a:lnTo>
                <a:lnTo>
                  <a:pt x="106560" y="82451"/>
                </a:lnTo>
                <a:lnTo>
                  <a:pt x="106560" y="81558"/>
                </a:lnTo>
                <a:lnTo>
                  <a:pt x="107453" y="81558"/>
                </a:lnTo>
                <a:lnTo>
                  <a:pt x="107453" y="79772"/>
                </a:lnTo>
                <a:lnTo>
                  <a:pt x="106560" y="79772"/>
                </a:lnTo>
                <a:lnTo>
                  <a:pt x="106560" y="78879"/>
                </a:lnTo>
                <a:lnTo>
                  <a:pt x="96738" y="78879"/>
                </a:lnTo>
                <a:lnTo>
                  <a:pt x="96738" y="79772"/>
                </a:lnTo>
                <a:lnTo>
                  <a:pt x="94952" y="79772"/>
                </a:lnTo>
                <a:lnTo>
                  <a:pt x="94952" y="78879"/>
                </a:lnTo>
                <a:lnTo>
                  <a:pt x="90487" y="78879"/>
                </a:lnTo>
                <a:lnTo>
                  <a:pt x="90487" y="77986"/>
                </a:lnTo>
                <a:lnTo>
                  <a:pt x="86915" y="77986"/>
                </a:lnTo>
                <a:lnTo>
                  <a:pt x="86915" y="78879"/>
                </a:lnTo>
                <a:lnTo>
                  <a:pt x="77985" y="78879"/>
                </a:lnTo>
                <a:lnTo>
                  <a:pt x="77985" y="79772"/>
                </a:lnTo>
                <a:lnTo>
                  <a:pt x="77092" y="79772"/>
                </a:lnTo>
                <a:lnTo>
                  <a:pt x="77092" y="80665"/>
                </a:lnTo>
                <a:lnTo>
                  <a:pt x="76200" y="80665"/>
                </a:lnTo>
                <a:lnTo>
                  <a:pt x="76200" y="81558"/>
                </a:lnTo>
                <a:lnTo>
                  <a:pt x="75307" y="81558"/>
                </a:lnTo>
                <a:lnTo>
                  <a:pt x="75307" y="82451"/>
                </a:lnTo>
                <a:lnTo>
                  <a:pt x="74414" y="82451"/>
                </a:lnTo>
                <a:lnTo>
                  <a:pt x="74414" y="83343"/>
                </a:lnTo>
                <a:lnTo>
                  <a:pt x="72628" y="83343"/>
                </a:lnTo>
                <a:lnTo>
                  <a:pt x="72628" y="84236"/>
                </a:lnTo>
                <a:lnTo>
                  <a:pt x="69949" y="84236"/>
                </a:lnTo>
                <a:lnTo>
                  <a:pt x="69949" y="83343"/>
                </a:lnTo>
                <a:lnTo>
                  <a:pt x="67121" y="83343"/>
                </a:lnTo>
                <a:lnTo>
                  <a:pt x="67121" y="82451"/>
                </a:lnTo>
                <a:lnTo>
                  <a:pt x="65335" y="82451"/>
                </a:lnTo>
                <a:lnTo>
                  <a:pt x="65335" y="79772"/>
                </a:lnTo>
                <a:lnTo>
                  <a:pt x="66228" y="79772"/>
                </a:lnTo>
                <a:lnTo>
                  <a:pt x="66228" y="78879"/>
                </a:lnTo>
                <a:lnTo>
                  <a:pt x="67121" y="78879"/>
                </a:lnTo>
                <a:lnTo>
                  <a:pt x="67121" y="77093"/>
                </a:lnTo>
                <a:lnTo>
                  <a:pt x="66228" y="77093"/>
                </a:lnTo>
                <a:lnTo>
                  <a:pt x="66228" y="72628"/>
                </a:lnTo>
                <a:lnTo>
                  <a:pt x="67121" y="72628"/>
                </a:lnTo>
                <a:lnTo>
                  <a:pt x="67121" y="71735"/>
                </a:lnTo>
                <a:lnTo>
                  <a:pt x="68014" y="71735"/>
                </a:lnTo>
                <a:lnTo>
                  <a:pt x="68014" y="70842"/>
                </a:lnTo>
                <a:lnTo>
                  <a:pt x="69056" y="70842"/>
                </a:lnTo>
                <a:lnTo>
                  <a:pt x="69056" y="69949"/>
                </a:lnTo>
                <a:lnTo>
                  <a:pt x="69949" y="69949"/>
                </a:lnTo>
                <a:lnTo>
                  <a:pt x="69949" y="68907"/>
                </a:lnTo>
                <a:lnTo>
                  <a:pt x="70842" y="68907"/>
                </a:lnTo>
                <a:lnTo>
                  <a:pt x="70842" y="67121"/>
                </a:lnTo>
                <a:lnTo>
                  <a:pt x="69949" y="67121"/>
                </a:lnTo>
                <a:lnTo>
                  <a:pt x="69949" y="63549"/>
                </a:lnTo>
                <a:lnTo>
                  <a:pt x="72628" y="63549"/>
                </a:lnTo>
                <a:lnTo>
                  <a:pt x="72628" y="62656"/>
                </a:lnTo>
                <a:lnTo>
                  <a:pt x="73521" y="62656"/>
                </a:lnTo>
                <a:lnTo>
                  <a:pt x="73521" y="60870"/>
                </a:lnTo>
                <a:lnTo>
                  <a:pt x="71735" y="60870"/>
                </a:lnTo>
                <a:lnTo>
                  <a:pt x="71735" y="59977"/>
                </a:lnTo>
                <a:lnTo>
                  <a:pt x="70842" y="59977"/>
                </a:lnTo>
                <a:lnTo>
                  <a:pt x="70842" y="59084"/>
                </a:lnTo>
                <a:lnTo>
                  <a:pt x="69949" y="59084"/>
                </a:lnTo>
                <a:lnTo>
                  <a:pt x="69949" y="58192"/>
                </a:lnTo>
                <a:lnTo>
                  <a:pt x="67121" y="58192"/>
                </a:lnTo>
                <a:lnTo>
                  <a:pt x="67121" y="59084"/>
                </a:lnTo>
                <a:lnTo>
                  <a:pt x="66228" y="59084"/>
                </a:lnTo>
                <a:lnTo>
                  <a:pt x="66228" y="58192"/>
                </a:lnTo>
                <a:lnTo>
                  <a:pt x="65335" y="58192"/>
                </a:lnTo>
                <a:lnTo>
                  <a:pt x="65335" y="59084"/>
                </a:lnTo>
                <a:lnTo>
                  <a:pt x="58191" y="59084"/>
                </a:lnTo>
                <a:lnTo>
                  <a:pt x="58191" y="58192"/>
                </a:lnTo>
                <a:lnTo>
                  <a:pt x="54619" y="58192"/>
                </a:lnTo>
                <a:lnTo>
                  <a:pt x="54619" y="59084"/>
                </a:lnTo>
                <a:lnTo>
                  <a:pt x="52834" y="59084"/>
                </a:lnTo>
                <a:lnTo>
                  <a:pt x="52834" y="58192"/>
                </a:lnTo>
                <a:lnTo>
                  <a:pt x="50155" y="58192"/>
                </a:lnTo>
                <a:lnTo>
                  <a:pt x="50155" y="59084"/>
                </a:lnTo>
                <a:lnTo>
                  <a:pt x="48369" y="59084"/>
                </a:lnTo>
                <a:lnTo>
                  <a:pt x="48369" y="58192"/>
                </a:lnTo>
                <a:lnTo>
                  <a:pt x="46583" y="58192"/>
                </a:lnTo>
                <a:lnTo>
                  <a:pt x="46583" y="57299"/>
                </a:lnTo>
                <a:lnTo>
                  <a:pt x="45690" y="57299"/>
                </a:lnTo>
                <a:lnTo>
                  <a:pt x="45690" y="56406"/>
                </a:lnTo>
                <a:lnTo>
                  <a:pt x="44797" y="56406"/>
                </a:lnTo>
                <a:lnTo>
                  <a:pt x="44797" y="57299"/>
                </a:lnTo>
                <a:lnTo>
                  <a:pt x="43904" y="57299"/>
                </a:lnTo>
                <a:lnTo>
                  <a:pt x="43904" y="58192"/>
                </a:lnTo>
                <a:lnTo>
                  <a:pt x="42118" y="58192"/>
                </a:lnTo>
                <a:lnTo>
                  <a:pt x="42118" y="57299"/>
                </a:lnTo>
                <a:lnTo>
                  <a:pt x="41225" y="57299"/>
                </a:lnTo>
                <a:lnTo>
                  <a:pt x="41225" y="55513"/>
                </a:lnTo>
                <a:lnTo>
                  <a:pt x="42118" y="55513"/>
                </a:lnTo>
                <a:lnTo>
                  <a:pt x="42118" y="54620"/>
                </a:lnTo>
                <a:lnTo>
                  <a:pt x="44797" y="54620"/>
                </a:lnTo>
                <a:lnTo>
                  <a:pt x="44797" y="55513"/>
                </a:lnTo>
                <a:lnTo>
                  <a:pt x="46583" y="55513"/>
                </a:lnTo>
                <a:lnTo>
                  <a:pt x="46583" y="54620"/>
                </a:lnTo>
                <a:lnTo>
                  <a:pt x="51941" y="54620"/>
                </a:lnTo>
                <a:lnTo>
                  <a:pt x="51941" y="55513"/>
                </a:lnTo>
                <a:lnTo>
                  <a:pt x="54619" y="55513"/>
                </a:lnTo>
                <a:lnTo>
                  <a:pt x="54619" y="54620"/>
                </a:lnTo>
                <a:lnTo>
                  <a:pt x="62656" y="54620"/>
                </a:lnTo>
                <a:lnTo>
                  <a:pt x="62656" y="55513"/>
                </a:lnTo>
                <a:lnTo>
                  <a:pt x="65335" y="55513"/>
                </a:lnTo>
                <a:lnTo>
                  <a:pt x="65335" y="56406"/>
                </a:lnTo>
                <a:lnTo>
                  <a:pt x="66228" y="56406"/>
                </a:lnTo>
                <a:lnTo>
                  <a:pt x="66228" y="55513"/>
                </a:lnTo>
                <a:lnTo>
                  <a:pt x="67121" y="55513"/>
                </a:lnTo>
                <a:lnTo>
                  <a:pt x="67121" y="54620"/>
                </a:lnTo>
                <a:lnTo>
                  <a:pt x="69949" y="54620"/>
                </a:lnTo>
                <a:lnTo>
                  <a:pt x="69949" y="55513"/>
                </a:lnTo>
                <a:lnTo>
                  <a:pt x="70842" y="55513"/>
                </a:lnTo>
                <a:lnTo>
                  <a:pt x="70842" y="56406"/>
                </a:lnTo>
                <a:lnTo>
                  <a:pt x="71735" y="56406"/>
                </a:lnTo>
                <a:lnTo>
                  <a:pt x="71735" y="53727"/>
                </a:lnTo>
                <a:lnTo>
                  <a:pt x="72628" y="53727"/>
                </a:lnTo>
                <a:lnTo>
                  <a:pt x="72628" y="49262"/>
                </a:lnTo>
                <a:lnTo>
                  <a:pt x="73521" y="49262"/>
                </a:lnTo>
                <a:lnTo>
                  <a:pt x="73521" y="40332"/>
                </a:lnTo>
                <a:lnTo>
                  <a:pt x="74414" y="40332"/>
                </a:lnTo>
                <a:lnTo>
                  <a:pt x="74414" y="38546"/>
                </a:lnTo>
                <a:lnTo>
                  <a:pt x="75307" y="38546"/>
                </a:lnTo>
                <a:lnTo>
                  <a:pt x="75307" y="37653"/>
                </a:lnTo>
                <a:lnTo>
                  <a:pt x="78878" y="37653"/>
                </a:lnTo>
                <a:lnTo>
                  <a:pt x="78878" y="35867"/>
                </a:lnTo>
                <a:lnTo>
                  <a:pt x="77985" y="35867"/>
                </a:lnTo>
                <a:lnTo>
                  <a:pt x="77985" y="33188"/>
                </a:lnTo>
                <a:lnTo>
                  <a:pt x="77092" y="33188"/>
                </a:lnTo>
                <a:lnTo>
                  <a:pt x="77092" y="29617"/>
                </a:lnTo>
                <a:lnTo>
                  <a:pt x="77985" y="29617"/>
                </a:lnTo>
                <a:lnTo>
                  <a:pt x="77985" y="27831"/>
                </a:lnTo>
                <a:lnTo>
                  <a:pt x="78878" y="27831"/>
                </a:lnTo>
                <a:lnTo>
                  <a:pt x="78878" y="26045"/>
                </a:lnTo>
                <a:lnTo>
                  <a:pt x="79771" y="26045"/>
                </a:lnTo>
                <a:lnTo>
                  <a:pt x="79771" y="16966"/>
                </a:lnTo>
                <a:lnTo>
                  <a:pt x="80664" y="16966"/>
                </a:lnTo>
                <a:lnTo>
                  <a:pt x="80664" y="14287"/>
                </a:lnTo>
                <a:lnTo>
                  <a:pt x="81557" y="14287"/>
                </a:lnTo>
                <a:lnTo>
                  <a:pt x="81557" y="11608"/>
                </a:lnTo>
                <a:lnTo>
                  <a:pt x="82450" y="11608"/>
                </a:lnTo>
                <a:lnTo>
                  <a:pt x="82450" y="9822"/>
                </a:lnTo>
                <a:lnTo>
                  <a:pt x="81557" y="9822"/>
                </a:lnTo>
                <a:lnTo>
                  <a:pt x="81557" y="7143"/>
                </a:lnTo>
                <a:lnTo>
                  <a:pt x="79771" y="7143"/>
                </a:lnTo>
                <a:lnTo>
                  <a:pt x="79771" y="6251"/>
                </a:lnTo>
                <a:lnTo>
                  <a:pt x="78878" y="6251"/>
                </a:lnTo>
                <a:lnTo>
                  <a:pt x="78878" y="1786"/>
                </a:lnTo>
                <a:lnTo>
                  <a:pt x="79771" y="1786"/>
                </a:lnTo>
                <a:lnTo>
                  <a:pt x="79771" y="893"/>
                </a:lnTo>
                <a:lnTo>
                  <a:pt x="83343" y="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52CDF65-B124-7015-1220-3FE69D89F67B}"/>
              </a:ext>
            </a:extLst>
          </p:cNvPr>
          <p:cNvSpPr txBox="1"/>
          <p:nvPr/>
        </p:nvSpPr>
        <p:spPr>
          <a:xfrm>
            <a:off x="4665647" y="1772342"/>
            <a:ext cx="137369" cy="136624"/>
          </a:xfrm>
          <a:custGeom>
            <a:avLst/>
            <a:gdLst/>
            <a:ahLst/>
            <a:cxnLst/>
            <a:rect l="l" t="t" r="r" b="b"/>
            <a:pathLst>
              <a:path w="137369" h="136624">
                <a:moveTo>
                  <a:pt x="40928" y="98227"/>
                </a:moveTo>
                <a:lnTo>
                  <a:pt x="46732" y="98227"/>
                </a:lnTo>
                <a:lnTo>
                  <a:pt x="46732" y="99268"/>
                </a:lnTo>
                <a:lnTo>
                  <a:pt x="47774" y="99268"/>
                </a:lnTo>
                <a:lnTo>
                  <a:pt x="47774" y="100608"/>
                </a:lnTo>
                <a:lnTo>
                  <a:pt x="46732" y="100608"/>
                </a:lnTo>
                <a:lnTo>
                  <a:pt x="46732" y="102543"/>
                </a:lnTo>
                <a:lnTo>
                  <a:pt x="42863" y="102543"/>
                </a:lnTo>
                <a:lnTo>
                  <a:pt x="42863" y="103584"/>
                </a:lnTo>
                <a:lnTo>
                  <a:pt x="41970" y="103584"/>
                </a:lnTo>
                <a:lnTo>
                  <a:pt x="41970" y="105519"/>
                </a:lnTo>
                <a:lnTo>
                  <a:pt x="40928" y="105519"/>
                </a:lnTo>
                <a:lnTo>
                  <a:pt x="40928" y="104477"/>
                </a:lnTo>
                <a:lnTo>
                  <a:pt x="38993" y="104477"/>
                </a:lnTo>
                <a:lnTo>
                  <a:pt x="38993" y="102543"/>
                </a:lnTo>
                <a:lnTo>
                  <a:pt x="36017" y="102543"/>
                </a:lnTo>
                <a:lnTo>
                  <a:pt x="36017" y="104477"/>
                </a:lnTo>
                <a:lnTo>
                  <a:pt x="35124" y="104477"/>
                </a:lnTo>
                <a:lnTo>
                  <a:pt x="35124" y="105519"/>
                </a:lnTo>
                <a:lnTo>
                  <a:pt x="34082" y="105519"/>
                </a:lnTo>
                <a:lnTo>
                  <a:pt x="34082" y="107454"/>
                </a:lnTo>
                <a:lnTo>
                  <a:pt x="33189" y="107454"/>
                </a:lnTo>
                <a:lnTo>
                  <a:pt x="33189" y="108347"/>
                </a:lnTo>
                <a:lnTo>
                  <a:pt x="32147" y="108347"/>
                </a:lnTo>
                <a:lnTo>
                  <a:pt x="32147" y="109389"/>
                </a:lnTo>
                <a:lnTo>
                  <a:pt x="30212" y="109389"/>
                </a:lnTo>
                <a:lnTo>
                  <a:pt x="30212" y="110282"/>
                </a:lnTo>
                <a:lnTo>
                  <a:pt x="29319" y="110282"/>
                </a:lnTo>
                <a:lnTo>
                  <a:pt x="29319" y="111323"/>
                </a:lnTo>
                <a:lnTo>
                  <a:pt x="28278" y="111323"/>
                </a:lnTo>
                <a:lnTo>
                  <a:pt x="28278" y="112365"/>
                </a:lnTo>
                <a:lnTo>
                  <a:pt x="27385" y="112365"/>
                </a:lnTo>
                <a:lnTo>
                  <a:pt x="27385" y="113258"/>
                </a:lnTo>
                <a:lnTo>
                  <a:pt x="23366" y="113258"/>
                </a:lnTo>
                <a:lnTo>
                  <a:pt x="23366" y="114300"/>
                </a:lnTo>
                <a:lnTo>
                  <a:pt x="22473" y="114300"/>
                </a:lnTo>
                <a:lnTo>
                  <a:pt x="22473" y="115193"/>
                </a:lnTo>
                <a:lnTo>
                  <a:pt x="21432" y="115193"/>
                </a:lnTo>
                <a:lnTo>
                  <a:pt x="21432" y="116235"/>
                </a:lnTo>
                <a:lnTo>
                  <a:pt x="19497" y="116235"/>
                </a:lnTo>
                <a:lnTo>
                  <a:pt x="19497" y="117128"/>
                </a:lnTo>
                <a:lnTo>
                  <a:pt x="18604" y="117128"/>
                </a:lnTo>
                <a:lnTo>
                  <a:pt x="18604" y="118170"/>
                </a:lnTo>
                <a:lnTo>
                  <a:pt x="15627" y="118170"/>
                </a:lnTo>
                <a:lnTo>
                  <a:pt x="15627" y="119063"/>
                </a:lnTo>
                <a:lnTo>
                  <a:pt x="14734" y="119063"/>
                </a:lnTo>
                <a:lnTo>
                  <a:pt x="14734" y="120104"/>
                </a:lnTo>
                <a:lnTo>
                  <a:pt x="13693" y="120104"/>
                </a:lnTo>
                <a:lnTo>
                  <a:pt x="13693" y="120997"/>
                </a:lnTo>
                <a:lnTo>
                  <a:pt x="12800" y="120997"/>
                </a:lnTo>
                <a:lnTo>
                  <a:pt x="12800" y="122039"/>
                </a:lnTo>
                <a:lnTo>
                  <a:pt x="11758" y="122039"/>
                </a:lnTo>
                <a:lnTo>
                  <a:pt x="11758" y="122932"/>
                </a:lnTo>
                <a:lnTo>
                  <a:pt x="6846" y="122932"/>
                </a:lnTo>
                <a:lnTo>
                  <a:pt x="6846" y="122039"/>
                </a:lnTo>
                <a:lnTo>
                  <a:pt x="5805" y="122039"/>
                </a:lnTo>
                <a:lnTo>
                  <a:pt x="5805" y="120997"/>
                </a:lnTo>
                <a:lnTo>
                  <a:pt x="3870" y="120997"/>
                </a:lnTo>
                <a:lnTo>
                  <a:pt x="3870" y="120104"/>
                </a:lnTo>
                <a:lnTo>
                  <a:pt x="2977" y="120104"/>
                </a:lnTo>
                <a:lnTo>
                  <a:pt x="2977" y="116235"/>
                </a:lnTo>
                <a:lnTo>
                  <a:pt x="1935" y="116235"/>
                </a:lnTo>
                <a:lnTo>
                  <a:pt x="1935" y="114300"/>
                </a:lnTo>
                <a:lnTo>
                  <a:pt x="1042" y="114300"/>
                </a:lnTo>
                <a:lnTo>
                  <a:pt x="1042" y="112365"/>
                </a:lnTo>
                <a:lnTo>
                  <a:pt x="0" y="112365"/>
                </a:lnTo>
                <a:lnTo>
                  <a:pt x="0" y="111919"/>
                </a:lnTo>
                <a:lnTo>
                  <a:pt x="1042" y="111919"/>
                </a:lnTo>
                <a:lnTo>
                  <a:pt x="1042" y="109389"/>
                </a:lnTo>
                <a:lnTo>
                  <a:pt x="0" y="109389"/>
                </a:lnTo>
                <a:lnTo>
                  <a:pt x="0" y="108049"/>
                </a:lnTo>
                <a:lnTo>
                  <a:pt x="1042" y="108049"/>
                </a:lnTo>
                <a:lnTo>
                  <a:pt x="1042" y="105073"/>
                </a:lnTo>
                <a:lnTo>
                  <a:pt x="2977" y="105073"/>
                </a:lnTo>
                <a:lnTo>
                  <a:pt x="2977" y="104180"/>
                </a:lnTo>
                <a:lnTo>
                  <a:pt x="8781" y="104180"/>
                </a:lnTo>
                <a:lnTo>
                  <a:pt x="8781" y="103138"/>
                </a:lnTo>
                <a:lnTo>
                  <a:pt x="10716" y="103138"/>
                </a:lnTo>
                <a:lnTo>
                  <a:pt x="10716" y="104180"/>
                </a:lnTo>
                <a:lnTo>
                  <a:pt x="14734" y="104180"/>
                </a:lnTo>
                <a:lnTo>
                  <a:pt x="14734" y="105073"/>
                </a:lnTo>
                <a:lnTo>
                  <a:pt x="16520" y="105073"/>
                </a:lnTo>
                <a:lnTo>
                  <a:pt x="16520" y="104180"/>
                </a:lnTo>
                <a:lnTo>
                  <a:pt x="18455" y="104180"/>
                </a:lnTo>
                <a:lnTo>
                  <a:pt x="18455" y="103138"/>
                </a:lnTo>
                <a:lnTo>
                  <a:pt x="21432" y="103138"/>
                </a:lnTo>
                <a:lnTo>
                  <a:pt x="21432" y="102245"/>
                </a:lnTo>
                <a:lnTo>
                  <a:pt x="22325" y="102245"/>
                </a:lnTo>
                <a:lnTo>
                  <a:pt x="22325" y="101203"/>
                </a:lnTo>
                <a:lnTo>
                  <a:pt x="22473" y="101203"/>
                </a:lnTo>
                <a:lnTo>
                  <a:pt x="22473" y="102245"/>
                </a:lnTo>
                <a:lnTo>
                  <a:pt x="24408" y="102245"/>
                </a:lnTo>
                <a:lnTo>
                  <a:pt x="24408" y="103138"/>
                </a:lnTo>
                <a:lnTo>
                  <a:pt x="28278" y="103138"/>
                </a:lnTo>
                <a:lnTo>
                  <a:pt x="28278" y="102245"/>
                </a:lnTo>
                <a:lnTo>
                  <a:pt x="34082" y="102245"/>
                </a:lnTo>
                <a:lnTo>
                  <a:pt x="34082" y="101203"/>
                </a:lnTo>
                <a:lnTo>
                  <a:pt x="36017" y="101203"/>
                </a:lnTo>
                <a:lnTo>
                  <a:pt x="36017" y="100310"/>
                </a:lnTo>
                <a:lnTo>
                  <a:pt x="36910" y="100310"/>
                </a:lnTo>
                <a:lnTo>
                  <a:pt x="36910" y="99268"/>
                </a:lnTo>
                <a:lnTo>
                  <a:pt x="40928" y="99268"/>
                </a:lnTo>
                <a:close/>
                <a:moveTo>
                  <a:pt x="99269" y="52536"/>
                </a:moveTo>
                <a:lnTo>
                  <a:pt x="103287" y="52536"/>
                </a:lnTo>
                <a:lnTo>
                  <a:pt x="103287" y="53578"/>
                </a:lnTo>
                <a:lnTo>
                  <a:pt x="106115" y="53578"/>
                </a:lnTo>
                <a:lnTo>
                  <a:pt x="106115" y="54471"/>
                </a:lnTo>
                <a:lnTo>
                  <a:pt x="107157" y="54471"/>
                </a:lnTo>
                <a:lnTo>
                  <a:pt x="107157" y="55513"/>
                </a:lnTo>
                <a:lnTo>
                  <a:pt x="108050" y="55513"/>
                </a:lnTo>
                <a:lnTo>
                  <a:pt x="108050" y="56406"/>
                </a:lnTo>
                <a:lnTo>
                  <a:pt x="112068" y="56406"/>
                </a:lnTo>
                <a:lnTo>
                  <a:pt x="112068" y="57448"/>
                </a:lnTo>
                <a:lnTo>
                  <a:pt x="116830" y="57448"/>
                </a:lnTo>
                <a:lnTo>
                  <a:pt x="116830" y="58341"/>
                </a:lnTo>
                <a:lnTo>
                  <a:pt x="117872" y="58341"/>
                </a:lnTo>
                <a:lnTo>
                  <a:pt x="117872" y="58787"/>
                </a:lnTo>
                <a:lnTo>
                  <a:pt x="116830" y="58787"/>
                </a:lnTo>
                <a:lnTo>
                  <a:pt x="116830" y="60275"/>
                </a:lnTo>
                <a:lnTo>
                  <a:pt x="119807" y="60275"/>
                </a:lnTo>
                <a:lnTo>
                  <a:pt x="119807" y="61317"/>
                </a:lnTo>
                <a:lnTo>
                  <a:pt x="120700" y="61317"/>
                </a:lnTo>
                <a:lnTo>
                  <a:pt x="120700" y="62210"/>
                </a:lnTo>
                <a:lnTo>
                  <a:pt x="121742" y="62210"/>
                </a:lnTo>
                <a:lnTo>
                  <a:pt x="121742" y="63252"/>
                </a:lnTo>
                <a:lnTo>
                  <a:pt x="122635" y="63252"/>
                </a:lnTo>
                <a:lnTo>
                  <a:pt x="122635" y="64294"/>
                </a:lnTo>
                <a:lnTo>
                  <a:pt x="124718" y="64294"/>
                </a:lnTo>
                <a:lnTo>
                  <a:pt x="124718" y="66229"/>
                </a:lnTo>
                <a:lnTo>
                  <a:pt x="125611" y="66229"/>
                </a:lnTo>
                <a:lnTo>
                  <a:pt x="125611" y="68461"/>
                </a:lnTo>
                <a:lnTo>
                  <a:pt x="123676" y="68461"/>
                </a:lnTo>
                <a:lnTo>
                  <a:pt x="123676" y="69503"/>
                </a:lnTo>
                <a:lnTo>
                  <a:pt x="122635" y="69503"/>
                </a:lnTo>
                <a:lnTo>
                  <a:pt x="122635" y="70991"/>
                </a:lnTo>
                <a:lnTo>
                  <a:pt x="123676" y="70991"/>
                </a:lnTo>
                <a:lnTo>
                  <a:pt x="123676" y="72033"/>
                </a:lnTo>
                <a:lnTo>
                  <a:pt x="124718" y="72033"/>
                </a:lnTo>
                <a:lnTo>
                  <a:pt x="124718" y="75307"/>
                </a:lnTo>
                <a:lnTo>
                  <a:pt x="123676" y="75307"/>
                </a:lnTo>
                <a:lnTo>
                  <a:pt x="123676" y="76349"/>
                </a:lnTo>
                <a:lnTo>
                  <a:pt x="122635" y="76349"/>
                </a:lnTo>
                <a:lnTo>
                  <a:pt x="122635" y="77242"/>
                </a:lnTo>
                <a:lnTo>
                  <a:pt x="121742" y="77242"/>
                </a:lnTo>
                <a:lnTo>
                  <a:pt x="121742" y="78284"/>
                </a:lnTo>
                <a:lnTo>
                  <a:pt x="119807" y="78284"/>
                </a:lnTo>
                <a:lnTo>
                  <a:pt x="119807" y="79177"/>
                </a:lnTo>
                <a:lnTo>
                  <a:pt x="116830" y="79177"/>
                </a:lnTo>
                <a:lnTo>
                  <a:pt x="116830" y="78284"/>
                </a:lnTo>
                <a:lnTo>
                  <a:pt x="114896" y="78284"/>
                </a:lnTo>
                <a:lnTo>
                  <a:pt x="114896" y="77242"/>
                </a:lnTo>
                <a:lnTo>
                  <a:pt x="112961" y="77242"/>
                </a:lnTo>
                <a:lnTo>
                  <a:pt x="112961" y="76349"/>
                </a:lnTo>
                <a:lnTo>
                  <a:pt x="111919" y="76349"/>
                </a:lnTo>
                <a:lnTo>
                  <a:pt x="111919" y="74414"/>
                </a:lnTo>
                <a:lnTo>
                  <a:pt x="110877" y="74414"/>
                </a:lnTo>
                <a:lnTo>
                  <a:pt x="110877" y="73372"/>
                </a:lnTo>
                <a:lnTo>
                  <a:pt x="108050" y="73372"/>
                </a:lnTo>
                <a:lnTo>
                  <a:pt x="108050" y="72331"/>
                </a:lnTo>
                <a:lnTo>
                  <a:pt x="107008" y="72331"/>
                </a:lnTo>
                <a:lnTo>
                  <a:pt x="107008" y="70991"/>
                </a:lnTo>
                <a:lnTo>
                  <a:pt x="108050" y="70991"/>
                </a:lnTo>
                <a:lnTo>
                  <a:pt x="108050" y="69056"/>
                </a:lnTo>
                <a:lnTo>
                  <a:pt x="108943" y="69056"/>
                </a:lnTo>
                <a:lnTo>
                  <a:pt x="108943" y="65633"/>
                </a:lnTo>
                <a:lnTo>
                  <a:pt x="108050" y="65633"/>
                </a:lnTo>
                <a:lnTo>
                  <a:pt x="108050" y="64591"/>
                </a:lnTo>
                <a:lnTo>
                  <a:pt x="107008" y="64591"/>
                </a:lnTo>
                <a:lnTo>
                  <a:pt x="107008" y="60722"/>
                </a:lnTo>
                <a:lnTo>
                  <a:pt x="106115" y="60722"/>
                </a:lnTo>
                <a:lnTo>
                  <a:pt x="106115" y="59680"/>
                </a:lnTo>
                <a:lnTo>
                  <a:pt x="104180" y="59680"/>
                </a:lnTo>
                <a:lnTo>
                  <a:pt x="104180" y="58787"/>
                </a:lnTo>
                <a:lnTo>
                  <a:pt x="103138" y="58787"/>
                </a:lnTo>
                <a:lnTo>
                  <a:pt x="103138" y="57745"/>
                </a:lnTo>
                <a:lnTo>
                  <a:pt x="98227" y="57745"/>
                </a:lnTo>
                <a:lnTo>
                  <a:pt x="98227" y="56852"/>
                </a:lnTo>
                <a:lnTo>
                  <a:pt x="97334" y="56852"/>
                </a:lnTo>
                <a:lnTo>
                  <a:pt x="97334" y="54471"/>
                </a:lnTo>
                <a:lnTo>
                  <a:pt x="98227" y="54471"/>
                </a:lnTo>
                <a:lnTo>
                  <a:pt x="98227" y="53578"/>
                </a:lnTo>
                <a:lnTo>
                  <a:pt x="99269" y="53578"/>
                </a:lnTo>
                <a:close/>
                <a:moveTo>
                  <a:pt x="29171" y="0"/>
                </a:moveTo>
                <a:lnTo>
                  <a:pt x="32147" y="0"/>
                </a:lnTo>
                <a:lnTo>
                  <a:pt x="32147" y="1042"/>
                </a:lnTo>
                <a:lnTo>
                  <a:pt x="33189" y="1042"/>
                </a:lnTo>
                <a:lnTo>
                  <a:pt x="33189" y="1935"/>
                </a:lnTo>
                <a:lnTo>
                  <a:pt x="35124" y="1935"/>
                </a:lnTo>
                <a:lnTo>
                  <a:pt x="35124" y="2977"/>
                </a:lnTo>
                <a:lnTo>
                  <a:pt x="37059" y="2977"/>
                </a:lnTo>
                <a:lnTo>
                  <a:pt x="37059" y="3870"/>
                </a:lnTo>
                <a:lnTo>
                  <a:pt x="38993" y="3870"/>
                </a:lnTo>
                <a:lnTo>
                  <a:pt x="38993" y="4911"/>
                </a:lnTo>
                <a:lnTo>
                  <a:pt x="40035" y="4911"/>
                </a:lnTo>
                <a:lnTo>
                  <a:pt x="40035" y="5804"/>
                </a:lnTo>
                <a:lnTo>
                  <a:pt x="40928" y="5804"/>
                </a:lnTo>
                <a:lnTo>
                  <a:pt x="40928" y="8781"/>
                </a:lnTo>
                <a:lnTo>
                  <a:pt x="41970" y="8781"/>
                </a:lnTo>
                <a:lnTo>
                  <a:pt x="41970" y="17859"/>
                </a:lnTo>
                <a:lnTo>
                  <a:pt x="40035" y="17859"/>
                </a:lnTo>
                <a:lnTo>
                  <a:pt x="40035" y="18901"/>
                </a:lnTo>
                <a:lnTo>
                  <a:pt x="38100" y="18901"/>
                </a:lnTo>
                <a:lnTo>
                  <a:pt x="38100" y="19794"/>
                </a:lnTo>
                <a:lnTo>
                  <a:pt x="36017" y="19794"/>
                </a:lnTo>
                <a:lnTo>
                  <a:pt x="36017" y="20836"/>
                </a:lnTo>
                <a:lnTo>
                  <a:pt x="35124" y="20836"/>
                </a:lnTo>
                <a:lnTo>
                  <a:pt x="35124" y="21729"/>
                </a:lnTo>
                <a:lnTo>
                  <a:pt x="34082" y="21729"/>
                </a:lnTo>
                <a:lnTo>
                  <a:pt x="34082" y="22771"/>
                </a:lnTo>
                <a:lnTo>
                  <a:pt x="32147" y="22771"/>
                </a:lnTo>
                <a:lnTo>
                  <a:pt x="32147" y="25747"/>
                </a:lnTo>
                <a:lnTo>
                  <a:pt x="31254" y="25747"/>
                </a:lnTo>
                <a:lnTo>
                  <a:pt x="31254" y="26640"/>
                </a:lnTo>
                <a:lnTo>
                  <a:pt x="30212" y="26640"/>
                </a:lnTo>
                <a:lnTo>
                  <a:pt x="30212" y="30510"/>
                </a:lnTo>
                <a:lnTo>
                  <a:pt x="28278" y="30510"/>
                </a:lnTo>
                <a:lnTo>
                  <a:pt x="28278" y="32445"/>
                </a:lnTo>
                <a:lnTo>
                  <a:pt x="27385" y="32445"/>
                </a:lnTo>
                <a:lnTo>
                  <a:pt x="27385" y="33486"/>
                </a:lnTo>
                <a:lnTo>
                  <a:pt x="26343" y="33486"/>
                </a:lnTo>
                <a:lnTo>
                  <a:pt x="26343" y="34379"/>
                </a:lnTo>
                <a:lnTo>
                  <a:pt x="25450" y="34379"/>
                </a:lnTo>
                <a:lnTo>
                  <a:pt x="25450" y="36314"/>
                </a:lnTo>
                <a:lnTo>
                  <a:pt x="24408" y="36314"/>
                </a:lnTo>
                <a:lnTo>
                  <a:pt x="24408" y="38398"/>
                </a:lnTo>
                <a:lnTo>
                  <a:pt x="23366" y="38398"/>
                </a:lnTo>
                <a:lnTo>
                  <a:pt x="23366" y="39291"/>
                </a:lnTo>
                <a:lnTo>
                  <a:pt x="22473" y="39291"/>
                </a:lnTo>
                <a:lnTo>
                  <a:pt x="22473" y="40332"/>
                </a:lnTo>
                <a:lnTo>
                  <a:pt x="21432" y="40332"/>
                </a:lnTo>
                <a:lnTo>
                  <a:pt x="21432" y="41225"/>
                </a:lnTo>
                <a:lnTo>
                  <a:pt x="20539" y="41225"/>
                </a:lnTo>
                <a:lnTo>
                  <a:pt x="20539" y="42267"/>
                </a:lnTo>
                <a:lnTo>
                  <a:pt x="18604" y="42267"/>
                </a:lnTo>
                <a:lnTo>
                  <a:pt x="18604" y="43160"/>
                </a:lnTo>
                <a:lnTo>
                  <a:pt x="17562" y="43160"/>
                </a:lnTo>
                <a:lnTo>
                  <a:pt x="17562" y="44202"/>
                </a:lnTo>
                <a:lnTo>
                  <a:pt x="16669" y="44202"/>
                </a:lnTo>
                <a:lnTo>
                  <a:pt x="16669" y="47625"/>
                </a:lnTo>
                <a:lnTo>
                  <a:pt x="17562" y="47625"/>
                </a:lnTo>
                <a:lnTo>
                  <a:pt x="17562" y="48667"/>
                </a:lnTo>
                <a:lnTo>
                  <a:pt x="21432" y="48667"/>
                </a:lnTo>
                <a:lnTo>
                  <a:pt x="21432" y="49560"/>
                </a:lnTo>
                <a:lnTo>
                  <a:pt x="26343" y="49560"/>
                </a:lnTo>
                <a:lnTo>
                  <a:pt x="26343" y="50602"/>
                </a:lnTo>
                <a:lnTo>
                  <a:pt x="27385" y="50602"/>
                </a:lnTo>
                <a:lnTo>
                  <a:pt x="27385" y="51643"/>
                </a:lnTo>
                <a:lnTo>
                  <a:pt x="30212" y="51643"/>
                </a:lnTo>
                <a:lnTo>
                  <a:pt x="30212" y="48667"/>
                </a:lnTo>
                <a:lnTo>
                  <a:pt x="31105" y="48667"/>
                </a:lnTo>
                <a:lnTo>
                  <a:pt x="31105" y="47625"/>
                </a:lnTo>
                <a:lnTo>
                  <a:pt x="32147" y="47625"/>
                </a:lnTo>
                <a:lnTo>
                  <a:pt x="32147" y="46732"/>
                </a:lnTo>
                <a:lnTo>
                  <a:pt x="34975" y="46732"/>
                </a:lnTo>
                <a:lnTo>
                  <a:pt x="34975" y="45690"/>
                </a:lnTo>
                <a:lnTo>
                  <a:pt x="36017" y="45690"/>
                </a:lnTo>
                <a:lnTo>
                  <a:pt x="36017" y="41821"/>
                </a:lnTo>
                <a:lnTo>
                  <a:pt x="36910" y="41821"/>
                </a:lnTo>
                <a:lnTo>
                  <a:pt x="36910" y="38993"/>
                </a:lnTo>
                <a:lnTo>
                  <a:pt x="37951" y="38993"/>
                </a:lnTo>
                <a:lnTo>
                  <a:pt x="37951" y="36909"/>
                </a:lnTo>
                <a:lnTo>
                  <a:pt x="38993" y="36909"/>
                </a:lnTo>
                <a:lnTo>
                  <a:pt x="38993" y="34975"/>
                </a:lnTo>
                <a:lnTo>
                  <a:pt x="39886" y="34975"/>
                </a:lnTo>
                <a:lnTo>
                  <a:pt x="39886" y="34082"/>
                </a:lnTo>
                <a:lnTo>
                  <a:pt x="40928" y="34082"/>
                </a:lnTo>
                <a:lnTo>
                  <a:pt x="40928" y="33040"/>
                </a:lnTo>
                <a:lnTo>
                  <a:pt x="41821" y="33040"/>
                </a:lnTo>
                <a:lnTo>
                  <a:pt x="41821" y="31105"/>
                </a:lnTo>
                <a:lnTo>
                  <a:pt x="44798" y="31105"/>
                </a:lnTo>
                <a:lnTo>
                  <a:pt x="44798" y="32147"/>
                </a:lnTo>
                <a:lnTo>
                  <a:pt x="45839" y="32147"/>
                </a:lnTo>
                <a:lnTo>
                  <a:pt x="45839" y="33040"/>
                </a:lnTo>
                <a:lnTo>
                  <a:pt x="46732" y="33040"/>
                </a:lnTo>
                <a:lnTo>
                  <a:pt x="46732" y="34082"/>
                </a:lnTo>
                <a:lnTo>
                  <a:pt x="47774" y="34082"/>
                </a:lnTo>
                <a:lnTo>
                  <a:pt x="47774" y="34975"/>
                </a:lnTo>
                <a:lnTo>
                  <a:pt x="48667" y="34975"/>
                </a:lnTo>
                <a:lnTo>
                  <a:pt x="48667" y="38993"/>
                </a:lnTo>
                <a:lnTo>
                  <a:pt x="49709" y="38993"/>
                </a:lnTo>
                <a:lnTo>
                  <a:pt x="49709" y="39886"/>
                </a:lnTo>
                <a:lnTo>
                  <a:pt x="51644" y="39886"/>
                </a:lnTo>
                <a:lnTo>
                  <a:pt x="51644" y="42267"/>
                </a:lnTo>
                <a:lnTo>
                  <a:pt x="50751" y="42267"/>
                </a:lnTo>
                <a:lnTo>
                  <a:pt x="50751" y="43160"/>
                </a:lnTo>
                <a:lnTo>
                  <a:pt x="49709" y="43160"/>
                </a:lnTo>
                <a:lnTo>
                  <a:pt x="49709" y="44202"/>
                </a:lnTo>
                <a:lnTo>
                  <a:pt x="48667" y="44202"/>
                </a:lnTo>
                <a:lnTo>
                  <a:pt x="48667" y="45095"/>
                </a:lnTo>
                <a:lnTo>
                  <a:pt x="46732" y="45095"/>
                </a:lnTo>
                <a:lnTo>
                  <a:pt x="46732" y="46137"/>
                </a:lnTo>
                <a:lnTo>
                  <a:pt x="45839" y="46137"/>
                </a:lnTo>
                <a:lnTo>
                  <a:pt x="45839" y="48965"/>
                </a:lnTo>
                <a:lnTo>
                  <a:pt x="44798" y="48965"/>
                </a:lnTo>
                <a:lnTo>
                  <a:pt x="44798" y="50006"/>
                </a:lnTo>
                <a:lnTo>
                  <a:pt x="42863" y="50006"/>
                </a:lnTo>
                <a:lnTo>
                  <a:pt x="42863" y="51941"/>
                </a:lnTo>
                <a:lnTo>
                  <a:pt x="40928" y="51941"/>
                </a:lnTo>
                <a:lnTo>
                  <a:pt x="40928" y="52983"/>
                </a:lnTo>
                <a:lnTo>
                  <a:pt x="40035" y="52983"/>
                </a:lnTo>
                <a:lnTo>
                  <a:pt x="40035" y="54918"/>
                </a:lnTo>
                <a:lnTo>
                  <a:pt x="38993" y="54918"/>
                </a:lnTo>
                <a:lnTo>
                  <a:pt x="38993" y="55811"/>
                </a:lnTo>
                <a:lnTo>
                  <a:pt x="38100" y="55811"/>
                </a:lnTo>
                <a:lnTo>
                  <a:pt x="38100" y="56852"/>
                </a:lnTo>
                <a:lnTo>
                  <a:pt x="37059" y="56852"/>
                </a:lnTo>
                <a:lnTo>
                  <a:pt x="37059" y="57745"/>
                </a:lnTo>
                <a:lnTo>
                  <a:pt x="36017" y="57745"/>
                </a:lnTo>
                <a:lnTo>
                  <a:pt x="36017" y="58787"/>
                </a:lnTo>
                <a:lnTo>
                  <a:pt x="35124" y="58787"/>
                </a:lnTo>
                <a:lnTo>
                  <a:pt x="35124" y="60722"/>
                </a:lnTo>
                <a:lnTo>
                  <a:pt x="34082" y="60722"/>
                </a:lnTo>
                <a:lnTo>
                  <a:pt x="34082" y="61615"/>
                </a:lnTo>
                <a:lnTo>
                  <a:pt x="32147" y="61615"/>
                </a:lnTo>
                <a:lnTo>
                  <a:pt x="32147" y="62657"/>
                </a:lnTo>
                <a:lnTo>
                  <a:pt x="31254" y="62657"/>
                </a:lnTo>
                <a:lnTo>
                  <a:pt x="31254" y="64591"/>
                </a:lnTo>
                <a:lnTo>
                  <a:pt x="30212" y="64591"/>
                </a:lnTo>
                <a:lnTo>
                  <a:pt x="30212" y="66526"/>
                </a:lnTo>
                <a:lnTo>
                  <a:pt x="29319" y="66526"/>
                </a:lnTo>
                <a:lnTo>
                  <a:pt x="29319" y="68461"/>
                </a:lnTo>
                <a:lnTo>
                  <a:pt x="28278" y="68461"/>
                </a:lnTo>
                <a:lnTo>
                  <a:pt x="28278" y="69503"/>
                </a:lnTo>
                <a:lnTo>
                  <a:pt x="26343" y="69503"/>
                </a:lnTo>
                <a:lnTo>
                  <a:pt x="26343" y="72033"/>
                </a:lnTo>
                <a:lnTo>
                  <a:pt x="27385" y="72033"/>
                </a:lnTo>
                <a:lnTo>
                  <a:pt x="27385" y="75902"/>
                </a:lnTo>
                <a:lnTo>
                  <a:pt x="28278" y="75902"/>
                </a:lnTo>
                <a:lnTo>
                  <a:pt x="28278" y="76944"/>
                </a:lnTo>
                <a:lnTo>
                  <a:pt x="30212" y="76944"/>
                </a:lnTo>
                <a:lnTo>
                  <a:pt x="30212" y="75902"/>
                </a:lnTo>
                <a:lnTo>
                  <a:pt x="37951" y="75902"/>
                </a:lnTo>
                <a:lnTo>
                  <a:pt x="37951" y="75009"/>
                </a:lnTo>
                <a:lnTo>
                  <a:pt x="40928" y="75009"/>
                </a:lnTo>
                <a:lnTo>
                  <a:pt x="40928" y="73968"/>
                </a:lnTo>
                <a:lnTo>
                  <a:pt x="45691" y="73968"/>
                </a:lnTo>
                <a:lnTo>
                  <a:pt x="45691" y="72926"/>
                </a:lnTo>
                <a:lnTo>
                  <a:pt x="46732" y="72926"/>
                </a:lnTo>
                <a:lnTo>
                  <a:pt x="46732" y="68163"/>
                </a:lnTo>
                <a:lnTo>
                  <a:pt x="47625" y="68163"/>
                </a:lnTo>
                <a:lnTo>
                  <a:pt x="47625" y="67122"/>
                </a:lnTo>
                <a:lnTo>
                  <a:pt x="48667" y="67122"/>
                </a:lnTo>
                <a:lnTo>
                  <a:pt x="48667" y="66229"/>
                </a:lnTo>
                <a:lnTo>
                  <a:pt x="49560" y="66229"/>
                </a:lnTo>
                <a:lnTo>
                  <a:pt x="49560" y="65187"/>
                </a:lnTo>
                <a:lnTo>
                  <a:pt x="52685" y="65187"/>
                </a:lnTo>
                <a:lnTo>
                  <a:pt x="52685" y="66229"/>
                </a:lnTo>
                <a:lnTo>
                  <a:pt x="54620" y="66229"/>
                </a:lnTo>
                <a:lnTo>
                  <a:pt x="54620" y="69056"/>
                </a:lnTo>
                <a:lnTo>
                  <a:pt x="58341" y="69056"/>
                </a:lnTo>
                <a:lnTo>
                  <a:pt x="58341" y="68163"/>
                </a:lnTo>
                <a:lnTo>
                  <a:pt x="59383" y="68163"/>
                </a:lnTo>
                <a:lnTo>
                  <a:pt x="59383" y="67122"/>
                </a:lnTo>
                <a:lnTo>
                  <a:pt x="60276" y="67122"/>
                </a:lnTo>
                <a:lnTo>
                  <a:pt x="60276" y="66229"/>
                </a:lnTo>
                <a:lnTo>
                  <a:pt x="61318" y="66229"/>
                </a:lnTo>
                <a:lnTo>
                  <a:pt x="61318" y="65187"/>
                </a:lnTo>
                <a:lnTo>
                  <a:pt x="62210" y="65187"/>
                </a:lnTo>
                <a:lnTo>
                  <a:pt x="62210" y="63698"/>
                </a:lnTo>
                <a:lnTo>
                  <a:pt x="61318" y="63698"/>
                </a:lnTo>
                <a:lnTo>
                  <a:pt x="61318" y="62657"/>
                </a:lnTo>
                <a:lnTo>
                  <a:pt x="60276" y="62657"/>
                </a:lnTo>
                <a:lnTo>
                  <a:pt x="60276" y="61615"/>
                </a:lnTo>
                <a:lnTo>
                  <a:pt x="59383" y="61615"/>
                </a:lnTo>
                <a:lnTo>
                  <a:pt x="59383" y="60275"/>
                </a:lnTo>
                <a:lnTo>
                  <a:pt x="60276" y="60275"/>
                </a:lnTo>
                <a:lnTo>
                  <a:pt x="60276" y="59382"/>
                </a:lnTo>
                <a:lnTo>
                  <a:pt x="61318" y="59382"/>
                </a:lnTo>
                <a:lnTo>
                  <a:pt x="61318" y="58341"/>
                </a:lnTo>
                <a:lnTo>
                  <a:pt x="62210" y="58341"/>
                </a:lnTo>
                <a:lnTo>
                  <a:pt x="62210" y="57448"/>
                </a:lnTo>
                <a:lnTo>
                  <a:pt x="64294" y="57448"/>
                </a:lnTo>
                <a:lnTo>
                  <a:pt x="64294" y="56406"/>
                </a:lnTo>
                <a:lnTo>
                  <a:pt x="65187" y="56406"/>
                </a:lnTo>
                <a:lnTo>
                  <a:pt x="65187" y="55513"/>
                </a:lnTo>
                <a:lnTo>
                  <a:pt x="66229" y="55513"/>
                </a:lnTo>
                <a:lnTo>
                  <a:pt x="66229" y="54471"/>
                </a:lnTo>
                <a:lnTo>
                  <a:pt x="67122" y="54471"/>
                </a:lnTo>
                <a:lnTo>
                  <a:pt x="67122" y="53578"/>
                </a:lnTo>
                <a:lnTo>
                  <a:pt x="67271" y="53578"/>
                </a:lnTo>
                <a:lnTo>
                  <a:pt x="67271" y="54471"/>
                </a:lnTo>
                <a:lnTo>
                  <a:pt x="68164" y="54471"/>
                </a:lnTo>
                <a:lnTo>
                  <a:pt x="68164" y="56406"/>
                </a:lnTo>
                <a:lnTo>
                  <a:pt x="70991" y="56406"/>
                </a:lnTo>
                <a:lnTo>
                  <a:pt x="70991" y="55513"/>
                </a:lnTo>
                <a:lnTo>
                  <a:pt x="72033" y="55513"/>
                </a:lnTo>
                <a:lnTo>
                  <a:pt x="72033" y="53876"/>
                </a:lnTo>
                <a:lnTo>
                  <a:pt x="70991" y="53876"/>
                </a:lnTo>
                <a:lnTo>
                  <a:pt x="70991" y="52983"/>
                </a:lnTo>
                <a:lnTo>
                  <a:pt x="68164" y="52983"/>
                </a:lnTo>
                <a:lnTo>
                  <a:pt x="68164" y="51643"/>
                </a:lnTo>
                <a:lnTo>
                  <a:pt x="69057" y="51643"/>
                </a:lnTo>
                <a:lnTo>
                  <a:pt x="69057" y="49560"/>
                </a:lnTo>
                <a:lnTo>
                  <a:pt x="70098" y="49560"/>
                </a:lnTo>
                <a:lnTo>
                  <a:pt x="70098" y="47625"/>
                </a:lnTo>
                <a:lnTo>
                  <a:pt x="70991" y="47625"/>
                </a:lnTo>
                <a:lnTo>
                  <a:pt x="70991" y="45690"/>
                </a:lnTo>
                <a:lnTo>
                  <a:pt x="72033" y="45690"/>
                </a:lnTo>
                <a:lnTo>
                  <a:pt x="72033" y="44797"/>
                </a:lnTo>
                <a:lnTo>
                  <a:pt x="72926" y="44797"/>
                </a:lnTo>
                <a:lnTo>
                  <a:pt x="72926" y="43756"/>
                </a:lnTo>
                <a:lnTo>
                  <a:pt x="73968" y="43756"/>
                </a:lnTo>
                <a:lnTo>
                  <a:pt x="73968" y="42863"/>
                </a:lnTo>
                <a:lnTo>
                  <a:pt x="75010" y="42863"/>
                </a:lnTo>
                <a:lnTo>
                  <a:pt x="75010" y="41821"/>
                </a:lnTo>
                <a:lnTo>
                  <a:pt x="75903" y="41821"/>
                </a:lnTo>
                <a:lnTo>
                  <a:pt x="75903" y="40928"/>
                </a:lnTo>
                <a:lnTo>
                  <a:pt x="76944" y="40928"/>
                </a:lnTo>
                <a:lnTo>
                  <a:pt x="76944" y="36909"/>
                </a:lnTo>
                <a:lnTo>
                  <a:pt x="77837" y="36909"/>
                </a:lnTo>
                <a:lnTo>
                  <a:pt x="77837" y="36016"/>
                </a:lnTo>
                <a:lnTo>
                  <a:pt x="78879" y="36016"/>
                </a:lnTo>
                <a:lnTo>
                  <a:pt x="78879" y="34975"/>
                </a:lnTo>
                <a:lnTo>
                  <a:pt x="79772" y="34975"/>
                </a:lnTo>
                <a:lnTo>
                  <a:pt x="79772" y="29617"/>
                </a:lnTo>
                <a:lnTo>
                  <a:pt x="78879" y="29617"/>
                </a:lnTo>
                <a:lnTo>
                  <a:pt x="78879" y="28575"/>
                </a:lnTo>
                <a:lnTo>
                  <a:pt x="75010" y="28575"/>
                </a:lnTo>
                <a:lnTo>
                  <a:pt x="75010" y="29617"/>
                </a:lnTo>
                <a:lnTo>
                  <a:pt x="74117" y="29617"/>
                </a:lnTo>
                <a:lnTo>
                  <a:pt x="74117" y="30510"/>
                </a:lnTo>
                <a:lnTo>
                  <a:pt x="70098" y="30510"/>
                </a:lnTo>
                <a:lnTo>
                  <a:pt x="70098" y="29617"/>
                </a:lnTo>
                <a:lnTo>
                  <a:pt x="66229" y="29617"/>
                </a:lnTo>
                <a:lnTo>
                  <a:pt x="66229" y="30510"/>
                </a:lnTo>
                <a:lnTo>
                  <a:pt x="63252" y="30510"/>
                </a:lnTo>
                <a:lnTo>
                  <a:pt x="63252" y="29617"/>
                </a:lnTo>
                <a:lnTo>
                  <a:pt x="61318" y="29617"/>
                </a:lnTo>
                <a:lnTo>
                  <a:pt x="61318" y="28575"/>
                </a:lnTo>
                <a:lnTo>
                  <a:pt x="59383" y="28575"/>
                </a:lnTo>
                <a:lnTo>
                  <a:pt x="59383" y="29617"/>
                </a:lnTo>
                <a:lnTo>
                  <a:pt x="58490" y="29617"/>
                </a:lnTo>
                <a:lnTo>
                  <a:pt x="58490" y="30510"/>
                </a:lnTo>
                <a:lnTo>
                  <a:pt x="56555" y="30510"/>
                </a:lnTo>
                <a:lnTo>
                  <a:pt x="56555" y="31552"/>
                </a:lnTo>
                <a:lnTo>
                  <a:pt x="55513" y="31552"/>
                </a:lnTo>
                <a:lnTo>
                  <a:pt x="55513" y="30510"/>
                </a:lnTo>
                <a:lnTo>
                  <a:pt x="52685" y="30510"/>
                </a:lnTo>
                <a:lnTo>
                  <a:pt x="52685" y="31552"/>
                </a:lnTo>
                <a:lnTo>
                  <a:pt x="50602" y="31552"/>
                </a:lnTo>
                <a:lnTo>
                  <a:pt x="50602" y="30510"/>
                </a:lnTo>
                <a:lnTo>
                  <a:pt x="49560" y="30510"/>
                </a:lnTo>
                <a:lnTo>
                  <a:pt x="49560" y="28575"/>
                </a:lnTo>
                <a:lnTo>
                  <a:pt x="48667" y="28575"/>
                </a:lnTo>
                <a:lnTo>
                  <a:pt x="48667" y="26343"/>
                </a:lnTo>
                <a:lnTo>
                  <a:pt x="49560" y="26343"/>
                </a:lnTo>
                <a:lnTo>
                  <a:pt x="49560" y="25301"/>
                </a:lnTo>
                <a:lnTo>
                  <a:pt x="50602" y="25301"/>
                </a:lnTo>
                <a:lnTo>
                  <a:pt x="50602" y="24259"/>
                </a:lnTo>
                <a:lnTo>
                  <a:pt x="54620" y="24259"/>
                </a:lnTo>
                <a:lnTo>
                  <a:pt x="54620" y="25301"/>
                </a:lnTo>
                <a:lnTo>
                  <a:pt x="56406" y="25301"/>
                </a:lnTo>
                <a:lnTo>
                  <a:pt x="56406" y="24259"/>
                </a:lnTo>
                <a:lnTo>
                  <a:pt x="59383" y="24259"/>
                </a:lnTo>
                <a:lnTo>
                  <a:pt x="59383" y="25301"/>
                </a:lnTo>
                <a:lnTo>
                  <a:pt x="62210" y="25301"/>
                </a:lnTo>
                <a:lnTo>
                  <a:pt x="62210" y="24259"/>
                </a:lnTo>
                <a:lnTo>
                  <a:pt x="63401" y="24259"/>
                </a:lnTo>
                <a:lnTo>
                  <a:pt x="63401" y="25301"/>
                </a:lnTo>
                <a:lnTo>
                  <a:pt x="72033" y="25301"/>
                </a:lnTo>
                <a:lnTo>
                  <a:pt x="72033" y="24259"/>
                </a:lnTo>
                <a:lnTo>
                  <a:pt x="75010" y="24259"/>
                </a:lnTo>
                <a:lnTo>
                  <a:pt x="75010" y="25301"/>
                </a:lnTo>
                <a:lnTo>
                  <a:pt x="76944" y="25301"/>
                </a:lnTo>
                <a:lnTo>
                  <a:pt x="76944" y="22324"/>
                </a:lnTo>
                <a:lnTo>
                  <a:pt x="78879" y="22324"/>
                </a:lnTo>
                <a:lnTo>
                  <a:pt x="78879" y="21431"/>
                </a:lnTo>
                <a:lnTo>
                  <a:pt x="79772" y="21431"/>
                </a:lnTo>
                <a:lnTo>
                  <a:pt x="79772" y="20390"/>
                </a:lnTo>
                <a:lnTo>
                  <a:pt x="80814" y="20390"/>
                </a:lnTo>
                <a:lnTo>
                  <a:pt x="80814" y="17859"/>
                </a:lnTo>
                <a:lnTo>
                  <a:pt x="79772" y="17859"/>
                </a:lnTo>
                <a:lnTo>
                  <a:pt x="79772" y="16966"/>
                </a:lnTo>
                <a:lnTo>
                  <a:pt x="78879" y="16966"/>
                </a:lnTo>
                <a:lnTo>
                  <a:pt x="78879" y="15925"/>
                </a:lnTo>
                <a:lnTo>
                  <a:pt x="77837" y="15925"/>
                </a:lnTo>
                <a:lnTo>
                  <a:pt x="77837" y="15032"/>
                </a:lnTo>
                <a:lnTo>
                  <a:pt x="75903" y="15032"/>
                </a:lnTo>
                <a:lnTo>
                  <a:pt x="75903" y="12055"/>
                </a:lnTo>
                <a:lnTo>
                  <a:pt x="72926" y="12055"/>
                </a:lnTo>
                <a:lnTo>
                  <a:pt x="72926" y="11013"/>
                </a:lnTo>
                <a:lnTo>
                  <a:pt x="69205" y="11013"/>
                </a:lnTo>
                <a:lnTo>
                  <a:pt x="69205" y="12055"/>
                </a:lnTo>
                <a:lnTo>
                  <a:pt x="69057" y="12055"/>
                </a:lnTo>
                <a:lnTo>
                  <a:pt x="69057" y="11013"/>
                </a:lnTo>
                <a:lnTo>
                  <a:pt x="68164" y="11013"/>
                </a:lnTo>
                <a:lnTo>
                  <a:pt x="68164" y="4911"/>
                </a:lnTo>
                <a:lnTo>
                  <a:pt x="69057" y="4911"/>
                </a:lnTo>
                <a:lnTo>
                  <a:pt x="69057" y="3870"/>
                </a:lnTo>
                <a:lnTo>
                  <a:pt x="75010" y="3870"/>
                </a:lnTo>
                <a:lnTo>
                  <a:pt x="75010" y="2977"/>
                </a:lnTo>
                <a:lnTo>
                  <a:pt x="77986" y="2977"/>
                </a:lnTo>
                <a:lnTo>
                  <a:pt x="77986" y="3870"/>
                </a:lnTo>
                <a:lnTo>
                  <a:pt x="78879" y="3870"/>
                </a:lnTo>
                <a:lnTo>
                  <a:pt x="78879" y="4911"/>
                </a:lnTo>
                <a:lnTo>
                  <a:pt x="81856" y="4911"/>
                </a:lnTo>
                <a:lnTo>
                  <a:pt x="81856" y="5804"/>
                </a:lnTo>
                <a:lnTo>
                  <a:pt x="84684" y="5804"/>
                </a:lnTo>
                <a:lnTo>
                  <a:pt x="84684" y="6846"/>
                </a:lnTo>
                <a:lnTo>
                  <a:pt x="88702" y="6846"/>
                </a:lnTo>
                <a:lnTo>
                  <a:pt x="88702" y="9674"/>
                </a:lnTo>
                <a:lnTo>
                  <a:pt x="91530" y="9674"/>
                </a:lnTo>
                <a:lnTo>
                  <a:pt x="91530" y="10716"/>
                </a:lnTo>
                <a:lnTo>
                  <a:pt x="92571" y="10716"/>
                </a:lnTo>
                <a:lnTo>
                  <a:pt x="92571" y="11609"/>
                </a:lnTo>
                <a:lnTo>
                  <a:pt x="93464" y="11609"/>
                </a:lnTo>
                <a:lnTo>
                  <a:pt x="93464" y="14585"/>
                </a:lnTo>
                <a:lnTo>
                  <a:pt x="94506" y="14585"/>
                </a:lnTo>
                <a:lnTo>
                  <a:pt x="94506" y="16520"/>
                </a:lnTo>
                <a:lnTo>
                  <a:pt x="95399" y="16520"/>
                </a:lnTo>
                <a:lnTo>
                  <a:pt x="95399" y="20390"/>
                </a:lnTo>
                <a:lnTo>
                  <a:pt x="96441" y="20390"/>
                </a:lnTo>
                <a:lnTo>
                  <a:pt x="96441" y="24259"/>
                </a:lnTo>
                <a:lnTo>
                  <a:pt x="97334" y="24259"/>
                </a:lnTo>
                <a:lnTo>
                  <a:pt x="97334" y="25301"/>
                </a:lnTo>
                <a:lnTo>
                  <a:pt x="99269" y="25301"/>
                </a:lnTo>
                <a:lnTo>
                  <a:pt x="99269" y="24259"/>
                </a:lnTo>
                <a:lnTo>
                  <a:pt x="99418" y="24259"/>
                </a:lnTo>
                <a:lnTo>
                  <a:pt x="99418" y="25301"/>
                </a:lnTo>
                <a:lnTo>
                  <a:pt x="101203" y="25301"/>
                </a:lnTo>
                <a:lnTo>
                  <a:pt x="101203" y="24259"/>
                </a:lnTo>
                <a:lnTo>
                  <a:pt x="109984" y="24259"/>
                </a:lnTo>
                <a:lnTo>
                  <a:pt x="109984" y="23366"/>
                </a:lnTo>
                <a:lnTo>
                  <a:pt x="111919" y="23366"/>
                </a:lnTo>
                <a:lnTo>
                  <a:pt x="111919" y="22324"/>
                </a:lnTo>
                <a:lnTo>
                  <a:pt x="112961" y="22324"/>
                </a:lnTo>
                <a:lnTo>
                  <a:pt x="112961" y="21431"/>
                </a:lnTo>
                <a:lnTo>
                  <a:pt x="113854" y="21431"/>
                </a:lnTo>
                <a:lnTo>
                  <a:pt x="113854" y="20390"/>
                </a:lnTo>
                <a:lnTo>
                  <a:pt x="114896" y="20390"/>
                </a:lnTo>
                <a:lnTo>
                  <a:pt x="114896" y="19497"/>
                </a:lnTo>
                <a:lnTo>
                  <a:pt x="115789" y="19497"/>
                </a:lnTo>
                <a:lnTo>
                  <a:pt x="115789" y="17562"/>
                </a:lnTo>
                <a:lnTo>
                  <a:pt x="116830" y="17562"/>
                </a:lnTo>
                <a:lnTo>
                  <a:pt x="116830" y="16520"/>
                </a:lnTo>
                <a:lnTo>
                  <a:pt x="117723" y="16520"/>
                </a:lnTo>
                <a:lnTo>
                  <a:pt x="117723" y="15627"/>
                </a:lnTo>
                <a:lnTo>
                  <a:pt x="120700" y="15627"/>
                </a:lnTo>
                <a:lnTo>
                  <a:pt x="120700" y="14585"/>
                </a:lnTo>
                <a:lnTo>
                  <a:pt x="124718" y="14585"/>
                </a:lnTo>
                <a:lnTo>
                  <a:pt x="124718" y="15627"/>
                </a:lnTo>
                <a:lnTo>
                  <a:pt x="126653" y="15627"/>
                </a:lnTo>
                <a:lnTo>
                  <a:pt x="126653" y="16520"/>
                </a:lnTo>
                <a:lnTo>
                  <a:pt x="128588" y="16520"/>
                </a:lnTo>
                <a:lnTo>
                  <a:pt x="128588" y="19497"/>
                </a:lnTo>
                <a:lnTo>
                  <a:pt x="129481" y="19497"/>
                </a:lnTo>
                <a:lnTo>
                  <a:pt x="129481" y="21431"/>
                </a:lnTo>
                <a:lnTo>
                  <a:pt x="130523" y="21431"/>
                </a:lnTo>
                <a:lnTo>
                  <a:pt x="130523" y="23366"/>
                </a:lnTo>
                <a:lnTo>
                  <a:pt x="131416" y="23366"/>
                </a:lnTo>
                <a:lnTo>
                  <a:pt x="131416" y="24259"/>
                </a:lnTo>
                <a:lnTo>
                  <a:pt x="133350" y="24259"/>
                </a:lnTo>
                <a:lnTo>
                  <a:pt x="133350" y="25301"/>
                </a:lnTo>
                <a:lnTo>
                  <a:pt x="134392" y="25301"/>
                </a:lnTo>
                <a:lnTo>
                  <a:pt x="134392" y="27682"/>
                </a:lnTo>
                <a:lnTo>
                  <a:pt x="133350" y="27682"/>
                </a:lnTo>
                <a:lnTo>
                  <a:pt x="133350" y="28575"/>
                </a:lnTo>
                <a:lnTo>
                  <a:pt x="132457" y="28575"/>
                </a:lnTo>
                <a:lnTo>
                  <a:pt x="132457" y="31552"/>
                </a:lnTo>
                <a:lnTo>
                  <a:pt x="131416" y="31552"/>
                </a:lnTo>
                <a:lnTo>
                  <a:pt x="131416" y="32445"/>
                </a:lnTo>
                <a:lnTo>
                  <a:pt x="130523" y="32445"/>
                </a:lnTo>
                <a:lnTo>
                  <a:pt x="130523" y="33486"/>
                </a:lnTo>
                <a:lnTo>
                  <a:pt x="129481" y="33486"/>
                </a:lnTo>
                <a:lnTo>
                  <a:pt x="129481" y="32445"/>
                </a:lnTo>
                <a:lnTo>
                  <a:pt x="127546" y="32445"/>
                </a:lnTo>
                <a:lnTo>
                  <a:pt x="127546" y="31552"/>
                </a:lnTo>
                <a:lnTo>
                  <a:pt x="120700" y="31552"/>
                </a:lnTo>
                <a:lnTo>
                  <a:pt x="120700" y="32445"/>
                </a:lnTo>
                <a:lnTo>
                  <a:pt x="111919" y="32445"/>
                </a:lnTo>
                <a:lnTo>
                  <a:pt x="111919" y="31552"/>
                </a:lnTo>
                <a:lnTo>
                  <a:pt x="108943" y="31552"/>
                </a:lnTo>
                <a:lnTo>
                  <a:pt x="108943" y="30510"/>
                </a:lnTo>
                <a:lnTo>
                  <a:pt x="103138" y="30510"/>
                </a:lnTo>
                <a:lnTo>
                  <a:pt x="103138" y="29617"/>
                </a:lnTo>
                <a:lnTo>
                  <a:pt x="99418" y="29617"/>
                </a:lnTo>
                <a:lnTo>
                  <a:pt x="99418" y="31552"/>
                </a:lnTo>
                <a:lnTo>
                  <a:pt x="98376" y="31552"/>
                </a:lnTo>
                <a:lnTo>
                  <a:pt x="98376" y="32445"/>
                </a:lnTo>
                <a:lnTo>
                  <a:pt x="97334" y="32445"/>
                </a:lnTo>
                <a:lnTo>
                  <a:pt x="97334" y="33486"/>
                </a:lnTo>
                <a:lnTo>
                  <a:pt x="96292" y="33486"/>
                </a:lnTo>
                <a:lnTo>
                  <a:pt x="96292" y="32445"/>
                </a:lnTo>
                <a:lnTo>
                  <a:pt x="93464" y="32445"/>
                </a:lnTo>
                <a:lnTo>
                  <a:pt x="93464" y="34379"/>
                </a:lnTo>
                <a:lnTo>
                  <a:pt x="92571" y="34379"/>
                </a:lnTo>
                <a:lnTo>
                  <a:pt x="92571" y="40332"/>
                </a:lnTo>
                <a:lnTo>
                  <a:pt x="91530" y="40332"/>
                </a:lnTo>
                <a:lnTo>
                  <a:pt x="91530" y="39291"/>
                </a:lnTo>
                <a:lnTo>
                  <a:pt x="89595" y="39291"/>
                </a:lnTo>
                <a:lnTo>
                  <a:pt x="89595" y="40332"/>
                </a:lnTo>
                <a:lnTo>
                  <a:pt x="88702" y="40332"/>
                </a:lnTo>
                <a:lnTo>
                  <a:pt x="88702" y="41225"/>
                </a:lnTo>
                <a:lnTo>
                  <a:pt x="86767" y="41225"/>
                </a:lnTo>
                <a:lnTo>
                  <a:pt x="86767" y="42267"/>
                </a:lnTo>
                <a:lnTo>
                  <a:pt x="85725" y="42267"/>
                </a:lnTo>
                <a:lnTo>
                  <a:pt x="85725" y="44202"/>
                </a:lnTo>
                <a:lnTo>
                  <a:pt x="84684" y="44202"/>
                </a:lnTo>
                <a:lnTo>
                  <a:pt x="84684" y="45095"/>
                </a:lnTo>
                <a:lnTo>
                  <a:pt x="82749" y="45095"/>
                </a:lnTo>
                <a:lnTo>
                  <a:pt x="82749" y="47030"/>
                </a:lnTo>
                <a:lnTo>
                  <a:pt x="81856" y="47030"/>
                </a:lnTo>
                <a:lnTo>
                  <a:pt x="81856" y="48965"/>
                </a:lnTo>
                <a:lnTo>
                  <a:pt x="80814" y="48965"/>
                </a:lnTo>
                <a:lnTo>
                  <a:pt x="80814" y="50006"/>
                </a:lnTo>
                <a:lnTo>
                  <a:pt x="79921" y="50006"/>
                </a:lnTo>
                <a:lnTo>
                  <a:pt x="79921" y="51048"/>
                </a:lnTo>
                <a:lnTo>
                  <a:pt x="78879" y="51048"/>
                </a:lnTo>
                <a:lnTo>
                  <a:pt x="78879" y="51941"/>
                </a:lnTo>
                <a:lnTo>
                  <a:pt x="77986" y="51941"/>
                </a:lnTo>
                <a:lnTo>
                  <a:pt x="77986" y="55811"/>
                </a:lnTo>
                <a:lnTo>
                  <a:pt x="75903" y="55811"/>
                </a:lnTo>
                <a:lnTo>
                  <a:pt x="75903" y="54918"/>
                </a:lnTo>
                <a:lnTo>
                  <a:pt x="74117" y="54918"/>
                </a:lnTo>
                <a:lnTo>
                  <a:pt x="74117" y="55811"/>
                </a:lnTo>
                <a:lnTo>
                  <a:pt x="73075" y="55811"/>
                </a:lnTo>
                <a:lnTo>
                  <a:pt x="73075" y="58787"/>
                </a:lnTo>
                <a:lnTo>
                  <a:pt x="72033" y="58787"/>
                </a:lnTo>
                <a:lnTo>
                  <a:pt x="72033" y="59680"/>
                </a:lnTo>
                <a:lnTo>
                  <a:pt x="71140" y="59680"/>
                </a:lnTo>
                <a:lnTo>
                  <a:pt x="71140" y="66229"/>
                </a:lnTo>
                <a:lnTo>
                  <a:pt x="75010" y="66229"/>
                </a:lnTo>
                <a:lnTo>
                  <a:pt x="75010" y="67122"/>
                </a:lnTo>
                <a:lnTo>
                  <a:pt x="77837" y="67122"/>
                </a:lnTo>
                <a:lnTo>
                  <a:pt x="77837" y="66229"/>
                </a:lnTo>
                <a:lnTo>
                  <a:pt x="80814" y="66229"/>
                </a:lnTo>
                <a:lnTo>
                  <a:pt x="80814" y="65187"/>
                </a:lnTo>
                <a:lnTo>
                  <a:pt x="83642" y="65187"/>
                </a:lnTo>
                <a:lnTo>
                  <a:pt x="83642" y="64294"/>
                </a:lnTo>
                <a:lnTo>
                  <a:pt x="86618" y="64294"/>
                </a:lnTo>
                <a:lnTo>
                  <a:pt x="86618" y="62210"/>
                </a:lnTo>
                <a:lnTo>
                  <a:pt x="87660" y="62210"/>
                </a:lnTo>
                <a:lnTo>
                  <a:pt x="88702" y="62210"/>
                </a:lnTo>
                <a:lnTo>
                  <a:pt x="88702" y="63252"/>
                </a:lnTo>
                <a:lnTo>
                  <a:pt x="89595" y="63252"/>
                </a:lnTo>
                <a:lnTo>
                  <a:pt x="89595" y="65187"/>
                </a:lnTo>
                <a:lnTo>
                  <a:pt x="92423" y="65187"/>
                </a:lnTo>
                <a:lnTo>
                  <a:pt x="92423" y="64294"/>
                </a:lnTo>
                <a:lnTo>
                  <a:pt x="96292" y="64294"/>
                </a:lnTo>
                <a:lnTo>
                  <a:pt x="96292" y="61317"/>
                </a:lnTo>
                <a:lnTo>
                  <a:pt x="97334" y="61317"/>
                </a:lnTo>
                <a:lnTo>
                  <a:pt x="97334" y="63252"/>
                </a:lnTo>
                <a:lnTo>
                  <a:pt x="100310" y="63252"/>
                </a:lnTo>
                <a:lnTo>
                  <a:pt x="101352" y="63252"/>
                </a:lnTo>
                <a:lnTo>
                  <a:pt x="101352" y="66229"/>
                </a:lnTo>
                <a:lnTo>
                  <a:pt x="102245" y="66229"/>
                </a:lnTo>
                <a:lnTo>
                  <a:pt x="102245" y="67568"/>
                </a:lnTo>
                <a:lnTo>
                  <a:pt x="101352" y="67568"/>
                </a:lnTo>
                <a:lnTo>
                  <a:pt x="101352" y="68461"/>
                </a:lnTo>
                <a:lnTo>
                  <a:pt x="100310" y="68461"/>
                </a:lnTo>
                <a:lnTo>
                  <a:pt x="100310" y="70098"/>
                </a:lnTo>
                <a:lnTo>
                  <a:pt x="101352" y="70098"/>
                </a:lnTo>
                <a:lnTo>
                  <a:pt x="101352" y="70991"/>
                </a:lnTo>
                <a:lnTo>
                  <a:pt x="102245" y="70991"/>
                </a:lnTo>
                <a:lnTo>
                  <a:pt x="102245" y="72331"/>
                </a:lnTo>
                <a:lnTo>
                  <a:pt x="101352" y="72331"/>
                </a:lnTo>
                <a:lnTo>
                  <a:pt x="101352" y="74414"/>
                </a:lnTo>
                <a:lnTo>
                  <a:pt x="100310" y="74414"/>
                </a:lnTo>
                <a:lnTo>
                  <a:pt x="100310" y="76349"/>
                </a:lnTo>
                <a:lnTo>
                  <a:pt x="99418" y="76349"/>
                </a:lnTo>
                <a:lnTo>
                  <a:pt x="99418" y="79177"/>
                </a:lnTo>
                <a:lnTo>
                  <a:pt x="97334" y="79177"/>
                </a:lnTo>
                <a:lnTo>
                  <a:pt x="97334" y="84683"/>
                </a:lnTo>
                <a:lnTo>
                  <a:pt x="98376" y="84683"/>
                </a:lnTo>
                <a:lnTo>
                  <a:pt x="98376" y="85576"/>
                </a:lnTo>
                <a:lnTo>
                  <a:pt x="99418" y="85576"/>
                </a:lnTo>
                <a:lnTo>
                  <a:pt x="99418" y="93464"/>
                </a:lnTo>
                <a:lnTo>
                  <a:pt x="100310" y="93464"/>
                </a:lnTo>
                <a:lnTo>
                  <a:pt x="100310" y="93762"/>
                </a:lnTo>
                <a:lnTo>
                  <a:pt x="99418" y="93762"/>
                </a:lnTo>
                <a:lnTo>
                  <a:pt x="99418" y="103138"/>
                </a:lnTo>
                <a:lnTo>
                  <a:pt x="100310" y="103138"/>
                </a:lnTo>
                <a:lnTo>
                  <a:pt x="100310" y="107454"/>
                </a:lnTo>
                <a:lnTo>
                  <a:pt x="99418" y="107454"/>
                </a:lnTo>
                <a:lnTo>
                  <a:pt x="99418" y="113854"/>
                </a:lnTo>
                <a:lnTo>
                  <a:pt x="100310" y="113854"/>
                </a:lnTo>
                <a:lnTo>
                  <a:pt x="100310" y="117723"/>
                </a:lnTo>
                <a:lnTo>
                  <a:pt x="104180" y="117723"/>
                </a:lnTo>
                <a:lnTo>
                  <a:pt x="104180" y="118765"/>
                </a:lnTo>
                <a:lnTo>
                  <a:pt x="105222" y="118765"/>
                </a:lnTo>
                <a:lnTo>
                  <a:pt x="105222" y="122634"/>
                </a:lnTo>
                <a:lnTo>
                  <a:pt x="108943" y="122634"/>
                </a:lnTo>
                <a:lnTo>
                  <a:pt x="108943" y="121593"/>
                </a:lnTo>
                <a:lnTo>
                  <a:pt x="110877" y="121593"/>
                </a:lnTo>
                <a:lnTo>
                  <a:pt x="110877" y="120700"/>
                </a:lnTo>
                <a:lnTo>
                  <a:pt x="111919" y="120700"/>
                </a:lnTo>
                <a:lnTo>
                  <a:pt x="111919" y="119658"/>
                </a:lnTo>
                <a:lnTo>
                  <a:pt x="115789" y="119658"/>
                </a:lnTo>
                <a:lnTo>
                  <a:pt x="115789" y="118765"/>
                </a:lnTo>
                <a:lnTo>
                  <a:pt x="118765" y="118765"/>
                </a:lnTo>
                <a:lnTo>
                  <a:pt x="118765" y="117723"/>
                </a:lnTo>
                <a:lnTo>
                  <a:pt x="121593" y="117723"/>
                </a:lnTo>
                <a:lnTo>
                  <a:pt x="121593" y="116830"/>
                </a:lnTo>
                <a:lnTo>
                  <a:pt x="122635" y="116830"/>
                </a:lnTo>
                <a:lnTo>
                  <a:pt x="122635" y="115193"/>
                </a:lnTo>
                <a:lnTo>
                  <a:pt x="121593" y="115193"/>
                </a:lnTo>
                <a:lnTo>
                  <a:pt x="121593" y="113854"/>
                </a:lnTo>
                <a:lnTo>
                  <a:pt x="122635" y="113854"/>
                </a:lnTo>
                <a:lnTo>
                  <a:pt x="122635" y="108347"/>
                </a:lnTo>
                <a:lnTo>
                  <a:pt x="121593" y="108347"/>
                </a:lnTo>
                <a:lnTo>
                  <a:pt x="121593" y="107007"/>
                </a:lnTo>
                <a:lnTo>
                  <a:pt x="122635" y="107007"/>
                </a:lnTo>
                <a:lnTo>
                  <a:pt x="122635" y="105073"/>
                </a:lnTo>
                <a:lnTo>
                  <a:pt x="123528" y="105073"/>
                </a:lnTo>
                <a:lnTo>
                  <a:pt x="123528" y="101203"/>
                </a:lnTo>
                <a:lnTo>
                  <a:pt x="124569" y="101203"/>
                </a:lnTo>
                <a:lnTo>
                  <a:pt x="124569" y="100310"/>
                </a:lnTo>
                <a:lnTo>
                  <a:pt x="125611" y="100310"/>
                </a:lnTo>
                <a:lnTo>
                  <a:pt x="125611" y="99268"/>
                </a:lnTo>
                <a:lnTo>
                  <a:pt x="129481" y="99268"/>
                </a:lnTo>
                <a:lnTo>
                  <a:pt x="129481" y="100310"/>
                </a:lnTo>
                <a:lnTo>
                  <a:pt x="131416" y="100310"/>
                </a:lnTo>
                <a:lnTo>
                  <a:pt x="131416" y="103138"/>
                </a:lnTo>
                <a:lnTo>
                  <a:pt x="132457" y="103138"/>
                </a:lnTo>
                <a:lnTo>
                  <a:pt x="132457" y="108049"/>
                </a:lnTo>
                <a:lnTo>
                  <a:pt x="133350" y="108049"/>
                </a:lnTo>
                <a:lnTo>
                  <a:pt x="133350" y="109389"/>
                </a:lnTo>
                <a:lnTo>
                  <a:pt x="132457" y="109389"/>
                </a:lnTo>
                <a:lnTo>
                  <a:pt x="132457" y="111919"/>
                </a:lnTo>
                <a:lnTo>
                  <a:pt x="133350" y="111919"/>
                </a:lnTo>
                <a:lnTo>
                  <a:pt x="133350" y="114300"/>
                </a:lnTo>
                <a:lnTo>
                  <a:pt x="132457" y="114300"/>
                </a:lnTo>
                <a:lnTo>
                  <a:pt x="132457" y="115788"/>
                </a:lnTo>
                <a:lnTo>
                  <a:pt x="133350" y="115788"/>
                </a:lnTo>
                <a:lnTo>
                  <a:pt x="133350" y="117723"/>
                </a:lnTo>
                <a:lnTo>
                  <a:pt x="134392" y="117723"/>
                </a:lnTo>
                <a:lnTo>
                  <a:pt x="134392" y="118765"/>
                </a:lnTo>
                <a:lnTo>
                  <a:pt x="135285" y="118765"/>
                </a:lnTo>
                <a:lnTo>
                  <a:pt x="135285" y="121593"/>
                </a:lnTo>
                <a:lnTo>
                  <a:pt x="136327" y="121593"/>
                </a:lnTo>
                <a:lnTo>
                  <a:pt x="136327" y="122634"/>
                </a:lnTo>
                <a:lnTo>
                  <a:pt x="137369" y="122634"/>
                </a:lnTo>
                <a:lnTo>
                  <a:pt x="137369" y="125016"/>
                </a:lnTo>
                <a:lnTo>
                  <a:pt x="136327" y="125016"/>
                </a:lnTo>
                <a:lnTo>
                  <a:pt x="136327" y="126950"/>
                </a:lnTo>
                <a:lnTo>
                  <a:pt x="135285" y="126950"/>
                </a:lnTo>
                <a:lnTo>
                  <a:pt x="135285" y="127843"/>
                </a:lnTo>
                <a:lnTo>
                  <a:pt x="133350" y="127843"/>
                </a:lnTo>
                <a:lnTo>
                  <a:pt x="133350" y="129778"/>
                </a:lnTo>
                <a:lnTo>
                  <a:pt x="132457" y="129778"/>
                </a:lnTo>
                <a:lnTo>
                  <a:pt x="132457" y="130820"/>
                </a:lnTo>
                <a:lnTo>
                  <a:pt x="129481" y="130820"/>
                </a:lnTo>
                <a:lnTo>
                  <a:pt x="129481" y="131713"/>
                </a:lnTo>
                <a:lnTo>
                  <a:pt x="126653" y="131713"/>
                </a:lnTo>
                <a:lnTo>
                  <a:pt x="126653" y="132755"/>
                </a:lnTo>
                <a:lnTo>
                  <a:pt x="124718" y="132755"/>
                </a:lnTo>
                <a:lnTo>
                  <a:pt x="124718" y="133648"/>
                </a:lnTo>
                <a:lnTo>
                  <a:pt x="121742" y="133648"/>
                </a:lnTo>
                <a:lnTo>
                  <a:pt x="121742" y="134689"/>
                </a:lnTo>
                <a:lnTo>
                  <a:pt x="119807" y="134689"/>
                </a:lnTo>
                <a:lnTo>
                  <a:pt x="119807" y="135582"/>
                </a:lnTo>
                <a:lnTo>
                  <a:pt x="109984" y="135582"/>
                </a:lnTo>
                <a:lnTo>
                  <a:pt x="109984" y="136624"/>
                </a:lnTo>
                <a:lnTo>
                  <a:pt x="107008" y="136624"/>
                </a:lnTo>
                <a:lnTo>
                  <a:pt x="107008" y="135582"/>
                </a:lnTo>
                <a:lnTo>
                  <a:pt x="106115" y="135582"/>
                </a:lnTo>
                <a:lnTo>
                  <a:pt x="106115" y="134689"/>
                </a:lnTo>
                <a:lnTo>
                  <a:pt x="105073" y="134689"/>
                </a:lnTo>
                <a:lnTo>
                  <a:pt x="105073" y="133648"/>
                </a:lnTo>
                <a:lnTo>
                  <a:pt x="100310" y="133648"/>
                </a:lnTo>
                <a:lnTo>
                  <a:pt x="100310" y="132755"/>
                </a:lnTo>
                <a:lnTo>
                  <a:pt x="94357" y="132755"/>
                </a:lnTo>
                <a:lnTo>
                  <a:pt x="94357" y="130820"/>
                </a:lnTo>
                <a:lnTo>
                  <a:pt x="93464" y="130820"/>
                </a:lnTo>
                <a:lnTo>
                  <a:pt x="93464" y="129778"/>
                </a:lnTo>
                <a:lnTo>
                  <a:pt x="92423" y="129778"/>
                </a:lnTo>
                <a:lnTo>
                  <a:pt x="92423" y="128885"/>
                </a:lnTo>
                <a:lnTo>
                  <a:pt x="91530" y="128885"/>
                </a:lnTo>
                <a:lnTo>
                  <a:pt x="91530" y="127843"/>
                </a:lnTo>
                <a:lnTo>
                  <a:pt x="89595" y="127843"/>
                </a:lnTo>
                <a:lnTo>
                  <a:pt x="89595" y="126950"/>
                </a:lnTo>
                <a:lnTo>
                  <a:pt x="87660" y="126950"/>
                </a:lnTo>
                <a:lnTo>
                  <a:pt x="87660" y="125016"/>
                </a:lnTo>
                <a:lnTo>
                  <a:pt x="86618" y="125016"/>
                </a:lnTo>
                <a:lnTo>
                  <a:pt x="86618" y="122932"/>
                </a:lnTo>
                <a:lnTo>
                  <a:pt x="85576" y="122932"/>
                </a:lnTo>
                <a:lnTo>
                  <a:pt x="85576" y="122634"/>
                </a:lnTo>
                <a:lnTo>
                  <a:pt x="86618" y="122634"/>
                </a:lnTo>
                <a:lnTo>
                  <a:pt x="86618" y="113854"/>
                </a:lnTo>
                <a:lnTo>
                  <a:pt x="87660" y="113854"/>
                </a:lnTo>
                <a:lnTo>
                  <a:pt x="87660" y="108942"/>
                </a:lnTo>
                <a:lnTo>
                  <a:pt x="88553" y="108942"/>
                </a:lnTo>
                <a:lnTo>
                  <a:pt x="88553" y="108049"/>
                </a:lnTo>
                <a:lnTo>
                  <a:pt x="89595" y="108049"/>
                </a:lnTo>
                <a:lnTo>
                  <a:pt x="89595" y="106412"/>
                </a:lnTo>
                <a:lnTo>
                  <a:pt x="88553" y="106412"/>
                </a:lnTo>
                <a:lnTo>
                  <a:pt x="88553" y="105519"/>
                </a:lnTo>
                <a:lnTo>
                  <a:pt x="87660" y="105519"/>
                </a:lnTo>
                <a:lnTo>
                  <a:pt x="87660" y="99268"/>
                </a:lnTo>
                <a:lnTo>
                  <a:pt x="88553" y="99268"/>
                </a:lnTo>
                <a:lnTo>
                  <a:pt x="88553" y="94804"/>
                </a:lnTo>
                <a:lnTo>
                  <a:pt x="87660" y="94804"/>
                </a:lnTo>
                <a:lnTo>
                  <a:pt x="87660" y="83641"/>
                </a:lnTo>
                <a:lnTo>
                  <a:pt x="88553" y="83641"/>
                </a:lnTo>
                <a:lnTo>
                  <a:pt x="88553" y="82748"/>
                </a:lnTo>
                <a:lnTo>
                  <a:pt x="90488" y="82748"/>
                </a:lnTo>
                <a:lnTo>
                  <a:pt x="90488" y="80218"/>
                </a:lnTo>
                <a:lnTo>
                  <a:pt x="89595" y="80218"/>
                </a:lnTo>
                <a:lnTo>
                  <a:pt x="89595" y="76944"/>
                </a:lnTo>
                <a:lnTo>
                  <a:pt x="90488" y="76944"/>
                </a:lnTo>
                <a:lnTo>
                  <a:pt x="90488" y="73372"/>
                </a:lnTo>
                <a:lnTo>
                  <a:pt x="85576" y="73372"/>
                </a:lnTo>
                <a:lnTo>
                  <a:pt x="85576" y="72331"/>
                </a:lnTo>
                <a:lnTo>
                  <a:pt x="83791" y="72331"/>
                </a:lnTo>
                <a:lnTo>
                  <a:pt x="83791" y="74414"/>
                </a:lnTo>
                <a:lnTo>
                  <a:pt x="82749" y="74414"/>
                </a:lnTo>
                <a:lnTo>
                  <a:pt x="82749" y="76349"/>
                </a:lnTo>
                <a:lnTo>
                  <a:pt x="80814" y="76349"/>
                </a:lnTo>
                <a:lnTo>
                  <a:pt x="80814" y="74414"/>
                </a:lnTo>
                <a:lnTo>
                  <a:pt x="79772" y="74414"/>
                </a:lnTo>
                <a:lnTo>
                  <a:pt x="79772" y="73372"/>
                </a:lnTo>
                <a:lnTo>
                  <a:pt x="77986" y="73372"/>
                </a:lnTo>
                <a:lnTo>
                  <a:pt x="77986" y="74414"/>
                </a:lnTo>
                <a:lnTo>
                  <a:pt x="76944" y="74414"/>
                </a:lnTo>
                <a:lnTo>
                  <a:pt x="76944" y="76944"/>
                </a:lnTo>
                <a:lnTo>
                  <a:pt x="77986" y="76944"/>
                </a:lnTo>
                <a:lnTo>
                  <a:pt x="77986" y="79772"/>
                </a:lnTo>
                <a:lnTo>
                  <a:pt x="78879" y="79772"/>
                </a:lnTo>
                <a:lnTo>
                  <a:pt x="78879" y="82153"/>
                </a:lnTo>
                <a:lnTo>
                  <a:pt x="77986" y="82153"/>
                </a:lnTo>
                <a:lnTo>
                  <a:pt x="77986" y="83641"/>
                </a:lnTo>
                <a:lnTo>
                  <a:pt x="78879" y="83641"/>
                </a:lnTo>
                <a:lnTo>
                  <a:pt x="78879" y="84683"/>
                </a:lnTo>
                <a:lnTo>
                  <a:pt x="80814" y="84683"/>
                </a:lnTo>
                <a:lnTo>
                  <a:pt x="80814" y="87065"/>
                </a:lnTo>
                <a:lnTo>
                  <a:pt x="76944" y="87065"/>
                </a:lnTo>
                <a:lnTo>
                  <a:pt x="76944" y="87957"/>
                </a:lnTo>
                <a:lnTo>
                  <a:pt x="76051" y="87957"/>
                </a:lnTo>
                <a:lnTo>
                  <a:pt x="76051" y="91529"/>
                </a:lnTo>
                <a:lnTo>
                  <a:pt x="76944" y="91529"/>
                </a:lnTo>
                <a:lnTo>
                  <a:pt x="76944" y="93762"/>
                </a:lnTo>
                <a:lnTo>
                  <a:pt x="76051" y="93762"/>
                </a:lnTo>
                <a:lnTo>
                  <a:pt x="76051" y="95697"/>
                </a:lnTo>
                <a:lnTo>
                  <a:pt x="75010" y="95697"/>
                </a:lnTo>
                <a:lnTo>
                  <a:pt x="75010" y="97631"/>
                </a:lnTo>
                <a:lnTo>
                  <a:pt x="74117" y="97631"/>
                </a:lnTo>
                <a:lnTo>
                  <a:pt x="74117" y="99715"/>
                </a:lnTo>
                <a:lnTo>
                  <a:pt x="73075" y="99715"/>
                </a:lnTo>
                <a:lnTo>
                  <a:pt x="73075" y="100608"/>
                </a:lnTo>
                <a:lnTo>
                  <a:pt x="72033" y="100608"/>
                </a:lnTo>
                <a:lnTo>
                  <a:pt x="72033" y="101650"/>
                </a:lnTo>
                <a:lnTo>
                  <a:pt x="71140" y="101650"/>
                </a:lnTo>
                <a:lnTo>
                  <a:pt x="71140" y="105519"/>
                </a:lnTo>
                <a:lnTo>
                  <a:pt x="70098" y="105519"/>
                </a:lnTo>
                <a:lnTo>
                  <a:pt x="70098" y="107454"/>
                </a:lnTo>
                <a:lnTo>
                  <a:pt x="69205" y="107454"/>
                </a:lnTo>
                <a:lnTo>
                  <a:pt x="69205" y="108347"/>
                </a:lnTo>
                <a:lnTo>
                  <a:pt x="68164" y="108347"/>
                </a:lnTo>
                <a:lnTo>
                  <a:pt x="68164" y="110282"/>
                </a:lnTo>
                <a:lnTo>
                  <a:pt x="67271" y="110282"/>
                </a:lnTo>
                <a:lnTo>
                  <a:pt x="67271" y="111323"/>
                </a:lnTo>
                <a:lnTo>
                  <a:pt x="66229" y="111323"/>
                </a:lnTo>
                <a:lnTo>
                  <a:pt x="66229" y="113258"/>
                </a:lnTo>
                <a:lnTo>
                  <a:pt x="65336" y="113258"/>
                </a:lnTo>
                <a:lnTo>
                  <a:pt x="65336" y="114300"/>
                </a:lnTo>
                <a:lnTo>
                  <a:pt x="64294" y="114300"/>
                </a:lnTo>
                <a:lnTo>
                  <a:pt x="64294" y="115193"/>
                </a:lnTo>
                <a:lnTo>
                  <a:pt x="61318" y="115193"/>
                </a:lnTo>
                <a:lnTo>
                  <a:pt x="61318" y="116235"/>
                </a:lnTo>
                <a:lnTo>
                  <a:pt x="60425" y="116235"/>
                </a:lnTo>
                <a:lnTo>
                  <a:pt x="60425" y="117128"/>
                </a:lnTo>
                <a:lnTo>
                  <a:pt x="59383" y="117128"/>
                </a:lnTo>
                <a:lnTo>
                  <a:pt x="59383" y="118170"/>
                </a:lnTo>
                <a:lnTo>
                  <a:pt x="58490" y="118170"/>
                </a:lnTo>
                <a:lnTo>
                  <a:pt x="58490" y="119063"/>
                </a:lnTo>
                <a:lnTo>
                  <a:pt x="57448" y="119063"/>
                </a:lnTo>
                <a:lnTo>
                  <a:pt x="57448" y="120997"/>
                </a:lnTo>
                <a:lnTo>
                  <a:pt x="56555" y="120997"/>
                </a:lnTo>
                <a:lnTo>
                  <a:pt x="56555" y="122039"/>
                </a:lnTo>
                <a:lnTo>
                  <a:pt x="55513" y="122039"/>
                </a:lnTo>
                <a:lnTo>
                  <a:pt x="55513" y="123974"/>
                </a:lnTo>
                <a:lnTo>
                  <a:pt x="53578" y="123974"/>
                </a:lnTo>
                <a:lnTo>
                  <a:pt x="53578" y="125016"/>
                </a:lnTo>
                <a:lnTo>
                  <a:pt x="52685" y="125016"/>
                </a:lnTo>
                <a:lnTo>
                  <a:pt x="52685" y="125909"/>
                </a:lnTo>
                <a:lnTo>
                  <a:pt x="51644" y="125909"/>
                </a:lnTo>
                <a:lnTo>
                  <a:pt x="51644" y="126950"/>
                </a:lnTo>
                <a:lnTo>
                  <a:pt x="48667" y="126950"/>
                </a:lnTo>
                <a:lnTo>
                  <a:pt x="48667" y="127843"/>
                </a:lnTo>
                <a:lnTo>
                  <a:pt x="47774" y="127843"/>
                </a:lnTo>
                <a:lnTo>
                  <a:pt x="47774" y="128885"/>
                </a:lnTo>
                <a:lnTo>
                  <a:pt x="44798" y="128885"/>
                </a:lnTo>
                <a:lnTo>
                  <a:pt x="44798" y="129778"/>
                </a:lnTo>
                <a:lnTo>
                  <a:pt x="43905" y="129778"/>
                </a:lnTo>
                <a:lnTo>
                  <a:pt x="43905" y="130820"/>
                </a:lnTo>
                <a:lnTo>
                  <a:pt x="40035" y="130820"/>
                </a:lnTo>
                <a:lnTo>
                  <a:pt x="40035" y="131713"/>
                </a:lnTo>
                <a:lnTo>
                  <a:pt x="38993" y="131713"/>
                </a:lnTo>
                <a:lnTo>
                  <a:pt x="38993" y="132755"/>
                </a:lnTo>
                <a:lnTo>
                  <a:pt x="38100" y="132755"/>
                </a:lnTo>
                <a:lnTo>
                  <a:pt x="38100" y="133648"/>
                </a:lnTo>
                <a:lnTo>
                  <a:pt x="30212" y="133648"/>
                </a:lnTo>
                <a:lnTo>
                  <a:pt x="30212" y="132755"/>
                </a:lnTo>
                <a:lnTo>
                  <a:pt x="28278" y="132755"/>
                </a:lnTo>
                <a:lnTo>
                  <a:pt x="28278" y="131713"/>
                </a:lnTo>
                <a:lnTo>
                  <a:pt x="27236" y="131713"/>
                </a:lnTo>
                <a:lnTo>
                  <a:pt x="27236" y="130820"/>
                </a:lnTo>
                <a:lnTo>
                  <a:pt x="26343" y="130820"/>
                </a:lnTo>
                <a:lnTo>
                  <a:pt x="26343" y="128439"/>
                </a:lnTo>
                <a:lnTo>
                  <a:pt x="27236" y="128439"/>
                </a:lnTo>
                <a:lnTo>
                  <a:pt x="27236" y="125611"/>
                </a:lnTo>
                <a:lnTo>
                  <a:pt x="29171" y="125611"/>
                </a:lnTo>
                <a:lnTo>
                  <a:pt x="29171" y="124569"/>
                </a:lnTo>
                <a:lnTo>
                  <a:pt x="30212" y="124569"/>
                </a:lnTo>
                <a:lnTo>
                  <a:pt x="30212" y="123527"/>
                </a:lnTo>
                <a:lnTo>
                  <a:pt x="33040" y="123527"/>
                </a:lnTo>
                <a:lnTo>
                  <a:pt x="33040" y="122634"/>
                </a:lnTo>
                <a:lnTo>
                  <a:pt x="34975" y="122634"/>
                </a:lnTo>
                <a:lnTo>
                  <a:pt x="34975" y="121593"/>
                </a:lnTo>
                <a:lnTo>
                  <a:pt x="36910" y="121593"/>
                </a:lnTo>
                <a:lnTo>
                  <a:pt x="36910" y="120700"/>
                </a:lnTo>
                <a:lnTo>
                  <a:pt x="39886" y="120700"/>
                </a:lnTo>
                <a:lnTo>
                  <a:pt x="39886" y="119658"/>
                </a:lnTo>
                <a:lnTo>
                  <a:pt x="42863" y="119658"/>
                </a:lnTo>
                <a:lnTo>
                  <a:pt x="42863" y="117723"/>
                </a:lnTo>
                <a:lnTo>
                  <a:pt x="43756" y="117723"/>
                </a:lnTo>
                <a:lnTo>
                  <a:pt x="43756" y="116830"/>
                </a:lnTo>
                <a:lnTo>
                  <a:pt x="44798" y="116830"/>
                </a:lnTo>
                <a:lnTo>
                  <a:pt x="44798" y="115788"/>
                </a:lnTo>
                <a:lnTo>
                  <a:pt x="46732" y="115788"/>
                </a:lnTo>
                <a:lnTo>
                  <a:pt x="46732" y="114895"/>
                </a:lnTo>
                <a:lnTo>
                  <a:pt x="50602" y="114895"/>
                </a:lnTo>
                <a:lnTo>
                  <a:pt x="50602" y="113854"/>
                </a:lnTo>
                <a:lnTo>
                  <a:pt x="52537" y="113854"/>
                </a:lnTo>
                <a:lnTo>
                  <a:pt x="52537" y="112961"/>
                </a:lnTo>
                <a:lnTo>
                  <a:pt x="53578" y="112961"/>
                </a:lnTo>
                <a:lnTo>
                  <a:pt x="53578" y="111919"/>
                </a:lnTo>
                <a:lnTo>
                  <a:pt x="54471" y="111919"/>
                </a:lnTo>
                <a:lnTo>
                  <a:pt x="54471" y="110877"/>
                </a:lnTo>
                <a:lnTo>
                  <a:pt x="56406" y="110877"/>
                </a:lnTo>
                <a:lnTo>
                  <a:pt x="56406" y="108942"/>
                </a:lnTo>
                <a:lnTo>
                  <a:pt x="57448" y="108942"/>
                </a:lnTo>
                <a:lnTo>
                  <a:pt x="57448" y="108049"/>
                </a:lnTo>
                <a:lnTo>
                  <a:pt x="58341" y="108049"/>
                </a:lnTo>
                <a:lnTo>
                  <a:pt x="58341" y="107007"/>
                </a:lnTo>
                <a:lnTo>
                  <a:pt x="59383" y="107007"/>
                </a:lnTo>
                <a:lnTo>
                  <a:pt x="59383" y="105073"/>
                </a:lnTo>
                <a:lnTo>
                  <a:pt x="60276" y="105073"/>
                </a:lnTo>
                <a:lnTo>
                  <a:pt x="60276" y="103138"/>
                </a:lnTo>
                <a:lnTo>
                  <a:pt x="61318" y="103138"/>
                </a:lnTo>
                <a:lnTo>
                  <a:pt x="61318" y="102245"/>
                </a:lnTo>
                <a:lnTo>
                  <a:pt x="62210" y="102245"/>
                </a:lnTo>
                <a:lnTo>
                  <a:pt x="62210" y="100310"/>
                </a:lnTo>
                <a:lnTo>
                  <a:pt x="63252" y="100310"/>
                </a:lnTo>
                <a:lnTo>
                  <a:pt x="63252" y="99268"/>
                </a:lnTo>
                <a:lnTo>
                  <a:pt x="64294" y="99268"/>
                </a:lnTo>
                <a:lnTo>
                  <a:pt x="64294" y="98227"/>
                </a:lnTo>
                <a:lnTo>
                  <a:pt x="66229" y="98227"/>
                </a:lnTo>
                <a:lnTo>
                  <a:pt x="66229" y="97334"/>
                </a:lnTo>
                <a:lnTo>
                  <a:pt x="67122" y="97334"/>
                </a:lnTo>
                <a:lnTo>
                  <a:pt x="67122" y="92869"/>
                </a:lnTo>
                <a:lnTo>
                  <a:pt x="66229" y="92869"/>
                </a:lnTo>
                <a:lnTo>
                  <a:pt x="66229" y="91827"/>
                </a:lnTo>
                <a:lnTo>
                  <a:pt x="65187" y="91827"/>
                </a:lnTo>
                <a:lnTo>
                  <a:pt x="65187" y="90934"/>
                </a:lnTo>
                <a:lnTo>
                  <a:pt x="64294" y="90934"/>
                </a:lnTo>
                <a:lnTo>
                  <a:pt x="64294" y="90488"/>
                </a:lnTo>
                <a:lnTo>
                  <a:pt x="65187" y="90488"/>
                </a:lnTo>
                <a:lnTo>
                  <a:pt x="65187" y="89595"/>
                </a:lnTo>
                <a:lnTo>
                  <a:pt x="66229" y="89595"/>
                </a:lnTo>
                <a:lnTo>
                  <a:pt x="66229" y="88553"/>
                </a:lnTo>
                <a:lnTo>
                  <a:pt x="67122" y="88553"/>
                </a:lnTo>
                <a:lnTo>
                  <a:pt x="67122" y="87660"/>
                </a:lnTo>
                <a:lnTo>
                  <a:pt x="68164" y="87660"/>
                </a:lnTo>
                <a:lnTo>
                  <a:pt x="68164" y="83046"/>
                </a:lnTo>
                <a:lnTo>
                  <a:pt x="67122" y="83046"/>
                </a:lnTo>
                <a:lnTo>
                  <a:pt x="67122" y="77837"/>
                </a:lnTo>
                <a:lnTo>
                  <a:pt x="67271" y="77837"/>
                </a:lnTo>
                <a:lnTo>
                  <a:pt x="67271" y="78879"/>
                </a:lnTo>
                <a:lnTo>
                  <a:pt x="69057" y="78879"/>
                </a:lnTo>
                <a:lnTo>
                  <a:pt x="69057" y="77837"/>
                </a:lnTo>
                <a:lnTo>
                  <a:pt x="70098" y="77837"/>
                </a:lnTo>
                <a:lnTo>
                  <a:pt x="70098" y="76349"/>
                </a:lnTo>
                <a:lnTo>
                  <a:pt x="64294" y="76349"/>
                </a:lnTo>
                <a:lnTo>
                  <a:pt x="64294" y="75307"/>
                </a:lnTo>
                <a:lnTo>
                  <a:pt x="63252" y="75307"/>
                </a:lnTo>
                <a:lnTo>
                  <a:pt x="63252" y="73372"/>
                </a:lnTo>
                <a:lnTo>
                  <a:pt x="61318" y="73372"/>
                </a:lnTo>
                <a:lnTo>
                  <a:pt x="61318" y="74414"/>
                </a:lnTo>
                <a:lnTo>
                  <a:pt x="60425" y="74414"/>
                </a:lnTo>
                <a:lnTo>
                  <a:pt x="60425" y="75307"/>
                </a:lnTo>
                <a:lnTo>
                  <a:pt x="59383" y="75307"/>
                </a:lnTo>
                <a:lnTo>
                  <a:pt x="59383" y="76349"/>
                </a:lnTo>
                <a:lnTo>
                  <a:pt x="56555" y="76349"/>
                </a:lnTo>
                <a:lnTo>
                  <a:pt x="56555" y="77242"/>
                </a:lnTo>
                <a:lnTo>
                  <a:pt x="55513" y="77242"/>
                </a:lnTo>
                <a:lnTo>
                  <a:pt x="55513" y="78284"/>
                </a:lnTo>
                <a:lnTo>
                  <a:pt x="52685" y="78284"/>
                </a:lnTo>
                <a:lnTo>
                  <a:pt x="52685" y="79177"/>
                </a:lnTo>
                <a:lnTo>
                  <a:pt x="51644" y="79177"/>
                </a:lnTo>
                <a:lnTo>
                  <a:pt x="51644" y="78284"/>
                </a:lnTo>
                <a:lnTo>
                  <a:pt x="50602" y="78284"/>
                </a:lnTo>
                <a:lnTo>
                  <a:pt x="50602" y="76349"/>
                </a:lnTo>
                <a:lnTo>
                  <a:pt x="49560" y="76349"/>
                </a:lnTo>
                <a:lnTo>
                  <a:pt x="49560" y="75307"/>
                </a:lnTo>
                <a:lnTo>
                  <a:pt x="45839" y="75307"/>
                </a:lnTo>
                <a:lnTo>
                  <a:pt x="45839" y="79177"/>
                </a:lnTo>
                <a:lnTo>
                  <a:pt x="40035" y="79177"/>
                </a:lnTo>
                <a:lnTo>
                  <a:pt x="40035" y="80218"/>
                </a:lnTo>
                <a:lnTo>
                  <a:pt x="35124" y="80218"/>
                </a:lnTo>
                <a:lnTo>
                  <a:pt x="35124" y="81111"/>
                </a:lnTo>
                <a:lnTo>
                  <a:pt x="33189" y="81111"/>
                </a:lnTo>
                <a:lnTo>
                  <a:pt x="33189" y="82153"/>
                </a:lnTo>
                <a:lnTo>
                  <a:pt x="30212" y="82153"/>
                </a:lnTo>
                <a:lnTo>
                  <a:pt x="30212" y="83046"/>
                </a:lnTo>
                <a:lnTo>
                  <a:pt x="29319" y="83046"/>
                </a:lnTo>
                <a:lnTo>
                  <a:pt x="29319" y="84088"/>
                </a:lnTo>
                <a:lnTo>
                  <a:pt x="26343" y="84088"/>
                </a:lnTo>
                <a:lnTo>
                  <a:pt x="26343" y="84981"/>
                </a:lnTo>
                <a:lnTo>
                  <a:pt x="24408" y="84981"/>
                </a:lnTo>
                <a:lnTo>
                  <a:pt x="24408" y="86023"/>
                </a:lnTo>
                <a:lnTo>
                  <a:pt x="23366" y="86023"/>
                </a:lnTo>
                <a:lnTo>
                  <a:pt x="23366" y="87065"/>
                </a:lnTo>
                <a:lnTo>
                  <a:pt x="17562" y="87065"/>
                </a:lnTo>
                <a:lnTo>
                  <a:pt x="17562" y="87957"/>
                </a:lnTo>
                <a:lnTo>
                  <a:pt x="14734" y="87957"/>
                </a:lnTo>
                <a:lnTo>
                  <a:pt x="14734" y="88999"/>
                </a:lnTo>
                <a:lnTo>
                  <a:pt x="13693" y="88999"/>
                </a:lnTo>
                <a:lnTo>
                  <a:pt x="13693" y="89892"/>
                </a:lnTo>
                <a:lnTo>
                  <a:pt x="11758" y="89892"/>
                </a:lnTo>
                <a:lnTo>
                  <a:pt x="11758" y="90934"/>
                </a:lnTo>
                <a:lnTo>
                  <a:pt x="10716" y="90934"/>
                </a:lnTo>
                <a:lnTo>
                  <a:pt x="10716" y="91827"/>
                </a:lnTo>
                <a:lnTo>
                  <a:pt x="6846" y="91827"/>
                </a:lnTo>
                <a:lnTo>
                  <a:pt x="6846" y="90934"/>
                </a:lnTo>
                <a:lnTo>
                  <a:pt x="4912" y="90934"/>
                </a:lnTo>
                <a:lnTo>
                  <a:pt x="4912" y="89892"/>
                </a:lnTo>
                <a:lnTo>
                  <a:pt x="3870" y="89892"/>
                </a:lnTo>
                <a:lnTo>
                  <a:pt x="3870" y="87065"/>
                </a:lnTo>
                <a:lnTo>
                  <a:pt x="2977" y="87065"/>
                </a:lnTo>
                <a:lnTo>
                  <a:pt x="2977" y="86023"/>
                </a:lnTo>
                <a:lnTo>
                  <a:pt x="1042" y="86023"/>
                </a:lnTo>
                <a:lnTo>
                  <a:pt x="1042" y="84981"/>
                </a:lnTo>
                <a:lnTo>
                  <a:pt x="0" y="84981"/>
                </a:lnTo>
                <a:lnTo>
                  <a:pt x="0" y="77837"/>
                </a:lnTo>
                <a:lnTo>
                  <a:pt x="1042" y="77837"/>
                </a:lnTo>
                <a:lnTo>
                  <a:pt x="1042" y="76944"/>
                </a:lnTo>
                <a:lnTo>
                  <a:pt x="1935" y="76944"/>
                </a:lnTo>
                <a:lnTo>
                  <a:pt x="1935" y="75009"/>
                </a:lnTo>
                <a:lnTo>
                  <a:pt x="2977" y="75009"/>
                </a:lnTo>
                <a:lnTo>
                  <a:pt x="2977" y="73968"/>
                </a:lnTo>
                <a:lnTo>
                  <a:pt x="7888" y="73968"/>
                </a:lnTo>
                <a:lnTo>
                  <a:pt x="7888" y="75009"/>
                </a:lnTo>
                <a:lnTo>
                  <a:pt x="10716" y="75009"/>
                </a:lnTo>
                <a:lnTo>
                  <a:pt x="10716" y="73968"/>
                </a:lnTo>
                <a:lnTo>
                  <a:pt x="14585" y="73968"/>
                </a:lnTo>
                <a:lnTo>
                  <a:pt x="14585" y="70991"/>
                </a:lnTo>
                <a:lnTo>
                  <a:pt x="15627" y="70991"/>
                </a:lnTo>
                <a:lnTo>
                  <a:pt x="15627" y="67122"/>
                </a:lnTo>
                <a:lnTo>
                  <a:pt x="16520" y="67122"/>
                </a:lnTo>
                <a:lnTo>
                  <a:pt x="16520" y="66229"/>
                </a:lnTo>
                <a:lnTo>
                  <a:pt x="18455" y="66229"/>
                </a:lnTo>
                <a:lnTo>
                  <a:pt x="18455" y="65187"/>
                </a:lnTo>
                <a:lnTo>
                  <a:pt x="19497" y="65187"/>
                </a:lnTo>
                <a:lnTo>
                  <a:pt x="19497" y="64294"/>
                </a:lnTo>
                <a:lnTo>
                  <a:pt x="21432" y="64294"/>
                </a:lnTo>
                <a:lnTo>
                  <a:pt x="21432" y="63252"/>
                </a:lnTo>
                <a:lnTo>
                  <a:pt x="22325" y="63252"/>
                </a:lnTo>
                <a:lnTo>
                  <a:pt x="22325" y="62210"/>
                </a:lnTo>
                <a:lnTo>
                  <a:pt x="23366" y="62210"/>
                </a:lnTo>
                <a:lnTo>
                  <a:pt x="23366" y="60275"/>
                </a:lnTo>
                <a:lnTo>
                  <a:pt x="24259" y="60275"/>
                </a:lnTo>
                <a:lnTo>
                  <a:pt x="24259" y="58787"/>
                </a:lnTo>
                <a:lnTo>
                  <a:pt x="23366" y="58787"/>
                </a:lnTo>
                <a:lnTo>
                  <a:pt x="23366" y="57745"/>
                </a:lnTo>
                <a:lnTo>
                  <a:pt x="17562" y="57745"/>
                </a:lnTo>
                <a:lnTo>
                  <a:pt x="17562" y="56852"/>
                </a:lnTo>
                <a:lnTo>
                  <a:pt x="16520" y="56852"/>
                </a:lnTo>
                <a:lnTo>
                  <a:pt x="16520" y="55811"/>
                </a:lnTo>
                <a:lnTo>
                  <a:pt x="13693" y="55811"/>
                </a:lnTo>
                <a:lnTo>
                  <a:pt x="13693" y="56852"/>
                </a:lnTo>
                <a:lnTo>
                  <a:pt x="9823" y="56852"/>
                </a:lnTo>
                <a:lnTo>
                  <a:pt x="9823" y="57745"/>
                </a:lnTo>
                <a:lnTo>
                  <a:pt x="4912" y="57745"/>
                </a:lnTo>
                <a:lnTo>
                  <a:pt x="4912" y="56852"/>
                </a:lnTo>
                <a:lnTo>
                  <a:pt x="3870" y="56852"/>
                </a:lnTo>
                <a:lnTo>
                  <a:pt x="3870" y="54918"/>
                </a:lnTo>
                <a:lnTo>
                  <a:pt x="2977" y="54918"/>
                </a:lnTo>
                <a:lnTo>
                  <a:pt x="2977" y="51941"/>
                </a:lnTo>
                <a:lnTo>
                  <a:pt x="1935" y="51941"/>
                </a:lnTo>
                <a:lnTo>
                  <a:pt x="1935" y="50006"/>
                </a:lnTo>
                <a:lnTo>
                  <a:pt x="1042" y="50006"/>
                </a:lnTo>
                <a:lnTo>
                  <a:pt x="1042" y="46732"/>
                </a:lnTo>
                <a:lnTo>
                  <a:pt x="1935" y="46732"/>
                </a:lnTo>
                <a:lnTo>
                  <a:pt x="1935" y="44797"/>
                </a:lnTo>
                <a:lnTo>
                  <a:pt x="3870" y="44797"/>
                </a:lnTo>
                <a:lnTo>
                  <a:pt x="3870" y="43756"/>
                </a:lnTo>
                <a:lnTo>
                  <a:pt x="4912" y="43756"/>
                </a:lnTo>
                <a:lnTo>
                  <a:pt x="4912" y="42863"/>
                </a:lnTo>
                <a:lnTo>
                  <a:pt x="6846" y="42863"/>
                </a:lnTo>
                <a:lnTo>
                  <a:pt x="6846" y="41821"/>
                </a:lnTo>
                <a:lnTo>
                  <a:pt x="8781" y="41821"/>
                </a:lnTo>
                <a:lnTo>
                  <a:pt x="8781" y="40928"/>
                </a:lnTo>
                <a:lnTo>
                  <a:pt x="9674" y="40928"/>
                </a:lnTo>
                <a:lnTo>
                  <a:pt x="9674" y="39886"/>
                </a:lnTo>
                <a:lnTo>
                  <a:pt x="10716" y="39886"/>
                </a:lnTo>
                <a:lnTo>
                  <a:pt x="10716" y="36909"/>
                </a:lnTo>
                <a:lnTo>
                  <a:pt x="11609" y="36909"/>
                </a:lnTo>
                <a:lnTo>
                  <a:pt x="11609" y="36016"/>
                </a:lnTo>
                <a:lnTo>
                  <a:pt x="12651" y="36016"/>
                </a:lnTo>
                <a:lnTo>
                  <a:pt x="12651" y="33040"/>
                </a:lnTo>
                <a:lnTo>
                  <a:pt x="13693" y="33040"/>
                </a:lnTo>
                <a:lnTo>
                  <a:pt x="13693" y="31105"/>
                </a:lnTo>
                <a:lnTo>
                  <a:pt x="14585" y="31105"/>
                </a:lnTo>
                <a:lnTo>
                  <a:pt x="14585" y="29170"/>
                </a:lnTo>
                <a:lnTo>
                  <a:pt x="15627" y="29170"/>
                </a:lnTo>
                <a:lnTo>
                  <a:pt x="15627" y="27236"/>
                </a:lnTo>
                <a:lnTo>
                  <a:pt x="16520" y="27236"/>
                </a:lnTo>
                <a:lnTo>
                  <a:pt x="16520" y="25301"/>
                </a:lnTo>
                <a:lnTo>
                  <a:pt x="17562" y="25301"/>
                </a:lnTo>
                <a:lnTo>
                  <a:pt x="17562" y="23366"/>
                </a:lnTo>
                <a:lnTo>
                  <a:pt x="18455" y="23366"/>
                </a:lnTo>
                <a:lnTo>
                  <a:pt x="18455" y="21431"/>
                </a:lnTo>
                <a:lnTo>
                  <a:pt x="19497" y="21431"/>
                </a:lnTo>
                <a:lnTo>
                  <a:pt x="19497" y="20390"/>
                </a:lnTo>
                <a:lnTo>
                  <a:pt x="20390" y="20390"/>
                </a:lnTo>
                <a:lnTo>
                  <a:pt x="20390" y="18455"/>
                </a:lnTo>
                <a:lnTo>
                  <a:pt x="21432" y="18455"/>
                </a:lnTo>
                <a:lnTo>
                  <a:pt x="21432" y="16520"/>
                </a:lnTo>
                <a:lnTo>
                  <a:pt x="22325" y="16520"/>
                </a:lnTo>
                <a:lnTo>
                  <a:pt x="22325" y="14585"/>
                </a:lnTo>
                <a:lnTo>
                  <a:pt x="23366" y="14585"/>
                </a:lnTo>
                <a:lnTo>
                  <a:pt x="23366" y="13692"/>
                </a:lnTo>
                <a:lnTo>
                  <a:pt x="24259" y="13692"/>
                </a:lnTo>
                <a:lnTo>
                  <a:pt x="24259" y="11609"/>
                </a:lnTo>
                <a:lnTo>
                  <a:pt x="25301" y="11609"/>
                </a:lnTo>
                <a:lnTo>
                  <a:pt x="25301" y="10716"/>
                </a:lnTo>
                <a:lnTo>
                  <a:pt x="26343" y="10716"/>
                </a:lnTo>
                <a:lnTo>
                  <a:pt x="26343" y="8781"/>
                </a:lnTo>
                <a:lnTo>
                  <a:pt x="27236" y="8781"/>
                </a:lnTo>
                <a:lnTo>
                  <a:pt x="27236" y="7739"/>
                </a:lnTo>
                <a:lnTo>
                  <a:pt x="28278" y="7739"/>
                </a:lnTo>
                <a:lnTo>
                  <a:pt x="28278" y="5804"/>
                </a:lnTo>
                <a:lnTo>
                  <a:pt x="29171" y="58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4E1488AB-5166-FB08-D70D-CA675A7D8BE1}"/>
              </a:ext>
            </a:extLst>
          </p:cNvPr>
          <p:cNvSpPr txBox="1"/>
          <p:nvPr/>
        </p:nvSpPr>
        <p:spPr>
          <a:xfrm>
            <a:off x="4665944" y="1924445"/>
            <a:ext cx="136624" cy="134095"/>
          </a:xfrm>
          <a:custGeom>
            <a:avLst/>
            <a:gdLst/>
            <a:ahLst/>
            <a:cxnLst/>
            <a:rect l="l" t="t" r="r" b="b"/>
            <a:pathLst>
              <a:path w="136624" h="134095">
                <a:moveTo>
                  <a:pt x="102096" y="99566"/>
                </a:moveTo>
                <a:lnTo>
                  <a:pt x="102096" y="101204"/>
                </a:lnTo>
                <a:lnTo>
                  <a:pt x="102840" y="101204"/>
                </a:lnTo>
                <a:lnTo>
                  <a:pt x="102840" y="103734"/>
                </a:lnTo>
                <a:lnTo>
                  <a:pt x="103733" y="103734"/>
                </a:lnTo>
                <a:lnTo>
                  <a:pt x="103733" y="99566"/>
                </a:lnTo>
                <a:close/>
                <a:moveTo>
                  <a:pt x="46434" y="15181"/>
                </a:moveTo>
                <a:lnTo>
                  <a:pt x="46434" y="16074"/>
                </a:lnTo>
                <a:lnTo>
                  <a:pt x="47178" y="16074"/>
                </a:lnTo>
                <a:lnTo>
                  <a:pt x="47178" y="15181"/>
                </a:lnTo>
                <a:close/>
                <a:moveTo>
                  <a:pt x="45541" y="7591"/>
                </a:moveTo>
                <a:lnTo>
                  <a:pt x="45541" y="8484"/>
                </a:lnTo>
                <a:lnTo>
                  <a:pt x="44648" y="8484"/>
                </a:lnTo>
                <a:lnTo>
                  <a:pt x="44648" y="9228"/>
                </a:lnTo>
                <a:lnTo>
                  <a:pt x="46434" y="9228"/>
                </a:lnTo>
                <a:lnTo>
                  <a:pt x="46434" y="7591"/>
                </a:lnTo>
                <a:close/>
                <a:moveTo>
                  <a:pt x="85130" y="0"/>
                </a:moveTo>
                <a:lnTo>
                  <a:pt x="86023" y="0"/>
                </a:lnTo>
                <a:lnTo>
                  <a:pt x="86023" y="893"/>
                </a:lnTo>
                <a:lnTo>
                  <a:pt x="93613" y="893"/>
                </a:lnTo>
                <a:lnTo>
                  <a:pt x="93613" y="1637"/>
                </a:lnTo>
                <a:lnTo>
                  <a:pt x="94506" y="1637"/>
                </a:lnTo>
                <a:lnTo>
                  <a:pt x="94506" y="3423"/>
                </a:lnTo>
                <a:lnTo>
                  <a:pt x="95250" y="3423"/>
                </a:lnTo>
                <a:lnTo>
                  <a:pt x="95250" y="5954"/>
                </a:lnTo>
                <a:lnTo>
                  <a:pt x="94506" y="5954"/>
                </a:lnTo>
                <a:lnTo>
                  <a:pt x="94506" y="7591"/>
                </a:lnTo>
                <a:lnTo>
                  <a:pt x="93613" y="7591"/>
                </a:lnTo>
                <a:lnTo>
                  <a:pt x="93613" y="9228"/>
                </a:lnTo>
                <a:lnTo>
                  <a:pt x="92720" y="9228"/>
                </a:lnTo>
                <a:lnTo>
                  <a:pt x="92720" y="14288"/>
                </a:lnTo>
                <a:lnTo>
                  <a:pt x="91976" y="14288"/>
                </a:lnTo>
                <a:lnTo>
                  <a:pt x="91976" y="16074"/>
                </a:lnTo>
                <a:lnTo>
                  <a:pt x="92720" y="16074"/>
                </a:lnTo>
                <a:lnTo>
                  <a:pt x="92720" y="21878"/>
                </a:lnTo>
                <a:lnTo>
                  <a:pt x="93613" y="21878"/>
                </a:lnTo>
                <a:lnTo>
                  <a:pt x="93613" y="22771"/>
                </a:lnTo>
                <a:lnTo>
                  <a:pt x="96143" y="22771"/>
                </a:lnTo>
                <a:lnTo>
                  <a:pt x="96143" y="23664"/>
                </a:lnTo>
                <a:lnTo>
                  <a:pt x="101203" y="23664"/>
                </a:lnTo>
                <a:lnTo>
                  <a:pt x="101203" y="24408"/>
                </a:lnTo>
                <a:lnTo>
                  <a:pt x="104626" y="24408"/>
                </a:lnTo>
                <a:lnTo>
                  <a:pt x="104626" y="23664"/>
                </a:lnTo>
                <a:lnTo>
                  <a:pt x="107156" y="23664"/>
                </a:lnTo>
                <a:lnTo>
                  <a:pt x="107156" y="22771"/>
                </a:lnTo>
                <a:lnTo>
                  <a:pt x="108793" y="22771"/>
                </a:lnTo>
                <a:lnTo>
                  <a:pt x="108793" y="23664"/>
                </a:lnTo>
                <a:lnTo>
                  <a:pt x="112216" y="23664"/>
                </a:lnTo>
                <a:lnTo>
                  <a:pt x="112216" y="22771"/>
                </a:lnTo>
                <a:lnTo>
                  <a:pt x="113853" y="22771"/>
                </a:lnTo>
                <a:lnTo>
                  <a:pt x="113853" y="21134"/>
                </a:lnTo>
                <a:lnTo>
                  <a:pt x="114746" y="21134"/>
                </a:lnTo>
                <a:lnTo>
                  <a:pt x="114746" y="20241"/>
                </a:lnTo>
                <a:lnTo>
                  <a:pt x="116384" y="20241"/>
                </a:lnTo>
                <a:lnTo>
                  <a:pt x="116384" y="19348"/>
                </a:lnTo>
                <a:lnTo>
                  <a:pt x="118021" y="19348"/>
                </a:lnTo>
                <a:lnTo>
                  <a:pt x="118021" y="18604"/>
                </a:lnTo>
                <a:lnTo>
                  <a:pt x="119807" y="18604"/>
                </a:lnTo>
                <a:lnTo>
                  <a:pt x="119807" y="17711"/>
                </a:lnTo>
                <a:lnTo>
                  <a:pt x="123974" y="17711"/>
                </a:lnTo>
                <a:lnTo>
                  <a:pt x="123974" y="18604"/>
                </a:lnTo>
                <a:lnTo>
                  <a:pt x="124867" y="18604"/>
                </a:lnTo>
                <a:lnTo>
                  <a:pt x="124867" y="17711"/>
                </a:lnTo>
                <a:lnTo>
                  <a:pt x="126504" y="17711"/>
                </a:lnTo>
                <a:lnTo>
                  <a:pt x="126504" y="18604"/>
                </a:lnTo>
                <a:lnTo>
                  <a:pt x="128141" y="18604"/>
                </a:lnTo>
                <a:lnTo>
                  <a:pt x="128141" y="19348"/>
                </a:lnTo>
                <a:lnTo>
                  <a:pt x="129034" y="19348"/>
                </a:lnTo>
                <a:lnTo>
                  <a:pt x="129034" y="21878"/>
                </a:lnTo>
                <a:lnTo>
                  <a:pt x="129927" y="21878"/>
                </a:lnTo>
                <a:lnTo>
                  <a:pt x="129927" y="22771"/>
                </a:lnTo>
                <a:lnTo>
                  <a:pt x="133201" y="22771"/>
                </a:lnTo>
                <a:lnTo>
                  <a:pt x="133201" y="23664"/>
                </a:lnTo>
                <a:lnTo>
                  <a:pt x="134987" y="23664"/>
                </a:lnTo>
                <a:lnTo>
                  <a:pt x="134987" y="24408"/>
                </a:lnTo>
                <a:lnTo>
                  <a:pt x="136624" y="24408"/>
                </a:lnTo>
                <a:lnTo>
                  <a:pt x="136624" y="26938"/>
                </a:lnTo>
                <a:lnTo>
                  <a:pt x="135731" y="26938"/>
                </a:lnTo>
                <a:lnTo>
                  <a:pt x="135731" y="27831"/>
                </a:lnTo>
                <a:lnTo>
                  <a:pt x="134987" y="27831"/>
                </a:lnTo>
                <a:lnTo>
                  <a:pt x="134987" y="28724"/>
                </a:lnTo>
                <a:lnTo>
                  <a:pt x="134094" y="28724"/>
                </a:lnTo>
                <a:lnTo>
                  <a:pt x="134094" y="31998"/>
                </a:lnTo>
                <a:lnTo>
                  <a:pt x="133201" y="31998"/>
                </a:lnTo>
                <a:lnTo>
                  <a:pt x="133201" y="32891"/>
                </a:lnTo>
                <a:lnTo>
                  <a:pt x="129034" y="32891"/>
                </a:lnTo>
                <a:lnTo>
                  <a:pt x="129034" y="31998"/>
                </a:lnTo>
                <a:lnTo>
                  <a:pt x="125611" y="31998"/>
                </a:lnTo>
                <a:lnTo>
                  <a:pt x="125611" y="32891"/>
                </a:lnTo>
                <a:lnTo>
                  <a:pt x="124867" y="32891"/>
                </a:lnTo>
                <a:lnTo>
                  <a:pt x="124867" y="31998"/>
                </a:lnTo>
                <a:lnTo>
                  <a:pt x="119807" y="31998"/>
                </a:lnTo>
                <a:lnTo>
                  <a:pt x="119807" y="31254"/>
                </a:lnTo>
                <a:lnTo>
                  <a:pt x="116384" y="31254"/>
                </a:lnTo>
                <a:lnTo>
                  <a:pt x="116384" y="30361"/>
                </a:lnTo>
                <a:lnTo>
                  <a:pt x="114746" y="30361"/>
                </a:lnTo>
                <a:lnTo>
                  <a:pt x="114746" y="31254"/>
                </a:lnTo>
                <a:lnTo>
                  <a:pt x="108793" y="31254"/>
                </a:lnTo>
                <a:lnTo>
                  <a:pt x="108793" y="30361"/>
                </a:lnTo>
                <a:lnTo>
                  <a:pt x="96143" y="30361"/>
                </a:lnTo>
                <a:lnTo>
                  <a:pt x="96143" y="31254"/>
                </a:lnTo>
                <a:lnTo>
                  <a:pt x="93613" y="31254"/>
                </a:lnTo>
                <a:lnTo>
                  <a:pt x="93613" y="31998"/>
                </a:lnTo>
                <a:lnTo>
                  <a:pt x="92720" y="31998"/>
                </a:lnTo>
                <a:lnTo>
                  <a:pt x="92720" y="32891"/>
                </a:lnTo>
                <a:lnTo>
                  <a:pt x="91976" y="32891"/>
                </a:lnTo>
                <a:lnTo>
                  <a:pt x="91976" y="39589"/>
                </a:lnTo>
                <a:lnTo>
                  <a:pt x="92720" y="39589"/>
                </a:lnTo>
                <a:lnTo>
                  <a:pt x="92720" y="43012"/>
                </a:lnTo>
                <a:lnTo>
                  <a:pt x="93613" y="43012"/>
                </a:lnTo>
                <a:lnTo>
                  <a:pt x="93613" y="46435"/>
                </a:lnTo>
                <a:lnTo>
                  <a:pt x="92720" y="46435"/>
                </a:lnTo>
                <a:lnTo>
                  <a:pt x="92720" y="48072"/>
                </a:lnTo>
                <a:lnTo>
                  <a:pt x="89446" y="48072"/>
                </a:lnTo>
                <a:lnTo>
                  <a:pt x="89446" y="48965"/>
                </a:lnTo>
                <a:lnTo>
                  <a:pt x="86023" y="48965"/>
                </a:lnTo>
                <a:lnTo>
                  <a:pt x="86023" y="49709"/>
                </a:lnTo>
                <a:lnTo>
                  <a:pt x="80070" y="49709"/>
                </a:lnTo>
                <a:lnTo>
                  <a:pt x="80070" y="48965"/>
                </a:lnTo>
                <a:lnTo>
                  <a:pt x="79325" y="48965"/>
                </a:lnTo>
                <a:lnTo>
                  <a:pt x="79325" y="37059"/>
                </a:lnTo>
                <a:lnTo>
                  <a:pt x="80070" y="37059"/>
                </a:lnTo>
                <a:lnTo>
                  <a:pt x="80070" y="34529"/>
                </a:lnTo>
                <a:lnTo>
                  <a:pt x="79325" y="34529"/>
                </a:lnTo>
                <a:lnTo>
                  <a:pt x="79325" y="30361"/>
                </a:lnTo>
                <a:lnTo>
                  <a:pt x="78432" y="30361"/>
                </a:lnTo>
                <a:lnTo>
                  <a:pt x="78432" y="27831"/>
                </a:lnTo>
                <a:lnTo>
                  <a:pt x="61615" y="27831"/>
                </a:lnTo>
                <a:lnTo>
                  <a:pt x="61615" y="28724"/>
                </a:lnTo>
                <a:lnTo>
                  <a:pt x="59085" y="28724"/>
                </a:lnTo>
                <a:lnTo>
                  <a:pt x="59085" y="29468"/>
                </a:lnTo>
                <a:lnTo>
                  <a:pt x="55662" y="29468"/>
                </a:lnTo>
                <a:lnTo>
                  <a:pt x="55662" y="30361"/>
                </a:lnTo>
                <a:lnTo>
                  <a:pt x="54769" y="30361"/>
                </a:lnTo>
                <a:lnTo>
                  <a:pt x="54769" y="31254"/>
                </a:lnTo>
                <a:lnTo>
                  <a:pt x="54025" y="31254"/>
                </a:lnTo>
                <a:lnTo>
                  <a:pt x="54025" y="31998"/>
                </a:lnTo>
                <a:lnTo>
                  <a:pt x="55662" y="31998"/>
                </a:lnTo>
                <a:lnTo>
                  <a:pt x="55662" y="32891"/>
                </a:lnTo>
                <a:lnTo>
                  <a:pt x="56555" y="32891"/>
                </a:lnTo>
                <a:lnTo>
                  <a:pt x="56555" y="37952"/>
                </a:lnTo>
                <a:lnTo>
                  <a:pt x="57299" y="37952"/>
                </a:lnTo>
                <a:lnTo>
                  <a:pt x="57299" y="42119"/>
                </a:lnTo>
                <a:lnTo>
                  <a:pt x="56555" y="42119"/>
                </a:lnTo>
                <a:lnTo>
                  <a:pt x="56555" y="43012"/>
                </a:lnTo>
                <a:lnTo>
                  <a:pt x="57299" y="43012"/>
                </a:lnTo>
                <a:lnTo>
                  <a:pt x="57299" y="46435"/>
                </a:lnTo>
                <a:lnTo>
                  <a:pt x="56555" y="46435"/>
                </a:lnTo>
                <a:lnTo>
                  <a:pt x="56555" y="49709"/>
                </a:lnTo>
                <a:lnTo>
                  <a:pt x="57299" y="49709"/>
                </a:lnTo>
                <a:lnTo>
                  <a:pt x="57299" y="50602"/>
                </a:lnTo>
                <a:lnTo>
                  <a:pt x="59829" y="50602"/>
                </a:lnTo>
                <a:lnTo>
                  <a:pt x="59829" y="51495"/>
                </a:lnTo>
                <a:lnTo>
                  <a:pt x="61615" y="51495"/>
                </a:lnTo>
                <a:lnTo>
                  <a:pt x="61615" y="52239"/>
                </a:lnTo>
                <a:lnTo>
                  <a:pt x="70842" y="52239"/>
                </a:lnTo>
                <a:lnTo>
                  <a:pt x="70842" y="53132"/>
                </a:lnTo>
                <a:lnTo>
                  <a:pt x="71735" y="53132"/>
                </a:lnTo>
                <a:lnTo>
                  <a:pt x="71735" y="54025"/>
                </a:lnTo>
                <a:lnTo>
                  <a:pt x="73372" y="54025"/>
                </a:lnTo>
                <a:lnTo>
                  <a:pt x="73372" y="53132"/>
                </a:lnTo>
                <a:lnTo>
                  <a:pt x="74265" y="53132"/>
                </a:lnTo>
                <a:lnTo>
                  <a:pt x="74265" y="52239"/>
                </a:lnTo>
                <a:lnTo>
                  <a:pt x="79325" y="52239"/>
                </a:lnTo>
                <a:lnTo>
                  <a:pt x="79325" y="51495"/>
                </a:lnTo>
                <a:lnTo>
                  <a:pt x="80962" y="51495"/>
                </a:lnTo>
                <a:lnTo>
                  <a:pt x="80962" y="52239"/>
                </a:lnTo>
                <a:lnTo>
                  <a:pt x="82600" y="52239"/>
                </a:lnTo>
                <a:lnTo>
                  <a:pt x="82600" y="53132"/>
                </a:lnTo>
                <a:lnTo>
                  <a:pt x="86023" y="53132"/>
                </a:lnTo>
                <a:lnTo>
                  <a:pt x="86023" y="54025"/>
                </a:lnTo>
                <a:lnTo>
                  <a:pt x="86916" y="54025"/>
                </a:lnTo>
                <a:lnTo>
                  <a:pt x="86916" y="54769"/>
                </a:lnTo>
                <a:lnTo>
                  <a:pt x="88553" y="54769"/>
                </a:lnTo>
                <a:lnTo>
                  <a:pt x="88553" y="54025"/>
                </a:lnTo>
                <a:lnTo>
                  <a:pt x="89446" y="54025"/>
                </a:lnTo>
                <a:lnTo>
                  <a:pt x="89446" y="53132"/>
                </a:lnTo>
                <a:lnTo>
                  <a:pt x="91976" y="53132"/>
                </a:lnTo>
                <a:lnTo>
                  <a:pt x="91976" y="54025"/>
                </a:lnTo>
                <a:lnTo>
                  <a:pt x="97036" y="54025"/>
                </a:lnTo>
                <a:lnTo>
                  <a:pt x="97036" y="54769"/>
                </a:lnTo>
                <a:lnTo>
                  <a:pt x="97780" y="54769"/>
                </a:lnTo>
                <a:lnTo>
                  <a:pt x="97780" y="54025"/>
                </a:lnTo>
                <a:lnTo>
                  <a:pt x="99566" y="54025"/>
                </a:lnTo>
                <a:lnTo>
                  <a:pt x="99566" y="53132"/>
                </a:lnTo>
                <a:lnTo>
                  <a:pt x="100310" y="53132"/>
                </a:lnTo>
                <a:lnTo>
                  <a:pt x="100310" y="51495"/>
                </a:lnTo>
                <a:lnTo>
                  <a:pt x="101203" y="51495"/>
                </a:lnTo>
                <a:lnTo>
                  <a:pt x="101203" y="50602"/>
                </a:lnTo>
                <a:lnTo>
                  <a:pt x="102096" y="50602"/>
                </a:lnTo>
                <a:lnTo>
                  <a:pt x="102096" y="49709"/>
                </a:lnTo>
                <a:lnTo>
                  <a:pt x="102840" y="49709"/>
                </a:lnTo>
                <a:lnTo>
                  <a:pt x="102840" y="48072"/>
                </a:lnTo>
                <a:lnTo>
                  <a:pt x="103733" y="48072"/>
                </a:lnTo>
                <a:lnTo>
                  <a:pt x="103733" y="47179"/>
                </a:lnTo>
                <a:lnTo>
                  <a:pt x="105370" y="47179"/>
                </a:lnTo>
                <a:lnTo>
                  <a:pt x="105370" y="45542"/>
                </a:lnTo>
                <a:lnTo>
                  <a:pt x="107900" y="45542"/>
                </a:lnTo>
                <a:lnTo>
                  <a:pt x="107900" y="46435"/>
                </a:lnTo>
                <a:lnTo>
                  <a:pt x="111323" y="46435"/>
                </a:lnTo>
                <a:lnTo>
                  <a:pt x="111323" y="47179"/>
                </a:lnTo>
                <a:lnTo>
                  <a:pt x="112216" y="47179"/>
                </a:lnTo>
                <a:lnTo>
                  <a:pt x="112216" y="48072"/>
                </a:lnTo>
                <a:lnTo>
                  <a:pt x="113853" y="48072"/>
                </a:lnTo>
                <a:lnTo>
                  <a:pt x="113853" y="48965"/>
                </a:lnTo>
                <a:lnTo>
                  <a:pt x="116384" y="48965"/>
                </a:lnTo>
                <a:lnTo>
                  <a:pt x="116384" y="49709"/>
                </a:lnTo>
                <a:lnTo>
                  <a:pt x="118021" y="49709"/>
                </a:lnTo>
                <a:lnTo>
                  <a:pt x="118021" y="50602"/>
                </a:lnTo>
                <a:lnTo>
                  <a:pt x="118914" y="50602"/>
                </a:lnTo>
                <a:lnTo>
                  <a:pt x="118914" y="51495"/>
                </a:lnTo>
                <a:lnTo>
                  <a:pt x="120551" y="51495"/>
                </a:lnTo>
                <a:lnTo>
                  <a:pt x="120551" y="52239"/>
                </a:lnTo>
                <a:lnTo>
                  <a:pt x="121444" y="52239"/>
                </a:lnTo>
                <a:lnTo>
                  <a:pt x="121444" y="53132"/>
                </a:lnTo>
                <a:lnTo>
                  <a:pt x="122337" y="53132"/>
                </a:lnTo>
                <a:lnTo>
                  <a:pt x="122337" y="54025"/>
                </a:lnTo>
                <a:lnTo>
                  <a:pt x="123081" y="54025"/>
                </a:lnTo>
                <a:lnTo>
                  <a:pt x="123081" y="59829"/>
                </a:lnTo>
                <a:lnTo>
                  <a:pt x="122337" y="59829"/>
                </a:lnTo>
                <a:lnTo>
                  <a:pt x="122337" y="60722"/>
                </a:lnTo>
                <a:lnTo>
                  <a:pt x="121444" y="60722"/>
                </a:lnTo>
                <a:lnTo>
                  <a:pt x="121444" y="61615"/>
                </a:lnTo>
                <a:lnTo>
                  <a:pt x="120551" y="61615"/>
                </a:lnTo>
                <a:lnTo>
                  <a:pt x="120551" y="62359"/>
                </a:lnTo>
                <a:lnTo>
                  <a:pt x="119807" y="62359"/>
                </a:lnTo>
                <a:lnTo>
                  <a:pt x="119807" y="63252"/>
                </a:lnTo>
                <a:lnTo>
                  <a:pt x="118914" y="63252"/>
                </a:lnTo>
                <a:lnTo>
                  <a:pt x="118914" y="64145"/>
                </a:lnTo>
                <a:lnTo>
                  <a:pt x="118021" y="64145"/>
                </a:lnTo>
                <a:lnTo>
                  <a:pt x="118021" y="64889"/>
                </a:lnTo>
                <a:lnTo>
                  <a:pt x="117277" y="64889"/>
                </a:lnTo>
                <a:lnTo>
                  <a:pt x="117277" y="69950"/>
                </a:lnTo>
                <a:lnTo>
                  <a:pt x="118021" y="69950"/>
                </a:lnTo>
                <a:lnTo>
                  <a:pt x="118021" y="71736"/>
                </a:lnTo>
                <a:lnTo>
                  <a:pt x="118914" y="71736"/>
                </a:lnTo>
                <a:lnTo>
                  <a:pt x="118914" y="80963"/>
                </a:lnTo>
                <a:lnTo>
                  <a:pt x="118021" y="80963"/>
                </a:lnTo>
                <a:lnTo>
                  <a:pt x="118021" y="85130"/>
                </a:lnTo>
                <a:lnTo>
                  <a:pt x="117277" y="85130"/>
                </a:lnTo>
                <a:lnTo>
                  <a:pt x="117277" y="86023"/>
                </a:lnTo>
                <a:lnTo>
                  <a:pt x="116384" y="86023"/>
                </a:lnTo>
                <a:lnTo>
                  <a:pt x="116384" y="86916"/>
                </a:lnTo>
                <a:lnTo>
                  <a:pt x="117277" y="86916"/>
                </a:lnTo>
                <a:lnTo>
                  <a:pt x="117277" y="93613"/>
                </a:lnTo>
                <a:lnTo>
                  <a:pt x="116384" y="93613"/>
                </a:lnTo>
                <a:lnTo>
                  <a:pt x="116384" y="97036"/>
                </a:lnTo>
                <a:lnTo>
                  <a:pt x="115491" y="97036"/>
                </a:lnTo>
                <a:lnTo>
                  <a:pt x="115491" y="98673"/>
                </a:lnTo>
                <a:lnTo>
                  <a:pt x="116384" y="98673"/>
                </a:lnTo>
                <a:lnTo>
                  <a:pt x="116384" y="102096"/>
                </a:lnTo>
                <a:lnTo>
                  <a:pt x="115491" y="102096"/>
                </a:lnTo>
                <a:lnTo>
                  <a:pt x="115491" y="103734"/>
                </a:lnTo>
                <a:lnTo>
                  <a:pt x="114746" y="103734"/>
                </a:lnTo>
                <a:lnTo>
                  <a:pt x="114746" y="104627"/>
                </a:lnTo>
                <a:lnTo>
                  <a:pt x="113853" y="104627"/>
                </a:lnTo>
                <a:lnTo>
                  <a:pt x="113853" y="105371"/>
                </a:lnTo>
                <a:lnTo>
                  <a:pt x="112961" y="105371"/>
                </a:lnTo>
                <a:lnTo>
                  <a:pt x="112961" y="107157"/>
                </a:lnTo>
                <a:lnTo>
                  <a:pt x="112216" y="107157"/>
                </a:lnTo>
                <a:lnTo>
                  <a:pt x="112216" y="107901"/>
                </a:lnTo>
                <a:lnTo>
                  <a:pt x="111323" y="107901"/>
                </a:lnTo>
                <a:lnTo>
                  <a:pt x="111323" y="108794"/>
                </a:lnTo>
                <a:lnTo>
                  <a:pt x="110430" y="108794"/>
                </a:lnTo>
                <a:lnTo>
                  <a:pt x="110430" y="109687"/>
                </a:lnTo>
                <a:lnTo>
                  <a:pt x="107900" y="109687"/>
                </a:lnTo>
                <a:lnTo>
                  <a:pt x="107900" y="110431"/>
                </a:lnTo>
                <a:lnTo>
                  <a:pt x="106263" y="110431"/>
                </a:lnTo>
                <a:lnTo>
                  <a:pt x="106263" y="111324"/>
                </a:lnTo>
                <a:lnTo>
                  <a:pt x="105370" y="111324"/>
                </a:lnTo>
                <a:lnTo>
                  <a:pt x="105370" y="112217"/>
                </a:lnTo>
                <a:lnTo>
                  <a:pt x="104626" y="112217"/>
                </a:lnTo>
                <a:lnTo>
                  <a:pt x="104626" y="113854"/>
                </a:lnTo>
                <a:lnTo>
                  <a:pt x="102840" y="113854"/>
                </a:lnTo>
                <a:lnTo>
                  <a:pt x="102840" y="114747"/>
                </a:lnTo>
                <a:lnTo>
                  <a:pt x="100310" y="114747"/>
                </a:lnTo>
                <a:lnTo>
                  <a:pt x="100310" y="113854"/>
                </a:lnTo>
                <a:lnTo>
                  <a:pt x="99566" y="113854"/>
                </a:lnTo>
                <a:lnTo>
                  <a:pt x="99566" y="114747"/>
                </a:lnTo>
                <a:lnTo>
                  <a:pt x="97780" y="114747"/>
                </a:lnTo>
                <a:lnTo>
                  <a:pt x="97780" y="115491"/>
                </a:lnTo>
                <a:lnTo>
                  <a:pt x="97036" y="115491"/>
                </a:lnTo>
                <a:lnTo>
                  <a:pt x="97036" y="116384"/>
                </a:lnTo>
                <a:lnTo>
                  <a:pt x="94506" y="116384"/>
                </a:lnTo>
                <a:lnTo>
                  <a:pt x="94506" y="117277"/>
                </a:lnTo>
                <a:lnTo>
                  <a:pt x="89446" y="117277"/>
                </a:lnTo>
                <a:lnTo>
                  <a:pt x="89446" y="116384"/>
                </a:lnTo>
                <a:lnTo>
                  <a:pt x="88553" y="116384"/>
                </a:lnTo>
                <a:lnTo>
                  <a:pt x="88553" y="115491"/>
                </a:lnTo>
                <a:lnTo>
                  <a:pt x="87660" y="115491"/>
                </a:lnTo>
                <a:lnTo>
                  <a:pt x="87660" y="114747"/>
                </a:lnTo>
                <a:lnTo>
                  <a:pt x="86916" y="114747"/>
                </a:lnTo>
                <a:lnTo>
                  <a:pt x="86916" y="113854"/>
                </a:lnTo>
                <a:lnTo>
                  <a:pt x="85130" y="113854"/>
                </a:lnTo>
                <a:lnTo>
                  <a:pt x="85130" y="112961"/>
                </a:lnTo>
                <a:lnTo>
                  <a:pt x="84386" y="112961"/>
                </a:lnTo>
                <a:lnTo>
                  <a:pt x="84386" y="112217"/>
                </a:lnTo>
                <a:lnTo>
                  <a:pt x="82600" y="112217"/>
                </a:lnTo>
                <a:lnTo>
                  <a:pt x="82600" y="111324"/>
                </a:lnTo>
                <a:lnTo>
                  <a:pt x="81855" y="111324"/>
                </a:lnTo>
                <a:lnTo>
                  <a:pt x="81855" y="110431"/>
                </a:lnTo>
                <a:lnTo>
                  <a:pt x="80962" y="110431"/>
                </a:lnTo>
                <a:lnTo>
                  <a:pt x="80962" y="109687"/>
                </a:lnTo>
                <a:lnTo>
                  <a:pt x="76795" y="109687"/>
                </a:lnTo>
                <a:lnTo>
                  <a:pt x="76795" y="108794"/>
                </a:lnTo>
                <a:lnTo>
                  <a:pt x="75902" y="108794"/>
                </a:lnTo>
                <a:lnTo>
                  <a:pt x="75902" y="107901"/>
                </a:lnTo>
                <a:lnTo>
                  <a:pt x="75009" y="107901"/>
                </a:lnTo>
                <a:lnTo>
                  <a:pt x="75009" y="106264"/>
                </a:lnTo>
                <a:lnTo>
                  <a:pt x="75902" y="106264"/>
                </a:lnTo>
                <a:lnTo>
                  <a:pt x="75902" y="105371"/>
                </a:lnTo>
                <a:lnTo>
                  <a:pt x="76795" y="105371"/>
                </a:lnTo>
                <a:lnTo>
                  <a:pt x="76795" y="104627"/>
                </a:lnTo>
                <a:lnTo>
                  <a:pt x="77539" y="104627"/>
                </a:lnTo>
                <a:lnTo>
                  <a:pt x="77539" y="103734"/>
                </a:lnTo>
                <a:lnTo>
                  <a:pt x="80070" y="103734"/>
                </a:lnTo>
                <a:lnTo>
                  <a:pt x="80070" y="102841"/>
                </a:lnTo>
                <a:lnTo>
                  <a:pt x="81855" y="102841"/>
                </a:lnTo>
                <a:lnTo>
                  <a:pt x="81855" y="102096"/>
                </a:lnTo>
                <a:lnTo>
                  <a:pt x="82600" y="102096"/>
                </a:lnTo>
                <a:lnTo>
                  <a:pt x="82600" y="102841"/>
                </a:lnTo>
                <a:lnTo>
                  <a:pt x="86916" y="102841"/>
                </a:lnTo>
                <a:lnTo>
                  <a:pt x="86916" y="102096"/>
                </a:lnTo>
                <a:lnTo>
                  <a:pt x="87660" y="102096"/>
                </a:lnTo>
                <a:lnTo>
                  <a:pt x="87660" y="101204"/>
                </a:lnTo>
                <a:lnTo>
                  <a:pt x="88553" y="101204"/>
                </a:lnTo>
                <a:lnTo>
                  <a:pt x="88553" y="102096"/>
                </a:lnTo>
                <a:lnTo>
                  <a:pt x="90190" y="102096"/>
                </a:lnTo>
                <a:lnTo>
                  <a:pt x="90190" y="102841"/>
                </a:lnTo>
                <a:lnTo>
                  <a:pt x="97036" y="102841"/>
                </a:lnTo>
                <a:lnTo>
                  <a:pt x="97036" y="100311"/>
                </a:lnTo>
                <a:lnTo>
                  <a:pt x="97780" y="100311"/>
                </a:lnTo>
                <a:lnTo>
                  <a:pt x="97780" y="99566"/>
                </a:lnTo>
                <a:lnTo>
                  <a:pt x="99566" y="99566"/>
                </a:lnTo>
                <a:lnTo>
                  <a:pt x="99566" y="98673"/>
                </a:lnTo>
                <a:lnTo>
                  <a:pt x="100310" y="98673"/>
                </a:lnTo>
                <a:lnTo>
                  <a:pt x="100310" y="97780"/>
                </a:lnTo>
                <a:lnTo>
                  <a:pt x="101203" y="97780"/>
                </a:lnTo>
                <a:lnTo>
                  <a:pt x="101203" y="97036"/>
                </a:lnTo>
                <a:lnTo>
                  <a:pt x="102096" y="97036"/>
                </a:lnTo>
                <a:lnTo>
                  <a:pt x="102096" y="95250"/>
                </a:lnTo>
                <a:lnTo>
                  <a:pt x="102840" y="95250"/>
                </a:lnTo>
                <a:lnTo>
                  <a:pt x="102840" y="94506"/>
                </a:lnTo>
                <a:lnTo>
                  <a:pt x="103733" y="94506"/>
                </a:lnTo>
                <a:lnTo>
                  <a:pt x="103733" y="91083"/>
                </a:lnTo>
                <a:lnTo>
                  <a:pt x="104626" y="91083"/>
                </a:lnTo>
                <a:lnTo>
                  <a:pt x="104626" y="90190"/>
                </a:lnTo>
                <a:lnTo>
                  <a:pt x="105370" y="90190"/>
                </a:lnTo>
                <a:lnTo>
                  <a:pt x="105370" y="83493"/>
                </a:lnTo>
                <a:lnTo>
                  <a:pt x="106263" y="83493"/>
                </a:lnTo>
                <a:lnTo>
                  <a:pt x="106263" y="81856"/>
                </a:lnTo>
                <a:lnTo>
                  <a:pt x="107156" y="81856"/>
                </a:lnTo>
                <a:lnTo>
                  <a:pt x="107156" y="78433"/>
                </a:lnTo>
                <a:lnTo>
                  <a:pt x="107900" y="78433"/>
                </a:lnTo>
                <a:lnTo>
                  <a:pt x="107900" y="76796"/>
                </a:lnTo>
                <a:lnTo>
                  <a:pt x="107156" y="76796"/>
                </a:lnTo>
                <a:lnTo>
                  <a:pt x="107156" y="75010"/>
                </a:lnTo>
                <a:lnTo>
                  <a:pt x="106263" y="75010"/>
                </a:lnTo>
                <a:lnTo>
                  <a:pt x="106263" y="74266"/>
                </a:lnTo>
                <a:lnTo>
                  <a:pt x="105370" y="74266"/>
                </a:lnTo>
                <a:lnTo>
                  <a:pt x="105370" y="64889"/>
                </a:lnTo>
                <a:lnTo>
                  <a:pt x="106263" y="64889"/>
                </a:lnTo>
                <a:lnTo>
                  <a:pt x="106263" y="62359"/>
                </a:lnTo>
                <a:lnTo>
                  <a:pt x="105370" y="62359"/>
                </a:lnTo>
                <a:lnTo>
                  <a:pt x="105370" y="60722"/>
                </a:lnTo>
                <a:lnTo>
                  <a:pt x="104626" y="60722"/>
                </a:lnTo>
                <a:lnTo>
                  <a:pt x="104626" y="59829"/>
                </a:lnTo>
                <a:lnTo>
                  <a:pt x="103733" y="59829"/>
                </a:lnTo>
                <a:lnTo>
                  <a:pt x="103733" y="59085"/>
                </a:lnTo>
                <a:lnTo>
                  <a:pt x="102096" y="59085"/>
                </a:lnTo>
                <a:lnTo>
                  <a:pt x="102096" y="58192"/>
                </a:lnTo>
                <a:lnTo>
                  <a:pt x="100310" y="58192"/>
                </a:lnTo>
                <a:lnTo>
                  <a:pt x="100310" y="57299"/>
                </a:lnTo>
                <a:lnTo>
                  <a:pt x="98673" y="57299"/>
                </a:lnTo>
                <a:lnTo>
                  <a:pt x="98673" y="58192"/>
                </a:lnTo>
                <a:lnTo>
                  <a:pt x="97036" y="58192"/>
                </a:lnTo>
                <a:lnTo>
                  <a:pt x="97036" y="59085"/>
                </a:lnTo>
                <a:lnTo>
                  <a:pt x="96143" y="59085"/>
                </a:lnTo>
                <a:lnTo>
                  <a:pt x="96143" y="58192"/>
                </a:lnTo>
                <a:lnTo>
                  <a:pt x="86023" y="58192"/>
                </a:lnTo>
                <a:lnTo>
                  <a:pt x="86023" y="57299"/>
                </a:lnTo>
                <a:lnTo>
                  <a:pt x="84386" y="57299"/>
                </a:lnTo>
                <a:lnTo>
                  <a:pt x="84386" y="58192"/>
                </a:lnTo>
                <a:lnTo>
                  <a:pt x="81855" y="58192"/>
                </a:lnTo>
                <a:lnTo>
                  <a:pt x="81855" y="59085"/>
                </a:lnTo>
                <a:lnTo>
                  <a:pt x="76795" y="59085"/>
                </a:lnTo>
                <a:lnTo>
                  <a:pt x="76795" y="59829"/>
                </a:lnTo>
                <a:lnTo>
                  <a:pt x="75009" y="59829"/>
                </a:lnTo>
                <a:lnTo>
                  <a:pt x="75009" y="61615"/>
                </a:lnTo>
                <a:lnTo>
                  <a:pt x="74265" y="61615"/>
                </a:lnTo>
                <a:lnTo>
                  <a:pt x="74265" y="64145"/>
                </a:lnTo>
                <a:lnTo>
                  <a:pt x="72479" y="64145"/>
                </a:lnTo>
                <a:lnTo>
                  <a:pt x="72479" y="65782"/>
                </a:lnTo>
                <a:lnTo>
                  <a:pt x="71735" y="65782"/>
                </a:lnTo>
                <a:lnTo>
                  <a:pt x="71735" y="66675"/>
                </a:lnTo>
                <a:lnTo>
                  <a:pt x="70842" y="66675"/>
                </a:lnTo>
                <a:lnTo>
                  <a:pt x="70842" y="68312"/>
                </a:lnTo>
                <a:lnTo>
                  <a:pt x="69949" y="68312"/>
                </a:lnTo>
                <a:lnTo>
                  <a:pt x="69949" y="71736"/>
                </a:lnTo>
                <a:lnTo>
                  <a:pt x="69205" y="71736"/>
                </a:lnTo>
                <a:lnTo>
                  <a:pt x="69205" y="73373"/>
                </a:lnTo>
                <a:lnTo>
                  <a:pt x="68312" y="73373"/>
                </a:lnTo>
                <a:lnTo>
                  <a:pt x="68312" y="76796"/>
                </a:lnTo>
                <a:lnTo>
                  <a:pt x="69205" y="76796"/>
                </a:lnTo>
                <a:lnTo>
                  <a:pt x="69205" y="77540"/>
                </a:lnTo>
                <a:lnTo>
                  <a:pt x="69949" y="77540"/>
                </a:lnTo>
                <a:lnTo>
                  <a:pt x="69949" y="81856"/>
                </a:lnTo>
                <a:lnTo>
                  <a:pt x="69205" y="81856"/>
                </a:lnTo>
                <a:lnTo>
                  <a:pt x="69205" y="84386"/>
                </a:lnTo>
                <a:lnTo>
                  <a:pt x="69949" y="84386"/>
                </a:lnTo>
                <a:lnTo>
                  <a:pt x="69949" y="91976"/>
                </a:lnTo>
                <a:lnTo>
                  <a:pt x="69205" y="91976"/>
                </a:lnTo>
                <a:lnTo>
                  <a:pt x="69205" y="94506"/>
                </a:lnTo>
                <a:lnTo>
                  <a:pt x="69949" y="94506"/>
                </a:lnTo>
                <a:lnTo>
                  <a:pt x="69949" y="101204"/>
                </a:lnTo>
                <a:lnTo>
                  <a:pt x="69205" y="101204"/>
                </a:lnTo>
                <a:lnTo>
                  <a:pt x="69205" y="104627"/>
                </a:lnTo>
                <a:lnTo>
                  <a:pt x="69949" y="104627"/>
                </a:lnTo>
                <a:lnTo>
                  <a:pt x="69949" y="106264"/>
                </a:lnTo>
                <a:lnTo>
                  <a:pt x="69205" y="106264"/>
                </a:lnTo>
                <a:lnTo>
                  <a:pt x="69205" y="108794"/>
                </a:lnTo>
                <a:lnTo>
                  <a:pt x="69949" y="108794"/>
                </a:lnTo>
                <a:lnTo>
                  <a:pt x="69949" y="109687"/>
                </a:lnTo>
                <a:lnTo>
                  <a:pt x="70842" y="109687"/>
                </a:lnTo>
                <a:lnTo>
                  <a:pt x="70842" y="112217"/>
                </a:lnTo>
                <a:lnTo>
                  <a:pt x="69949" y="112217"/>
                </a:lnTo>
                <a:lnTo>
                  <a:pt x="69949" y="125611"/>
                </a:lnTo>
                <a:lnTo>
                  <a:pt x="70842" y="125611"/>
                </a:lnTo>
                <a:lnTo>
                  <a:pt x="70842" y="128141"/>
                </a:lnTo>
                <a:lnTo>
                  <a:pt x="69949" y="128141"/>
                </a:lnTo>
                <a:lnTo>
                  <a:pt x="69949" y="131564"/>
                </a:lnTo>
                <a:lnTo>
                  <a:pt x="69205" y="131564"/>
                </a:lnTo>
                <a:lnTo>
                  <a:pt x="69205" y="132457"/>
                </a:lnTo>
                <a:lnTo>
                  <a:pt x="66675" y="132457"/>
                </a:lnTo>
                <a:lnTo>
                  <a:pt x="66675" y="133202"/>
                </a:lnTo>
                <a:lnTo>
                  <a:pt x="59829" y="133202"/>
                </a:lnTo>
                <a:lnTo>
                  <a:pt x="59829" y="134095"/>
                </a:lnTo>
                <a:lnTo>
                  <a:pt x="57299" y="134095"/>
                </a:lnTo>
                <a:lnTo>
                  <a:pt x="57299" y="133202"/>
                </a:lnTo>
                <a:lnTo>
                  <a:pt x="55662" y="133202"/>
                </a:lnTo>
                <a:lnTo>
                  <a:pt x="55662" y="132457"/>
                </a:lnTo>
                <a:lnTo>
                  <a:pt x="54769" y="132457"/>
                </a:lnTo>
                <a:lnTo>
                  <a:pt x="54769" y="131564"/>
                </a:lnTo>
                <a:lnTo>
                  <a:pt x="54025" y="131564"/>
                </a:lnTo>
                <a:lnTo>
                  <a:pt x="54025" y="129927"/>
                </a:lnTo>
                <a:lnTo>
                  <a:pt x="53132" y="129927"/>
                </a:lnTo>
                <a:lnTo>
                  <a:pt x="53132" y="129034"/>
                </a:lnTo>
                <a:lnTo>
                  <a:pt x="54025" y="129034"/>
                </a:lnTo>
                <a:lnTo>
                  <a:pt x="54025" y="124867"/>
                </a:lnTo>
                <a:lnTo>
                  <a:pt x="53132" y="124867"/>
                </a:lnTo>
                <a:lnTo>
                  <a:pt x="53132" y="121444"/>
                </a:lnTo>
                <a:lnTo>
                  <a:pt x="54025" y="121444"/>
                </a:lnTo>
                <a:lnTo>
                  <a:pt x="54025" y="118914"/>
                </a:lnTo>
                <a:lnTo>
                  <a:pt x="53132" y="118914"/>
                </a:lnTo>
                <a:lnTo>
                  <a:pt x="53132" y="112217"/>
                </a:lnTo>
                <a:lnTo>
                  <a:pt x="54025" y="112217"/>
                </a:lnTo>
                <a:lnTo>
                  <a:pt x="54025" y="110431"/>
                </a:lnTo>
                <a:lnTo>
                  <a:pt x="54769" y="110431"/>
                </a:lnTo>
                <a:lnTo>
                  <a:pt x="54769" y="107901"/>
                </a:lnTo>
                <a:lnTo>
                  <a:pt x="55662" y="107901"/>
                </a:lnTo>
                <a:lnTo>
                  <a:pt x="55662" y="101204"/>
                </a:lnTo>
                <a:lnTo>
                  <a:pt x="54769" y="101204"/>
                </a:lnTo>
                <a:lnTo>
                  <a:pt x="54769" y="91083"/>
                </a:lnTo>
                <a:lnTo>
                  <a:pt x="55662" y="91083"/>
                </a:lnTo>
                <a:lnTo>
                  <a:pt x="55662" y="86916"/>
                </a:lnTo>
                <a:lnTo>
                  <a:pt x="56555" y="86916"/>
                </a:lnTo>
                <a:lnTo>
                  <a:pt x="56555" y="80070"/>
                </a:lnTo>
                <a:lnTo>
                  <a:pt x="57299" y="80070"/>
                </a:lnTo>
                <a:lnTo>
                  <a:pt x="57299" y="79326"/>
                </a:lnTo>
                <a:lnTo>
                  <a:pt x="56555" y="79326"/>
                </a:lnTo>
                <a:lnTo>
                  <a:pt x="56555" y="77540"/>
                </a:lnTo>
                <a:lnTo>
                  <a:pt x="55662" y="77540"/>
                </a:lnTo>
                <a:lnTo>
                  <a:pt x="55662" y="75903"/>
                </a:lnTo>
                <a:lnTo>
                  <a:pt x="56555" y="75903"/>
                </a:lnTo>
                <a:lnTo>
                  <a:pt x="56555" y="74266"/>
                </a:lnTo>
                <a:lnTo>
                  <a:pt x="55662" y="74266"/>
                </a:lnTo>
                <a:lnTo>
                  <a:pt x="55662" y="72480"/>
                </a:lnTo>
                <a:lnTo>
                  <a:pt x="56555" y="72480"/>
                </a:lnTo>
                <a:lnTo>
                  <a:pt x="56555" y="69950"/>
                </a:lnTo>
                <a:lnTo>
                  <a:pt x="57299" y="69950"/>
                </a:lnTo>
                <a:lnTo>
                  <a:pt x="57299" y="63252"/>
                </a:lnTo>
                <a:lnTo>
                  <a:pt x="56555" y="63252"/>
                </a:lnTo>
                <a:lnTo>
                  <a:pt x="56555" y="62359"/>
                </a:lnTo>
                <a:lnTo>
                  <a:pt x="55662" y="62359"/>
                </a:lnTo>
                <a:lnTo>
                  <a:pt x="55662" y="60722"/>
                </a:lnTo>
                <a:lnTo>
                  <a:pt x="54769" y="60722"/>
                </a:lnTo>
                <a:lnTo>
                  <a:pt x="54769" y="59829"/>
                </a:lnTo>
                <a:lnTo>
                  <a:pt x="48964" y="59829"/>
                </a:lnTo>
                <a:lnTo>
                  <a:pt x="48964" y="60722"/>
                </a:lnTo>
                <a:lnTo>
                  <a:pt x="48071" y="60722"/>
                </a:lnTo>
                <a:lnTo>
                  <a:pt x="48071" y="59829"/>
                </a:lnTo>
                <a:lnTo>
                  <a:pt x="45541" y="59829"/>
                </a:lnTo>
                <a:lnTo>
                  <a:pt x="45541" y="60722"/>
                </a:lnTo>
                <a:lnTo>
                  <a:pt x="42118" y="60722"/>
                </a:lnTo>
                <a:lnTo>
                  <a:pt x="42118" y="59829"/>
                </a:lnTo>
                <a:lnTo>
                  <a:pt x="37951" y="59829"/>
                </a:lnTo>
                <a:lnTo>
                  <a:pt x="37951" y="60722"/>
                </a:lnTo>
                <a:lnTo>
                  <a:pt x="36314" y="60722"/>
                </a:lnTo>
                <a:lnTo>
                  <a:pt x="36314" y="59829"/>
                </a:lnTo>
                <a:lnTo>
                  <a:pt x="31998" y="59829"/>
                </a:lnTo>
                <a:lnTo>
                  <a:pt x="31998" y="60722"/>
                </a:lnTo>
                <a:lnTo>
                  <a:pt x="26938" y="60722"/>
                </a:lnTo>
                <a:lnTo>
                  <a:pt x="26938" y="61615"/>
                </a:lnTo>
                <a:lnTo>
                  <a:pt x="25301" y="61615"/>
                </a:lnTo>
                <a:lnTo>
                  <a:pt x="25301" y="60722"/>
                </a:lnTo>
                <a:lnTo>
                  <a:pt x="21878" y="60722"/>
                </a:lnTo>
                <a:lnTo>
                  <a:pt x="21878" y="61615"/>
                </a:lnTo>
                <a:lnTo>
                  <a:pt x="17711" y="61615"/>
                </a:lnTo>
                <a:lnTo>
                  <a:pt x="17711" y="62359"/>
                </a:lnTo>
                <a:lnTo>
                  <a:pt x="11757" y="62359"/>
                </a:lnTo>
                <a:lnTo>
                  <a:pt x="11757" y="63252"/>
                </a:lnTo>
                <a:lnTo>
                  <a:pt x="8483" y="63252"/>
                </a:lnTo>
                <a:lnTo>
                  <a:pt x="8483" y="62359"/>
                </a:lnTo>
                <a:lnTo>
                  <a:pt x="7590" y="62359"/>
                </a:lnTo>
                <a:lnTo>
                  <a:pt x="7590" y="60722"/>
                </a:lnTo>
                <a:lnTo>
                  <a:pt x="6697" y="60722"/>
                </a:lnTo>
                <a:lnTo>
                  <a:pt x="6697" y="59829"/>
                </a:lnTo>
                <a:lnTo>
                  <a:pt x="5953" y="59829"/>
                </a:lnTo>
                <a:lnTo>
                  <a:pt x="5953" y="59085"/>
                </a:lnTo>
                <a:lnTo>
                  <a:pt x="5060" y="59085"/>
                </a:lnTo>
                <a:lnTo>
                  <a:pt x="5060" y="58192"/>
                </a:lnTo>
                <a:lnTo>
                  <a:pt x="4167" y="58192"/>
                </a:lnTo>
                <a:lnTo>
                  <a:pt x="4167" y="56555"/>
                </a:lnTo>
                <a:lnTo>
                  <a:pt x="3423" y="56555"/>
                </a:lnTo>
                <a:lnTo>
                  <a:pt x="3423" y="55662"/>
                </a:lnTo>
                <a:lnTo>
                  <a:pt x="2530" y="55662"/>
                </a:lnTo>
                <a:lnTo>
                  <a:pt x="2530" y="54769"/>
                </a:lnTo>
                <a:lnTo>
                  <a:pt x="1637" y="54769"/>
                </a:lnTo>
                <a:lnTo>
                  <a:pt x="1637" y="53132"/>
                </a:lnTo>
                <a:lnTo>
                  <a:pt x="893" y="53132"/>
                </a:lnTo>
                <a:lnTo>
                  <a:pt x="893" y="48965"/>
                </a:lnTo>
                <a:lnTo>
                  <a:pt x="7590" y="48965"/>
                </a:lnTo>
                <a:lnTo>
                  <a:pt x="7590" y="49709"/>
                </a:lnTo>
                <a:lnTo>
                  <a:pt x="15180" y="49709"/>
                </a:lnTo>
                <a:lnTo>
                  <a:pt x="15180" y="50602"/>
                </a:lnTo>
                <a:lnTo>
                  <a:pt x="18603" y="50602"/>
                </a:lnTo>
                <a:lnTo>
                  <a:pt x="18603" y="51495"/>
                </a:lnTo>
                <a:lnTo>
                  <a:pt x="31254" y="51495"/>
                </a:lnTo>
                <a:lnTo>
                  <a:pt x="31254" y="52239"/>
                </a:lnTo>
                <a:lnTo>
                  <a:pt x="32891" y="52239"/>
                </a:lnTo>
                <a:lnTo>
                  <a:pt x="32891" y="51495"/>
                </a:lnTo>
                <a:lnTo>
                  <a:pt x="34528" y="51495"/>
                </a:lnTo>
                <a:lnTo>
                  <a:pt x="34528" y="52239"/>
                </a:lnTo>
                <a:lnTo>
                  <a:pt x="39588" y="52239"/>
                </a:lnTo>
                <a:lnTo>
                  <a:pt x="39588" y="53132"/>
                </a:lnTo>
                <a:lnTo>
                  <a:pt x="41374" y="53132"/>
                </a:lnTo>
                <a:lnTo>
                  <a:pt x="41374" y="52239"/>
                </a:lnTo>
                <a:lnTo>
                  <a:pt x="42118" y="52239"/>
                </a:lnTo>
                <a:lnTo>
                  <a:pt x="42118" y="51495"/>
                </a:lnTo>
                <a:lnTo>
                  <a:pt x="43011" y="51495"/>
                </a:lnTo>
                <a:lnTo>
                  <a:pt x="43011" y="50602"/>
                </a:lnTo>
                <a:lnTo>
                  <a:pt x="43904" y="50602"/>
                </a:lnTo>
                <a:lnTo>
                  <a:pt x="43904" y="49709"/>
                </a:lnTo>
                <a:lnTo>
                  <a:pt x="44648" y="49709"/>
                </a:lnTo>
                <a:lnTo>
                  <a:pt x="44648" y="48965"/>
                </a:lnTo>
                <a:lnTo>
                  <a:pt x="43904" y="48965"/>
                </a:lnTo>
                <a:lnTo>
                  <a:pt x="43904" y="45542"/>
                </a:lnTo>
                <a:lnTo>
                  <a:pt x="44648" y="45542"/>
                </a:lnTo>
                <a:lnTo>
                  <a:pt x="44648" y="44649"/>
                </a:lnTo>
                <a:lnTo>
                  <a:pt x="45541" y="44649"/>
                </a:lnTo>
                <a:lnTo>
                  <a:pt x="45541" y="43905"/>
                </a:lnTo>
                <a:lnTo>
                  <a:pt x="44648" y="43905"/>
                </a:lnTo>
                <a:lnTo>
                  <a:pt x="44648" y="40482"/>
                </a:lnTo>
                <a:lnTo>
                  <a:pt x="43904" y="40482"/>
                </a:lnTo>
                <a:lnTo>
                  <a:pt x="43904" y="37952"/>
                </a:lnTo>
                <a:lnTo>
                  <a:pt x="43011" y="37952"/>
                </a:lnTo>
                <a:lnTo>
                  <a:pt x="43011" y="37059"/>
                </a:lnTo>
                <a:lnTo>
                  <a:pt x="42118" y="37059"/>
                </a:lnTo>
                <a:lnTo>
                  <a:pt x="42118" y="35421"/>
                </a:lnTo>
                <a:lnTo>
                  <a:pt x="43011" y="35421"/>
                </a:lnTo>
                <a:lnTo>
                  <a:pt x="43011" y="32891"/>
                </a:lnTo>
                <a:lnTo>
                  <a:pt x="42118" y="32891"/>
                </a:lnTo>
                <a:lnTo>
                  <a:pt x="42118" y="31254"/>
                </a:lnTo>
                <a:lnTo>
                  <a:pt x="41374" y="31254"/>
                </a:lnTo>
                <a:lnTo>
                  <a:pt x="41374" y="30361"/>
                </a:lnTo>
                <a:lnTo>
                  <a:pt x="38844" y="30361"/>
                </a:lnTo>
                <a:lnTo>
                  <a:pt x="38844" y="31254"/>
                </a:lnTo>
                <a:lnTo>
                  <a:pt x="37058" y="31254"/>
                </a:lnTo>
                <a:lnTo>
                  <a:pt x="37058" y="30361"/>
                </a:lnTo>
                <a:lnTo>
                  <a:pt x="28724" y="30361"/>
                </a:lnTo>
                <a:lnTo>
                  <a:pt x="28724" y="31254"/>
                </a:lnTo>
                <a:lnTo>
                  <a:pt x="22771" y="31254"/>
                </a:lnTo>
                <a:lnTo>
                  <a:pt x="22771" y="30361"/>
                </a:lnTo>
                <a:lnTo>
                  <a:pt x="20241" y="30361"/>
                </a:lnTo>
                <a:lnTo>
                  <a:pt x="20241" y="31254"/>
                </a:lnTo>
                <a:lnTo>
                  <a:pt x="12650" y="31254"/>
                </a:lnTo>
                <a:lnTo>
                  <a:pt x="12650" y="30361"/>
                </a:lnTo>
                <a:lnTo>
                  <a:pt x="9227" y="30361"/>
                </a:lnTo>
                <a:lnTo>
                  <a:pt x="9227" y="31254"/>
                </a:lnTo>
                <a:lnTo>
                  <a:pt x="5953" y="31254"/>
                </a:lnTo>
                <a:lnTo>
                  <a:pt x="5953" y="30361"/>
                </a:lnTo>
                <a:lnTo>
                  <a:pt x="4167" y="30361"/>
                </a:lnTo>
                <a:lnTo>
                  <a:pt x="4167" y="29468"/>
                </a:lnTo>
                <a:lnTo>
                  <a:pt x="1637" y="29468"/>
                </a:lnTo>
                <a:lnTo>
                  <a:pt x="1637" y="28724"/>
                </a:lnTo>
                <a:lnTo>
                  <a:pt x="893" y="28724"/>
                </a:lnTo>
                <a:lnTo>
                  <a:pt x="893" y="27831"/>
                </a:lnTo>
                <a:lnTo>
                  <a:pt x="0" y="27831"/>
                </a:lnTo>
                <a:lnTo>
                  <a:pt x="0" y="22771"/>
                </a:lnTo>
                <a:lnTo>
                  <a:pt x="893" y="22771"/>
                </a:lnTo>
                <a:lnTo>
                  <a:pt x="893" y="21878"/>
                </a:lnTo>
                <a:lnTo>
                  <a:pt x="1637" y="21878"/>
                </a:lnTo>
                <a:lnTo>
                  <a:pt x="1637" y="21134"/>
                </a:lnTo>
                <a:lnTo>
                  <a:pt x="3423" y="21134"/>
                </a:lnTo>
                <a:lnTo>
                  <a:pt x="3423" y="22771"/>
                </a:lnTo>
                <a:lnTo>
                  <a:pt x="4167" y="22771"/>
                </a:lnTo>
                <a:lnTo>
                  <a:pt x="4167" y="23664"/>
                </a:lnTo>
                <a:lnTo>
                  <a:pt x="5060" y="23664"/>
                </a:lnTo>
                <a:lnTo>
                  <a:pt x="5060" y="22771"/>
                </a:lnTo>
                <a:lnTo>
                  <a:pt x="5953" y="22771"/>
                </a:lnTo>
                <a:lnTo>
                  <a:pt x="5953" y="21878"/>
                </a:lnTo>
                <a:lnTo>
                  <a:pt x="6697" y="21878"/>
                </a:lnTo>
                <a:lnTo>
                  <a:pt x="6697" y="21134"/>
                </a:lnTo>
                <a:lnTo>
                  <a:pt x="9227" y="21134"/>
                </a:lnTo>
                <a:lnTo>
                  <a:pt x="9227" y="21878"/>
                </a:lnTo>
                <a:lnTo>
                  <a:pt x="12650" y="21878"/>
                </a:lnTo>
                <a:lnTo>
                  <a:pt x="12650" y="22771"/>
                </a:lnTo>
                <a:lnTo>
                  <a:pt x="13543" y="22771"/>
                </a:lnTo>
                <a:lnTo>
                  <a:pt x="13543" y="21878"/>
                </a:lnTo>
                <a:lnTo>
                  <a:pt x="17711" y="21878"/>
                </a:lnTo>
                <a:lnTo>
                  <a:pt x="17711" y="22771"/>
                </a:lnTo>
                <a:lnTo>
                  <a:pt x="20241" y="22771"/>
                </a:lnTo>
                <a:lnTo>
                  <a:pt x="20241" y="21878"/>
                </a:lnTo>
                <a:lnTo>
                  <a:pt x="26938" y="21878"/>
                </a:lnTo>
                <a:lnTo>
                  <a:pt x="26938" y="22771"/>
                </a:lnTo>
                <a:lnTo>
                  <a:pt x="28724" y="22771"/>
                </a:lnTo>
                <a:lnTo>
                  <a:pt x="28724" y="21878"/>
                </a:lnTo>
                <a:lnTo>
                  <a:pt x="29468" y="21878"/>
                </a:lnTo>
                <a:lnTo>
                  <a:pt x="29468" y="22771"/>
                </a:lnTo>
                <a:lnTo>
                  <a:pt x="32891" y="22771"/>
                </a:lnTo>
                <a:lnTo>
                  <a:pt x="32891" y="21878"/>
                </a:lnTo>
                <a:lnTo>
                  <a:pt x="34528" y="21878"/>
                </a:lnTo>
                <a:lnTo>
                  <a:pt x="34528" y="22771"/>
                </a:lnTo>
                <a:lnTo>
                  <a:pt x="37951" y="22771"/>
                </a:lnTo>
                <a:lnTo>
                  <a:pt x="37951" y="21878"/>
                </a:lnTo>
                <a:lnTo>
                  <a:pt x="40481" y="21878"/>
                </a:lnTo>
                <a:lnTo>
                  <a:pt x="40481" y="21134"/>
                </a:lnTo>
                <a:lnTo>
                  <a:pt x="41374" y="21134"/>
                </a:lnTo>
                <a:lnTo>
                  <a:pt x="41374" y="20241"/>
                </a:lnTo>
                <a:lnTo>
                  <a:pt x="42118" y="20241"/>
                </a:lnTo>
                <a:lnTo>
                  <a:pt x="42118" y="19348"/>
                </a:lnTo>
                <a:lnTo>
                  <a:pt x="43011" y="19348"/>
                </a:lnTo>
                <a:lnTo>
                  <a:pt x="43011" y="16074"/>
                </a:lnTo>
                <a:lnTo>
                  <a:pt x="42118" y="16074"/>
                </a:lnTo>
                <a:lnTo>
                  <a:pt x="42118" y="2530"/>
                </a:lnTo>
                <a:lnTo>
                  <a:pt x="43011" y="2530"/>
                </a:lnTo>
                <a:lnTo>
                  <a:pt x="43011" y="1637"/>
                </a:lnTo>
                <a:lnTo>
                  <a:pt x="47178" y="1637"/>
                </a:lnTo>
                <a:lnTo>
                  <a:pt x="47178" y="893"/>
                </a:lnTo>
                <a:lnTo>
                  <a:pt x="52239" y="893"/>
                </a:lnTo>
                <a:lnTo>
                  <a:pt x="52239" y="1637"/>
                </a:lnTo>
                <a:lnTo>
                  <a:pt x="55662" y="1637"/>
                </a:lnTo>
                <a:lnTo>
                  <a:pt x="55662" y="893"/>
                </a:lnTo>
                <a:lnTo>
                  <a:pt x="59085" y="893"/>
                </a:lnTo>
                <a:lnTo>
                  <a:pt x="59085" y="1637"/>
                </a:lnTo>
                <a:lnTo>
                  <a:pt x="61615" y="1637"/>
                </a:lnTo>
                <a:lnTo>
                  <a:pt x="61615" y="2530"/>
                </a:lnTo>
                <a:lnTo>
                  <a:pt x="62359" y="2530"/>
                </a:lnTo>
                <a:lnTo>
                  <a:pt x="62359" y="5954"/>
                </a:lnTo>
                <a:lnTo>
                  <a:pt x="61615" y="5954"/>
                </a:lnTo>
                <a:lnTo>
                  <a:pt x="61615" y="6698"/>
                </a:lnTo>
                <a:lnTo>
                  <a:pt x="59829" y="6698"/>
                </a:lnTo>
                <a:lnTo>
                  <a:pt x="59829" y="8484"/>
                </a:lnTo>
                <a:lnTo>
                  <a:pt x="59085" y="8484"/>
                </a:lnTo>
                <a:lnTo>
                  <a:pt x="59085" y="10121"/>
                </a:lnTo>
                <a:lnTo>
                  <a:pt x="58192" y="10121"/>
                </a:lnTo>
                <a:lnTo>
                  <a:pt x="58192" y="12651"/>
                </a:lnTo>
                <a:lnTo>
                  <a:pt x="57299" y="12651"/>
                </a:lnTo>
                <a:lnTo>
                  <a:pt x="57299" y="13544"/>
                </a:lnTo>
                <a:lnTo>
                  <a:pt x="56555" y="13544"/>
                </a:lnTo>
                <a:lnTo>
                  <a:pt x="56555" y="14288"/>
                </a:lnTo>
                <a:lnTo>
                  <a:pt x="55662" y="14288"/>
                </a:lnTo>
                <a:lnTo>
                  <a:pt x="55662" y="16818"/>
                </a:lnTo>
                <a:lnTo>
                  <a:pt x="56555" y="16818"/>
                </a:lnTo>
                <a:lnTo>
                  <a:pt x="56555" y="19348"/>
                </a:lnTo>
                <a:lnTo>
                  <a:pt x="57299" y="19348"/>
                </a:lnTo>
                <a:lnTo>
                  <a:pt x="57299" y="21134"/>
                </a:lnTo>
                <a:lnTo>
                  <a:pt x="58192" y="21134"/>
                </a:lnTo>
                <a:lnTo>
                  <a:pt x="58192" y="21878"/>
                </a:lnTo>
                <a:lnTo>
                  <a:pt x="59829" y="21878"/>
                </a:lnTo>
                <a:lnTo>
                  <a:pt x="59829" y="22771"/>
                </a:lnTo>
                <a:lnTo>
                  <a:pt x="61615" y="22771"/>
                </a:lnTo>
                <a:lnTo>
                  <a:pt x="61615" y="23664"/>
                </a:lnTo>
                <a:lnTo>
                  <a:pt x="64889" y="23664"/>
                </a:lnTo>
                <a:lnTo>
                  <a:pt x="64889" y="22771"/>
                </a:lnTo>
                <a:lnTo>
                  <a:pt x="66675" y="22771"/>
                </a:lnTo>
                <a:lnTo>
                  <a:pt x="66675" y="21878"/>
                </a:lnTo>
                <a:lnTo>
                  <a:pt x="72479" y="21878"/>
                </a:lnTo>
                <a:lnTo>
                  <a:pt x="72479" y="22771"/>
                </a:lnTo>
                <a:lnTo>
                  <a:pt x="73372" y="22771"/>
                </a:lnTo>
                <a:lnTo>
                  <a:pt x="73372" y="23664"/>
                </a:lnTo>
                <a:lnTo>
                  <a:pt x="75009" y="23664"/>
                </a:lnTo>
                <a:lnTo>
                  <a:pt x="75009" y="22771"/>
                </a:lnTo>
                <a:lnTo>
                  <a:pt x="75902" y="22771"/>
                </a:lnTo>
                <a:lnTo>
                  <a:pt x="75902" y="21878"/>
                </a:lnTo>
                <a:lnTo>
                  <a:pt x="77539" y="21878"/>
                </a:lnTo>
                <a:lnTo>
                  <a:pt x="77539" y="21134"/>
                </a:lnTo>
                <a:lnTo>
                  <a:pt x="78432" y="21134"/>
                </a:lnTo>
                <a:lnTo>
                  <a:pt x="78432" y="16818"/>
                </a:lnTo>
                <a:lnTo>
                  <a:pt x="79325" y="16818"/>
                </a:lnTo>
                <a:lnTo>
                  <a:pt x="79325" y="10121"/>
                </a:lnTo>
                <a:lnTo>
                  <a:pt x="78432" y="10121"/>
                </a:lnTo>
                <a:lnTo>
                  <a:pt x="78432" y="9228"/>
                </a:lnTo>
                <a:lnTo>
                  <a:pt x="77539" y="9228"/>
                </a:lnTo>
                <a:lnTo>
                  <a:pt x="77539" y="7591"/>
                </a:lnTo>
                <a:lnTo>
                  <a:pt x="76795" y="7591"/>
                </a:lnTo>
                <a:lnTo>
                  <a:pt x="76795" y="5061"/>
                </a:lnTo>
                <a:lnTo>
                  <a:pt x="77539" y="5061"/>
                </a:lnTo>
                <a:lnTo>
                  <a:pt x="77539" y="3423"/>
                </a:lnTo>
                <a:lnTo>
                  <a:pt x="78432" y="3423"/>
                </a:lnTo>
                <a:lnTo>
                  <a:pt x="78432" y="2530"/>
                </a:lnTo>
                <a:lnTo>
                  <a:pt x="80070" y="2530"/>
                </a:lnTo>
                <a:lnTo>
                  <a:pt x="80070" y="3423"/>
                </a:lnTo>
                <a:lnTo>
                  <a:pt x="80962" y="3423"/>
                </a:lnTo>
                <a:lnTo>
                  <a:pt x="80962" y="1637"/>
                </a:lnTo>
                <a:lnTo>
                  <a:pt x="81855" y="1637"/>
                </a:lnTo>
                <a:lnTo>
                  <a:pt x="81855" y="893"/>
                </a:lnTo>
                <a:lnTo>
                  <a:pt x="85130" y="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C6DD504-C26B-1CA9-EE64-35977DFD73CC}"/>
              </a:ext>
            </a:extLst>
          </p:cNvPr>
          <p:cNvSpPr txBox="1"/>
          <p:nvPr/>
        </p:nvSpPr>
        <p:spPr>
          <a:xfrm>
            <a:off x="4664010" y="2078185"/>
            <a:ext cx="134987" cy="132159"/>
          </a:xfrm>
          <a:custGeom>
            <a:avLst/>
            <a:gdLst/>
            <a:ahLst/>
            <a:cxnLst/>
            <a:rect l="l" t="t" r="r" b="b"/>
            <a:pathLst>
              <a:path w="134987" h="132159">
                <a:moveTo>
                  <a:pt x="98971" y="32593"/>
                </a:moveTo>
                <a:lnTo>
                  <a:pt x="99566" y="32593"/>
                </a:lnTo>
                <a:cubicBezTo>
                  <a:pt x="101848" y="32593"/>
                  <a:pt x="105271" y="34330"/>
                  <a:pt x="109835" y="37802"/>
                </a:cubicBezTo>
                <a:cubicBezTo>
                  <a:pt x="112812" y="41076"/>
                  <a:pt x="114300" y="42962"/>
                  <a:pt x="114300" y="43458"/>
                </a:cubicBezTo>
                <a:cubicBezTo>
                  <a:pt x="113705" y="45244"/>
                  <a:pt x="112564" y="46583"/>
                  <a:pt x="110877" y="47476"/>
                </a:cubicBezTo>
                <a:lnTo>
                  <a:pt x="109240" y="47476"/>
                </a:lnTo>
                <a:cubicBezTo>
                  <a:pt x="107653" y="47476"/>
                  <a:pt x="105569" y="47327"/>
                  <a:pt x="102989" y="47030"/>
                </a:cubicBezTo>
                <a:cubicBezTo>
                  <a:pt x="102196" y="47327"/>
                  <a:pt x="101600" y="47476"/>
                  <a:pt x="101203" y="47476"/>
                </a:cubicBezTo>
                <a:cubicBezTo>
                  <a:pt x="100410" y="46583"/>
                  <a:pt x="100013" y="45641"/>
                  <a:pt x="100013" y="44648"/>
                </a:cubicBezTo>
                <a:lnTo>
                  <a:pt x="98971" y="44648"/>
                </a:lnTo>
                <a:cubicBezTo>
                  <a:pt x="98475" y="45244"/>
                  <a:pt x="96193" y="45839"/>
                  <a:pt x="92125" y="46434"/>
                </a:cubicBezTo>
                <a:cubicBezTo>
                  <a:pt x="92125" y="46831"/>
                  <a:pt x="91926" y="47030"/>
                  <a:pt x="91530" y="47030"/>
                </a:cubicBezTo>
                <a:lnTo>
                  <a:pt x="88702" y="47030"/>
                </a:lnTo>
                <a:cubicBezTo>
                  <a:pt x="87313" y="47030"/>
                  <a:pt x="85775" y="46236"/>
                  <a:pt x="84088" y="44648"/>
                </a:cubicBezTo>
                <a:lnTo>
                  <a:pt x="83493" y="44648"/>
                </a:lnTo>
                <a:cubicBezTo>
                  <a:pt x="82005" y="46236"/>
                  <a:pt x="79524" y="47030"/>
                  <a:pt x="76051" y="47030"/>
                </a:cubicBezTo>
                <a:lnTo>
                  <a:pt x="76051" y="46434"/>
                </a:lnTo>
                <a:lnTo>
                  <a:pt x="74861" y="47030"/>
                </a:lnTo>
                <a:lnTo>
                  <a:pt x="71438" y="47030"/>
                </a:lnTo>
                <a:lnTo>
                  <a:pt x="72033" y="44053"/>
                </a:lnTo>
                <a:cubicBezTo>
                  <a:pt x="71636" y="44053"/>
                  <a:pt x="69156" y="44847"/>
                  <a:pt x="64592" y="46434"/>
                </a:cubicBezTo>
                <a:lnTo>
                  <a:pt x="62359" y="46434"/>
                </a:lnTo>
                <a:cubicBezTo>
                  <a:pt x="58887" y="46434"/>
                  <a:pt x="55612" y="46037"/>
                  <a:pt x="52537" y="45244"/>
                </a:cubicBezTo>
                <a:cubicBezTo>
                  <a:pt x="51842" y="45244"/>
                  <a:pt x="50552" y="45641"/>
                  <a:pt x="48667" y="46434"/>
                </a:cubicBezTo>
                <a:lnTo>
                  <a:pt x="47476" y="45839"/>
                </a:lnTo>
                <a:cubicBezTo>
                  <a:pt x="44797" y="46633"/>
                  <a:pt x="42515" y="47030"/>
                  <a:pt x="40630" y="47030"/>
                </a:cubicBezTo>
                <a:cubicBezTo>
                  <a:pt x="37158" y="47030"/>
                  <a:pt x="34280" y="46633"/>
                  <a:pt x="31998" y="45839"/>
                </a:cubicBezTo>
                <a:lnTo>
                  <a:pt x="28575" y="46434"/>
                </a:lnTo>
                <a:cubicBezTo>
                  <a:pt x="24011" y="45144"/>
                  <a:pt x="21729" y="44003"/>
                  <a:pt x="21729" y="43011"/>
                </a:cubicBezTo>
                <a:lnTo>
                  <a:pt x="21729" y="41821"/>
                </a:lnTo>
                <a:cubicBezTo>
                  <a:pt x="22324" y="40332"/>
                  <a:pt x="23664" y="39588"/>
                  <a:pt x="25747" y="39588"/>
                </a:cubicBezTo>
                <a:cubicBezTo>
                  <a:pt x="27732" y="39886"/>
                  <a:pt x="28873" y="40035"/>
                  <a:pt x="29171" y="40035"/>
                </a:cubicBezTo>
                <a:lnTo>
                  <a:pt x="30361" y="39588"/>
                </a:lnTo>
                <a:cubicBezTo>
                  <a:pt x="32643" y="40283"/>
                  <a:pt x="33784" y="41225"/>
                  <a:pt x="33784" y="42416"/>
                </a:cubicBezTo>
                <a:cubicBezTo>
                  <a:pt x="35868" y="40630"/>
                  <a:pt x="38348" y="39687"/>
                  <a:pt x="41226" y="39588"/>
                </a:cubicBezTo>
                <a:lnTo>
                  <a:pt x="59531" y="41225"/>
                </a:lnTo>
                <a:cubicBezTo>
                  <a:pt x="59829" y="41225"/>
                  <a:pt x="59978" y="41027"/>
                  <a:pt x="59978" y="40630"/>
                </a:cubicBezTo>
                <a:lnTo>
                  <a:pt x="65782" y="41225"/>
                </a:lnTo>
                <a:lnTo>
                  <a:pt x="66378" y="41225"/>
                </a:lnTo>
                <a:cubicBezTo>
                  <a:pt x="71338" y="41225"/>
                  <a:pt x="77788" y="40828"/>
                  <a:pt x="85725" y="40035"/>
                </a:cubicBezTo>
                <a:cubicBezTo>
                  <a:pt x="85924" y="40828"/>
                  <a:pt x="86321" y="41225"/>
                  <a:pt x="86916" y="41225"/>
                </a:cubicBezTo>
                <a:cubicBezTo>
                  <a:pt x="93365" y="40233"/>
                  <a:pt x="96590" y="39092"/>
                  <a:pt x="96590" y="37802"/>
                </a:cubicBezTo>
                <a:cubicBezTo>
                  <a:pt x="96590" y="34826"/>
                  <a:pt x="97383" y="33089"/>
                  <a:pt x="98971" y="32593"/>
                </a:cubicBezTo>
                <a:close/>
                <a:moveTo>
                  <a:pt x="30361" y="0"/>
                </a:moveTo>
                <a:cubicBezTo>
                  <a:pt x="37803" y="3472"/>
                  <a:pt x="42367" y="5209"/>
                  <a:pt x="44053" y="5209"/>
                </a:cubicBezTo>
                <a:lnTo>
                  <a:pt x="45690" y="7441"/>
                </a:lnTo>
                <a:cubicBezTo>
                  <a:pt x="45690" y="8334"/>
                  <a:pt x="42267" y="11956"/>
                  <a:pt x="35421" y="18306"/>
                </a:cubicBezTo>
                <a:cubicBezTo>
                  <a:pt x="33933" y="20389"/>
                  <a:pt x="33189" y="22126"/>
                  <a:pt x="33189" y="23515"/>
                </a:cubicBezTo>
                <a:lnTo>
                  <a:pt x="34380" y="24110"/>
                </a:lnTo>
                <a:cubicBezTo>
                  <a:pt x="38646" y="23316"/>
                  <a:pt x="41672" y="22919"/>
                  <a:pt x="43458" y="22919"/>
                </a:cubicBezTo>
                <a:lnTo>
                  <a:pt x="44649" y="22919"/>
                </a:lnTo>
                <a:cubicBezTo>
                  <a:pt x="46236" y="22919"/>
                  <a:pt x="50403" y="23316"/>
                  <a:pt x="57150" y="24110"/>
                </a:cubicBezTo>
                <a:cubicBezTo>
                  <a:pt x="59432" y="22919"/>
                  <a:pt x="61367" y="22324"/>
                  <a:pt x="62955" y="22324"/>
                </a:cubicBezTo>
                <a:lnTo>
                  <a:pt x="62955" y="22919"/>
                </a:lnTo>
                <a:cubicBezTo>
                  <a:pt x="63252" y="22919"/>
                  <a:pt x="63401" y="22721"/>
                  <a:pt x="63401" y="22324"/>
                </a:cubicBezTo>
                <a:lnTo>
                  <a:pt x="67419" y="22919"/>
                </a:lnTo>
                <a:lnTo>
                  <a:pt x="72628" y="22919"/>
                </a:lnTo>
                <a:lnTo>
                  <a:pt x="76051" y="22324"/>
                </a:lnTo>
                <a:lnTo>
                  <a:pt x="77242" y="22919"/>
                </a:lnTo>
                <a:cubicBezTo>
                  <a:pt x="79028" y="22126"/>
                  <a:pt x="87213" y="21580"/>
                  <a:pt x="101799" y="21282"/>
                </a:cubicBezTo>
                <a:cubicBezTo>
                  <a:pt x="105569" y="20191"/>
                  <a:pt x="107454" y="17909"/>
                  <a:pt x="107454" y="14436"/>
                </a:cubicBezTo>
                <a:cubicBezTo>
                  <a:pt x="108347" y="12055"/>
                  <a:pt x="109141" y="10864"/>
                  <a:pt x="109835" y="10864"/>
                </a:cubicBezTo>
                <a:lnTo>
                  <a:pt x="112663" y="10864"/>
                </a:lnTo>
                <a:cubicBezTo>
                  <a:pt x="114449" y="12749"/>
                  <a:pt x="118467" y="15230"/>
                  <a:pt x="124718" y="18306"/>
                </a:cubicBezTo>
                <a:lnTo>
                  <a:pt x="126951" y="26342"/>
                </a:lnTo>
                <a:cubicBezTo>
                  <a:pt x="125760" y="28625"/>
                  <a:pt x="123875" y="29766"/>
                  <a:pt x="121295" y="29766"/>
                </a:cubicBezTo>
                <a:cubicBezTo>
                  <a:pt x="120303" y="29766"/>
                  <a:pt x="118765" y="29567"/>
                  <a:pt x="116681" y="29170"/>
                </a:cubicBezTo>
                <a:lnTo>
                  <a:pt x="113258" y="29766"/>
                </a:lnTo>
                <a:cubicBezTo>
                  <a:pt x="112465" y="29766"/>
                  <a:pt x="110728" y="29021"/>
                  <a:pt x="108049" y="27533"/>
                </a:cubicBezTo>
                <a:cubicBezTo>
                  <a:pt x="107256" y="28128"/>
                  <a:pt x="104428" y="28674"/>
                  <a:pt x="99566" y="29170"/>
                </a:cubicBezTo>
                <a:cubicBezTo>
                  <a:pt x="97483" y="28873"/>
                  <a:pt x="95548" y="28724"/>
                  <a:pt x="93762" y="28724"/>
                </a:cubicBezTo>
                <a:cubicBezTo>
                  <a:pt x="92472" y="29418"/>
                  <a:pt x="91331" y="29766"/>
                  <a:pt x="90339" y="29766"/>
                </a:cubicBezTo>
                <a:lnTo>
                  <a:pt x="85130" y="29766"/>
                </a:lnTo>
                <a:cubicBezTo>
                  <a:pt x="82550" y="29766"/>
                  <a:pt x="81260" y="29418"/>
                  <a:pt x="81260" y="28724"/>
                </a:cubicBezTo>
                <a:lnTo>
                  <a:pt x="72033" y="29766"/>
                </a:lnTo>
                <a:cubicBezTo>
                  <a:pt x="67568" y="28674"/>
                  <a:pt x="64542" y="28128"/>
                  <a:pt x="62955" y="28128"/>
                </a:cubicBezTo>
                <a:lnTo>
                  <a:pt x="60573" y="29170"/>
                </a:lnTo>
                <a:cubicBezTo>
                  <a:pt x="58490" y="28873"/>
                  <a:pt x="56803" y="28724"/>
                  <a:pt x="55513" y="28724"/>
                </a:cubicBezTo>
                <a:cubicBezTo>
                  <a:pt x="54819" y="28724"/>
                  <a:pt x="53678" y="29071"/>
                  <a:pt x="52090" y="29766"/>
                </a:cubicBezTo>
                <a:cubicBezTo>
                  <a:pt x="45442" y="29369"/>
                  <a:pt x="39688" y="28625"/>
                  <a:pt x="34826" y="27533"/>
                </a:cubicBezTo>
                <a:lnTo>
                  <a:pt x="33784" y="28128"/>
                </a:lnTo>
                <a:cubicBezTo>
                  <a:pt x="32197" y="27732"/>
                  <a:pt x="30857" y="27533"/>
                  <a:pt x="29766" y="27533"/>
                </a:cubicBezTo>
                <a:cubicBezTo>
                  <a:pt x="28079" y="27533"/>
                  <a:pt x="26541" y="28476"/>
                  <a:pt x="25152" y="30361"/>
                </a:cubicBezTo>
                <a:lnTo>
                  <a:pt x="25747" y="31551"/>
                </a:lnTo>
                <a:lnTo>
                  <a:pt x="25747" y="32147"/>
                </a:lnTo>
                <a:cubicBezTo>
                  <a:pt x="25747" y="34032"/>
                  <a:pt x="23813" y="36512"/>
                  <a:pt x="19943" y="39588"/>
                </a:cubicBezTo>
                <a:cubicBezTo>
                  <a:pt x="19943" y="42466"/>
                  <a:pt x="16917" y="45492"/>
                  <a:pt x="10865" y="48667"/>
                </a:cubicBezTo>
                <a:cubicBezTo>
                  <a:pt x="10865" y="49659"/>
                  <a:pt x="8980" y="51544"/>
                  <a:pt x="5209" y="54322"/>
                </a:cubicBezTo>
                <a:lnTo>
                  <a:pt x="5209" y="56703"/>
                </a:lnTo>
                <a:lnTo>
                  <a:pt x="8037" y="57299"/>
                </a:lnTo>
                <a:cubicBezTo>
                  <a:pt x="8831" y="57299"/>
                  <a:pt x="9575" y="57100"/>
                  <a:pt x="10269" y="56703"/>
                </a:cubicBezTo>
                <a:cubicBezTo>
                  <a:pt x="11658" y="57795"/>
                  <a:pt x="16074" y="58539"/>
                  <a:pt x="23515" y="58936"/>
                </a:cubicBezTo>
                <a:lnTo>
                  <a:pt x="23515" y="59531"/>
                </a:lnTo>
                <a:lnTo>
                  <a:pt x="26343" y="58936"/>
                </a:lnTo>
                <a:cubicBezTo>
                  <a:pt x="27037" y="58936"/>
                  <a:pt x="28922" y="59333"/>
                  <a:pt x="31998" y="60126"/>
                </a:cubicBezTo>
                <a:cubicBezTo>
                  <a:pt x="33288" y="59333"/>
                  <a:pt x="34429" y="58936"/>
                  <a:pt x="35421" y="58936"/>
                </a:cubicBezTo>
                <a:lnTo>
                  <a:pt x="38249" y="58936"/>
                </a:lnTo>
                <a:cubicBezTo>
                  <a:pt x="39539" y="58936"/>
                  <a:pt x="40531" y="59134"/>
                  <a:pt x="41226" y="59531"/>
                </a:cubicBezTo>
                <a:cubicBezTo>
                  <a:pt x="44599" y="59035"/>
                  <a:pt x="46683" y="58638"/>
                  <a:pt x="47476" y="58341"/>
                </a:cubicBezTo>
                <a:lnTo>
                  <a:pt x="50304" y="59531"/>
                </a:lnTo>
                <a:cubicBezTo>
                  <a:pt x="52586" y="58440"/>
                  <a:pt x="56009" y="57894"/>
                  <a:pt x="60573" y="57894"/>
                </a:cubicBezTo>
                <a:cubicBezTo>
                  <a:pt x="60672" y="58589"/>
                  <a:pt x="61069" y="58936"/>
                  <a:pt x="61764" y="58936"/>
                </a:cubicBezTo>
                <a:lnTo>
                  <a:pt x="66378" y="58936"/>
                </a:lnTo>
                <a:cubicBezTo>
                  <a:pt x="67965" y="58936"/>
                  <a:pt x="70049" y="59134"/>
                  <a:pt x="72628" y="59531"/>
                </a:cubicBezTo>
                <a:lnTo>
                  <a:pt x="73819" y="58936"/>
                </a:lnTo>
                <a:cubicBezTo>
                  <a:pt x="75803" y="59333"/>
                  <a:pt x="77490" y="59531"/>
                  <a:pt x="78879" y="59531"/>
                </a:cubicBezTo>
                <a:lnTo>
                  <a:pt x="84088" y="59531"/>
                </a:lnTo>
                <a:cubicBezTo>
                  <a:pt x="86866" y="59531"/>
                  <a:pt x="88950" y="57249"/>
                  <a:pt x="90339" y="52685"/>
                </a:cubicBezTo>
                <a:lnTo>
                  <a:pt x="92125" y="51494"/>
                </a:lnTo>
                <a:cubicBezTo>
                  <a:pt x="98276" y="54173"/>
                  <a:pt x="101898" y="55513"/>
                  <a:pt x="102989" y="55513"/>
                </a:cubicBezTo>
                <a:cubicBezTo>
                  <a:pt x="107553" y="57696"/>
                  <a:pt x="110183" y="59432"/>
                  <a:pt x="110877" y="60722"/>
                </a:cubicBezTo>
                <a:lnTo>
                  <a:pt x="110877" y="61317"/>
                </a:lnTo>
                <a:cubicBezTo>
                  <a:pt x="108694" y="63798"/>
                  <a:pt x="105668" y="65683"/>
                  <a:pt x="101799" y="66973"/>
                </a:cubicBezTo>
                <a:lnTo>
                  <a:pt x="102394" y="69800"/>
                </a:lnTo>
                <a:lnTo>
                  <a:pt x="102394" y="72182"/>
                </a:lnTo>
                <a:cubicBezTo>
                  <a:pt x="102394" y="74265"/>
                  <a:pt x="102196" y="76894"/>
                  <a:pt x="101799" y="80069"/>
                </a:cubicBezTo>
                <a:cubicBezTo>
                  <a:pt x="103188" y="86419"/>
                  <a:pt x="104527" y="90438"/>
                  <a:pt x="105817" y="92125"/>
                </a:cubicBezTo>
                <a:lnTo>
                  <a:pt x="104626" y="93910"/>
                </a:lnTo>
                <a:lnTo>
                  <a:pt x="104626" y="94357"/>
                </a:lnTo>
                <a:cubicBezTo>
                  <a:pt x="107305" y="96738"/>
                  <a:pt x="108645" y="100360"/>
                  <a:pt x="108645" y="105221"/>
                </a:cubicBezTo>
                <a:cubicBezTo>
                  <a:pt x="109637" y="105221"/>
                  <a:pt x="110381" y="107355"/>
                  <a:pt x="110877" y="111621"/>
                </a:cubicBezTo>
                <a:cubicBezTo>
                  <a:pt x="112365" y="111621"/>
                  <a:pt x="115044" y="113903"/>
                  <a:pt x="118914" y="118467"/>
                </a:cubicBezTo>
                <a:lnTo>
                  <a:pt x="120105" y="118467"/>
                </a:lnTo>
                <a:cubicBezTo>
                  <a:pt x="120997" y="118467"/>
                  <a:pt x="121742" y="116532"/>
                  <a:pt x="122337" y="112663"/>
                </a:cubicBezTo>
                <a:cubicBezTo>
                  <a:pt x="124817" y="112663"/>
                  <a:pt x="127298" y="109041"/>
                  <a:pt x="129778" y="101798"/>
                </a:cubicBezTo>
                <a:lnTo>
                  <a:pt x="132160" y="100161"/>
                </a:lnTo>
                <a:lnTo>
                  <a:pt x="133201" y="100161"/>
                </a:lnTo>
                <a:cubicBezTo>
                  <a:pt x="133797" y="100161"/>
                  <a:pt x="134392" y="100707"/>
                  <a:pt x="134987" y="101798"/>
                </a:cubicBezTo>
                <a:lnTo>
                  <a:pt x="134987" y="111621"/>
                </a:lnTo>
                <a:cubicBezTo>
                  <a:pt x="131912" y="114300"/>
                  <a:pt x="130374" y="117525"/>
                  <a:pt x="130374" y="121295"/>
                </a:cubicBezTo>
                <a:cubicBezTo>
                  <a:pt x="131564" y="124271"/>
                  <a:pt x="132160" y="126157"/>
                  <a:pt x="132160" y="126950"/>
                </a:cubicBezTo>
                <a:cubicBezTo>
                  <a:pt x="132160" y="130423"/>
                  <a:pt x="130622" y="132159"/>
                  <a:pt x="127546" y="132159"/>
                </a:cubicBezTo>
                <a:cubicBezTo>
                  <a:pt x="124669" y="131366"/>
                  <a:pt x="122932" y="130969"/>
                  <a:pt x="122337" y="130969"/>
                </a:cubicBezTo>
                <a:lnTo>
                  <a:pt x="120105" y="131564"/>
                </a:lnTo>
                <a:cubicBezTo>
                  <a:pt x="116136" y="131564"/>
                  <a:pt x="113060" y="129877"/>
                  <a:pt x="110877" y="126504"/>
                </a:cubicBezTo>
                <a:cubicBezTo>
                  <a:pt x="110282" y="126504"/>
                  <a:pt x="108794" y="125363"/>
                  <a:pt x="106412" y="123081"/>
                </a:cubicBezTo>
                <a:cubicBezTo>
                  <a:pt x="102146" y="118814"/>
                  <a:pt x="100013" y="115342"/>
                  <a:pt x="100013" y="112663"/>
                </a:cubicBezTo>
                <a:cubicBezTo>
                  <a:pt x="97433" y="110282"/>
                  <a:pt x="96094" y="108396"/>
                  <a:pt x="95994" y="107007"/>
                </a:cubicBezTo>
                <a:lnTo>
                  <a:pt x="96590" y="104180"/>
                </a:lnTo>
                <a:cubicBezTo>
                  <a:pt x="94308" y="104180"/>
                  <a:pt x="92819" y="100360"/>
                  <a:pt x="92125" y="92720"/>
                </a:cubicBezTo>
                <a:cubicBezTo>
                  <a:pt x="92422" y="92025"/>
                  <a:pt x="92571" y="91281"/>
                  <a:pt x="92571" y="90487"/>
                </a:cubicBezTo>
                <a:cubicBezTo>
                  <a:pt x="91678" y="90487"/>
                  <a:pt x="91133" y="89694"/>
                  <a:pt x="90934" y="88106"/>
                </a:cubicBezTo>
                <a:cubicBezTo>
                  <a:pt x="90934" y="85328"/>
                  <a:pt x="91331" y="82848"/>
                  <a:pt x="92125" y="80665"/>
                </a:cubicBezTo>
                <a:lnTo>
                  <a:pt x="90339" y="77837"/>
                </a:lnTo>
                <a:lnTo>
                  <a:pt x="90339" y="75009"/>
                </a:lnTo>
                <a:cubicBezTo>
                  <a:pt x="90339" y="74612"/>
                  <a:pt x="90537" y="74414"/>
                  <a:pt x="90934" y="74414"/>
                </a:cubicBezTo>
                <a:lnTo>
                  <a:pt x="90339" y="73223"/>
                </a:lnTo>
                <a:lnTo>
                  <a:pt x="90339" y="71586"/>
                </a:lnTo>
                <a:cubicBezTo>
                  <a:pt x="90339" y="69602"/>
                  <a:pt x="90537" y="66725"/>
                  <a:pt x="90934" y="62954"/>
                </a:cubicBezTo>
                <a:lnTo>
                  <a:pt x="89744" y="62359"/>
                </a:lnTo>
                <a:lnTo>
                  <a:pt x="86916" y="63550"/>
                </a:lnTo>
                <a:lnTo>
                  <a:pt x="84088" y="61764"/>
                </a:lnTo>
                <a:cubicBezTo>
                  <a:pt x="83592" y="63748"/>
                  <a:pt x="82997" y="64740"/>
                  <a:pt x="82302" y="64740"/>
                </a:cubicBezTo>
                <a:lnTo>
                  <a:pt x="80665" y="64740"/>
                </a:lnTo>
                <a:lnTo>
                  <a:pt x="78879" y="63550"/>
                </a:lnTo>
                <a:cubicBezTo>
                  <a:pt x="72827" y="64641"/>
                  <a:pt x="63897" y="65187"/>
                  <a:pt x="52090" y="65187"/>
                </a:cubicBezTo>
                <a:lnTo>
                  <a:pt x="49113" y="65187"/>
                </a:lnTo>
                <a:lnTo>
                  <a:pt x="45244" y="64145"/>
                </a:lnTo>
                <a:cubicBezTo>
                  <a:pt x="45244" y="65137"/>
                  <a:pt x="43706" y="65881"/>
                  <a:pt x="40630" y="66377"/>
                </a:cubicBezTo>
                <a:lnTo>
                  <a:pt x="40035" y="66377"/>
                </a:lnTo>
                <a:cubicBezTo>
                  <a:pt x="39539" y="66377"/>
                  <a:pt x="36463" y="65633"/>
                  <a:pt x="30808" y="64145"/>
                </a:cubicBezTo>
                <a:cubicBezTo>
                  <a:pt x="29419" y="65236"/>
                  <a:pt x="28129" y="65782"/>
                  <a:pt x="26938" y="65782"/>
                </a:cubicBezTo>
                <a:cubicBezTo>
                  <a:pt x="24755" y="65087"/>
                  <a:pt x="22275" y="64542"/>
                  <a:pt x="19497" y="64145"/>
                </a:cubicBezTo>
                <a:cubicBezTo>
                  <a:pt x="17413" y="64542"/>
                  <a:pt x="15478" y="64740"/>
                  <a:pt x="13692" y="64740"/>
                </a:cubicBezTo>
                <a:lnTo>
                  <a:pt x="11460" y="64145"/>
                </a:lnTo>
                <a:cubicBezTo>
                  <a:pt x="10170" y="64839"/>
                  <a:pt x="9029" y="65187"/>
                  <a:pt x="8037" y="65187"/>
                </a:cubicBezTo>
                <a:lnTo>
                  <a:pt x="6251" y="65187"/>
                </a:lnTo>
                <a:cubicBezTo>
                  <a:pt x="5457" y="65187"/>
                  <a:pt x="4713" y="65038"/>
                  <a:pt x="4019" y="64740"/>
                </a:cubicBezTo>
                <a:cubicBezTo>
                  <a:pt x="3324" y="65038"/>
                  <a:pt x="2580" y="65187"/>
                  <a:pt x="1786" y="65187"/>
                </a:cubicBezTo>
                <a:cubicBezTo>
                  <a:pt x="992" y="63798"/>
                  <a:pt x="596" y="62309"/>
                  <a:pt x="596" y="60722"/>
                </a:cubicBezTo>
                <a:lnTo>
                  <a:pt x="596" y="60126"/>
                </a:lnTo>
                <a:lnTo>
                  <a:pt x="4019" y="56703"/>
                </a:lnTo>
                <a:lnTo>
                  <a:pt x="4019" y="56108"/>
                </a:lnTo>
                <a:cubicBezTo>
                  <a:pt x="1340" y="56108"/>
                  <a:pt x="0" y="55513"/>
                  <a:pt x="0" y="54322"/>
                </a:cubicBezTo>
                <a:lnTo>
                  <a:pt x="0" y="53280"/>
                </a:lnTo>
                <a:cubicBezTo>
                  <a:pt x="1191" y="46434"/>
                  <a:pt x="3473" y="43011"/>
                  <a:pt x="6846" y="43011"/>
                </a:cubicBezTo>
                <a:cubicBezTo>
                  <a:pt x="6846" y="42714"/>
                  <a:pt x="8186" y="40432"/>
                  <a:pt x="10865" y="36165"/>
                </a:cubicBezTo>
                <a:cubicBezTo>
                  <a:pt x="14139" y="30807"/>
                  <a:pt x="16619" y="27930"/>
                  <a:pt x="18306" y="27533"/>
                </a:cubicBezTo>
                <a:lnTo>
                  <a:pt x="17711" y="24705"/>
                </a:lnTo>
                <a:lnTo>
                  <a:pt x="17711" y="24110"/>
                </a:lnTo>
                <a:cubicBezTo>
                  <a:pt x="20092" y="21927"/>
                  <a:pt x="21431" y="19447"/>
                  <a:pt x="21729" y="16669"/>
                </a:cubicBezTo>
                <a:cubicBezTo>
                  <a:pt x="22721" y="16669"/>
                  <a:pt x="23862" y="14932"/>
                  <a:pt x="25152" y="11460"/>
                </a:cubicBezTo>
                <a:cubicBezTo>
                  <a:pt x="24358" y="11460"/>
                  <a:pt x="23962" y="11112"/>
                  <a:pt x="23962" y="10418"/>
                </a:cubicBezTo>
                <a:cubicBezTo>
                  <a:pt x="23962" y="3472"/>
                  <a:pt x="26095" y="0"/>
                  <a:pt x="3036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71" name="Arc 12++">
            <a:extLst>
              <a:ext uri="{FF2B5EF4-FFF2-40B4-BE49-F238E27FC236}">
                <a16:creationId xmlns:a16="http://schemas.microsoft.com/office/drawing/2014/main" id="{941CC00A-1835-7E5D-144B-EE78D98C5BE1}"/>
              </a:ext>
            </a:extLst>
          </p:cNvPr>
          <p:cNvSpPr/>
          <p:nvPr/>
        </p:nvSpPr>
        <p:spPr>
          <a:xfrm>
            <a:off x="3067050" y="400050"/>
            <a:ext cx="6057900" cy="6057900"/>
          </a:xfrm>
          <a:prstGeom prst="arc">
            <a:avLst>
              <a:gd name="adj1" fmla="val 14620097"/>
              <a:gd name="adj2" fmla="val 184891"/>
            </a:avLst>
          </a:prstGeom>
          <a:ln w="1016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5E94B90C-27E0-AECE-D1B5-A865E1696666}"/>
              </a:ext>
            </a:extLst>
          </p:cNvPr>
          <p:cNvSpPr/>
          <p:nvPr/>
        </p:nvSpPr>
        <p:spPr>
          <a:xfrm>
            <a:off x="6912077" y="3789649"/>
            <a:ext cx="1156248" cy="1594675"/>
          </a:xfrm>
          <a:custGeom>
            <a:avLst/>
            <a:gdLst>
              <a:gd name="csX0" fmla="*/ 937676 w 1156248"/>
              <a:gd name="csY0" fmla="*/ 154952 h 1594675"/>
              <a:gd name="csX1" fmla="*/ 846879 w 1156248"/>
              <a:gd name="csY1" fmla="*/ 160989 h 1594675"/>
              <a:gd name="csX2" fmla="*/ 672515 w 1156248"/>
              <a:gd name="csY2" fmla="*/ 206092 h 1594675"/>
              <a:gd name="csX3" fmla="*/ 503637 w 1156248"/>
              <a:gd name="csY3" fmla="*/ 290836 h 1594675"/>
              <a:gd name="csX4" fmla="*/ 402786 w 1156248"/>
              <a:gd name="csY4" fmla="*/ 401316 h 1594675"/>
              <a:gd name="csX5" fmla="*/ 334708 w 1156248"/>
              <a:gd name="csY5" fmla="*/ 578167 h 1594675"/>
              <a:gd name="csX6" fmla="*/ 288166 w 1156248"/>
              <a:gd name="csY6" fmla="*/ 811816 h 1594675"/>
              <a:gd name="csX7" fmla="*/ 250221 w 1156248"/>
              <a:gd name="csY7" fmla="*/ 1052817 h 1594675"/>
              <a:gd name="csX8" fmla="*/ 209455 w 1156248"/>
              <a:gd name="csY8" fmla="*/ 1258271 h 1594675"/>
              <a:gd name="csX9" fmla="*/ 161604 w 1156248"/>
              <a:gd name="csY9" fmla="*/ 1415986 h 1594675"/>
              <a:gd name="csX10" fmla="*/ 123828 w 1156248"/>
              <a:gd name="csY10" fmla="*/ 1501151 h 1594675"/>
              <a:gd name="csX11" fmla="*/ 102671 w 1156248"/>
              <a:gd name="csY11" fmla="*/ 1550746 h 1594675"/>
              <a:gd name="csX12" fmla="*/ 52319 w 1156248"/>
              <a:gd name="csY12" fmla="*/ 1479041 h 1594675"/>
              <a:gd name="csX13" fmla="*/ 82006 w 1156248"/>
              <a:gd name="csY13" fmla="*/ 1464194 h 1594675"/>
              <a:gd name="csX14" fmla="*/ 187219 w 1156248"/>
              <a:gd name="csY14" fmla="*/ 1361058 h 1594675"/>
              <a:gd name="csX15" fmla="*/ 343219 w 1156248"/>
              <a:gd name="csY15" fmla="*/ 1217735 h 1594675"/>
              <a:gd name="csX16" fmla="*/ 500448 w 1156248"/>
              <a:gd name="csY16" fmla="*/ 1102597 h 1594675"/>
              <a:gd name="csX17" fmla="*/ 673184 w 1156248"/>
              <a:gd name="csY17" fmla="*/ 977276 h 1594675"/>
              <a:gd name="csX18" fmla="*/ 860151 w 1156248"/>
              <a:gd name="csY18" fmla="*/ 764440 h 1594675"/>
              <a:gd name="csX19" fmla="*/ 977041 w 1156248"/>
              <a:gd name="csY19" fmla="*/ 528430 h 1594675"/>
              <a:gd name="csX20" fmla="*/ 1054205 w 1156248"/>
              <a:gd name="csY20" fmla="*/ 322385 h 1594675"/>
              <a:gd name="csX21" fmla="*/ 1086319 w 1156248"/>
              <a:gd name="csY21" fmla="*/ 227343 h 1594675"/>
              <a:gd name="csX22" fmla="*/ 1113172 w 1156248"/>
              <a:gd name="csY22" fmla="*/ 222921 h 1594675"/>
              <a:gd name="csX23" fmla="*/ 1156065 w 1156248"/>
              <a:gd name="csY23" fmla="*/ 336783 h 1594675"/>
              <a:gd name="csX24" fmla="*/ 1094450 w 1156248"/>
              <a:gd name="csY24" fmla="*/ 581814 h 1594675"/>
              <a:gd name="csX25" fmla="*/ 952814 w 1156248"/>
              <a:gd name="csY25" fmla="*/ 830636 h 1594675"/>
              <a:gd name="csX26" fmla="*/ 755951 w 1156248"/>
              <a:gd name="csY26" fmla="*/ 1065979 h 1594675"/>
              <a:gd name="csX27" fmla="*/ 579376 w 1156248"/>
              <a:gd name="csY27" fmla="*/ 1220856 h 1594675"/>
              <a:gd name="csX28" fmla="*/ 424833 w 1156248"/>
              <a:gd name="csY28" fmla="*/ 1321668 h 1594675"/>
              <a:gd name="csX29" fmla="*/ 279977 w 1156248"/>
              <a:gd name="csY29" fmla="*/ 1454657 h 1594675"/>
              <a:gd name="csX30" fmla="*/ 139922 w 1156248"/>
              <a:gd name="csY30" fmla="*/ 1559193 h 1594675"/>
              <a:gd name="csX31" fmla="*/ 63704 w 1156248"/>
              <a:gd name="csY31" fmla="*/ 1594676 h 1594675"/>
              <a:gd name="csX32" fmla="*/ 8748 w 1156248"/>
              <a:gd name="csY32" fmla="*/ 1500767 h 1594675"/>
              <a:gd name="csX33" fmla="*/ 32515 w 1156248"/>
              <a:gd name="csY33" fmla="*/ 1460101 h 1594675"/>
              <a:gd name="csX34" fmla="*/ 64734 w 1156248"/>
              <a:gd name="csY34" fmla="*/ 1377029 h 1594675"/>
              <a:gd name="csX35" fmla="*/ 124653 w 1156248"/>
              <a:gd name="csY35" fmla="*/ 1234278 h 1594675"/>
              <a:gd name="csX36" fmla="*/ 174553 w 1156248"/>
              <a:gd name="csY36" fmla="*/ 1038568 h 1594675"/>
              <a:gd name="csX37" fmla="*/ 216903 w 1156248"/>
              <a:gd name="csY37" fmla="*/ 799805 h 1594675"/>
              <a:gd name="csX38" fmla="*/ 263393 w 1156248"/>
              <a:gd name="csY38" fmla="*/ 559242 h 1594675"/>
              <a:gd name="csX39" fmla="*/ 332730 w 1156248"/>
              <a:gd name="csY39" fmla="*/ 359760 h 1594675"/>
              <a:gd name="csX40" fmla="*/ 454193 w 1156248"/>
              <a:gd name="csY40" fmla="*/ 219056 h 1594675"/>
              <a:gd name="csX41" fmla="*/ 635559 w 1156248"/>
              <a:gd name="csY41" fmla="*/ 113796 h 1594675"/>
              <a:gd name="csX42" fmla="*/ 814210 w 1156248"/>
              <a:gd name="csY42" fmla="*/ 38743 h 1594675"/>
              <a:gd name="csX43" fmla="*/ 929967 w 1156248"/>
              <a:gd name="csY43" fmla="*/ 2965 h 1594675"/>
              <a:gd name="csX44" fmla="*/ 937675 w 1156248"/>
              <a:gd name="csY44" fmla="*/ 154926 h 15946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1156248" h="1594675">
                <a:moveTo>
                  <a:pt x="937676" y="154952"/>
                </a:moveTo>
                <a:cubicBezTo>
                  <a:pt x="907428" y="146657"/>
                  <a:pt x="877163" y="155933"/>
                  <a:pt x="846879" y="160989"/>
                </a:cubicBezTo>
                <a:cubicBezTo>
                  <a:pt x="787950" y="172912"/>
                  <a:pt x="730522" y="190499"/>
                  <a:pt x="672515" y="206092"/>
                </a:cubicBezTo>
                <a:cubicBezTo>
                  <a:pt x="610857" y="223395"/>
                  <a:pt x="557567" y="257356"/>
                  <a:pt x="503637" y="290836"/>
                </a:cubicBezTo>
                <a:cubicBezTo>
                  <a:pt x="462054" y="321302"/>
                  <a:pt x="431335" y="359528"/>
                  <a:pt x="402786" y="401316"/>
                </a:cubicBezTo>
                <a:cubicBezTo>
                  <a:pt x="369657" y="455729"/>
                  <a:pt x="351450" y="517179"/>
                  <a:pt x="334708" y="578167"/>
                </a:cubicBezTo>
                <a:cubicBezTo>
                  <a:pt x="312098" y="654415"/>
                  <a:pt x="301124" y="733472"/>
                  <a:pt x="288166" y="811816"/>
                </a:cubicBezTo>
                <a:cubicBezTo>
                  <a:pt x="277054" y="892466"/>
                  <a:pt x="263223" y="972559"/>
                  <a:pt x="250221" y="1052817"/>
                </a:cubicBezTo>
                <a:cubicBezTo>
                  <a:pt x="242167" y="1122399"/>
                  <a:pt x="227251" y="1190624"/>
                  <a:pt x="209455" y="1258271"/>
                </a:cubicBezTo>
                <a:cubicBezTo>
                  <a:pt x="194513" y="1311100"/>
                  <a:pt x="176598" y="1363075"/>
                  <a:pt x="161604" y="1415986"/>
                </a:cubicBezTo>
                <a:cubicBezTo>
                  <a:pt x="148340" y="1444222"/>
                  <a:pt x="136312" y="1473344"/>
                  <a:pt x="123828" y="1501151"/>
                </a:cubicBezTo>
                <a:cubicBezTo>
                  <a:pt x="118367" y="1518468"/>
                  <a:pt x="109684" y="1534713"/>
                  <a:pt x="102671" y="1550746"/>
                </a:cubicBezTo>
                <a:cubicBezTo>
                  <a:pt x="119995" y="1508103"/>
                  <a:pt x="96471" y="1491967"/>
                  <a:pt x="52319" y="1479041"/>
                </a:cubicBezTo>
                <a:cubicBezTo>
                  <a:pt x="50090" y="1484553"/>
                  <a:pt x="75216" y="1467589"/>
                  <a:pt x="82006" y="1464194"/>
                </a:cubicBezTo>
                <a:cubicBezTo>
                  <a:pt x="118432" y="1431129"/>
                  <a:pt x="154238" y="1397512"/>
                  <a:pt x="187219" y="1361058"/>
                </a:cubicBezTo>
                <a:cubicBezTo>
                  <a:pt x="234185" y="1308136"/>
                  <a:pt x="288355" y="1262130"/>
                  <a:pt x="343219" y="1217735"/>
                </a:cubicBezTo>
                <a:cubicBezTo>
                  <a:pt x="393729" y="1176937"/>
                  <a:pt x="447547" y="1140021"/>
                  <a:pt x="500448" y="1102597"/>
                </a:cubicBezTo>
                <a:cubicBezTo>
                  <a:pt x="559817" y="1063318"/>
                  <a:pt x="618616" y="1023166"/>
                  <a:pt x="673184" y="977276"/>
                </a:cubicBezTo>
                <a:cubicBezTo>
                  <a:pt x="744987" y="914367"/>
                  <a:pt x="802991" y="840192"/>
                  <a:pt x="860151" y="764440"/>
                </a:cubicBezTo>
                <a:cubicBezTo>
                  <a:pt x="908137" y="690228"/>
                  <a:pt x="944503" y="610297"/>
                  <a:pt x="977041" y="528430"/>
                </a:cubicBezTo>
                <a:cubicBezTo>
                  <a:pt x="1005153" y="460641"/>
                  <a:pt x="1029798" y="391574"/>
                  <a:pt x="1054205" y="322385"/>
                </a:cubicBezTo>
                <a:cubicBezTo>
                  <a:pt x="1085054" y="291985"/>
                  <a:pt x="1078411" y="260172"/>
                  <a:pt x="1086319" y="227343"/>
                </a:cubicBezTo>
                <a:cubicBezTo>
                  <a:pt x="1090826" y="208635"/>
                  <a:pt x="1105805" y="205143"/>
                  <a:pt x="1113172" y="222921"/>
                </a:cubicBezTo>
                <a:cubicBezTo>
                  <a:pt x="1128436" y="259758"/>
                  <a:pt x="1140224" y="298699"/>
                  <a:pt x="1156065" y="336783"/>
                </a:cubicBezTo>
                <a:cubicBezTo>
                  <a:pt x="1158665" y="424089"/>
                  <a:pt x="1133409" y="504014"/>
                  <a:pt x="1094450" y="581814"/>
                </a:cubicBezTo>
                <a:cubicBezTo>
                  <a:pt x="1050972" y="666691"/>
                  <a:pt x="1008836" y="753169"/>
                  <a:pt x="952814" y="830636"/>
                </a:cubicBezTo>
                <a:cubicBezTo>
                  <a:pt x="895372" y="915174"/>
                  <a:pt x="827398" y="993008"/>
                  <a:pt x="755951" y="1065979"/>
                </a:cubicBezTo>
                <a:cubicBezTo>
                  <a:pt x="701129" y="1122230"/>
                  <a:pt x="646833" y="1179441"/>
                  <a:pt x="579376" y="1220856"/>
                </a:cubicBezTo>
                <a:cubicBezTo>
                  <a:pt x="527266" y="1253389"/>
                  <a:pt x="474449" y="1285122"/>
                  <a:pt x="424833" y="1321668"/>
                </a:cubicBezTo>
                <a:cubicBezTo>
                  <a:pt x="374025" y="1363616"/>
                  <a:pt x="325088" y="1406679"/>
                  <a:pt x="279977" y="1454657"/>
                </a:cubicBezTo>
                <a:cubicBezTo>
                  <a:pt x="235768" y="1492541"/>
                  <a:pt x="194105" y="1534566"/>
                  <a:pt x="139922" y="1559193"/>
                </a:cubicBezTo>
                <a:cubicBezTo>
                  <a:pt x="115644" y="1572969"/>
                  <a:pt x="91310" y="1589385"/>
                  <a:pt x="63704" y="1594676"/>
                </a:cubicBezTo>
                <a:cubicBezTo>
                  <a:pt x="2014" y="1579322"/>
                  <a:pt x="-11491" y="1555190"/>
                  <a:pt x="8748" y="1500767"/>
                </a:cubicBezTo>
                <a:cubicBezTo>
                  <a:pt x="16197" y="1488021"/>
                  <a:pt x="24346" y="1473496"/>
                  <a:pt x="32515" y="1460101"/>
                </a:cubicBezTo>
                <a:cubicBezTo>
                  <a:pt x="43244" y="1433008"/>
                  <a:pt x="56127" y="1405576"/>
                  <a:pt x="64734" y="1377029"/>
                </a:cubicBezTo>
                <a:cubicBezTo>
                  <a:pt x="88822" y="1331015"/>
                  <a:pt x="108821" y="1283802"/>
                  <a:pt x="124653" y="1234278"/>
                </a:cubicBezTo>
                <a:cubicBezTo>
                  <a:pt x="143098" y="1169458"/>
                  <a:pt x="161381" y="1104701"/>
                  <a:pt x="174553" y="1038568"/>
                </a:cubicBezTo>
                <a:cubicBezTo>
                  <a:pt x="190455" y="959312"/>
                  <a:pt x="203580" y="879577"/>
                  <a:pt x="216903" y="799805"/>
                </a:cubicBezTo>
                <a:cubicBezTo>
                  <a:pt x="230674" y="719241"/>
                  <a:pt x="247598" y="639395"/>
                  <a:pt x="263393" y="559242"/>
                </a:cubicBezTo>
                <a:cubicBezTo>
                  <a:pt x="282886" y="491332"/>
                  <a:pt x="300007" y="422901"/>
                  <a:pt x="332730" y="359760"/>
                </a:cubicBezTo>
                <a:cubicBezTo>
                  <a:pt x="365732" y="305569"/>
                  <a:pt x="397604" y="251965"/>
                  <a:pt x="454193" y="219056"/>
                </a:cubicBezTo>
                <a:cubicBezTo>
                  <a:pt x="512309" y="179589"/>
                  <a:pt x="572608" y="145090"/>
                  <a:pt x="635559" y="113796"/>
                </a:cubicBezTo>
                <a:cubicBezTo>
                  <a:pt x="693454" y="84710"/>
                  <a:pt x="752373" y="58599"/>
                  <a:pt x="814210" y="38743"/>
                </a:cubicBezTo>
                <a:cubicBezTo>
                  <a:pt x="852529" y="25836"/>
                  <a:pt x="891208" y="14283"/>
                  <a:pt x="929967" y="2965"/>
                </a:cubicBezTo>
                <a:cubicBezTo>
                  <a:pt x="1033246" y="-27196"/>
                  <a:pt x="1041438" y="183387"/>
                  <a:pt x="937675" y="15492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65698678-57F0-4BBE-F4F9-FE1FC76D5BD7}"/>
              </a:ext>
            </a:extLst>
          </p:cNvPr>
          <p:cNvSpPr/>
          <p:nvPr/>
        </p:nvSpPr>
        <p:spPr>
          <a:xfrm>
            <a:off x="7991559" y="3554265"/>
            <a:ext cx="1053170" cy="461119"/>
          </a:xfrm>
          <a:custGeom>
            <a:avLst/>
            <a:gdLst>
              <a:gd name="csX0" fmla="*/ 50599 w 1053170"/>
              <a:gd name="csY0" fmla="*/ 316231 h 461119"/>
              <a:gd name="csX1" fmla="*/ 123124 w 1053170"/>
              <a:gd name="csY1" fmla="*/ 333626 h 461119"/>
              <a:gd name="csX2" fmla="*/ 259532 w 1053170"/>
              <a:gd name="csY2" fmla="*/ 361879 h 461119"/>
              <a:gd name="csX3" fmla="*/ 429515 w 1053170"/>
              <a:gd name="csY3" fmla="*/ 381342 h 461119"/>
              <a:gd name="csX4" fmla="*/ 580515 w 1053170"/>
              <a:gd name="csY4" fmla="*/ 368971 h 461119"/>
              <a:gd name="csX5" fmla="*/ 746507 w 1053170"/>
              <a:gd name="csY5" fmla="*/ 306524 h 461119"/>
              <a:gd name="csX6" fmla="*/ 884515 w 1053170"/>
              <a:gd name="csY6" fmla="*/ 207236 h 461119"/>
              <a:gd name="csX7" fmla="*/ 936550 w 1053170"/>
              <a:gd name="csY7" fmla="*/ 134192 h 461119"/>
              <a:gd name="csX8" fmla="*/ 943221 w 1053170"/>
              <a:gd name="csY8" fmla="*/ 98760 h 461119"/>
              <a:gd name="csX9" fmla="*/ 940162 w 1053170"/>
              <a:gd name="csY9" fmla="*/ 86192 h 461119"/>
              <a:gd name="csX10" fmla="*/ 944156 w 1053170"/>
              <a:gd name="csY10" fmla="*/ 97294 h 461119"/>
              <a:gd name="csX11" fmla="*/ 960898 w 1053170"/>
              <a:gd name="csY11" fmla="*/ 101979 h 461119"/>
              <a:gd name="csX12" fmla="*/ 855170 w 1053170"/>
              <a:gd name="csY12" fmla="*/ 117932 h 461119"/>
              <a:gd name="csX13" fmla="*/ 667766 w 1053170"/>
              <a:gd name="csY13" fmla="*/ 166190 h 461119"/>
              <a:gd name="csX14" fmla="*/ 484257 w 1053170"/>
              <a:gd name="csY14" fmla="*/ 208179 h 461119"/>
              <a:gd name="csX15" fmla="*/ 295233 w 1053170"/>
              <a:gd name="csY15" fmla="*/ 234657 h 461119"/>
              <a:gd name="csX16" fmla="*/ 92923 w 1053170"/>
              <a:gd name="csY16" fmla="*/ 266502 h 461119"/>
              <a:gd name="csX17" fmla="*/ 89893 w 1053170"/>
              <a:gd name="csY17" fmla="*/ 239456 h 461119"/>
              <a:gd name="csX18" fmla="*/ 289108 w 1053170"/>
              <a:gd name="csY18" fmla="*/ 208141 h 461119"/>
              <a:gd name="csX19" fmla="*/ 468121 w 1053170"/>
              <a:gd name="csY19" fmla="*/ 142685 h 461119"/>
              <a:gd name="csX20" fmla="*/ 652363 w 1053170"/>
              <a:gd name="csY20" fmla="*/ 102301 h 461119"/>
              <a:gd name="csX21" fmla="*/ 832919 w 1053170"/>
              <a:gd name="csY21" fmla="*/ 46635 h 461119"/>
              <a:gd name="csX22" fmla="*/ 949133 w 1053170"/>
              <a:gd name="csY22" fmla="*/ 4585 h 461119"/>
              <a:gd name="csX23" fmla="*/ 1025737 w 1053170"/>
              <a:gd name="csY23" fmla="*/ 15471 h 461119"/>
              <a:gd name="csX24" fmla="*/ 1048434 w 1053170"/>
              <a:gd name="csY24" fmla="*/ 60227 h 461119"/>
              <a:gd name="csX25" fmla="*/ 1052584 w 1053170"/>
              <a:gd name="csY25" fmla="*/ 106887 h 461119"/>
              <a:gd name="csX26" fmla="*/ 1030457 w 1053170"/>
              <a:gd name="csY26" fmla="*/ 181423 h 461119"/>
              <a:gd name="csX27" fmla="*/ 940307 w 1053170"/>
              <a:gd name="csY27" fmla="*/ 275475 h 461119"/>
              <a:gd name="csX28" fmla="*/ 780286 w 1053170"/>
              <a:gd name="csY28" fmla="*/ 371916 h 461119"/>
              <a:gd name="csX29" fmla="*/ 596568 w 1053170"/>
              <a:gd name="csY29" fmla="*/ 453611 h 461119"/>
              <a:gd name="csX30" fmla="*/ 425890 w 1053170"/>
              <a:gd name="csY30" fmla="*/ 456959 h 461119"/>
              <a:gd name="csX31" fmla="*/ 245219 w 1053170"/>
              <a:gd name="csY31" fmla="*/ 440588 h 461119"/>
              <a:gd name="csX32" fmla="*/ 105345 w 1053170"/>
              <a:gd name="csY32" fmla="*/ 411966 h 461119"/>
              <a:gd name="csX33" fmla="*/ 23560 w 1053170"/>
              <a:gd name="csY33" fmla="*/ 384679 h 461119"/>
              <a:gd name="csX34" fmla="*/ 50594 w 1053170"/>
              <a:gd name="csY34" fmla="*/ 316234 h 4611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53170" h="461119">
                <a:moveTo>
                  <a:pt x="50599" y="316231"/>
                </a:moveTo>
                <a:cubicBezTo>
                  <a:pt x="75064" y="317211"/>
                  <a:pt x="99473" y="326198"/>
                  <a:pt x="123124" y="333626"/>
                </a:cubicBezTo>
                <a:cubicBezTo>
                  <a:pt x="168224" y="345301"/>
                  <a:pt x="213505" y="354566"/>
                  <a:pt x="259532" y="361879"/>
                </a:cubicBezTo>
                <a:cubicBezTo>
                  <a:pt x="315014" y="376768"/>
                  <a:pt x="372660" y="379252"/>
                  <a:pt x="429515" y="381342"/>
                </a:cubicBezTo>
                <a:cubicBezTo>
                  <a:pt x="480672" y="383028"/>
                  <a:pt x="530432" y="377665"/>
                  <a:pt x="580515" y="368971"/>
                </a:cubicBezTo>
                <a:cubicBezTo>
                  <a:pt x="639512" y="358806"/>
                  <a:pt x="692786" y="331634"/>
                  <a:pt x="746507" y="306524"/>
                </a:cubicBezTo>
                <a:cubicBezTo>
                  <a:pt x="797462" y="279727"/>
                  <a:pt x="841663" y="245089"/>
                  <a:pt x="884515" y="207236"/>
                </a:cubicBezTo>
                <a:cubicBezTo>
                  <a:pt x="908876" y="187294"/>
                  <a:pt x="921700" y="158957"/>
                  <a:pt x="936550" y="134192"/>
                </a:cubicBezTo>
                <a:cubicBezTo>
                  <a:pt x="946957" y="123635"/>
                  <a:pt x="941129" y="109875"/>
                  <a:pt x="943221" y="98760"/>
                </a:cubicBezTo>
                <a:cubicBezTo>
                  <a:pt x="942991" y="93979"/>
                  <a:pt x="941303" y="90879"/>
                  <a:pt x="940162" y="86192"/>
                </a:cubicBezTo>
                <a:cubicBezTo>
                  <a:pt x="938375" y="82688"/>
                  <a:pt x="942825" y="93593"/>
                  <a:pt x="944156" y="97294"/>
                </a:cubicBezTo>
                <a:cubicBezTo>
                  <a:pt x="949148" y="100238"/>
                  <a:pt x="955318" y="100418"/>
                  <a:pt x="960898" y="101979"/>
                </a:cubicBezTo>
                <a:cubicBezTo>
                  <a:pt x="925655" y="100344"/>
                  <a:pt x="889746" y="110429"/>
                  <a:pt x="855170" y="117932"/>
                </a:cubicBezTo>
                <a:cubicBezTo>
                  <a:pt x="793000" y="135140"/>
                  <a:pt x="730155" y="149576"/>
                  <a:pt x="667766" y="166190"/>
                </a:cubicBezTo>
                <a:cubicBezTo>
                  <a:pt x="606667" y="180642"/>
                  <a:pt x="545617" y="194953"/>
                  <a:pt x="484257" y="208179"/>
                </a:cubicBezTo>
                <a:cubicBezTo>
                  <a:pt x="420835" y="231554"/>
                  <a:pt x="358403" y="239252"/>
                  <a:pt x="295233" y="234657"/>
                </a:cubicBezTo>
                <a:cubicBezTo>
                  <a:pt x="228635" y="250297"/>
                  <a:pt x="160740" y="258450"/>
                  <a:pt x="92923" y="266502"/>
                </a:cubicBezTo>
                <a:cubicBezTo>
                  <a:pt x="73813" y="268770"/>
                  <a:pt x="70783" y="241723"/>
                  <a:pt x="89893" y="239456"/>
                </a:cubicBezTo>
                <a:cubicBezTo>
                  <a:pt x="156671" y="231536"/>
                  <a:pt x="223529" y="223532"/>
                  <a:pt x="289108" y="208141"/>
                </a:cubicBezTo>
                <a:cubicBezTo>
                  <a:pt x="342477" y="176375"/>
                  <a:pt x="402456" y="153410"/>
                  <a:pt x="468121" y="142685"/>
                </a:cubicBezTo>
                <a:cubicBezTo>
                  <a:pt x="529096" y="127192"/>
                  <a:pt x="590746" y="115417"/>
                  <a:pt x="652363" y="102301"/>
                </a:cubicBezTo>
                <a:cubicBezTo>
                  <a:pt x="713982" y="87984"/>
                  <a:pt x="774273" y="70534"/>
                  <a:pt x="832919" y="46635"/>
                </a:cubicBezTo>
                <a:cubicBezTo>
                  <a:pt x="871439" y="31865"/>
                  <a:pt x="910169" y="17672"/>
                  <a:pt x="949133" y="4585"/>
                </a:cubicBezTo>
                <a:cubicBezTo>
                  <a:pt x="979779" y="118"/>
                  <a:pt x="999130" y="-6638"/>
                  <a:pt x="1025737" y="15471"/>
                </a:cubicBezTo>
                <a:cubicBezTo>
                  <a:pt x="1033532" y="29982"/>
                  <a:pt x="1049077" y="42285"/>
                  <a:pt x="1048434" y="60227"/>
                </a:cubicBezTo>
                <a:cubicBezTo>
                  <a:pt x="1049805" y="75639"/>
                  <a:pt x="1054876" y="90722"/>
                  <a:pt x="1052584" y="106887"/>
                </a:cubicBezTo>
                <a:cubicBezTo>
                  <a:pt x="1046830" y="132242"/>
                  <a:pt x="1041739" y="157742"/>
                  <a:pt x="1030457" y="181423"/>
                </a:cubicBezTo>
                <a:cubicBezTo>
                  <a:pt x="1003776" y="216416"/>
                  <a:pt x="979899" y="253021"/>
                  <a:pt x="940307" y="275475"/>
                </a:cubicBezTo>
                <a:cubicBezTo>
                  <a:pt x="889357" y="311343"/>
                  <a:pt x="837093" y="345866"/>
                  <a:pt x="780286" y="371916"/>
                </a:cubicBezTo>
                <a:cubicBezTo>
                  <a:pt x="721157" y="403688"/>
                  <a:pt x="661681" y="435743"/>
                  <a:pt x="596568" y="453611"/>
                </a:cubicBezTo>
                <a:cubicBezTo>
                  <a:pt x="539706" y="460926"/>
                  <a:pt x="483144" y="464434"/>
                  <a:pt x="425890" y="456959"/>
                </a:cubicBezTo>
                <a:cubicBezTo>
                  <a:pt x="365887" y="452360"/>
                  <a:pt x="305399" y="447236"/>
                  <a:pt x="245219" y="440588"/>
                </a:cubicBezTo>
                <a:cubicBezTo>
                  <a:pt x="198763" y="430078"/>
                  <a:pt x="152304" y="420107"/>
                  <a:pt x="105345" y="411966"/>
                </a:cubicBezTo>
                <a:cubicBezTo>
                  <a:pt x="76764" y="405857"/>
                  <a:pt x="47677" y="402514"/>
                  <a:pt x="23560" y="384679"/>
                </a:cubicBezTo>
                <a:cubicBezTo>
                  <a:pt x="-18277" y="353737"/>
                  <a:pt x="-1400" y="314151"/>
                  <a:pt x="50594" y="31623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D2F942C7-6279-F30B-8850-FEC91AD4FA3A}"/>
              </a:ext>
            </a:extLst>
          </p:cNvPr>
          <p:cNvSpPr/>
          <p:nvPr/>
        </p:nvSpPr>
        <p:spPr>
          <a:xfrm>
            <a:off x="9117420" y="3574548"/>
            <a:ext cx="1424884" cy="588274"/>
          </a:xfrm>
          <a:custGeom>
            <a:avLst/>
            <a:gdLst>
              <a:gd name="csX0" fmla="*/ 37543 w 1424884"/>
              <a:gd name="csY0" fmla="*/ 6960 h 588274"/>
              <a:gd name="csX1" fmla="*/ 198125 w 1424884"/>
              <a:gd name="csY1" fmla="*/ 104 h 588274"/>
              <a:gd name="csX2" fmla="*/ 486609 w 1424884"/>
              <a:gd name="csY2" fmla="*/ 36390 h 588274"/>
              <a:gd name="csX3" fmla="*/ 815774 w 1424884"/>
              <a:gd name="csY3" fmla="*/ 142831 h 588274"/>
              <a:gd name="csX4" fmla="*/ 1108658 w 1424884"/>
              <a:gd name="csY4" fmla="*/ 269438 h 588274"/>
              <a:gd name="csX5" fmla="*/ 1287880 w 1424884"/>
              <a:gd name="csY5" fmla="*/ 357330 h 588274"/>
              <a:gd name="csX6" fmla="*/ 1379522 w 1424884"/>
              <a:gd name="csY6" fmla="*/ 416909 h 588274"/>
              <a:gd name="csX7" fmla="*/ 1423203 w 1424884"/>
              <a:gd name="csY7" fmla="*/ 540982 h 588274"/>
              <a:gd name="csX8" fmla="*/ 1302236 w 1424884"/>
              <a:gd name="csY8" fmla="*/ 573510 h 588274"/>
              <a:gd name="csX9" fmla="*/ 1285696 w 1424884"/>
              <a:gd name="csY9" fmla="*/ 551898 h 588274"/>
              <a:gd name="csX10" fmla="*/ 1247569 w 1424884"/>
              <a:gd name="csY10" fmla="*/ 500143 h 588274"/>
              <a:gd name="csX11" fmla="*/ 1253984 w 1424884"/>
              <a:gd name="csY11" fmla="*/ 540188 h 588274"/>
              <a:gd name="csX12" fmla="*/ 1201685 w 1424884"/>
              <a:gd name="csY12" fmla="*/ 486101 h 588274"/>
              <a:gd name="csX13" fmla="*/ 1055485 w 1424884"/>
              <a:gd name="csY13" fmla="*/ 372353 h 588274"/>
              <a:gd name="csX14" fmla="*/ 777574 w 1424884"/>
              <a:gd name="csY14" fmla="*/ 235660 h 588274"/>
              <a:gd name="csX15" fmla="*/ 468050 w 1424884"/>
              <a:gd name="csY15" fmla="*/ 123598 h 588274"/>
              <a:gd name="csX16" fmla="*/ 194416 w 1424884"/>
              <a:gd name="csY16" fmla="*/ 91167 h 588274"/>
              <a:gd name="csX17" fmla="*/ 41635 w 1424884"/>
              <a:gd name="csY17" fmla="*/ 82571 h 588274"/>
              <a:gd name="csX18" fmla="*/ 37530 w 1424884"/>
              <a:gd name="csY18" fmla="*/ 6954 h 5882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1424884" h="588274">
                <a:moveTo>
                  <a:pt x="37543" y="6960"/>
                </a:moveTo>
                <a:cubicBezTo>
                  <a:pt x="93442" y="13249"/>
                  <a:pt x="141042" y="-1361"/>
                  <a:pt x="198125" y="104"/>
                </a:cubicBezTo>
                <a:cubicBezTo>
                  <a:pt x="294461" y="11490"/>
                  <a:pt x="390549" y="23311"/>
                  <a:pt x="486609" y="36390"/>
                </a:cubicBezTo>
                <a:cubicBezTo>
                  <a:pt x="599957" y="60180"/>
                  <a:pt x="706370" y="106196"/>
                  <a:pt x="815774" y="142831"/>
                </a:cubicBezTo>
                <a:cubicBezTo>
                  <a:pt x="913081" y="185872"/>
                  <a:pt x="1012408" y="224093"/>
                  <a:pt x="1108658" y="269438"/>
                </a:cubicBezTo>
                <a:cubicBezTo>
                  <a:pt x="1171731" y="291760"/>
                  <a:pt x="1228483" y="327206"/>
                  <a:pt x="1287880" y="357330"/>
                </a:cubicBezTo>
                <a:cubicBezTo>
                  <a:pt x="1323832" y="368565"/>
                  <a:pt x="1351231" y="393340"/>
                  <a:pt x="1379522" y="416909"/>
                </a:cubicBezTo>
                <a:cubicBezTo>
                  <a:pt x="1418353" y="453678"/>
                  <a:pt x="1429592" y="486357"/>
                  <a:pt x="1423203" y="540982"/>
                </a:cubicBezTo>
                <a:cubicBezTo>
                  <a:pt x="1392434" y="602096"/>
                  <a:pt x="1364019" y="593327"/>
                  <a:pt x="1302236" y="573510"/>
                </a:cubicBezTo>
                <a:cubicBezTo>
                  <a:pt x="1283911" y="567633"/>
                  <a:pt x="1290770" y="570461"/>
                  <a:pt x="1285696" y="551898"/>
                </a:cubicBezTo>
                <a:cubicBezTo>
                  <a:pt x="1282655" y="540777"/>
                  <a:pt x="1266254" y="453829"/>
                  <a:pt x="1247569" y="500143"/>
                </a:cubicBezTo>
                <a:cubicBezTo>
                  <a:pt x="1248302" y="507040"/>
                  <a:pt x="1259026" y="574765"/>
                  <a:pt x="1253984" y="540188"/>
                </a:cubicBezTo>
                <a:cubicBezTo>
                  <a:pt x="1236559" y="522572"/>
                  <a:pt x="1220243" y="502966"/>
                  <a:pt x="1201685" y="486101"/>
                </a:cubicBezTo>
                <a:cubicBezTo>
                  <a:pt x="1154701" y="445859"/>
                  <a:pt x="1105082" y="409401"/>
                  <a:pt x="1055485" y="372353"/>
                </a:cubicBezTo>
                <a:cubicBezTo>
                  <a:pt x="965478" y="321405"/>
                  <a:pt x="874729" y="272198"/>
                  <a:pt x="777574" y="235660"/>
                </a:cubicBezTo>
                <a:cubicBezTo>
                  <a:pt x="678924" y="186811"/>
                  <a:pt x="574902" y="150102"/>
                  <a:pt x="468050" y="123598"/>
                </a:cubicBezTo>
                <a:cubicBezTo>
                  <a:pt x="378259" y="96872"/>
                  <a:pt x="288447" y="85988"/>
                  <a:pt x="194416" y="91167"/>
                </a:cubicBezTo>
                <a:cubicBezTo>
                  <a:pt x="140125" y="89201"/>
                  <a:pt x="94299" y="70229"/>
                  <a:pt x="41635" y="82571"/>
                </a:cubicBezTo>
                <a:cubicBezTo>
                  <a:pt x="-10501" y="94790"/>
                  <a:pt x="-15683" y="966"/>
                  <a:pt x="37530" y="695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E01A0E43-710C-7F2B-4184-778FAB8956AF}"/>
              </a:ext>
            </a:extLst>
          </p:cNvPr>
          <p:cNvSpPr/>
          <p:nvPr/>
        </p:nvSpPr>
        <p:spPr>
          <a:xfrm>
            <a:off x="7466635" y="2573941"/>
            <a:ext cx="811458" cy="1203497"/>
          </a:xfrm>
          <a:custGeom>
            <a:avLst/>
            <a:gdLst>
              <a:gd name="csX0" fmla="*/ 615623 w 811458"/>
              <a:gd name="csY0" fmla="*/ 1049192 h 1203497"/>
              <a:gd name="csX1" fmla="*/ 660413 w 811458"/>
              <a:gd name="csY1" fmla="*/ 987364 h 1203497"/>
              <a:gd name="csX2" fmla="*/ 698188 w 811458"/>
              <a:gd name="csY2" fmla="*/ 911382 h 1203497"/>
              <a:gd name="csX3" fmla="*/ 718757 w 811458"/>
              <a:gd name="csY3" fmla="*/ 834642 h 1203497"/>
              <a:gd name="csX4" fmla="*/ 719135 w 811458"/>
              <a:gd name="csY4" fmla="*/ 753393 h 1203497"/>
              <a:gd name="csX5" fmla="*/ 684980 w 811458"/>
              <a:gd name="csY5" fmla="*/ 646246 h 1203497"/>
              <a:gd name="csX6" fmla="*/ 620323 w 811458"/>
              <a:gd name="csY6" fmla="*/ 512020 h 1203497"/>
              <a:gd name="csX7" fmla="*/ 527986 w 811458"/>
              <a:gd name="csY7" fmla="*/ 382289 h 1203497"/>
              <a:gd name="csX8" fmla="*/ 406790 w 811458"/>
              <a:gd name="csY8" fmla="*/ 270370 h 1203497"/>
              <a:gd name="csX9" fmla="*/ 290775 w 811458"/>
              <a:gd name="csY9" fmla="*/ 178893 h 1203497"/>
              <a:gd name="csX10" fmla="*/ 210184 w 811458"/>
              <a:gd name="csY10" fmla="*/ 125992 h 1203497"/>
              <a:gd name="csX11" fmla="*/ 167842 w 811458"/>
              <a:gd name="csY11" fmla="*/ 101079 h 1203497"/>
              <a:gd name="csX12" fmla="*/ 146476 w 811458"/>
              <a:gd name="csY12" fmla="*/ 96269 h 1203497"/>
              <a:gd name="csX13" fmla="*/ 123767 w 811458"/>
              <a:gd name="csY13" fmla="*/ 82256 h 1203497"/>
              <a:gd name="csX14" fmla="*/ 91258 w 811458"/>
              <a:gd name="csY14" fmla="*/ 116553 h 1203497"/>
              <a:gd name="csX15" fmla="*/ 57750 w 811458"/>
              <a:gd name="csY15" fmla="*/ 190145 h 1203497"/>
              <a:gd name="csX16" fmla="*/ 36738 w 811458"/>
              <a:gd name="csY16" fmla="*/ 288481 h 1203497"/>
              <a:gd name="csX17" fmla="*/ 33454 w 811458"/>
              <a:gd name="csY17" fmla="*/ 409563 h 1203497"/>
              <a:gd name="csX18" fmla="*/ 53608 w 811458"/>
              <a:gd name="csY18" fmla="*/ 558762 h 1203497"/>
              <a:gd name="csX19" fmla="*/ 99557 w 811458"/>
              <a:gd name="csY19" fmla="*/ 715734 h 1203497"/>
              <a:gd name="csX20" fmla="*/ 167565 w 811458"/>
              <a:gd name="csY20" fmla="*/ 865067 h 1203497"/>
              <a:gd name="csX21" fmla="*/ 249392 w 811458"/>
              <a:gd name="csY21" fmla="*/ 995693 h 1203497"/>
              <a:gd name="csX22" fmla="*/ 366568 w 811458"/>
              <a:gd name="csY22" fmla="*/ 1117423 h 1203497"/>
              <a:gd name="csX23" fmla="*/ 454003 w 811458"/>
              <a:gd name="csY23" fmla="*/ 1190574 h 1203497"/>
              <a:gd name="csX24" fmla="*/ 447228 w 811458"/>
              <a:gd name="csY24" fmla="*/ 1202374 h 1203497"/>
              <a:gd name="csX25" fmla="*/ 343243 w 811458"/>
              <a:gd name="csY25" fmla="*/ 1145301 h 1203497"/>
              <a:gd name="csX26" fmla="*/ 214227 w 811458"/>
              <a:gd name="csY26" fmla="*/ 1021181 h 1203497"/>
              <a:gd name="csX27" fmla="*/ 133466 w 811458"/>
              <a:gd name="csY27" fmla="*/ 882430 h 1203497"/>
              <a:gd name="csX28" fmla="*/ 67237 w 811458"/>
              <a:gd name="csY28" fmla="*/ 726877 h 1203497"/>
              <a:gd name="csX29" fmla="*/ 24646 w 811458"/>
              <a:gd name="csY29" fmla="*/ 564819 h 1203497"/>
              <a:gd name="csX30" fmla="*/ 645 w 811458"/>
              <a:gd name="csY30" fmla="*/ 410419 h 1203497"/>
              <a:gd name="csX31" fmla="*/ 5641 w 811458"/>
              <a:gd name="csY31" fmla="*/ 284641 h 1203497"/>
              <a:gd name="csX32" fmla="*/ 27157 w 811458"/>
              <a:gd name="csY32" fmla="*/ 179257 h 1203497"/>
              <a:gd name="csX33" fmla="*/ 60758 w 811458"/>
              <a:gd name="csY33" fmla="*/ 99411 h 1203497"/>
              <a:gd name="csX34" fmla="*/ 96830 w 811458"/>
              <a:gd name="csY34" fmla="*/ 43801 h 1203497"/>
              <a:gd name="csX35" fmla="*/ 148248 w 811458"/>
              <a:gd name="csY35" fmla="*/ 0 h 1203497"/>
              <a:gd name="csX36" fmla="*/ 206474 w 811458"/>
              <a:gd name="csY36" fmla="*/ 10105 h 1203497"/>
              <a:gd name="csX37" fmla="*/ 265731 w 811458"/>
              <a:gd name="csY37" fmla="*/ 43812 h 1203497"/>
              <a:gd name="csX38" fmla="*/ 346753 w 811458"/>
              <a:gd name="csY38" fmla="*/ 109083 h 1203497"/>
              <a:gd name="csX39" fmla="*/ 459195 w 811458"/>
              <a:gd name="csY39" fmla="*/ 211743 h 1203497"/>
              <a:gd name="csX40" fmla="*/ 582087 w 811458"/>
              <a:gd name="csY40" fmla="*/ 335654 h 1203497"/>
              <a:gd name="csX41" fmla="*/ 687224 w 811458"/>
              <a:gd name="csY41" fmla="*/ 474395 h 1203497"/>
              <a:gd name="csX42" fmla="*/ 757255 w 811458"/>
              <a:gd name="csY42" fmla="*/ 615270 h 1203497"/>
              <a:gd name="csX43" fmla="*/ 804305 w 811458"/>
              <a:gd name="csY43" fmla="*/ 738009 h 1203497"/>
              <a:gd name="csX44" fmla="*/ 806367 w 811458"/>
              <a:gd name="csY44" fmla="*/ 852090 h 1203497"/>
              <a:gd name="csX45" fmla="*/ 775614 w 811458"/>
              <a:gd name="csY45" fmla="*/ 947579 h 1203497"/>
              <a:gd name="csX46" fmla="*/ 719870 w 811458"/>
              <a:gd name="csY46" fmla="*/ 1030791 h 1203497"/>
              <a:gd name="csX47" fmla="*/ 670986 w 811458"/>
              <a:gd name="csY47" fmla="*/ 1090419 h 1203497"/>
              <a:gd name="csX48" fmla="*/ 615622 w 811458"/>
              <a:gd name="csY48" fmla="*/ 1049185 h 12034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11458" h="1203497">
                <a:moveTo>
                  <a:pt x="615623" y="1049192"/>
                </a:moveTo>
                <a:cubicBezTo>
                  <a:pt x="628126" y="1027284"/>
                  <a:pt x="646433" y="1009090"/>
                  <a:pt x="660413" y="987364"/>
                </a:cubicBezTo>
                <a:cubicBezTo>
                  <a:pt x="677084" y="964084"/>
                  <a:pt x="687585" y="937708"/>
                  <a:pt x="698188" y="911382"/>
                </a:cubicBezTo>
                <a:cubicBezTo>
                  <a:pt x="706591" y="886219"/>
                  <a:pt x="712244" y="860409"/>
                  <a:pt x="718757" y="834642"/>
                </a:cubicBezTo>
                <a:cubicBezTo>
                  <a:pt x="724821" y="807580"/>
                  <a:pt x="721954" y="780608"/>
                  <a:pt x="719135" y="753393"/>
                </a:cubicBezTo>
                <a:cubicBezTo>
                  <a:pt x="711808" y="716480"/>
                  <a:pt x="697414" y="681637"/>
                  <a:pt x="684980" y="646246"/>
                </a:cubicBezTo>
                <a:cubicBezTo>
                  <a:pt x="663649" y="601235"/>
                  <a:pt x="645443" y="555184"/>
                  <a:pt x="620323" y="512020"/>
                </a:cubicBezTo>
                <a:cubicBezTo>
                  <a:pt x="597387" y="463802"/>
                  <a:pt x="561861" y="423125"/>
                  <a:pt x="527986" y="382289"/>
                </a:cubicBezTo>
                <a:cubicBezTo>
                  <a:pt x="492572" y="339686"/>
                  <a:pt x="447076" y="307694"/>
                  <a:pt x="406790" y="270370"/>
                </a:cubicBezTo>
                <a:cubicBezTo>
                  <a:pt x="369285" y="238365"/>
                  <a:pt x="330816" y="207631"/>
                  <a:pt x="290775" y="178893"/>
                </a:cubicBezTo>
                <a:cubicBezTo>
                  <a:pt x="265193" y="159319"/>
                  <a:pt x="237042" y="143555"/>
                  <a:pt x="210184" y="125992"/>
                </a:cubicBezTo>
                <a:cubicBezTo>
                  <a:pt x="195070" y="119217"/>
                  <a:pt x="182044" y="109426"/>
                  <a:pt x="167842" y="101079"/>
                </a:cubicBezTo>
                <a:cubicBezTo>
                  <a:pt x="160642" y="99353"/>
                  <a:pt x="153623" y="97878"/>
                  <a:pt x="146476" y="96269"/>
                </a:cubicBezTo>
                <a:cubicBezTo>
                  <a:pt x="142523" y="77357"/>
                  <a:pt x="137444" y="85852"/>
                  <a:pt x="123767" y="82256"/>
                </a:cubicBezTo>
                <a:cubicBezTo>
                  <a:pt x="110465" y="91196"/>
                  <a:pt x="100498" y="103630"/>
                  <a:pt x="91258" y="116553"/>
                </a:cubicBezTo>
                <a:cubicBezTo>
                  <a:pt x="77713" y="140006"/>
                  <a:pt x="67684" y="165119"/>
                  <a:pt x="57750" y="190145"/>
                </a:cubicBezTo>
                <a:cubicBezTo>
                  <a:pt x="44968" y="221411"/>
                  <a:pt x="40737" y="255141"/>
                  <a:pt x="36738" y="288481"/>
                </a:cubicBezTo>
                <a:cubicBezTo>
                  <a:pt x="33830" y="328589"/>
                  <a:pt x="32353" y="369304"/>
                  <a:pt x="33454" y="409563"/>
                </a:cubicBezTo>
                <a:cubicBezTo>
                  <a:pt x="36023" y="459675"/>
                  <a:pt x="44075" y="509499"/>
                  <a:pt x="53608" y="558762"/>
                </a:cubicBezTo>
                <a:cubicBezTo>
                  <a:pt x="65909" y="611968"/>
                  <a:pt x="83288" y="663671"/>
                  <a:pt x="99557" y="715734"/>
                </a:cubicBezTo>
                <a:cubicBezTo>
                  <a:pt x="120619" y="766376"/>
                  <a:pt x="141802" y="816575"/>
                  <a:pt x="167565" y="865067"/>
                </a:cubicBezTo>
                <a:cubicBezTo>
                  <a:pt x="194994" y="908682"/>
                  <a:pt x="217941" y="954687"/>
                  <a:pt x="249392" y="995693"/>
                </a:cubicBezTo>
                <a:cubicBezTo>
                  <a:pt x="283407" y="1040239"/>
                  <a:pt x="322810" y="1082315"/>
                  <a:pt x="366568" y="1117423"/>
                </a:cubicBezTo>
                <a:cubicBezTo>
                  <a:pt x="397866" y="1140747"/>
                  <a:pt x="420079" y="1171110"/>
                  <a:pt x="454003" y="1190574"/>
                </a:cubicBezTo>
                <a:cubicBezTo>
                  <a:pt x="462349" y="1195362"/>
                  <a:pt x="455570" y="1207168"/>
                  <a:pt x="447228" y="1202374"/>
                </a:cubicBezTo>
                <a:cubicBezTo>
                  <a:pt x="412697" y="1182533"/>
                  <a:pt x="372771" y="1173549"/>
                  <a:pt x="343243" y="1145301"/>
                </a:cubicBezTo>
                <a:cubicBezTo>
                  <a:pt x="298117" y="1106030"/>
                  <a:pt x="251157" y="1068910"/>
                  <a:pt x="214227" y="1021181"/>
                </a:cubicBezTo>
                <a:cubicBezTo>
                  <a:pt x="183912" y="977083"/>
                  <a:pt x="154299" y="931933"/>
                  <a:pt x="133466" y="882430"/>
                </a:cubicBezTo>
                <a:cubicBezTo>
                  <a:pt x="108775" y="831864"/>
                  <a:pt x="83615" y="780799"/>
                  <a:pt x="67237" y="726877"/>
                </a:cubicBezTo>
                <a:cubicBezTo>
                  <a:pt x="47518" y="674485"/>
                  <a:pt x="34425" y="619893"/>
                  <a:pt x="24646" y="564819"/>
                </a:cubicBezTo>
                <a:cubicBezTo>
                  <a:pt x="13186" y="513792"/>
                  <a:pt x="2597" y="462883"/>
                  <a:pt x="645" y="410419"/>
                </a:cubicBezTo>
                <a:cubicBezTo>
                  <a:pt x="-395" y="368204"/>
                  <a:pt x="-1011" y="326566"/>
                  <a:pt x="5641" y="284641"/>
                </a:cubicBezTo>
                <a:cubicBezTo>
                  <a:pt x="11251" y="249080"/>
                  <a:pt x="16330" y="213796"/>
                  <a:pt x="27157" y="179257"/>
                </a:cubicBezTo>
                <a:cubicBezTo>
                  <a:pt x="36747" y="151990"/>
                  <a:pt x="46385" y="124641"/>
                  <a:pt x="60758" y="99411"/>
                </a:cubicBezTo>
                <a:cubicBezTo>
                  <a:pt x="70569" y="79021"/>
                  <a:pt x="77980" y="58530"/>
                  <a:pt x="96830" y="43801"/>
                </a:cubicBezTo>
                <a:cubicBezTo>
                  <a:pt x="113198" y="27908"/>
                  <a:pt x="129282" y="12607"/>
                  <a:pt x="148248" y="0"/>
                </a:cubicBezTo>
                <a:cubicBezTo>
                  <a:pt x="168529" y="405"/>
                  <a:pt x="187943" y="40"/>
                  <a:pt x="206474" y="10105"/>
                </a:cubicBezTo>
                <a:cubicBezTo>
                  <a:pt x="228359" y="18295"/>
                  <a:pt x="248499" y="27568"/>
                  <a:pt x="265731" y="43812"/>
                </a:cubicBezTo>
                <a:cubicBezTo>
                  <a:pt x="294007" y="63992"/>
                  <a:pt x="320345" y="86462"/>
                  <a:pt x="346753" y="109083"/>
                </a:cubicBezTo>
                <a:cubicBezTo>
                  <a:pt x="384708" y="142806"/>
                  <a:pt x="422304" y="176855"/>
                  <a:pt x="459195" y="211743"/>
                </a:cubicBezTo>
                <a:cubicBezTo>
                  <a:pt x="503181" y="249714"/>
                  <a:pt x="542371" y="293220"/>
                  <a:pt x="582087" y="335654"/>
                </a:cubicBezTo>
                <a:cubicBezTo>
                  <a:pt x="620902" y="379119"/>
                  <a:pt x="654527" y="426269"/>
                  <a:pt x="687224" y="474395"/>
                </a:cubicBezTo>
                <a:cubicBezTo>
                  <a:pt x="712280" y="520390"/>
                  <a:pt x="738588" y="566258"/>
                  <a:pt x="757255" y="615270"/>
                </a:cubicBezTo>
                <a:cubicBezTo>
                  <a:pt x="777030" y="654472"/>
                  <a:pt x="794279" y="695143"/>
                  <a:pt x="804305" y="738009"/>
                </a:cubicBezTo>
                <a:cubicBezTo>
                  <a:pt x="811061" y="776130"/>
                  <a:pt x="815326" y="813592"/>
                  <a:pt x="806367" y="852090"/>
                </a:cubicBezTo>
                <a:cubicBezTo>
                  <a:pt x="800073" y="885388"/>
                  <a:pt x="792577" y="917738"/>
                  <a:pt x="775614" y="947579"/>
                </a:cubicBezTo>
                <a:cubicBezTo>
                  <a:pt x="759182" y="976598"/>
                  <a:pt x="741553" y="1005071"/>
                  <a:pt x="719870" y="1030791"/>
                </a:cubicBezTo>
                <a:cubicBezTo>
                  <a:pt x="703164" y="1050320"/>
                  <a:pt x="689671" y="1073888"/>
                  <a:pt x="670986" y="1090419"/>
                </a:cubicBezTo>
                <a:cubicBezTo>
                  <a:pt x="634428" y="1122765"/>
                  <a:pt x="591426" y="1091579"/>
                  <a:pt x="615622" y="104918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21D54A22-8FDF-5215-3ABB-0F01F5BB938B}"/>
              </a:ext>
            </a:extLst>
          </p:cNvPr>
          <p:cNvSpPr/>
          <p:nvPr/>
        </p:nvSpPr>
        <p:spPr>
          <a:xfrm>
            <a:off x="8381130" y="2155529"/>
            <a:ext cx="706066" cy="1559411"/>
          </a:xfrm>
          <a:custGeom>
            <a:avLst/>
            <a:gdLst>
              <a:gd name="csX0" fmla="*/ 171663 w 706066"/>
              <a:gd name="csY0" fmla="*/ 1457793 h 1559411"/>
              <a:gd name="csX1" fmla="*/ 231527 w 706066"/>
              <a:gd name="csY1" fmla="*/ 1442465 h 1559411"/>
              <a:gd name="csX2" fmla="*/ 360467 w 706066"/>
              <a:gd name="csY2" fmla="*/ 1327232 h 1559411"/>
              <a:gd name="csX3" fmla="*/ 489007 w 706066"/>
              <a:gd name="csY3" fmla="*/ 1078172 h 1559411"/>
              <a:gd name="csX4" fmla="*/ 574545 w 706066"/>
              <a:gd name="csY4" fmla="*/ 804252 h 1559411"/>
              <a:gd name="csX5" fmla="*/ 619813 w 706066"/>
              <a:gd name="csY5" fmla="*/ 575243 h 1559411"/>
              <a:gd name="csX6" fmla="*/ 632196 w 706066"/>
              <a:gd name="csY6" fmla="*/ 392667 h 1559411"/>
              <a:gd name="csX7" fmla="*/ 616989 w 706066"/>
              <a:gd name="csY7" fmla="*/ 257165 h 1559411"/>
              <a:gd name="csX8" fmla="*/ 588590 w 706066"/>
              <a:gd name="csY8" fmla="*/ 156104 h 1559411"/>
              <a:gd name="csX9" fmla="*/ 561610 w 706066"/>
              <a:gd name="csY9" fmla="*/ 104586 h 1559411"/>
              <a:gd name="csX10" fmla="*/ 547968 w 706066"/>
              <a:gd name="csY10" fmla="*/ 89340 h 1559411"/>
              <a:gd name="csX11" fmla="*/ 517130 w 706066"/>
              <a:gd name="csY11" fmla="*/ 96564 h 1559411"/>
              <a:gd name="csX12" fmla="*/ 411812 w 706066"/>
              <a:gd name="csY12" fmla="*/ 204415 h 1559411"/>
              <a:gd name="csX13" fmla="*/ 295255 w 706066"/>
              <a:gd name="csY13" fmla="*/ 416671 h 1559411"/>
              <a:gd name="csX14" fmla="*/ 174392 w 706066"/>
              <a:gd name="csY14" fmla="*/ 698601 h 1559411"/>
              <a:gd name="csX15" fmla="*/ 75761 w 706066"/>
              <a:gd name="csY15" fmla="*/ 1016193 h 1559411"/>
              <a:gd name="csX16" fmla="*/ 21365 w 706066"/>
              <a:gd name="csY16" fmla="*/ 1326584 h 1559411"/>
              <a:gd name="csX17" fmla="*/ 17077 w 706066"/>
              <a:gd name="csY17" fmla="*/ 1455696 h 1559411"/>
              <a:gd name="csX18" fmla="*/ 3487 w 706066"/>
              <a:gd name="csY18" fmla="*/ 1456382 h 1559411"/>
              <a:gd name="csX19" fmla="*/ 0 w 706066"/>
              <a:gd name="csY19" fmla="*/ 1324489 h 1559411"/>
              <a:gd name="csX20" fmla="*/ 60747 w 706066"/>
              <a:gd name="csY20" fmla="*/ 1012031 h 1559411"/>
              <a:gd name="csX21" fmla="*/ 161664 w 706066"/>
              <a:gd name="csY21" fmla="*/ 693772 h 1559411"/>
              <a:gd name="csX22" fmla="*/ 282555 w 706066"/>
              <a:gd name="csY22" fmla="*/ 410413 h 1559411"/>
              <a:gd name="csX23" fmla="*/ 390674 w 706066"/>
              <a:gd name="csY23" fmla="*/ 190843 h 1559411"/>
              <a:gd name="csX24" fmla="*/ 484133 w 706066"/>
              <a:gd name="csY24" fmla="*/ 56607 h 1559411"/>
              <a:gd name="csX25" fmla="*/ 584460 w 706066"/>
              <a:gd name="csY25" fmla="*/ 1141 h 1559411"/>
              <a:gd name="csX26" fmla="*/ 644550 w 706066"/>
              <a:gd name="csY26" fmla="*/ 50698 h 1559411"/>
              <a:gd name="csX27" fmla="*/ 675822 w 706066"/>
              <a:gd name="csY27" fmla="*/ 131566 h 1559411"/>
              <a:gd name="csX28" fmla="*/ 696882 w 706066"/>
              <a:gd name="csY28" fmla="*/ 244189 h 1559411"/>
              <a:gd name="csX29" fmla="*/ 705380 w 706066"/>
              <a:gd name="csY29" fmla="*/ 393484 h 1559411"/>
              <a:gd name="csX30" fmla="*/ 683468 w 706066"/>
              <a:gd name="csY30" fmla="*/ 587204 h 1559411"/>
              <a:gd name="csX31" fmla="*/ 620910 w 706066"/>
              <a:gd name="csY31" fmla="*/ 817137 h 1559411"/>
              <a:gd name="csX32" fmla="*/ 530203 w 706066"/>
              <a:gd name="csY32" fmla="*/ 1094372 h 1559411"/>
              <a:gd name="csX33" fmla="*/ 407930 w 706066"/>
              <a:gd name="csY33" fmla="*/ 1359995 h 1559411"/>
              <a:gd name="csX34" fmla="*/ 273456 w 706066"/>
              <a:gd name="csY34" fmla="*/ 1517682 h 1559411"/>
              <a:gd name="csX35" fmla="*/ 191433 w 706066"/>
              <a:gd name="csY35" fmla="*/ 1558375 h 1559411"/>
              <a:gd name="csX36" fmla="*/ 171672 w 706066"/>
              <a:gd name="csY36" fmla="*/ 1457782 h 15594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706066" h="1559411">
                <a:moveTo>
                  <a:pt x="171663" y="1457793"/>
                </a:moveTo>
                <a:cubicBezTo>
                  <a:pt x="192018" y="1456780"/>
                  <a:pt x="211718" y="1449420"/>
                  <a:pt x="231527" y="1442465"/>
                </a:cubicBezTo>
                <a:cubicBezTo>
                  <a:pt x="285337" y="1418312"/>
                  <a:pt x="323948" y="1371894"/>
                  <a:pt x="360467" y="1327232"/>
                </a:cubicBezTo>
                <a:cubicBezTo>
                  <a:pt x="416010" y="1251154"/>
                  <a:pt x="454262" y="1165192"/>
                  <a:pt x="489007" y="1078172"/>
                </a:cubicBezTo>
                <a:cubicBezTo>
                  <a:pt x="523645" y="988869"/>
                  <a:pt x="550029" y="896750"/>
                  <a:pt x="574545" y="804252"/>
                </a:cubicBezTo>
                <a:cubicBezTo>
                  <a:pt x="594055" y="728812"/>
                  <a:pt x="607708" y="652148"/>
                  <a:pt x="619813" y="575243"/>
                </a:cubicBezTo>
                <a:cubicBezTo>
                  <a:pt x="629265" y="514867"/>
                  <a:pt x="633765" y="453751"/>
                  <a:pt x="632196" y="392667"/>
                </a:cubicBezTo>
                <a:cubicBezTo>
                  <a:pt x="632208" y="346902"/>
                  <a:pt x="624527" y="302083"/>
                  <a:pt x="616989" y="257165"/>
                </a:cubicBezTo>
                <a:cubicBezTo>
                  <a:pt x="609681" y="222895"/>
                  <a:pt x="599365" y="189304"/>
                  <a:pt x="588590" y="156104"/>
                </a:cubicBezTo>
                <a:cubicBezTo>
                  <a:pt x="584451" y="136066"/>
                  <a:pt x="573313" y="120513"/>
                  <a:pt x="561610" y="104586"/>
                </a:cubicBezTo>
                <a:cubicBezTo>
                  <a:pt x="558129" y="98722"/>
                  <a:pt x="552516" y="94422"/>
                  <a:pt x="547968" y="89340"/>
                </a:cubicBezTo>
                <a:cubicBezTo>
                  <a:pt x="567806" y="75999"/>
                  <a:pt x="522887" y="93825"/>
                  <a:pt x="517130" y="96564"/>
                </a:cubicBezTo>
                <a:cubicBezTo>
                  <a:pt x="475369" y="125690"/>
                  <a:pt x="442497" y="164158"/>
                  <a:pt x="411812" y="204415"/>
                </a:cubicBezTo>
                <a:cubicBezTo>
                  <a:pt x="365074" y="270742"/>
                  <a:pt x="330461" y="343900"/>
                  <a:pt x="295255" y="416671"/>
                </a:cubicBezTo>
                <a:cubicBezTo>
                  <a:pt x="250172" y="508565"/>
                  <a:pt x="210585" y="602904"/>
                  <a:pt x="174392" y="698601"/>
                </a:cubicBezTo>
                <a:cubicBezTo>
                  <a:pt x="135890" y="802633"/>
                  <a:pt x="103408" y="908799"/>
                  <a:pt x="75761" y="1016193"/>
                </a:cubicBezTo>
                <a:cubicBezTo>
                  <a:pt x="50804" y="1118330"/>
                  <a:pt x="31518" y="1221914"/>
                  <a:pt x="21365" y="1326584"/>
                </a:cubicBezTo>
                <a:cubicBezTo>
                  <a:pt x="12713" y="1369342"/>
                  <a:pt x="14889" y="1412535"/>
                  <a:pt x="17077" y="1455696"/>
                </a:cubicBezTo>
                <a:cubicBezTo>
                  <a:pt x="17564" y="1465306"/>
                  <a:pt x="3970" y="1465991"/>
                  <a:pt x="3487" y="1456382"/>
                </a:cubicBezTo>
                <a:cubicBezTo>
                  <a:pt x="1279" y="1412430"/>
                  <a:pt x="338" y="1368501"/>
                  <a:pt x="0" y="1324489"/>
                </a:cubicBezTo>
                <a:cubicBezTo>
                  <a:pt x="10456" y="1218514"/>
                  <a:pt x="28698" y="1113872"/>
                  <a:pt x="60747" y="1012031"/>
                </a:cubicBezTo>
                <a:cubicBezTo>
                  <a:pt x="92316" y="905303"/>
                  <a:pt x="122009" y="797909"/>
                  <a:pt x="161664" y="693772"/>
                </a:cubicBezTo>
                <a:cubicBezTo>
                  <a:pt x="198014" y="597674"/>
                  <a:pt x="235595" y="501920"/>
                  <a:pt x="282555" y="410413"/>
                </a:cubicBezTo>
                <a:cubicBezTo>
                  <a:pt x="318973" y="337390"/>
                  <a:pt x="353823" y="263595"/>
                  <a:pt x="390674" y="190843"/>
                </a:cubicBezTo>
                <a:cubicBezTo>
                  <a:pt x="416633" y="142482"/>
                  <a:pt x="445320" y="95824"/>
                  <a:pt x="484133" y="56607"/>
                </a:cubicBezTo>
                <a:cubicBezTo>
                  <a:pt x="511916" y="25713"/>
                  <a:pt x="538636" y="-6512"/>
                  <a:pt x="584460" y="1141"/>
                </a:cubicBezTo>
                <a:cubicBezTo>
                  <a:pt x="609233" y="13719"/>
                  <a:pt x="628536" y="26945"/>
                  <a:pt x="644550" y="50698"/>
                </a:cubicBezTo>
                <a:cubicBezTo>
                  <a:pt x="657617" y="76664"/>
                  <a:pt x="668905" y="103106"/>
                  <a:pt x="675822" y="131566"/>
                </a:cubicBezTo>
                <a:cubicBezTo>
                  <a:pt x="683713" y="168928"/>
                  <a:pt x="691273" y="206386"/>
                  <a:pt x="696882" y="244189"/>
                </a:cubicBezTo>
                <a:cubicBezTo>
                  <a:pt x="703642" y="293644"/>
                  <a:pt x="707778" y="343487"/>
                  <a:pt x="705380" y="393484"/>
                </a:cubicBezTo>
                <a:cubicBezTo>
                  <a:pt x="702425" y="458503"/>
                  <a:pt x="697145" y="523405"/>
                  <a:pt x="683468" y="587204"/>
                </a:cubicBezTo>
                <a:cubicBezTo>
                  <a:pt x="666535" y="664864"/>
                  <a:pt x="643945" y="741099"/>
                  <a:pt x="620910" y="817137"/>
                </a:cubicBezTo>
                <a:cubicBezTo>
                  <a:pt x="593689" y="910585"/>
                  <a:pt x="565181" y="1003446"/>
                  <a:pt x="530203" y="1094372"/>
                </a:cubicBezTo>
                <a:cubicBezTo>
                  <a:pt x="494924" y="1185241"/>
                  <a:pt x="457058" y="1275633"/>
                  <a:pt x="407930" y="1359995"/>
                </a:cubicBezTo>
                <a:cubicBezTo>
                  <a:pt x="372244" y="1420749"/>
                  <a:pt x="332206" y="1476982"/>
                  <a:pt x="273456" y="1517682"/>
                </a:cubicBezTo>
                <a:cubicBezTo>
                  <a:pt x="247890" y="1534089"/>
                  <a:pt x="220904" y="1553094"/>
                  <a:pt x="191433" y="1558375"/>
                </a:cubicBezTo>
                <a:cubicBezTo>
                  <a:pt x="120081" y="1571163"/>
                  <a:pt x="99272" y="1461382"/>
                  <a:pt x="171672" y="1457782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8C5A058F-5D89-F389-8FED-B5C7160CAF6B}"/>
              </a:ext>
            </a:extLst>
          </p:cNvPr>
          <p:cNvSpPr/>
          <p:nvPr/>
        </p:nvSpPr>
        <p:spPr>
          <a:xfrm>
            <a:off x="8812551" y="2806612"/>
            <a:ext cx="600087" cy="840122"/>
          </a:xfrm>
          <a:custGeom>
            <a:avLst/>
            <a:gdLst>
              <a:gd name="csX0" fmla="*/ 22468 w 600087"/>
              <a:gd name="csY0" fmla="*/ 758989 h 840122"/>
              <a:gd name="csX1" fmla="*/ 95765 w 600087"/>
              <a:gd name="csY1" fmla="*/ 712523 h 840122"/>
              <a:gd name="csX2" fmla="*/ 246727 w 600087"/>
              <a:gd name="csY2" fmla="*/ 566885 h 840122"/>
              <a:gd name="csX3" fmla="*/ 384516 w 600087"/>
              <a:gd name="csY3" fmla="*/ 385491 h 840122"/>
              <a:gd name="csX4" fmla="*/ 494719 w 600087"/>
              <a:gd name="csY4" fmla="*/ 203945 h 840122"/>
              <a:gd name="csX5" fmla="*/ 578261 w 600087"/>
              <a:gd name="csY5" fmla="*/ 34066 h 840122"/>
              <a:gd name="csX6" fmla="*/ 586660 w 600087"/>
              <a:gd name="csY6" fmla="*/ 5307 h 840122"/>
              <a:gd name="csX7" fmla="*/ 599722 w 600087"/>
              <a:gd name="csY7" fmla="*/ 9122 h 840122"/>
              <a:gd name="csX8" fmla="*/ 591198 w 600087"/>
              <a:gd name="csY8" fmla="*/ 38285 h 840122"/>
              <a:gd name="csX9" fmla="*/ 525282 w 600087"/>
              <a:gd name="csY9" fmla="*/ 220432 h 840122"/>
              <a:gd name="csX10" fmla="*/ 413811 w 600087"/>
              <a:gd name="csY10" fmla="*/ 405483 h 840122"/>
              <a:gd name="csX11" fmla="*/ 275375 w 600087"/>
              <a:gd name="csY11" fmla="*/ 592240 h 840122"/>
              <a:gd name="csX12" fmla="*/ 133272 w 600087"/>
              <a:gd name="csY12" fmla="*/ 751917 h 840122"/>
              <a:gd name="csX13" fmla="*/ 65177 w 600087"/>
              <a:gd name="csY13" fmla="*/ 829797 h 840122"/>
              <a:gd name="csX14" fmla="*/ 22467 w 600087"/>
              <a:gd name="csY14" fmla="*/ 758995 h 840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600087" h="840122">
                <a:moveTo>
                  <a:pt x="22468" y="758989"/>
                </a:moveTo>
                <a:cubicBezTo>
                  <a:pt x="48467" y="747628"/>
                  <a:pt x="72772" y="729570"/>
                  <a:pt x="95765" y="712523"/>
                </a:cubicBezTo>
                <a:cubicBezTo>
                  <a:pt x="150448" y="668753"/>
                  <a:pt x="199092" y="618063"/>
                  <a:pt x="246727" y="566885"/>
                </a:cubicBezTo>
                <a:cubicBezTo>
                  <a:pt x="297206" y="509940"/>
                  <a:pt x="342386" y="448775"/>
                  <a:pt x="384516" y="385491"/>
                </a:cubicBezTo>
                <a:cubicBezTo>
                  <a:pt x="422240" y="325490"/>
                  <a:pt x="459610" y="265515"/>
                  <a:pt x="494719" y="203945"/>
                </a:cubicBezTo>
                <a:cubicBezTo>
                  <a:pt x="527212" y="149396"/>
                  <a:pt x="558423" y="94922"/>
                  <a:pt x="578261" y="34066"/>
                </a:cubicBezTo>
                <a:cubicBezTo>
                  <a:pt x="581061" y="24480"/>
                  <a:pt x="583861" y="14894"/>
                  <a:pt x="586660" y="5307"/>
                </a:cubicBezTo>
                <a:cubicBezTo>
                  <a:pt x="589358" y="-3929"/>
                  <a:pt x="602420" y="-113"/>
                  <a:pt x="599722" y="9122"/>
                </a:cubicBezTo>
                <a:cubicBezTo>
                  <a:pt x="596881" y="18844"/>
                  <a:pt x="594039" y="28564"/>
                  <a:pt x="591198" y="38285"/>
                </a:cubicBezTo>
                <a:cubicBezTo>
                  <a:pt x="571192" y="99596"/>
                  <a:pt x="554392" y="162977"/>
                  <a:pt x="525282" y="220432"/>
                </a:cubicBezTo>
                <a:cubicBezTo>
                  <a:pt x="492587" y="284460"/>
                  <a:pt x="456397" y="347505"/>
                  <a:pt x="413811" y="405483"/>
                </a:cubicBezTo>
                <a:cubicBezTo>
                  <a:pt x="369394" y="468979"/>
                  <a:pt x="326410" y="533747"/>
                  <a:pt x="275375" y="592240"/>
                </a:cubicBezTo>
                <a:cubicBezTo>
                  <a:pt x="229433" y="646751"/>
                  <a:pt x="179506" y="697663"/>
                  <a:pt x="133272" y="751917"/>
                </a:cubicBezTo>
                <a:cubicBezTo>
                  <a:pt x="111247" y="778443"/>
                  <a:pt x="90413" y="806155"/>
                  <a:pt x="65177" y="829797"/>
                </a:cubicBezTo>
                <a:cubicBezTo>
                  <a:pt x="22509" y="869772"/>
                  <a:pt x="-31111" y="782408"/>
                  <a:pt x="22467" y="75899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11E8B837-7E9D-5543-5377-AFBA05A4FD92}"/>
              </a:ext>
            </a:extLst>
          </p:cNvPr>
          <p:cNvSpPr/>
          <p:nvPr/>
        </p:nvSpPr>
        <p:spPr>
          <a:xfrm>
            <a:off x="8951989" y="2107506"/>
            <a:ext cx="579866" cy="821256"/>
          </a:xfrm>
          <a:custGeom>
            <a:avLst/>
            <a:gdLst>
              <a:gd name="csX0" fmla="*/ 524157 w 579866"/>
              <a:gd name="csY0" fmla="*/ 242038 h 821256"/>
              <a:gd name="csX1" fmla="*/ 531629 w 579866"/>
              <a:gd name="csY1" fmla="*/ 195381 h 821256"/>
              <a:gd name="csX2" fmla="*/ 536382 w 579866"/>
              <a:gd name="csY2" fmla="*/ 122180 h 821256"/>
              <a:gd name="csX3" fmla="*/ 532125 w 579866"/>
              <a:gd name="csY3" fmla="*/ 62173 h 821256"/>
              <a:gd name="csX4" fmla="*/ 526167 w 579866"/>
              <a:gd name="csY4" fmla="*/ 41098 h 821256"/>
              <a:gd name="csX5" fmla="*/ 524517 w 579866"/>
              <a:gd name="csY5" fmla="*/ 49658 h 821256"/>
              <a:gd name="csX6" fmla="*/ 441930 w 579866"/>
              <a:gd name="csY6" fmla="*/ 153909 h 821256"/>
              <a:gd name="csX7" fmla="*/ 306780 w 579866"/>
              <a:gd name="csY7" fmla="*/ 361716 h 821256"/>
              <a:gd name="csX8" fmla="*/ 153951 w 579866"/>
              <a:gd name="csY8" fmla="*/ 586458 h 821256"/>
              <a:gd name="csX9" fmla="*/ 12962 w 579866"/>
              <a:gd name="csY9" fmla="*/ 817363 h 821256"/>
              <a:gd name="csX10" fmla="*/ 1069 w 579866"/>
              <a:gd name="csY10" fmla="*/ 810752 h 821256"/>
              <a:gd name="csX11" fmla="*/ 142611 w 579866"/>
              <a:gd name="csY11" fmla="*/ 578942 h 821256"/>
              <a:gd name="csX12" fmla="*/ 295468 w 579866"/>
              <a:gd name="csY12" fmla="*/ 354152 h 821256"/>
              <a:gd name="csX13" fmla="*/ 430275 w 579866"/>
              <a:gd name="csY13" fmla="*/ 146888 h 821256"/>
              <a:gd name="csX14" fmla="*/ 500831 w 579866"/>
              <a:gd name="csY14" fmla="*/ 22815 h 821256"/>
              <a:gd name="csX15" fmla="*/ 564862 w 579866"/>
              <a:gd name="csY15" fmla="*/ 10814 h 821256"/>
              <a:gd name="csX16" fmla="*/ 579576 w 579866"/>
              <a:gd name="csY16" fmla="*/ 58900 h 821256"/>
              <a:gd name="csX17" fmla="*/ 578384 w 579866"/>
              <a:gd name="csY17" fmla="*/ 123851 h 821256"/>
              <a:gd name="csX18" fmla="*/ 569886 w 579866"/>
              <a:gd name="csY18" fmla="*/ 201051 h 821256"/>
              <a:gd name="csX19" fmla="*/ 562260 w 579866"/>
              <a:gd name="csY19" fmla="*/ 251638 h 821256"/>
              <a:gd name="csX20" fmla="*/ 524159 w 579866"/>
              <a:gd name="csY20" fmla="*/ 242033 h 8212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79866" h="821256">
                <a:moveTo>
                  <a:pt x="524157" y="242038"/>
                </a:moveTo>
                <a:cubicBezTo>
                  <a:pt x="521088" y="229310"/>
                  <a:pt x="527929" y="210189"/>
                  <a:pt x="531629" y="195381"/>
                </a:cubicBezTo>
                <a:cubicBezTo>
                  <a:pt x="537265" y="171228"/>
                  <a:pt x="537669" y="146765"/>
                  <a:pt x="536382" y="122180"/>
                </a:cubicBezTo>
                <a:cubicBezTo>
                  <a:pt x="537937" y="102022"/>
                  <a:pt x="534379" y="82073"/>
                  <a:pt x="532125" y="62173"/>
                </a:cubicBezTo>
                <a:cubicBezTo>
                  <a:pt x="533053" y="55495"/>
                  <a:pt x="526875" y="43605"/>
                  <a:pt x="526167" y="41098"/>
                </a:cubicBezTo>
                <a:cubicBezTo>
                  <a:pt x="543747" y="52035"/>
                  <a:pt x="526348" y="40158"/>
                  <a:pt x="524517" y="49658"/>
                </a:cubicBezTo>
                <a:cubicBezTo>
                  <a:pt x="488839" y="77027"/>
                  <a:pt x="464821" y="115900"/>
                  <a:pt x="441930" y="153909"/>
                </a:cubicBezTo>
                <a:cubicBezTo>
                  <a:pt x="398793" y="224405"/>
                  <a:pt x="352720" y="293031"/>
                  <a:pt x="306780" y="361716"/>
                </a:cubicBezTo>
                <a:cubicBezTo>
                  <a:pt x="255871" y="436661"/>
                  <a:pt x="204005" y="510934"/>
                  <a:pt x="153951" y="586458"/>
                </a:cubicBezTo>
                <a:cubicBezTo>
                  <a:pt x="103943" y="661567"/>
                  <a:pt x="56796" y="738506"/>
                  <a:pt x="12962" y="817363"/>
                </a:cubicBezTo>
                <a:cubicBezTo>
                  <a:pt x="8287" y="825773"/>
                  <a:pt x="-3606" y="819161"/>
                  <a:pt x="1069" y="810752"/>
                </a:cubicBezTo>
                <a:cubicBezTo>
                  <a:pt x="45083" y="731585"/>
                  <a:pt x="92405" y="654342"/>
                  <a:pt x="142611" y="578942"/>
                </a:cubicBezTo>
                <a:cubicBezTo>
                  <a:pt x="192673" y="503401"/>
                  <a:pt x="244547" y="429104"/>
                  <a:pt x="295468" y="354152"/>
                </a:cubicBezTo>
                <a:cubicBezTo>
                  <a:pt x="341288" y="285649"/>
                  <a:pt x="387244" y="217201"/>
                  <a:pt x="430275" y="146888"/>
                </a:cubicBezTo>
                <a:cubicBezTo>
                  <a:pt x="454863" y="106064"/>
                  <a:pt x="473981" y="62208"/>
                  <a:pt x="500831" y="22815"/>
                </a:cubicBezTo>
                <a:cubicBezTo>
                  <a:pt x="521922" y="866"/>
                  <a:pt x="537780" y="-9265"/>
                  <a:pt x="564862" y="10814"/>
                </a:cubicBezTo>
                <a:cubicBezTo>
                  <a:pt x="573182" y="26251"/>
                  <a:pt x="581546" y="39425"/>
                  <a:pt x="579576" y="58900"/>
                </a:cubicBezTo>
                <a:cubicBezTo>
                  <a:pt x="579397" y="80562"/>
                  <a:pt x="578373" y="102178"/>
                  <a:pt x="578384" y="123851"/>
                </a:cubicBezTo>
                <a:cubicBezTo>
                  <a:pt x="574574" y="149539"/>
                  <a:pt x="571814" y="175166"/>
                  <a:pt x="569886" y="201051"/>
                </a:cubicBezTo>
                <a:cubicBezTo>
                  <a:pt x="568973" y="217778"/>
                  <a:pt x="570379" y="238874"/>
                  <a:pt x="562260" y="251638"/>
                </a:cubicBezTo>
                <a:cubicBezTo>
                  <a:pt x="547348" y="275081"/>
                  <a:pt x="530672" y="269043"/>
                  <a:pt x="524159" y="242033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7B5A3402-B1AE-D217-5F99-7D075594886D}"/>
              </a:ext>
            </a:extLst>
          </p:cNvPr>
          <p:cNvSpPr/>
          <p:nvPr/>
        </p:nvSpPr>
        <p:spPr>
          <a:xfrm>
            <a:off x="9175602" y="1645294"/>
            <a:ext cx="874831" cy="1760874"/>
          </a:xfrm>
          <a:custGeom>
            <a:avLst/>
            <a:gdLst>
              <a:gd name="csX0" fmla="*/ 4222 w 874831"/>
              <a:gd name="csY0" fmla="*/ 1720853 h 1760874"/>
              <a:gd name="csX1" fmla="*/ 76151 w 874831"/>
              <a:gd name="csY1" fmla="*/ 1631727 h 1760874"/>
              <a:gd name="csX2" fmla="*/ 236828 w 874831"/>
              <a:gd name="csY2" fmla="*/ 1419129 h 1760874"/>
              <a:gd name="csX3" fmla="*/ 438234 w 874831"/>
              <a:gd name="csY3" fmla="*/ 1157496 h 1760874"/>
              <a:gd name="csX4" fmla="*/ 629792 w 874831"/>
              <a:gd name="csY4" fmla="*/ 851439 h 1760874"/>
              <a:gd name="csX5" fmla="*/ 725585 w 874831"/>
              <a:gd name="csY5" fmla="*/ 583263 h 1760874"/>
              <a:gd name="csX6" fmla="*/ 781722 w 874831"/>
              <a:gd name="csY6" fmla="*/ 360797 h 1760874"/>
              <a:gd name="csX7" fmla="*/ 801658 w 874831"/>
              <a:gd name="csY7" fmla="*/ 192995 h 1760874"/>
              <a:gd name="csX8" fmla="*/ 790311 w 874831"/>
              <a:gd name="csY8" fmla="*/ 107831 h 1760874"/>
              <a:gd name="csX9" fmla="*/ 769938 w 874831"/>
              <a:gd name="csY9" fmla="*/ 89490 h 1760874"/>
              <a:gd name="csX10" fmla="*/ 750898 w 874831"/>
              <a:gd name="csY10" fmla="*/ 93555 h 1760874"/>
              <a:gd name="csX11" fmla="*/ 597050 w 874831"/>
              <a:gd name="csY11" fmla="*/ 203130 h 1760874"/>
              <a:gd name="csX12" fmla="*/ 537537 w 874831"/>
              <a:gd name="csY12" fmla="*/ 286484 h 1760874"/>
              <a:gd name="csX13" fmla="*/ 526284 w 874831"/>
              <a:gd name="csY13" fmla="*/ 278835 h 1760874"/>
              <a:gd name="csX14" fmla="*/ 586598 w 874831"/>
              <a:gd name="csY14" fmla="*/ 194419 h 1760874"/>
              <a:gd name="csX15" fmla="*/ 712461 w 874831"/>
              <a:gd name="csY15" fmla="*/ 26208 h 1760874"/>
              <a:gd name="csX16" fmla="*/ 828818 w 874831"/>
              <a:gd name="csY16" fmla="*/ 14517 h 1760874"/>
              <a:gd name="csX17" fmla="*/ 874028 w 874831"/>
              <a:gd name="csY17" fmla="*/ 88384 h 1760874"/>
              <a:gd name="csX18" fmla="*/ 864523 w 874831"/>
              <a:gd name="csY18" fmla="*/ 201675 h 1760874"/>
              <a:gd name="csX19" fmla="*/ 819628 w 874831"/>
              <a:gd name="csY19" fmla="*/ 370000 h 1760874"/>
              <a:gd name="csX20" fmla="*/ 759868 w 874831"/>
              <a:gd name="csY20" fmla="*/ 593657 h 1760874"/>
              <a:gd name="csX21" fmla="*/ 645701 w 874831"/>
              <a:gd name="csY21" fmla="*/ 859652 h 1760874"/>
              <a:gd name="csX22" fmla="*/ 467003 w 874831"/>
              <a:gd name="csY22" fmla="*/ 1177149 h 1760874"/>
              <a:gd name="csX23" fmla="*/ 273121 w 874831"/>
              <a:gd name="csY23" fmla="*/ 1446983 h 1760874"/>
              <a:gd name="csX24" fmla="*/ 113682 w 874831"/>
              <a:gd name="csY24" fmla="*/ 1660771 h 1760874"/>
              <a:gd name="csX25" fmla="*/ 42390 w 874831"/>
              <a:gd name="csY25" fmla="*/ 1752400 h 1760874"/>
              <a:gd name="csX26" fmla="*/ 4232 w 874831"/>
              <a:gd name="csY26" fmla="*/ 1720861 h 17608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74831" h="1760874">
                <a:moveTo>
                  <a:pt x="4222" y="1720853"/>
                </a:moveTo>
                <a:cubicBezTo>
                  <a:pt x="20362" y="1684888"/>
                  <a:pt x="49929" y="1659996"/>
                  <a:pt x="76151" y="1631727"/>
                </a:cubicBezTo>
                <a:cubicBezTo>
                  <a:pt x="137340" y="1566796"/>
                  <a:pt x="182336" y="1489423"/>
                  <a:pt x="236828" y="1419129"/>
                </a:cubicBezTo>
                <a:cubicBezTo>
                  <a:pt x="307350" y="1334506"/>
                  <a:pt x="374331" y="1247184"/>
                  <a:pt x="438234" y="1157496"/>
                </a:cubicBezTo>
                <a:cubicBezTo>
                  <a:pt x="505893" y="1058160"/>
                  <a:pt x="577756" y="960071"/>
                  <a:pt x="629792" y="851439"/>
                </a:cubicBezTo>
                <a:cubicBezTo>
                  <a:pt x="671377" y="765523"/>
                  <a:pt x="700822" y="675160"/>
                  <a:pt x="725585" y="583263"/>
                </a:cubicBezTo>
                <a:cubicBezTo>
                  <a:pt x="748035" y="510098"/>
                  <a:pt x="764357" y="435282"/>
                  <a:pt x="781722" y="360797"/>
                </a:cubicBezTo>
                <a:cubicBezTo>
                  <a:pt x="791472" y="305176"/>
                  <a:pt x="799126" y="249402"/>
                  <a:pt x="801658" y="192995"/>
                </a:cubicBezTo>
                <a:cubicBezTo>
                  <a:pt x="806610" y="163105"/>
                  <a:pt x="797698" y="135300"/>
                  <a:pt x="790311" y="107831"/>
                </a:cubicBezTo>
                <a:cubicBezTo>
                  <a:pt x="786310" y="98345"/>
                  <a:pt x="777268" y="95222"/>
                  <a:pt x="769938" y="89490"/>
                </a:cubicBezTo>
                <a:cubicBezTo>
                  <a:pt x="768984" y="86262"/>
                  <a:pt x="756670" y="92323"/>
                  <a:pt x="750898" y="93555"/>
                </a:cubicBezTo>
                <a:cubicBezTo>
                  <a:pt x="686684" y="114925"/>
                  <a:pt x="639894" y="151711"/>
                  <a:pt x="597050" y="203130"/>
                </a:cubicBezTo>
                <a:cubicBezTo>
                  <a:pt x="557022" y="256247"/>
                  <a:pt x="576931" y="228513"/>
                  <a:pt x="537537" y="286484"/>
                </a:cubicBezTo>
                <a:cubicBezTo>
                  <a:pt x="532129" y="294442"/>
                  <a:pt x="520874" y="286791"/>
                  <a:pt x="526284" y="278835"/>
                </a:cubicBezTo>
                <a:cubicBezTo>
                  <a:pt x="566195" y="220142"/>
                  <a:pt x="546018" y="248230"/>
                  <a:pt x="586598" y="194419"/>
                </a:cubicBezTo>
                <a:cubicBezTo>
                  <a:pt x="631894" y="140081"/>
                  <a:pt x="664650" y="77700"/>
                  <a:pt x="712461" y="26208"/>
                </a:cubicBezTo>
                <a:cubicBezTo>
                  <a:pt x="750255" y="-1237"/>
                  <a:pt x="787139" y="-10314"/>
                  <a:pt x="828818" y="14517"/>
                </a:cubicBezTo>
                <a:cubicBezTo>
                  <a:pt x="850478" y="35680"/>
                  <a:pt x="868697" y="57238"/>
                  <a:pt x="874028" y="88384"/>
                </a:cubicBezTo>
                <a:cubicBezTo>
                  <a:pt x="876201" y="127115"/>
                  <a:pt x="874262" y="163757"/>
                  <a:pt x="864523" y="201675"/>
                </a:cubicBezTo>
                <a:cubicBezTo>
                  <a:pt x="851581" y="258309"/>
                  <a:pt x="836845" y="314431"/>
                  <a:pt x="819628" y="370000"/>
                </a:cubicBezTo>
                <a:cubicBezTo>
                  <a:pt x="800734" y="444828"/>
                  <a:pt x="778785" y="518857"/>
                  <a:pt x="759868" y="593657"/>
                </a:cubicBezTo>
                <a:cubicBezTo>
                  <a:pt x="729023" y="685190"/>
                  <a:pt x="691955" y="774746"/>
                  <a:pt x="645701" y="859652"/>
                </a:cubicBezTo>
                <a:cubicBezTo>
                  <a:pt x="586780" y="965799"/>
                  <a:pt x="535297" y="1076222"/>
                  <a:pt x="467003" y="1177149"/>
                </a:cubicBezTo>
                <a:cubicBezTo>
                  <a:pt x="406238" y="1269912"/>
                  <a:pt x="340406" y="1358867"/>
                  <a:pt x="273121" y="1446983"/>
                </a:cubicBezTo>
                <a:cubicBezTo>
                  <a:pt x="219329" y="1517789"/>
                  <a:pt x="159450" y="1584181"/>
                  <a:pt x="113682" y="1660771"/>
                </a:cubicBezTo>
                <a:cubicBezTo>
                  <a:pt x="92459" y="1693801"/>
                  <a:pt x="74607" y="1728425"/>
                  <a:pt x="42390" y="1752400"/>
                </a:cubicBezTo>
                <a:cubicBezTo>
                  <a:pt x="14307" y="1773298"/>
                  <a:pt x="-10099" y="1752797"/>
                  <a:pt x="4232" y="172086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92C3E325-F6A1-034A-00B9-BE48E622412E}"/>
              </a:ext>
            </a:extLst>
          </p:cNvPr>
          <p:cNvSpPr/>
          <p:nvPr/>
        </p:nvSpPr>
        <p:spPr>
          <a:xfrm>
            <a:off x="6556623" y="2684045"/>
            <a:ext cx="1308942" cy="1142169"/>
          </a:xfrm>
          <a:custGeom>
            <a:avLst/>
            <a:gdLst>
              <a:gd name="csX0" fmla="*/ 1265126 w 1308942"/>
              <a:gd name="csY0" fmla="*/ 1140160 h 1142169"/>
              <a:gd name="csX1" fmla="*/ 1170852 w 1308942"/>
              <a:gd name="csY1" fmla="*/ 1111350 h 1142169"/>
              <a:gd name="csX2" fmla="*/ 921421 w 1308942"/>
              <a:gd name="csY2" fmla="*/ 1022181 h 1142169"/>
              <a:gd name="csX3" fmla="*/ 593980 w 1308942"/>
              <a:gd name="csY3" fmla="*/ 864180 h 1142169"/>
              <a:gd name="csX4" fmla="*/ 315193 w 1308942"/>
              <a:gd name="csY4" fmla="*/ 592089 h 1142169"/>
              <a:gd name="csX5" fmla="*/ 130817 w 1308942"/>
              <a:gd name="csY5" fmla="*/ 328761 h 1142169"/>
              <a:gd name="csX6" fmla="*/ 54251 w 1308942"/>
              <a:gd name="csY6" fmla="*/ 160511 h 1142169"/>
              <a:gd name="csX7" fmla="*/ 20673 w 1308942"/>
              <a:gd name="csY7" fmla="*/ 84043 h 1142169"/>
              <a:gd name="csX8" fmla="*/ 1467 w 1308942"/>
              <a:gd name="csY8" fmla="*/ 49166 h 1142169"/>
              <a:gd name="csX9" fmla="*/ 51244 w 1308942"/>
              <a:gd name="csY9" fmla="*/ 62 h 1142169"/>
              <a:gd name="csX10" fmla="*/ 148999 w 1308942"/>
              <a:gd name="csY10" fmla="*/ 42823 h 1142169"/>
              <a:gd name="csX11" fmla="*/ 342661 w 1308942"/>
              <a:gd name="csY11" fmla="*/ 112206 h 1142169"/>
              <a:gd name="csX12" fmla="*/ 604675 w 1308942"/>
              <a:gd name="csY12" fmla="*/ 256615 h 1142169"/>
              <a:gd name="csX13" fmla="*/ 839828 w 1308942"/>
              <a:gd name="csY13" fmla="*/ 431446 h 1142169"/>
              <a:gd name="csX14" fmla="*/ 942412 w 1308942"/>
              <a:gd name="csY14" fmla="*/ 554871 h 1142169"/>
              <a:gd name="csX15" fmla="*/ 932162 w 1308942"/>
              <a:gd name="csY15" fmla="*/ 563820 h 1142169"/>
              <a:gd name="csX16" fmla="*/ 815548 w 1308942"/>
              <a:gd name="csY16" fmla="*/ 458625 h 1142169"/>
              <a:gd name="csX17" fmla="*/ 590786 w 1308942"/>
              <a:gd name="csY17" fmla="*/ 277993 h 1142169"/>
              <a:gd name="csX18" fmla="*/ 333240 w 1308942"/>
              <a:gd name="csY18" fmla="*/ 138824 h 1142169"/>
              <a:gd name="csX19" fmla="*/ 134653 w 1308942"/>
              <a:gd name="csY19" fmla="*/ 84426 h 1142169"/>
              <a:gd name="csX20" fmla="*/ 40533 w 1308942"/>
              <a:gd name="csY20" fmla="*/ 63207 h 1142169"/>
              <a:gd name="csX21" fmla="*/ 65866 w 1308942"/>
              <a:gd name="csY21" fmla="*/ 28037 h 1142169"/>
              <a:gd name="csX22" fmla="*/ 76475 w 1308942"/>
              <a:gd name="csY22" fmla="*/ 62606 h 1142169"/>
              <a:gd name="csX23" fmla="*/ 94131 w 1308942"/>
              <a:gd name="csY23" fmla="*/ 148215 h 1142169"/>
              <a:gd name="csX24" fmla="*/ 151868 w 1308942"/>
              <a:gd name="csY24" fmla="*/ 317322 h 1142169"/>
              <a:gd name="csX25" fmla="*/ 325709 w 1308942"/>
              <a:gd name="csY25" fmla="*/ 583460 h 1142169"/>
              <a:gd name="csX26" fmla="*/ 601449 w 1308942"/>
              <a:gd name="csY26" fmla="*/ 852818 h 1142169"/>
              <a:gd name="csX27" fmla="*/ 925956 w 1308942"/>
              <a:gd name="csY27" fmla="*/ 1007990 h 1142169"/>
              <a:gd name="csX28" fmla="*/ 1181559 w 1308942"/>
              <a:gd name="csY28" fmla="*/ 1053665 h 1142169"/>
              <a:gd name="csX29" fmla="*/ 1266577 w 1308942"/>
              <a:gd name="csY29" fmla="*/ 1056051 h 1142169"/>
              <a:gd name="csX30" fmla="*/ 1265131 w 1308942"/>
              <a:gd name="csY30" fmla="*/ 1140174 h 11421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1308942" h="1142169">
                <a:moveTo>
                  <a:pt x="1265126" y="1140160"/>
                </a:moveTo>
                <a:cubicBezTo>
                  <a:pt x="1233832" y="1130014"/>
                  <a:pt x="1202587" y="1120260"/>
                  <a:pt x="1170852" y="1111350"/>
                </a:cubicBezTo>
                <a:cubicBezTo>
                  <a:pt x="1086076" y="1086242"/>
                  <a:pt x="1003508" y="1054996"/>
                  <a:pt x="921421" y="1022181"/>
                </a:cubicBezTo>
                <a:cubicBezTo>
                  <a:pt x="804749" y="985158"/>
                  <a:pt x="696079" y="931103"/>
                  <a:pt x="593980" y="864180"/>
                </a:cubicBezTo>
                <a:cubicBezTo>
                  <a:pt x="485976" y="789795"/>
                  <a:pt x="397965" y="692701"/>
                  <a:pt x="315193" y="592089"/>
                </a:cubicBezTo>
                <a:cubicBezTo>
                  <a:pt x="247300" y="508917"/>
                  <a:pt x="188082" y="419391"/>
                  <a:pt x="130817" y="328761"/>
                </a:cubicBezTo>
                <a:cubicBezTo>
                  <a:pt x="99187" y="275508"/>
                  <a:pt x="78002" y="217413"/>
                  <a:pt x="54251" y="160511"/>
                </a:cubicBezTo>
                <a:cubicBezTo>
                  <a:pt x="42218" y="135414"/>
                  <a:pt x="31858" y="109542"/>
                  <a:pt x="20673" y="84043"/>
                </a:cubicBezTo>
                <a:cubicBezTo>
                  <a:pt x="14441" y="72156"/>
                  <a:pt x="8220" y="60767"/>
                  <a:pt x="1467" y="49166"/>
                </a:cubicBezTo>
                <a:cubicBezTo>
                  <a:pt x="-6130" y="10725"/>
                  <a:pt x="16573" y="-975"/>
                  <a:pt x="51244" y="62"/>
                </a:cubicBezTo>
                <a:cubicBezTo>
                  <a:pt x="84408" y="13178"/>
                  <a:pt x="115221" y="31332"/>
                  <a:pt x="148999" y="42823"/>
                </a:cubicBezTo>
                <a:cubicBezTo>
                  <a:pt x="211502" y="71122"/>
                  <a:pt x="277529" y="90928"/>
                  <a:pt x="342661" y="112206"/>
                </a:cubicBezTo>
                <a:cubicBezTo>
                  <a:pt x="434740" y="151001"/>
                  <a:pt x="521893" y="200811"/>
                  <a:pt x="604675" y="256615"/>
                </a:cubicBezTo>
                <a:cubicBezTo>
                  <a:pt x="689075" y="306914"/>
                  <a:pt x="766647" y="366162"/>
                  <a:pt x="839828" y="431446"/>
                </a:cubicBezTo>
                <a:cubicBezTo>
                  <a:pt x="875914" y="471155"/>
                  <a:pt x="907023" y="514340"/>
                  <a:pt x="942412" y="554871"/>
                </a:cubicBezTo>
                <a:cubicBezTo>
                  <a:pt x="948741" y="562119"/>
                  <a:pt x="938489" y="571068"/>
                  <a:pt x="932162" y="563820"/>
                </a:cubicBezTo>
                <a:cubicBezTo>
                  <a:pt x="897046" y="523589"/>
                  <a:pt x="858365" y="490489"/>
                  <a:pt x="815548" y="458625"/>
                </a:cubicBezTo>
                <a:cubicBezTo>
                  <a:pt x="743941" y="394503"/>
                  <a:pt x="668444" y="334610"/>
                  <a:pt x="590786" y="277993"/>
                </a:cubicBezTo>
                <a:cubicBezTo>
                  <a:pt x="507985" y="226159"/>
                  <a:pt x="426480" y="170685"/>
                  <a:pt x="333240" y="138824"/>
                </a:cubicBezTo>
                <a:cubicBezTo>
                  <a:pt x="268933" y="114208"/>
                  <a:pt x="201871" y="99062"/>
                  <a:pt x="134653" y="84426"/>
                </a:cubicBezTo>
                <a:cubicBezTo>
                  <a:pt x="104343" y="73835"/>
                  <a:pt x="72652" y="65324"/>
                  <a:pt x="40533" y="63207"/>
                </a:cubicBezTo>
                <a:cubicBezTo>
                  <a:pt x="49762" y="56515"/>
                  <a:pt x="73237" y="50061"/>
                  <a:pt x="65866" y="28037"/>
                </a:cubicBezTo>
                <a:cubicBezTo>
                  <a:pt x="69083" y="37709"/>
                  <a:pt x="71738" y="51980"/>
                  <a:pt x="76475" y="62606"/>
                </a:cubicBezTo>
                <a:cubicBezTo>
                  <a:pt x="84694" y="90555"/>
                  <a:pt x="91870" y="118996"/>
                  <a:pt x="94131" y="148215"/>
                </a:cubicBezTo>
                <a:cubicBezTo>
                  <a:pt x="105983" y="206852"/>
                  <a:pt x="126963" y="262934"/>
                  <a:pt x="151868" y="317322"/>
                </a:cubicBezTo>
                <a:cubicBezTo>
                  <a:pt x="196521" y="414230"/>
                  <a:pt x="258692" y="500726"/>
                  <a:pt x="325709" y="583460"/>
                </a:cubicBezTo>
                <a:cubicBezTo>
                  <a:pt x="407590" y="683025"/>
                  <a:pt x="494616" y="779161"/>
                  <a:pt x="601449" y="852818"/>
                </a:cubicBezTo>
                <a:cubicBezTo>
                  <a:pt x="702347" y="919013"/>
                  <a:pt x="809818" y="973566"/>
                  <a:pt x="925956" y="1007990"/>
                </a:cubicBezTo>
                <a:cubicBezTo>
                  <a:pt x="1009983" y="1028263"/>
                  <a:pt x="1095101" y="1048229"/>
                  <a:pt x="1181559" y="1053665"/>
                </a:cubicBezTo>
                <a:cubicBezTo>
                  <a:pt x="1209576" y="1056277"/>
                  <a:pt x="1238898" y="1061766"/>
                  <a:pt x="1266577" y="1056051"/>
                </a:cubicBezTo>
                <a:cubicBezTo>
                  <a:pt x="1324841" y="1044021"/>
                  <a:pt x="1321724" y="1158521"/>
                  <a:pt x="1265131" y="114017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6" name="任意多边形: 形状 85">
            <a:extLst>
              <a:ext uri="{FF2B5EF4-FFF2-40B4-BE49-F238E27FC236}">
                <a16:creationId xmlns:a16="http://schemas.microsoft.com/office/drawing/2014/main" id="{A4653D4F-FB3D-F9A8-9735-2BC03BE058D2}"/>
              </a:ext>
            </a:extLst>
          </p:cNvPr>
          <p:cNvSpPr/>
          <p:nvPr/>
        </p:nvSpPr>
        <p:spPr>
          <a:xfrm>
            <a:off x="5348579" y="3118732"/>
            <a:ext cx="2427372" cy="727780"/>
          </a:xfrm>
          <a:custGeom>
            <a:avLst/>
            <a:gdLst>
              <a:gd name="csX0" fmla="*/ 2396589 w 2427372"/>
              <a:gd name="csY0" fmla="*/ 700806 h 727780"/>
              <a:gd name="csX1" fmla="*/ 2326783 w 2427372"/>
              <a:gd name="csY1" fmla="*/ 716880 h 727780"/>
              <a:gd name="csX2" fmla="*/ 2150837 w 2427372"/>
              <a:gd name="csY2" fmla="*/ 727777 h 727780"/>
              <a:gd name="csX3" fmla="*/ 1859886 w 2427372"/>
              <a:gd name="csY3" fmla="*/ 726334 h 727780"/>
              <a:gd name="csX4" fmla="*/ 1492059 w 2427372"/>
              <a:gd name="csY4" fmla="*/ 711264 h 727780"/>
              <a:gd name="csX5" fmla="*/ 1087037 w 2427372"/>
              <a:gd name="csY5" fmla="*/ 653473 h 727780"/>
              <a:gd name="csX6" fmla="*/ 693436 w 2427372"/>
              <a:gd name="csY6" fmla="*/ 539620 h 727780"/>
              <a:gd name="csX7" fmla="*/ 381006 w 2427372"/>
              <a:gd name="csY7" fmla="*/ 411195 h 727780"/>
              <a:gd name="csX8" fmla="*/ 183686 w 2427372"/>
              <a:gd name="csY8" fmla="*/ 308925 h 727780"/>
              <a:gd name="csX9" fmla="*/ 80835 w 2427372"/>
              <a:gd name="csY9" fmla="*/ 241513 h 727780"/>
              <a:gd name="csX10" fmla="*/ 24722 w 2427372"/>
              <a:gd name="csY10" fmla="*/ 175288 h 727780"/>
              <a:gd name="csX11" fmla="*/ 3705 w 2427372"/>
              <a:gd name="csY11" fmla="*/ 110366 h 727780"/>
              <a:gd name="csX12" fmla="*/ 238 w 2427372"/>
              <a:gd name="csY12" fmla="*/ 65193 h 727780"/>
              <a:gd name="csX13" fmla="*/ 29131 w 2427372"/>
              <a:gd name="csY13" fmla="*/ 9226 h 727780"/>
              <a:gd name="csX14" fmla="*/ 106439 w 2427372"/>
              <a:gd name="csY14" fmla="*/ 1885 h 727780"/>
              <a:gd name="csX15" fmla="*/ 224882 w 2427372"/>
              <a:gd name="csY15" fmla="*/ 2747 h 727780"/>
              <a:gd name="csX16" fmla="*/ 411801 w 2427372"/>
              <a:gd name="csY16" fmla="*/ 17559 h 727780"/>
              <a:gd name="csX17" fmla="*/ 630952 w 2427372"/>
              <a:gd name="csY17" fmla="*/ 44529 h 727780"/>
              <a:gd name="csX18" fmla="*/ 854342 w 2427372"/>
              <a:gd name="csY18" fmla="*/ 94500 h 727780"/>
              <a:gd name="csX19" fmla="*/ 1087057 w 2427372"/>
              <a:gd name="csY19" fmla="*/ 164794 h 727780"/>
              <a:gd name="csX20" fmla="*/ 1305113 w 2427372"/>
              <a:gd name="csY20" fmla="*/ 250901 h 727780"/>
              <a:gd name="csX21" fmla="*/ 1300168 w 2427372"/>
              <a:gd name="csY21" fmla="*/ 263579 h 727780"/>
              <a:gd name="csX22" fmla="*/ 1075826 w 2427372"/>
              <a:gd name="csY22" fmla="*/ 203703 h 727780"/>
              <a:gd name="csX23" fmla="*/ 842530 w 2427372"/>
              <a:gd name="csY23" fmla="*/ 136073 h 727780"/>
              <a:gd name="csX24" fmla="*/ 624789 w 2427372"/>
              <a:gd name="csY24" fmla="*/ 88266 h 727780"/>
              <a:gd name="csX25" fmla="*/ 407485 w 2427372"/>
              <a:gd name="csY25" fmla="*/ 64906 h 727780"/>
              <a:gd name="csX26" fmla="*/ 226587 w 2427372"/>
              <a:gd name="csY26" fmla="*/ 61377 h 727780"/>
              <a:gd name="csX27" fmla="*/ 113915 w 2427372"/>
              <a:gd name="csY27" fmla="*/ 76854 h 727780"/>
              <a:gd name="csX28" fmla="*/ 90956 w 2427372"/>
              <a:gd name="csY28" fmla="*/ 87106 h 727780"/>
              <a:gd name="csX29" fmla="*/ 101638 w 2427372"/>
              <a:gd name="csY29" fmla="*/ 69944 h 727780"/>
              <a:gd name="csX30" fmla="*/ 104286 w 2427372"/>
              <a:gd name="csY30" fmla="*/ 92126 h 727780"/>
              <a:gd name="csX31" fmla="*/ 113998 w 2427372"/>
              <a:gd name="csY31" fmla="*/ 124290 h 727780"/>
              <a:gd name="csX32" fmla="*/ 145342 w 2427372"/>
              <a:gd name="csY32" fmla="*/ 160144 h 727780"/>
              <a:gd name="csX33" fmla="*/ 235136 w 2427372"/>
              <a:gd name="csY33" fmla="*/ 229503 h 727780"/>
              <a:gd name="csX34" fmla="*/ 413225 w 2427372"/>
              <a:gd name="csY34" fmla="*/ 350347 h 727780"/>
              <a:gd name="csX35" fmla="*/ 707681 w 2427372"/>
              <a:gd name="csY35" fmla="*/ 499442 h 727780"/>
              <a:gd name="csX36" fmla="*/ 1095482 w 2427372"/>
              <a:gd name="csY36" fmla="*/ 611389 h 727780"/>
              <a:gd name="csX37" fmla="*/ 1495056 w 2427372"/>
              <a:gd name="csY37" fmla="*/ 662748 h 727780"/>
              <a:gd name="csX38" fmla="*/ 1858530 w 2427372"/>
              <a:gd name="csY38" fmla="*/ 662734 h 727780"/>
              <a:gd name="csX39" fmla="*/ 2145985 w 2427372"/>
              <a:gd name="csY39" fmla="*/ 643273 h 727780"/>
              <a:gd name="csX40" fmla="*/ 2317540 w 2427372"/>
              <a:gd name="csY40" fmla="*/ 626729 h 727780"/>
              <a:gd name="csX41" fmla="*/ 2387465 w 2427372"/>
              <a:gd name="csY41" fmla="*/ 630032 h 727780"/>
              <a:gd name="csX42" fmla="*/ 2396590 w 2427372"/>
              <a:gd name="csY42" fmla="*/ 700815 h 7277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2427372" h="727780">
                <a:moveTo>
                  <a:pt x="2396589" y="700806"/>
                </a:moveTo>
                <a:cubicBezTo>
                  <a:pt x="2374843" y="710817"/>
                  <a:pt x="2350615" y="714034"/>
                  <a:pt x="2326783" y="716880"/>
                </a:cubicBezTo>
                <a:cubicBezTo>
                  <a:pt x="2268243" y="722268"/>
                  <a:pt x="2209682" y="727285"/>
                  <a:pt x="2150837" y="727777"/>
                </a:cubicBezTo>
                <a:cubicBezTo>
                  <a:pt x="2053863" y="727879"/>
                  <a:pt x="1956879" y="725885"/>
                  <a:pt x="1859886" y="726334"/>
                </a:cubicBezTo>
                <a:cubicBezTo>
                  <a:pt x="1736928" y="728030"/>
                  <a:pt x="1614665" y="718873"/>
                  <a:pt x="1492059" y="711264"/>
                </a:cubicBezTo>
                <a:cubicBezTo>
                  <a:pt x="1355680" y="701483"/>
                  <a:pt x="1220711" y="681898"/>
                  <a:pt x="1087037" y="653473"/>
                </a:cubicBezTo>
                <a:cubicBezTo>
                  <a:pt x="953030" y="625225"/>
                  <a:pt x="822938" y="583451"/>
                  <a:pt x="693436" y="539620"/>
                </a:cubicBezTo>
                <a:cubicBezTo>
                  <a:pt x="586279" y="504231"/>
                  <a:pt x="482914" y="459313"/>
                  <a:pt x="381006" y="411195"/>
                </a:cubicBezTo>
                <a:cubicBezTo>
                  <a:pt x="315254" y="377335"/>
                  <a:pt x="247732" y="346091"/>
                  <a:pt x="183686" y="308925"/>
                </a:cubicBezTo>
                <a:cubicBezTo>
                  <a:pt x="147261" y="290161"/>
                  <a:pt x="113763" y="265782"/>
                  <a:pt x="80835" y="241513"/>
                </a:cubicBezTo>
                <a:cubicBezTo>
                  <a:pt x="56665" y="223490"/>
                  <a:pt x="39371" y="201039"/>
                  <a:pt x="24722" y="175288"/>
                </a:cubicBezTo>
                <a:cubicBezTo>
                  <a:pt x="13550" y="154943"/>
                  <a:pt x="8853" y="132591"/>
                  <a:pt x="3705" y="110366"/>
                </a:cubicBezTo>
                <a:cubicBezTo>
                  <a:pt x="-320" y="95398"/>
                  <a:pt x="-265" y="80457"/>
                  <a:pt x="238" y="65193"/>
                </a:cubicBezTo>
                <a:cubicBezTo>
                  <a:pt x="1171" y="40712"/>
                  <a:pt x="13969" y="26637"/>
                  <a:pt x="29131" y="9226"/>
                </a:cubicBezTo>
                <a:cubicBezTo>
                  <a:pt x="54255" y="-3630"/>
                  <a:pt x="79697" y="156"/>
                  <a:pt x="106439" y="1885"/>
                </a:cubicBezTo>
                <a:cubicBezTo>
                  <a:pt x="145888" y="48"/>
                  <a:pt x="185384" y="2721"/>
                  <a:pt x="224882" y="2747"/>
                </a:cubicBezTo>
                <a:cubicBezTo>
                  <a:pt x="287282" y="7084"/>
                  <a:pt x="349641" y="10273"/>
                  <a:pt x="411801" y="17559"/>
                </a:cubicBezTo>
                <a:cubicBezTo>
                  <a:pt x="484921" y="26017"/>
                  <a:pt x="557848" y="35896"/>
                  <a:pt x="630952" y="44529"/>
                </a:cubicBezTo>
                <a:cubicBezTo>
                  <a:pt x="707254" y="52100"/>
                  <a:pt x="780895" y="73604"/>
                  <a:pt x="854342" y="94500"/>
                </a:cubicBezTo>
                <a:cubicBezTo>
                  <a:pt x="931783" y="118330"/>
                  <a:pt x="1009190" y="142383"/>
                  <a:pt x="1087057" y="164794"/>
                </a:cubicBezTo>
                <a:cubicBezTo>
                  <a:pt x="1162730" y="186242"/>
                  <a:pt x="1232123" y="222445"/>
                  <a:pt x="1305113" y="250901"/>
                </a:cubicBezTo>
                <a:cubicBezTo>
                  <a:pt x="1314077" y="254396"/>
                  <a:pt x="1309132" y="267074"/>
                  <a:pt x="1300168" y="263579"/>
                </a:cubicBezTo>
                <a:cubicBezTo>
                  <a:pt x="1227106" y="235081"/>
                  <a:pt x="1151283" y="224828"/>
                  <a:pt x="1075826" y="203703"/>
                </a:cubicBezTo>
                <a:cubicBezTo>
                  <a:pt x="998004" y="181171"/>
                  <a:pt x="920273" y="158833"/>
                  <a:pt x="842530" y="136073"/>
                </a:cubicBezTo>
                <a:cubicBezTo>
                  <a:pt x="770919" y="115768"/>
                  <a:pt x="698293" y="100153"/>
                  <a:pt x="624789" y="88266"/>
                </a:cubicBezTo>
                <a:cubicBezTo>
                  <a:pt x="552746" y="76459"/>
                  <a:pt x="480304" y="69822"/>
                  <a:pt x="407485" y="64906"/>
                </a:cubicBezTo>
                <a:cubicBezTo>
                  <a:pt x="347213" y="61028"/>
                  <a:pt x="286927" y="55380"/>
                  <a:pt x="226587" y="61377"/>
                </a:cubicBezTo>
                <a:cubicBezTo>
                  <a:pt x="188573" y="63680"/>
                  <a:pt x="151415" y="70672"/>
                  <a:pt x="113915" y="76854"/>
                </a:cubicBezTo>
                <a:cubicBezTo>
                  <a:pt x="110674" y="77827"/>
                  <a:pt x="68898" y="91125"/>
                  <a:pt x="90956" y="87106"/>
                </a:cubicBezTo>
                <a:cubicBezTo>
                  <a:pt x="93280" y="83299"/>
                  <a:pt x="103334" y="72055"/>
                  <a:pt x="101638" y="69944"/>
                </a:cubicBezTo>
                <a:cubicBezTo>
                  <a:pt x="101893" y="72079"/>
                  <a:pt x="104937" y="85595"/>
                  <a:pt x="104286" y="92126"/>
                </a:cubicBezTo>
                <a:cubicBezTo>
                  <a:pt x="106444" y="103309"/>
                  <a:pt x="107571" y="114566"/>
                  <a:pt x="113998" y="124290"/>
                </a:cubicBezTo>
                <a:cubicBezTo>
                  <a:pt x="123478" y="137228"/>
                  <a:pt x="132289" y="150380"/>
                  <a:pt x="145342" y="160144"/>
                </a:cubicBezTo>
                <a:cubicBezTo>
                  <a:pt x="174738" y="183848"/>
                  <a:pt x="205247" y="206311"/>
                  <a:pt x="235136" y="229503"/>
                </a:cubicBezTo>
                <a:cubicBezTo>
                  <a:pt x="293345" y="271649"/>
                  <a:pt x="350608" y="314761"/>
                  <a:pt x="413225" y="350347"/>
                </a:cubicBezTo>
                <a:cubicBezTo>
                  <a:pt x="507980" y="406371"/>
                  <a:pt x="605316" y="458560"/>
                  <a:pt x="707681" y="499442"/>
                </a:cubicBezTo>
                <a:cubicBezTo>
                  <a:pt x="833887" y="546266"/>
                  <a:pt x="963675" y="583910"/>
                  <a:pt x="1095482" y="611389"/>
                </a:cubicBezTo>
                <a:cubicBezTo>
                  <a:pt x="1227460" y="636296"/>
                  <a:pt x="1360925" y="654891"/>
                  <a:pt x="1495056" y="662748"/>
                </a:cubicBezTo>
                <a:cubicBezTo>
                  <a:pt x="1616061" y="670240"/>
                  <a:pt x="1737457" y="668422"/>
                  <a:pt x="1858530" y="662734"/>
                </a:cubicBezTo>
                <a:cubicBezTo>
                  <a:pt x="1954503" y="659108"/>
                  <a:pt x="2050458" y="652915"/>
                  <a:pt x="2145985" y="643273"/>
                </a:cubicBezTo>
                <a:cubicBezTo>
                  <a:pt x="2203154" y="637085"/>
                  <a:pt x="2260418" y="633143"/>
                  <a:pt x="2317540" y="626729"/>
                </a:cubicBezTo>
                <a:cubicBezTo>
                  <a:pt x="2340963" y="624887"/>
                  <a:pt x="2365093" y="622298"/>
                  <a:pt x="2387465" y="630032"/>
                </a:cubicBezTo>
                <a:cubicBezTo>
                  <a:pt x="2435162" y="646520"/>
                  <a:pt x="2442432" y="679713"/>
                  <a:pt x="2396590" y="70081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A419378B-D0BA-221C-F959-85E9A4916260}"/>
              </a:ext>
            </a:extLst>
          </p:cNvPr>
          <p:cNvSpPr/>
          <p:nvPr/>
        </p:nvSpPr>
        <p:spPr>
          <a:xfrm>
            <a:off x="8041257" y="2409368"/>
            <a:ext cx="597236" cy="455778"/>
          </a:xfrm>
          <a:custGeom>
            <a:avLst/>
            <a:gdLst>
              <a:gd name="csX0" fmla="*/ 1758 w 597236"/>
              <a:gd name="csY0" fmla="*/ 422618 h 455778"/>
              <a:gd name="csX1" fmla="*/ 46687 w 597236"/>
              <a:gd name="csY1" fmla="*/ 352986 h 455778"/>
              <a:gd name="csX2" fmla="*/ 144175 w 597236"/>
              <a:gd name="csY2" fmla="*/ 213655 h 455778"/>
              <a:gd name="csX3" fmla="*/ 251170 w 597236"/>
              <a:gd name="csY3" fmla="*/ 73504 h 455778"/>
              <a:gd name="csX4" fmla="*/ 365936 w 597236"/>
              <a:gd name="csY4" fmla="*/ 1891 h 455778"/>
              <a:gd name="csX5" fmla="*/ 491943 w 597236"/>
              <a:gd name="csY5" fmla="*/ 43867 h 455778"/>
              <a:gd name="csX6" fmla="*/ 584530 w 597236"/>
              <a:gd name="csY6" fmla="*/ 162700 h 455778"/>
              <a:gd name="csX7" fmla="*/ 596081 w 597236"/>
              <a:gd name="csY7" fmla="*/ 182426 h 455778"/>
              <a:gd name="csX8" fmla="*/ 584336 w 597236"/>
              <a:gd name="csY8" fmla="*/ 189296 h 455778"/>
              <a:gd name="csX9" fmla="*/ 573195 w 597236"/>
              <a:gd name="csY9" fmla="*/ 170227 h 455778"/>
              <a:gd name="csX10" fmla="*/ 471401 w 597236"/>
              <a:gd name="csY10" fmla="*/ 73434 h 455778"/>
              <a:gd name="csX11" fmla="*/ 373122 w 597236"/>
              <a:gd name="csY11" fmla="*/ 39580 h 455778"/>
              <a:gd name="csX12" fmla="*/ 269881 w 597236"/>
              <a:gd name="csY12" fmla="*/ 91352 h 455778"/>
              <a:gd name="csX13" fmla="*/ 159781 w 597236"/>
              <a:gd name="csY13" fmla="*/ 224274 h 455778"/>
              <a:gd name="csX14" fmla="*/ 73689 w 597236"/>
              <a:gd name="csY14" fmla="*/ 368397 h 455778"/>
              <a:gd name="csX15" fmla="*/ 55008 w 597236"/>
              <a:gd name="csY15" fmla="*/ 432285 h 455778"/>
              <a:gd name="csX16" fmla="*/ 1763 w 597236"/>
              <a:gd name="csY16" fmla="*/ 422604 h 4557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597236" h="455778">
                <a:moveTo>
                  <a:pt x="1758" y="422618"/>
                </a:moveTo>
                <a:cubicBezTo>
                  <a:pt x="11196" y="396198"/>
                  <a:pt x="28323" y="373927"/>
                  <a:pt x="46687" y="352986"/>
                </a:cubicBezTo>
                <a:cubicBezTo>
                  <a:pt x="78632" y="306201"/>
                  <a:pt x="110709" y="259393"/>
                  <a:pt x="144175" y="213655"/>
                </a:cubicBezTo>
                <a:cubicBezTo>
                  <a:pt x="177427" y="165032"/>
                  <a:pt x="212111" y="117633"/>
                  <a:pt x="251170" y="73504"/>
                </a:cubicBezTo>
                <a:cubicBezTo>
                  <a:pt x="282430" y="37556"/>
                  <a:pt x="320141" y="13764"/>
                  <a:pt x="365936" y="1891"/>
                </a:cubicBezTo>
                <a:cubicBezTo>
                  <a:pt x="414329" y="-6626"/>
                  <a:pt x="455165" y="14732"/>
                  <a:pt x="491943" y="43867"/>
                </a:cubicBezTo>
                <a:cubicBezTo>
                  <a:pt x="538043" y="72476"/>
                  <a:pt x="556262" y="120168"/>
                  <a:pt x="584530" y="162700"/>
                </a:cubicBezTo>
                <a:cubicBezTo>
                  <a:pt x="588381" y="169275"/>
                  <a:pt x="592231" y="175851"/>
                  <a:pt x="596081" y="182426"/>
                </a:cubicBezTo>
                <a:cubicBezTo>
                  <a:pt x="600943" y="190729"/>
                  <a:pt x="589190" y="197604"/>
                  <a:pt x="584336" y="189296"/>
                </a:cubicBezTo>
                <a:cubicBezTo>
                  <a:pt x="580622" y="182940"/>
                  <a:pt x="576909" y="176583"/>
                  <a:pt x="573195" y="170227"/>
                </a:cubicBezTo>
                <a:cubicBezTo>
                  <a:pt x="547548" y="131563"/>
                  <a:pt x="505231" y="104864"/>
                  <a:pt x="471401" y="73434"/>
                </a:cubicBezTo>
                <a:cubicBezTo>
                  <a:pt x="440625" y="55256"/>
                  <a:pt x="409875" y="38392"/>
                  <a:pt x="373122" y="39580"/>
                </a:cubicBezTo>
                <a:cubicBezTo>
                  <a:pt x="333585" y="47334"/>
                  <a:pt x="298985" y="61451"/>
                  <a:pt x="269881" y="91352"/>
                </a:cubicBezTo>
                <a:cubicBezTo>
                  <a:pt x="228449" y="131505"/>
                  <a:pt x="191982" y="176391"/>
                  <a:pt x="159781" y="224274"/>
                </a:cubicBezTo>
                <a:cubicBezTo>
                  <a:pt x="129848" y="271600"/>
                  <a:pt x="99370" y="318553"/>
                  <a:pt x="73689" y="368397"/>
                </a:cubicBezTo>
                <a:cubicBezTo>
                  <a:pt x="66959" y="389687"/>
                  <a:pt x="57578" y="410211"/>
                  <a:pt x="55008" y="432285"/>
                </a:cubicBezTo>
                <a:cubicBezTo>
                  <a:pt x="50582" y="470294"/>
                  <a:pt x="-11110" y="458641"/>
                  <a:pt x="1763" y="42260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293C7195-9F6A-7D1B-85A5-F8DAC7391D99}"/>
              </a:ext>
            </a:extLst>
          </p:cNvPr>
          <p:cNvSpPr/>
          <p:nvPr/>
        </p:nvSpPr>
        <p:spPr>
          <a:xfrm>
            <a:off x="7780724" y="2522268"/>
            <a:ext cx="413494" cy="188045"/>
          </a:xfrm>
          <a:custGeom>
            <a:avLst/>
            <a:gdLst>
              <a:gd name="csX0" fmla="*/ 384306 w 413494"/>
              <a:gd name="csY0" fmla="*/ 113217 h 188045"/>
              <a:gd name="csX1" fmla="*/ 359807 w 413494"/>
              <a:gd name="csY1" fmla="*/ 90265 h 188045"/>
              <a:gd name="csX2" fmla="*/ 313230 w 413494"/>
              <a:gd name="csY2" fmla="*/ 53173 h 188045"/>
              <a:gd name="csX3" fmla="*/ 257905 w 413494"/>
              <a:gd name="csY3" fmla="*/ 33596 h 188045"/>
              <a:gd name="csX4" fmla="*/ 192971 w 413494"/>
              <a:gd name="csY4" fmla="*/ 28948 h 188045"/>
              <a:gd name="csX5" fmla="*/ 133282 w 413494"/>
              <a:gd name="csY5" fmla="*/ 41010 h 188045"/>
              <a:gd name="csX6" fmla="*/ 86479 w 413494"/>
              <a:gd name="csY6" fmla="*/ 71342 h 188045"/>
              <a:gd name="csX7" fmla="*/ 45280 w 413494"/>
              <a:gd name="csY7" fmla="*/ 121428 h 188045"/>
              <a:gd name="csX8" fmla="*/ 17260 w 413494"/>
              <a:gd name="csY8" fmla="*/ 174766 h 188045"/>
              <a:gd name="csX9" fmla="*/ 13107 w 413494"/>
              <a:gd name="csY9" fmla="*/ 183165 h 188045"/>
              <a:gd name="csX10" fmla="*/ 241 w 413494"/>
              <a:gd name="csY10" fmla="*/ 178734 h 188045"/>
              <a:gd name="csX11" fmla="*/ 2180 w 413494"/>
              <a:gd name="csY11" fmla="*/ 169445 h 188045"/>
              <a:gd name="csX12" fmla="*/ 23939 w 413494"/>
              <a:gd name="csY12" fmla="*/ 107523 h 188045"/>
              <a:gd name="csX13" fmla="*/ 67051 w 413494"/>
              <a:gd name="csY13" fmla="*/ 50825 h 188045"/>
              <a:gd name="csX14" fmla="*/ 124124 w 413494"/>
              <a:gd name="csY14" fmla="*/ 12006 h 188045"/>
              <a:gd name="csX15" fmla="*/ 192241 w 413494"/>
              <a:gd name="csY15" fmla="*/ 91 h 188045"/>
              <a:gd name="csX16" fmla="*/ 263627 w 413494"/>
              <a:gd name="csY16" fmla="*/ 6427 h 188045"/>
              <a:gd name="csX17" fmla="*/ 327646 w 413494"/>
              <a:gd name="csY17" fmla="*/ 30027 h 188045"/>
              <a:gd name="csX18" fmla="*/ 380035 w 413494"/>
              <a:gd name="csY18" fmla="*/ 66014 h 188045"/>
              <a:gd name="csX19" fmla="*/ 409758 w 413494"/>
              <a:gd name="csY19" fmla="*/ 95001 h 188045"/>
              <a:gd name="csX20" fmla="*/ 384306 w 413494"/>
              <a:gd name="csY20" fmla="*/ 113216 h 1880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13494" h="188045">
                <a:moveTo>
                  <a:pt x="384306" y="113217"/>
                </a:moveTo>
                <a:cubicBezTo>
                  <a:pt x="378567" y="104317"/>
                  <a:pt x="368157" y="97459"/>
                  <a:pt x="359807" y="90265"/>
                </a:cubicBezTo>
                <a:cubicBezTo>
                  <a:pt x="346458" y="75291"/>
                  <a:pt x="329332" y="64733"/>
                  <a:pt x="313230" y="53173"/>
                </a:cubicBezTo>
                <a:cubicBezTo>
                  <a:pt x="296052" y="43320"/>
                  <a:pt x="276936" y="38406"/>
                  <a:pt x="257905" y="33596"/>
                </a:cubicBezTo>
                <a:cubicBezTo>
                  <a:pt x="236391" y="29502"/>
                  <a:pt x="214709" y="29428"/>
                  <a:pt x="192971" y="28948"/>
                </a:cubicBezTo>
                <a:cubicBezTo>
                  <a:pt x="172374" y="29438"/>
                  <a:pt x="152866" y="35440"/>
                  <a:pt x="133282" y="41010"/>
                </a:cubicBezTo>
                <a:cubicBezTo>
                  <a:pt x="115389" y="47370"/>
                  <a:pt x="101337" y="60084"/>
                  <a:pt x="86479" y="71342"/>
                </a:cubicBezTo>
                <a:cubicBezTo>
                  <a:pt x="70283" y="85930"/>
                  <a:pt x="57485" y="103561"/>
                  <a:pt x="45280" y="121428"/>
                </a:cubicBezTo>
                <a:cubicBezTo>
                  <a:pt x="33729" y="138009"/>
                  <a:pt x="26105" y="156620"/>
                  <a:pt x="17260" y="174766"/>
                </a:cubicBezTo>
                <a:cubicBezTo>
                  <a:pt x="15876" y="177566"/>
                  <a:pt x="14491" y="180365"/>
                  <a:pt x="13107" y="183165"/>
                </a:cubicBezTo>
                <a:cubicBezTo>
                  <a:pt x="8842" y="191790"/>
                  <a:pt x="-1725" y="188153"/>
                  <a:pt x="241" y="178734"/>
                </a:cubicBezTo>
                <a:cubicBezTo>
                  <a:pt x="887" y="175638"/>
                  <a:pt x="1534" y="172541"/>
                  <a:pt x="2180" y="169445"/>
                </a:cubicBezTo>
                <a:cubicBezTo>
                  <a:pt x="7369" y="148184"/>
                  <a:pt x="12526" y="126420"/>
                  <a:pt x="23939" y="107523"/>
                </a:cubicBezTo>
                <a:cubicBezTo>
                  <a:pt x="37097" y="87788"/>
                  <a:pt x="50329" y="67974"/>
                  <a:pt x="67051" y="50825"/>
                </a:cubicBezTo>
                <a:cubicBezTo>
                  <a:pt x="84141" y="34398"/>
                  <a:pt x="100394" y="18490"/>
                  <a:pt x="124124" y="12006"/>
                </a:cubicBezTo>
                <a:cubicBezTo>
                  <a:pt x="146377" y="5362"/>
                  <a:pt x="168957" y="1415"/>
                  <a:pt x="192241" y="91"/>
                </a:cubicBezTo>
                <a:cubicBezTo>
                  <a:pt x="216240" y="-359"/>
                  <a:pt x="240177" y="724"/>
                  <a:pt x="263627" y="6427"/>
                </a:cubicBezTo>
                <a:cubicBezTo>
                  <a:pt x="286239" y="11338"/>
                  <a:pt x="308314" y="16453"/>
                  <a:pt x="327646" y="30027"/>
                </a:cubicBezTo>
                <a:cubicBezTo>
                  <a:pt x="345348" y="41762"/>
                  <a:pt x="363110" y="53266"/>
                  <a:pt x="380035" y="66014"/>
                </a:cubicBezTo>
                <a:cubicBezTo>
                  <a:pt x="390642" y="75205"/>
                  <a:pt x="401148" y="83963"/>
                  <a:pt x="409758" y="95001"/>
                </a:cubicBezTo>
                <a:cubicBezTo>
                  <a:pt x="423371" y="112451"/>
                  <a:pt x="396301" y="131816"/>
                  <a:pt x="384306" y="11321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B9845CFF-AFEA-C735-59B4-6356EB480AE9}"/>
              </a:ext>
            </a:extLst>
          </p:cNvPr>
          <p:cNvSpPr/>
          <p:nvPr/>
        </p:nvSpPr>
        <p:spPr>
          <a:xfrm>
            <a:off x="7258212" y="2288766"/>
            <a:ext cx="339604" cy="784079"/>
          </a:xfrm>
          <a:custGeom>
            <a:avLst/>
            <a:gdLst>
              <a:gd name="csX0" fmla="*/ 82335 w 339604"/>
              <a:gd name="csY0" fmla="*/ 758104 h 784079"/>
              <a:gd name="csX1" fmla="*/ 76006 w 339604"/>
              <a:gd name="csY1" fmla="*/ 715059 h 784079"/>
              <a:gd name="csX2" fmla="*/ 49540 w 339604"/>
              <a:gd name="csY2" fmla="*/ 604311 h 784079"/>
              <a:gd name="csX3" fmla="*/ 15999 w 339604"/>
              <a:gd name="csY3" fmla="*/ 450549 h 784079"/>
              <a:gd name="csX4" fmla="*/ 246 w 339604"/>
              <a:gd name="csY4" fmla="*/ 295625 h 784079"/>
              <a:gd name="csX5" fmla="*/ 16546 w 339604"/>
              <a:gd name="csY5" fmla="*/ 156027 h 784079"/>
              <a:gd name="csX6" fmla="*/ 35125 w 339604"/>
              <a:gd name="csY6" fmla="*/ 57252 h 784079"/>
              <a:gd name="csX7" fmla="*/ 74496 w 339604"/>
              <a:gd name="csY7" fmla="*/ 4322 h 784079"/>
              <a:gd name="csX8" fmla="*/ 149396 w 339604"/>
              <a:gd name="csY8" fmla="*/ 26170 h 784079"/>
              <a:gd name="csX9" fmla="*/ 242403 w 339604"/>
              <a:gd name="csY9" fmla="*/ 126182 h 784079"/>
              <a:gd name="csX10" fmla="*/ 338234 w 339604"/>
              <a:gd name="csY10" fmla="*/ 251074 h 784079"/>
              <a:gd name="csX11" fmla="*/ 326869 w 339604"/>
              <a:gd name="csY11" fmla="*/ 258556 h 784079"/>
              <a:gd name="csX12" fmla="*/ 232464 w 339604"/>
              <a:gd name="csY12" fmla="*/ 135474 h 784079"/>
              <a:gd name="csX13" fmla="*/ 135433 w 339604"/>
              <a:gd name="csY13" fmla="*/ 45608 h 784079"/>
              <a:gd name="csX14" fmla="*/ 89835 w 339604"/>
              <a:gd name="csY14" fmla="*/ 33213 h 784079"/>
              <a:gd name="csX15" fmla="*/ 61037 w 339604"/>
              <a:gd name="csY15" fmla="*/ 65986 h 784079"/>
              <a:gd name="csX16" fmla="*/ 31192 w 339604"/>
              <a:gd name="csY16" fmla="*/ 158897 h 784079"/>
              <a:gd name="csX17" fmla="*/ 17672 w 339604"/>
              <a:gd name="csY17" fmla="*/ 295171 h 784079"/>
              <a:gd name="csX18" fmla="*/ 34429 w 339604"/>
              <a:gd name="csY18" fmla="*/ 446866 h 784079"/>
              <a:gd name="csX19" fmla="*/ 73607 w 339604"/>
              <a:gd name="csY19" fmla="*/ 597237 h 784079"/>
              <a:gd name="csX20" fmla="*/ 119964 w 339604"/>
              <a:gd name="csY20" fmla="*/ 698878 h 784079"/>
              <a:gd name="csX21" fmla="*/ 142593 w 339604"/>
              <a:gd name="csY21" fmla="*/ 745810 h 784079"/>
              <a:gd name="csX22" fmla="*/ 82333 w 339604"/>
              <a:gd name="csY22" fmla="*/ 758111 h 7840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339604" h="784079">
                <a:moveTo>
                  <a:pt x="82335" y="758104"/>
                </a:moveTo>
                <a:cubicBezTo>
                  <a:pt x="83250" y="743592"/>
                  <a:pt x="78817" y="729222"/>
                  <a:pt x="76006" y="715059"/>
                </a:cubicBezTo>
                <a:cubicBezTo>
                  <a:pt x="66406" y="678389"/>
                  <a:pt x="58373" y="641335"/>
                  <a:pt x="49540" y="604311"/>
                </a:cubicBezTo>
                <a:cubicBezTo>
                  <a:pt x="40170" y="552704"/>
                  <a:pt x="26280" y="502041"/>
                  <a:pt x="15999" y="450549"/>
                </a:cubicBezTo>
                <a:cubicBezTo>
                  <a:pt x="8590" y="399054"/>
                  <a:pt x="2250" y="347708"/>
                  <a:pt x="246" y="295625"/>
                </a:cubicBezTo>
                <a:cubicBezTo>
                  <a:pt x="-1740" y="248421"/>
                  <a:pt x="8696" y="202224"/>
                  <a:pt x="16546" y="156027"/>
                </a:cubicBezTo>
                <a:cubicBezTo>
                  <a:pt x="22270" y="122952"/>
                  <a:pt x="27219" y="89802"/>
                  <a:pt x="35125" y="57252"/>
                </a:cubicBezTo>
                <a:cubicBezTo>
                  <a:pt x="39836" y="31576"/>
                  <a:pt x="53959" y="17758"/>
                  <a:pt x="74496" y="4322"/>
                </a:cubicBezTo>
                <a:cubicBezTo>
                  <a:pt x="105870" y="-7304"/>
                  <a:pt x="125934" y="6058"/>
                  <a:pt x="149396" y="26170"/>
                </a:cubicBezTo>
                <a:cubicBezTo>
                  <a:pt x="180217" y="59572"/>
                  <a:pt x="211310" y="92912"/>
                  <a:pt x="242403" y="126182"/>
                </a:cubicBezTo>
                <a:cubicBezTo>
                  <a:pt x="279145" y="164019"/>
                  <a:pt x="309329" y="207171"/>
                  <a:pt x="338234" y="251074"/>
                </a:cubicBezTo>
                <a:cubicBezTo>
                  <a:pt x="343525" y="259110"/>
                  <a:pt x="332159" y="266593"/>
                  <a:pt x="326869" y="258556"/>
                </a:cubicBezTo>
                <a:cubicBezTo>
                  <a:pt x="298391" y="215292"/>
                  <a:pt x="268682" y="172748"/>
                  <a:pt x="232464" y="135474"/>
                </a:cubicBezTo>
                <a:cubicBezTo>
                  <a:pt x="202323" y="103218"/>
                  <a:pt x="172454" y="70183"/>
                  <a:pt x="135433" y="45608"/>
                </a:cubicBezTo>
                <a:cubicBezTo>
                  <a:pt x="120003" y="39372"/>
                  <a:pt x="107194" y="30023"/>
                  <a:pt x="89835" y="33213"/>
                </a:cubicBezTo>
                <a:cubicBezTo>
                  <a:pt x="78459" y="43283"/>
                  <a:pt x="66560" y="50188"/>
                  <a:pt x="61037" y="65986"/>
                </a:cubicBezTo>
                <a:cubicBezTo>
                  <a:pt x="49356" y="96438"/>
                  <a:pt x="37862" y="126822"/>
                  <a:pt x="31192" y="158897"/>
                </a:cubicBezTo>
                <a:cubicBezTo>
                  <a:pt x="21242" y="203598"/>
                  <a:pt x="17648" y="249430"/>
                  <a:pt x="17672" y="295171"/>
                </a:cubicBezTo>
                <a:cubicBezTo>
                  <a:pt x="18353" y="345975"/>
                  <a:pt x="21824" y="397555"/>
                  <a:pt x="34429" y="446866"/>
                </a:cubicBezTo>
                <a:cubicBezTo>
                  <a:pt x="44542" y="497576"/>
                  <a:pt x="54418" y="549126"/>
                  <a:pt x="73607" y="597237"/>
                </a:cubicBezTo>
                <a:cubicBezTo>
                  <a:pt x="86138" y="632745"/>
                  <a:pt x="101914" y="666010"/>
                  <a:pt x="119964" y="698878"/>
                </a:cubicBezTo>
                <a:cubicBezTo>
                  <a:pt x="128095" y="714272"/>
                  <a:pt x="135704" y="729820"/>
                  <a:pt x="142593" y="745810"/>
                </a:cubicBezTo>
                <a:cubicBezTo>
                  <a:pt x="159800" y="785750"/>
                  <a:pt x="79597" y="801513"/>
                  <a:pt x="82333" y="7581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191AD745-00CF-3B2F-56A3-57DBA0D8254D}"/>
              </a:ext>
            </a:extLst>
          </p:cNvPr>
          <p:cNvSpPr/>
          <p:nvPr/>
        </p:nvSpPr>
        <p:spPr>
          <a:xfrm>
            <a:off x="6765785" y="2124328"/>
            <a:ext cx="506534" cy="821353"/>
          </a:xfrm>
          <a:custGeom>
            <a:avLst/>
            <a:gdLst>
              <a:gd name="csX0" fmla="*/ 118038 w 506534"/>
              <a:gd name="csY0" fmla="*/ 656795 h 821353"/>
              <a:gd name="csX1" fmla="*/ 104832 w 506534"/>
              <a:gd name="csY1" fmla="*/ 607997 h 821353"/>
              <a:gd name="csX2" fmla="*/ 83271 w 506534"/>
              <a:gd name="csY2" fmla="*/ 502508 h 821353"/>
              <a:gd name="csX3" fmla="*/ 54483 w 506534"/>
              <a:gd name="csY3" fmla="*/ 347212 h 821353"/>
              <a:gd name="csX4" fmla="*/ 27309 w 506534"/>
              <a:gd name="csY4" fmla="*/ 212024 h 821353"/>
              <a:gd name="csX5" fmla="*/ 9556 w 506534"/>
              <a:gd name="csY5" fmla="*/ 104382 h 821353"/>
              <a:gd name="csX6" fmla="*/ 0 w 506534"/>
              <a:gd name="csY6" fmla="*/ 44405 h 821353"/>
              <a:gd name="csX7" fmla="*/ 38868 w 506534"/>
              <a:gd name="csY7" fmla="*/ 0 h 821353"/>
              <a:gd name="csX8" fmla="*/ 89386 w 506534"/>
              <a:gd name="csY8" fmla="*/ 40796 h 821353"/>
              <a:gd name="csX9" fmla="*/ 159853 w 506534"/>
              <a:gd name="csY9" fmla="*/ 124619 h 821353"/>
              <a:gd name="csX10" fmla="*/ 246494 w 506534"/>
              <a:gd name="csY10" fmla="*/ 236852 h 821353"/>
              <a:gd name="csX11" fmla="*/ 332618 w 506534"/>
              <a:gd name="csY11" fmla="*/ 367821 h 821353"/>
              <a:gd name="csX12" fmla="*/ 406109 w 506534"/>
              <a:gd name="csY12" fmla="*/ 490017 h 821353"/>
              <a:gd name="csX13" fmla="*/ 455434 w 506534"/>
              <a:gd name="csY13" fmla="*/ 612004 h 821353"/>
              <a:gd name="csX14" fmla="*/ 491255 w 506534"/>
              <a:gd name="csY14" fmla="*/ 724228 h 821353"/>
              <a:gd name="csX15" fmla="*/ 506339 w 506534"/>
              <a:gd name="csY15" fmla="*/ 812417 h 821353"/>
              <a:gd name="csX16" fmla="*/ 493193 w 506534"/>
              <a:gd name="csY16" fmla="*/ 815927 h 821353"/>
              <a:gd name="csX17" fmla="*/ 461587 w 506534"/>
              <a:gd name="csY17" fmla="*/ 732826 h 821353"/>
              <a:gd name="csX18" fmla="*/ 428315 w 506534"/>
              <a:gd name="csY18" fmla="*/ 621098 h 821353"/>
              <a:gd name="csX19" fmla="*/ 381812 w 506534"/>
              <a:gd name="csY19" fmla="*/ 502359 h 821353"/>
              <a:gd name="csX20" fmla="*/ 314579 w 506534"/>
              <a:gd name="csY20" fmla="*/ 379191 h 821353"/>
              <a:gd name="csX21" fmla="*/ 228427 w 506534"/>
              <a:gd name="csY21" fmla="*/ 249823 h 821353"/>
              <a:gd name="csX22" fmla="*/ 142620 w 506534"/>
              <a:gd name="csY22" fmla="*/ 139523 h 821353"/>
              <a:gd name="csX23" fmla="*/ 65289 w 506534"/>
              <a:gd name="csY23" fmla="*/ 68620 h 821353"/>
              <a:gd name="csX24" fmla="*/ 39332 w 506534"/>
              <a:gd name="csY24" fmla="*/ 55422 h 821353"/>
              <a:gd name="csX25" fmla="*/ 56968 w 506534"/>
              <a:gd name="csY25" fmla="*/ 44293 h 821353"/>
              <a:gd name="csX26" fmla="*/ 55903 w 506534"/>
              <a:gd name="csY26" fmla="*/ 99152 h 821353"/>
              <a:gd name="csX27" fmla="*/ 65652 w 506534"/>
              <a:gd name="csY27" fmla="*/ 205898 h 821353"/>
              <a:gd name="csX28" fmla="*/ 87968 w 506534"/>
              <a:gd name="csY28" fmla="*/ 340506 h 821353"/>
              <a:gd name="csX29" fmla="*/ 122789 w 506534"/>
              <a:gd name="csY29" fmla="*/ 492325 h 821353"/>
              <a:gd name="csX30" fmla="*/ 160523 w 506534"/>
              <a:gd name="csY30" fmla="*/ 589956 h 821353"/>
              <a:gd name="csX31" fmla="*/ 178794 w 506534"/>
              <a:gd name="csY31" fmla="*/ 637142 h 821353"/>
              <a:gd name="csX32" fmla="*/ 118037 w 506534"/>
              <a:gd name="csY32" fmla="*/ 656779 h 8213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506534" h="821353">
                <a:moveTo>
                  <a:pt x="118038" y="656795"/>
                </a:moveTo>
                <a:cubicBezTo>
                  <a:pt x="110864" y="641547"/>
                  <a:pt x="108516" y="624344"/>
                  <a:pt x="104832" y="607997"/>
                </a:cubicBezTo>
                <a:cubicBezTo>
                  <a:pt x="96601" y="572997"/>
                  <a:pt x="88887" y="538083"/>
                  <a:pt x="83271" y="502508"/>
                </a:cubicBezTo>
                <a:cubicBezTo>
                  <a:pt x="75088" y="450500"/>
                  <a:pt x="66219" y="398552"/>
                  <a:pt x="54483" y="347212"/>
                </a:cubicBezTo>
                <a:cubicBezTo>
                  <a:pt x="46022" y="302035"/>
                  <a:pt x="33887" y="257513"/>
                  <a:pt x="27309" y="212024"/>
                </a:cubicBezTo>
                <a:cubicBezTo>
                  <a:pt x="20717" y="176249"/>
                  <a:pt x="14846" y="140374"/>
                  <a:pt x="9556" y="104382"/>
                </a:cubicBezTo>
                <a:cubicBezTo>
                  <a:pt x="5718" y="84368"/>
                  <a:pt x="2284" y="64616"/>
                  <a:pt x="0" y="44405"/>
                </a:cubicBezTo>
                <a:cubicBezTo>
                  <a:pt x="913" y="15327"/>
                  <a:pt x="13860" y="8805"/>
                  <a:pt x="38868" y="0"/>
                </a:cubicBezTo>
                <a:cubicBezTo>
                  <a:pt x="60309" y="7088"/>
                  <a:pt x="74304" y="24866"/>
                  <a:pt x="89386" y="40796"/>
                </a:cubicBezTo>
                <a:cubicBezTo>
                  <a:pt x="114669" y="67205"/>
                  <a:pt x="136900" y="96224"/>
                  <a:pt x="159853" y="124619"/>
                </a:cubicBezTo>
                <a:cubicBezTo>
                  <a:pt x="191740" y="159811"/>
                  <a:pt x="219400" y="197889"/>
                  <a:pt x="246494" y="236852"/>
                </a:cubicBezTo>
                <a:cubicBezTo>
                  <a:pt x="276140" y="279909"/>
                  <a:pt x="304183" y="323984"/>
                  <a:pt x="332618" y="367821"/>
                </a:cubicBezTo>
                <a:cubicBezTo>
                  <a:pt x="360149" y="406837"/>
                  <a:pt x="383022" y="448362"/>
                  <a:pt x="406109" y="490017"/>
                </a:cubicBezTo>
                <a:cubicBezTo>
                  <a:pt x="422370" y="530803"/>
                  <a:pt x="440707" y="570561"/>
                  <a:pt x="455434" y="612004"/>
                </a:cubicBezTo>
                <a:cubicBezTo>
                  <a:pt x="469179" y="648835"/>
                  <a:pt x="479754" y="686674"/>
                  <a:pt x="491255" y="724228"/>
                </a:cubicBezTo>
                <a:cubicBezTo>
                  <a:pt x="496158" y="753681"/>
                  <a:pt x="500581" y="783128"/>
                  <a:pt x="506339" y="812417"/>
                </a:cubicBezTo>
                <a:cubicBezTo>
                  <a:pt x="508196" y="821858"/>
                  <a:pt x="496270" y="825043"/>
                  <a:pt x="493193" y="815927"/>
                </a:cubicBezTo>
                <a:cubicBezTo>
                  <a:pt x="483700" y="787795"/>
                  <a:pt x="473244" y="760198"/>
                  <a:pt x="461587" y="732826"/>
                </a:cubicBezTo>
                <a:cubicBezTo>
                  <a:pt x="451054" y="695425"/>
                  <a:pt x="439285" y="658391"/>
                  <a:pt x="428315" y="621098"/>
                </a:cubicBezTo>
                <a:cubicBezTo>
                  <a:pt x="414948" y="580723"/>
                  <a:pt x="404163" y="538971"/>
                  <a:pt x="381812" y="502359"/>
                </a:cubicBezTo>
                <a:cubicBezTo>
                  <a:pt x="362192" y="459928"/>
                  <a:pt x="338370" y="419392"/>
                  <a:pt x="314579" y="379191"/>
                </a:cubicBezTo>
                <a:cubicBezTo>
                  <a:pt x="287525" y="334998"/>
                  <a:pt x="259185" y="291553"/>
                  <a:pt x="228427" y="249823"/>
                </a:cubicBezTo>
                <a:cubicBezTo>
                  <a:pt x="200641" y="212352"/>
                  <a:pt x="173078" y="174796"/>
                  <a:pt x="142620" y="139523"/>
                </a:cubicBezTo>
                <a:cubicBezTo>
                  <a:pt x="118775" y="113789"/>
                  <a:pt x="94236" y="88705"/>
                  <a:pt x="65289" y="68620"/>
                </a:cubicBezTo>
                <a:cubicBezTo>
                  <a:pt x="60917" y="65735"/>
                  <a:pt x="35549" y="45844"/>
                  <a:pt x="39332" y="55422"/>
                </a:cubicBezTo>
                <a:cubicBezTo>
                  <a:pt x="40795" y="54396"/>
                  <a:pt x="64797" y="39379"/>
                  <a:pt x="56968" y="44293"/>
                </a:cubicBezTo>
                <a:cubicBezTo>
                  <a:pt x="56065" y="62499"/>
                  <a:pt x="54043" y="80867"/>
                  <a:pt x="55903" y="99152"/>
                </a:cubicBezTo>
                <a:cubicBezTo>
                  <a:pt x="58801" y="134801"/>
                  <a:pt x="61093" y="170388"/>
                  <a:pt x="65652" y="205898"/>
                </a:cubicBezTo>
                <a:cubicBezTo>
                  <a:pt x="73478" y="250672"/>
                  <a:pt x="78158" y="296035"/>
                  <a:pt x="87968" y="340506"/>
                </a:cubicBezTo>
                <a:cubicBezTo>
                  <a:pt x="96760" y="391648"/>
                  <a:pt x="106475" y="442995"/>
                  <a:pt x="122789" y="492325"/>
                </a:cubicBezTo>
                <a:cubicBezTo>
                  <a:pt x="134773" y="525101"/>
                  <a:pt x="146531" y="558029"/>
                  <a:pt x="160523" y="589956"/>
                </a:cubicBezTo>
                <a:cubicBezTo>
                  <a:pt x="167065" y="605453"/>
                  <a:pt x="174680" y="620746"/>
                  <a:pt x="178794" y="637142"/>
                </a:cubicBezTo>
                <a:cubicBezTo>
                  <a:pt x="189783" y="680934"/>
                  <a:pt x="137258" y="697633"/>
                  <a:pt x="118037" y="65677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11AA96FC-1370-1297-CE50-7228184EC199}"/>
              </a:ext>
            </a:extLst>
          </p:cNvPr>
          <p:cNvSpPr/>
          <p:nvPr/>
        </p:nvSpPr>
        <p:spPr>
          <a:xfrm>
            <a:off x="6520520" y="1579866"/>
            <a:ext cx="650490" cy="1218693"/>
          </a:xfrm>
          <a:custGeom>
            <a:avLst/>
            <a:gdLst>
              <a:gd name="csX0" fmla="*/ 353492 w 650490"/>
              <a:gd name="csY0" fmla="*/ 1207162 h 1218693"/>
              <a:gd name="csX1" fmla="*/ 323261 w 650490"/>
              <a:gd name="csY1" fmla="*/ 1150140 h 1218693"/>
              <a:gd name="csX2" fmla="*/ 262324 w 650490"/>
              <a:gd name="csY2" fmla="*/ 1022848 h 1218693"/>
              <a:gd name="csX3" fmla="*/ 186828 w 650490"/>
              <a:gd name="csY3" fmla="*/ 878839 h 1218693"/>
              <a:gd name="csX4" fmla="*/ 127261 w 650490"/>
              <a:gd name="csY4" fmla="*/ 718162 h 1218693"/>
              <a:gd name="csX5" fmla="*/ 76715 w 650490"/>
              <a:gd name="csY5" fmla="*/ 570306 h 1218693"/>
              <a:gd name="csX6" fmla="*/ 39107 w 650490"/>
              <a:gd name="csY6" fmla="*/ 444557 h 1218693"/>
              <a:gd name="csX7" fmla="*/ 21693 w 650490"/>
              <a:gd name="csY7" fmla="*/ 332638 h 1218693"/>
              <a:gd name="csX8" fmla="*/ 9781 w 650490"/>
              <a:gd name="csY8" fmla="*/ 252311 h 1218693"/>
              <a:gd name="csX9" fmla="*/ 3281 w 650490"/>
              <a:gd name="csY9" fmla="*/ 185956 h 1218693"/>
              <a:gd name="csX10" fmla="*/ 9 w 650490"/>
              <a:gd name="csY10" fmla="*/ 143002 h 1218693"/>
              <a:gd name="csX11" fmla="*/ 14228 w 650490"/>
              <a:gd name="csY11" fmla="*/ 85319 h 1218693"/>
              <a:gd name="csX12" fmla="*/ 25947 w 650490"/>
              <a:gd name="csY12" fmla="*/ 46743 h 1218693"/>
              <a:gd name="csX13" fmla="*/ 54404 w 650490"/>
              <a:gd name="csY13" fmla="*/ 9775 h 1218693"/>
              <a:gd name="csX14" fmla="*/ 119146 w 650490"/>
              <a:gd name="csY14" fmla="*/ 2702 h 1218693"/>
              <a:gd name="csX15" fmla="*/ 199732 w 650490"/>
              <a:gd name="csY15" fmla="*/ 56346 h 1218693"/>
              <a:gd name="csX16" fmla="*/ 307107 w 650490"/>
              <a:gd name="csY16" fmla="*/ 147635 h 1218693"/>
              <a:gd name="csX17" fmla="*/ 426912 w 650490"/>
              <a:gd name="csY17" fmla="*/ 274718 h 1218693"/>
              <a:gd name="csX18" fmla="*/ 539479 w 650490"/>
              <a:gd name="csY18" fmla="*/ 416431 h 1218693"/>
              <a:gd name="csX19" fmla="*/ 615938 w 650490"/>
              <a:gd name="csY19" fmla="*/ 566231 h 1218693"/>
              <a:gd name="csX20" fmla="*/ 649835 w 650490"/>
              <a:gd name="csY20" fmla="*/ 644085 h 1218693"/>
              <a:gd name="csX21" fmla="*/ 637243 w 650490"/>
              <a:gd name="csY21" fmla="*/ 649242 h 1218693"/>
              <a:gd name="csX22" fmla="*/ 603661 w 650490"/>
              <a:gd name="csY22" fmla="*/ 572099 h 1218693"/>
              <a:gd name="csX23" fmla="*/ 520222 w 650490"/>
              <a:gd name="csY23" fmla="*/ 429834 h 1218693"/>
              <a:gd name="csX24" fmla="*/ 406532 w 650490"/>
              <a:gd name="csY24" fmla="*/ 294007 h 1218693"/>
              <a:gd name="csX25" fmla="*/ 284288 w 650490"/>
              <a:gd name="csY25" fmla="*/ 173316 h 1218693"/>
              <a:gd name="csX26" fmla="*/ 175941 w 650490"/>
              <a:gd name="csY26" fmla="*/ 93054 h 1218693"/>
              <a:gd name="csX27" fmla="*/ 102983 w 650490"/>
              <a:gd name="csY27" fmla="*/ 66600 h 1218693"/>
              <a:gd name="csX28" fmla="*/ 91672 w 650490"/>
              <a:gd name="csY28" fmla="*/ 62542 h 1218693"/>
              <a:gd name="csX29" fmla="*/ 86488 w 650490"/>
              <a:gd name="csY29" fmla="*/ 69444 h 1218693"/>
              <a:gd name="csX30" fmla="*/ 71769 w 650490"/>
              <a:gd name="csY30" fmla="*/ 104821 h 1218693"/>
              <a:gd name="csX31" fmla="*/ 64881 w 650490"/>
              <a:gd name="csY31" fmla="*/ 140691 h 1218693"/>
              <a:gd name="csX32" fmla="*/ 64194 w 650490"/>
              <a:gd name="csY32" fmla="*/ 184694 h 1218693"/>
              <a:gd name="csX33" fmla="*/ 63981 w 650490"/>
              <a:gd name="csY33" fmla="*/ 248314 h 1218693"/>
              <a:gd name="csX34" fmla="*/ 65170 w 650490"/>
              <a:gd name="csY34" fmla="*/ 328528 h 1218693"/>
              <a:gd name="csX35" fmla="*/ 77237 w 650490"/>
              <a:gd name="csY35" fmla="*/ 436742 h 1218693"/>
              <a:gd name="csX36" fmla="*/ 105342 w 650490"/>
              <a:gd name="csY36" fmla="*/ 561443 h 1218693"/>
              <a:gd name="csX37" fmla="*/ 146838 w 650490"/>
              <a:gd name="csY37" fmla="*/ 711957 h 1218693"/>
              <a:gd name="csX38" fmla="*/ 203849 w 650490"/>
              <a:gd name="csY38" fmla="*/ 870682 h 1218693"/>
              <a:gd name="csX39" fmla="*/ 278346 w 650490"/>
              <a:gd name="csY39" fmla="*/ 1014300 h 1218693"/>
              <a:gd name="csX40" fmla="*/ 353637 w 650490"/>
              <a:gd name="csY40" fmla="*/ 1131048 h 1218693"/>
              <a:gd name="csX41" fmla="*/ 393838 w 650490"/>
              <a:gd name="csY41" fmla="*/ 1179406 h 1218693"/>
              <a:gd name="csX42" fmla="*/ 353486 w 650490"/>
              <a:gd name="csY42" fmla="*/ 1207150 h 1218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650490" h="1218693">
                <a:moveTo>
                  <a:pt x="353492" y="1207162"/>
                </a:moveTo>
                <a:cubicBezTo>
                  <a:pt x="340825" y="1190014"/>
                  <a:pt x="332625" y="1169482"/>
                  <a:pt x="323261" y="1150140"/>
                </a:cubicBezTo>
                <a:cubicBezTo>
                  <a:pt x="304177" y="1107087"/>
                  <a:pt x="281625" y="1065893"/>
                  <a:pt x="262324" y="1022848"/>
                </a:cubicBezTo>
                <a:cubicBezTo>
                  <a:pt x="237981" y="974357"/>
                  <a:pt x="209019" y="928378"/>
                  <a:pt x="186828" y="878839"/>
                </a:cubicBezTo>
                <a:cubicBezTo>
                  <a:pt x="162717" y="826904"/>
                  <a:pt x="143820" y="772903"/>
                  <a:pt x="127261" y="718162"/>
                </a:cubicBezTo>
                <a:cubicBezTo>
                  <a:pt x="112620" y="668038"/>
                  <a:pt x="93251" y="619760"/>
                  <a:pt x="76715" y="570306"/>
                </a:cubicBezTo>
                <a:cubicBezTo>
                  <a:pt x="59465" y="529916"/>
                  <a:pt x="50217" y="486851"/>
                  <a:pt x="39107" y="444557"/>
                </a:cubicBezTo>
                <a:cubicBezTo>
                  <a:pt x="31683" y="407485"/>
                  <a:pt x="27617" y="369963"/>
                  <a:pt x="21693" y="332638"/>
                </a:cubicBezTo>
                <a:cubicBezTo>
                  <a:pt x="19262" y="305336"/>
                  <a:pt x="11530" y="279593"/>
                  <a:pt x="9781" y="252311"/>
                </a:cubicBezTo>
                <a:cubicBezTo>
                  <a:pt x="7030" y="230199"/>
                  <a:pt x="5055" y="208187"/>
                  <a:pt x="3281" y="185956"/>
                </a:cubicBezTo>
                <a:cubicBezTo>
                  <a:pt x="831" y="171735"/>
                  <a:pt x="1006" y="157240"/>
                  <a:pt x="9" y="143002"/>
                </a:cubicBezTo>
                <a:cubicBezTo>
                  <a:pt x="-309" y="122732"/>
                  <a:pt x="8099" y="104002"/>
                  <a:pt x="14228" y="85319"/>
                </a:cubicBezTo>
                <a:cubicBezTo>
                  <a:pt x="18234" y="72118"/>
                  <a:pt x="22013" y="59479"/>
                  <a:pt x="25947" y="46743"/>
                </a:cubicBezTo>
                <a:cubicBezTo>
                  <a:pt x="29525" y="29306"/>
                  <a:pt x="42254" y="20989"/>
                  <a:pt x="54404" y="9775"/>
                </a:cubicBezTo>
                <a:cubicBezTo>
                  <a:pt x="74757" y="-3216"/>
                  <a:pt x="96374" y="-622"/>
                  <a:pt x="119146" y="2702"/>
                </a:cubicBezTo>
                <a:cubicBezTo>
                  <a:pt x="149260" y="15403"/>
                  <a:pt x="174302" y="36236"/>
                  <a:pt x="199732" y="56346"/>
                </a:cubicBezTo>
                <a:cubicBezTo>
                  <a:pt x="236996" y="85008"/>
                  <a:pt x="271311" y="117226"/>
                  <a:pt x="307107" y="147635"/>
                </a:cubicBezTo>
                <a:cubicBezTo>
                  <a:pt x="348462" y="188537"/>
                  <a:pt x="388213" y="231254"/>
                  <a:pt x="426912" y="274718"/>
                </a:cubicBezTo>
                <a:cubicBezTo>
                  <a:pt x="467825" y="319081"/>
                  <a:pt x="503185" y="368196"/>
                  <a:pt x="539479" y="416431"/>
                </a:cubicBezTo>
                <a:cubicBezTo>
                  <a:pt x="572265" y="462463"/>
                  <a:pt x="595963" y="513624"/>
                  <a:pt x="615938" y="566231"/>
                </a:cubicBezTo>
                <a:cubicBezTo>
                  <a:pt x="628267" y="591731"/>
                  <a:pt x="639104" y="617888"/>
                  <a:pt x="649835" y="644085"/>
                </a:cubicBezTo>
                <a:cubicBezTo>
                  <a:pt x="653482" y="652989"/>
                  <a:pt x="640889" y="658147"/>
                  <a:pt x="637243" y="649242"/>
                </a:cubicBezTo>
                <a:cubicBezTo>
                  <a:pt x="626613" y="623285"/>
                  <a:pt x="615877" y="597365"/>
                  <a:pt x="603661" y="572099"/>
                </a:cubicBezTo>
                <a:cubicBezTo>
                  <a:pt x="575841" y="524591"/>
                  <a:pt x="550003" y="476183"/>
                  <a:pt x="520222" y="429834"/>
                </a:cubicBezTo>
                <a:cubicBezTo>
                  <a:pt x="487911" y="379366"/>
                  <a:pt x="449285" y="335923"/>
                  <a:pt x="406532" y="294007"/>
                </a:cubicBezTo>
                <a:cubicBezTo>
                  <a:pt x="365893" y="253609"/>
                  <a:pt x="327956" y="210598"/>
                  <a:pt x="284288" y="173316"/>
                </a:cubicBezTo>
                <a:cubicBezTo>
                  <a:pt x="251268" y="142588"/>
                  <a:pt x="214850" y="115918"/>
                  <a:pt x="175941" y="93054"/>
                </a:cubicBezTo>
                <a:cubicBezTo>
                  <a:pt x="152419" y="82172"/>
                  <a:pt x="129064" y="69985"/>
                  <a:pt x="102983" y="66600"/>
                </a:cubicBezTo>
                <a:cubicBezTo>
                  <a:pt x="98261" y="64905"/>
                  <a:pt x="95307" y="61764"/>
                  <a:pt x="91672" y="62542"/>
                </a:cubicBezTo>
                <a:cubicBezTo>
                  <a:pt x="90143" y="64578"/>
                  <a:pt x="87685" y="66584"/>
                  <a:pt x="86488" y="69444"/>
                </a:cubicBezTo>
                <a:cubicBezTo>
                  <a:pt x="81538" y="81083"/>
                  <a:pt x="76196" y="92501"/>
                  <a:pt x="71769" y="104821"/>
                </a:cubicBezTo>
                <a:cubicBezTo>
                  <a:pt x="68110" y="116680"/>
                  <a:pt x="63923" y="127727"/>
                  <a:pt x="64881" y="140691"/>
                </a:cubicBezTo>
                <a:cubicBezTo>
                  <a:pt x="64942" y="155239"/>
                  <a:pt x="66548" y="170106"/>
                  <a:pt x="64194" y="184694"/>
                </a:cubicBezTo>
                <a:cubicBezTo>
                  <a:pt x="63843" y="205963"/>
                  <a:pt x="62942" y="227069"/>
                  <a:pt x="63981" y="248314"/>
                </a:cubicBezTo>
                <a:cubicBezTo>
                  <a:pt x="66382" y="275193"/>
                  <a:pt x="62723" y="301577"/>
                  <a:pt x="65170" y="328528"/>
                </a:cubicBezTo>
                <a:cubicBezTo>
                  <a:pt x="66606" y="364842"/>
                  <a:pt x="70138" y="401069"/>
                  <a:pt x="77237" y="436742"/>
                </a:cubicBezTo>
                <a:cubicBezTo>
                  <a:pt x="85420" y="478596"/>
                  <a:pt x="94769" y="520067"/>
                  <a:pt x="105342" y="561443"/>
                </a:cubicBezTo>
                <a:cubicBezTo>
                  <a:pt x="119612" y="611540"/>
                  <a:pt x="131019" y="662275"/>
                  <a:pt x="146838" y="711957"/>
                </a:cubicBezTo>
                <a:cubicBezTo>
                  <a:pt x="164468" y="765314"/>
                  <a:pt x="178952" y="820037"/>
                  <a:pt x="203849" y="870682"/>
                </a:cubicBezTo>
                <a:cubicBezTo>
                  <a:pt x="228366" y="918763"/>
                  <a:pt x="250947" y="967723"/>
                  <a:pt x="278346" y="1014300"/>
                </a:cubicBezTo>
                <a:cubicBezTo>
                  <a:pt x="302891" y="1053645"/>
                  <a:pt x="324493" y="1094889"/>
                  <a:pt x="353637" y="1131048"/>
                </a:cubicBezTo>
                <a:cubicBezTo>
                  <a:pt x="367097" y="1147173"/>
                  <a:pt x="381501" y="1162846"/>
                  <a:pt x="393838" y="1179406"/>
                </a:cubicBezTo>
                <a:cubicBezTo>
                  <a:pt x="414524" y="1207174"/>
                  <a:pt x="374060" y="1235002"/>
                  <a:pt x="353486" y="120715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C4854A9B-295F-1E63-294A-415D54DA03A8}"/>
              </a:ext>
            </a:extLst>
          </p:cNvPr>
          <p:cNvSpPr/>
          <p:nvPr/>
        </p:nvSpPr>
        <p:spPr>
          <a:xfrm>
            <a:off x="7040072" y="1528850"/>
            <a:ext cx="428039" cy="945419"/>
          </a:xfrm>
          <a:custGeom>
            <a:avLst/>
            <a:gdLst>
              <a:gd name="csX0" fmla="*/ 170172 w 428039"/>
              <a:gd name="csY0" fmla="*/ 932994 h 945419"/>
              <a:gd name="csX1" fmla="*/ 148137 w 428039"/>
              <a:gd name="csY1" fmla="*/ 859669 h 945419"/>
              <a:gd name="csX2" fmla="*/ 103523 w 428039"/>
              <a:gd name="csY2" fmla="*/ 726119 h 945419"/>
              <a:gd name="csX3" fmla="*/ 58870 w 428039"/>
              <a:gd name="csY3" fmla="*/ 564604 h 945419"/>
              <a:gd name="csX4" fmla="*/ 29199 w 428039"/>
              <a:gd name="csY4" fmla="*/ 398545 h 945419"/>
              <a:gd name="csX5" fmla="*/ 10541 w 428039"/>
              <a:gd name="csY5" fmla="*/ 271996 h 945419"/>
              <a:gd name="csX6" fmla="*/ 3433 w 428039"/>
              <a:gd name="csY6" fmla="*/ 167697 h 945419"/>
              <a:gd name="csX7" fmla="*/ 154 w 428039"/>
              <a:gd name="csY7" fmla="*/ 91149 h 945419"/>
              <a:gd name="csX8" fmla="*/ 9067 w 428039"/>
              <a:gd name="csY8" fmla="*/ 35099 h 945419"/>
              <a:gd name="csX9" fmla="*/ 51836 w 428039"/>
              <a:gd name="csY9" fmla="*/ 0 h 945419"/>
              <a:gd name="csX10" fmla="*/ 135865 w 428039"/>
              <a:gd name="csY10" fmla="*/ 39860 h 945419"/>
              <a:gd name="csX11" fmla="*/ 254289 w 428039"/>
              <a:gd name="csY11" fmla="*/ 131254 h 945419"/>
              <a:gd name="csX12" fmla="*/ 364827 w 428039"/>
              <a:gd name="csY12" fmla="*/ 251326 h 945419"/>
              <a:gd name="csX13" fmla="*/ 426583 w 428039"/>
              <a:gd name="csY13" fmla="*/ 335826 h 945419"/>
              <a:gd name="csX14" fmla="*/ 415521 w 428039"/>
              <a:gd name="csY14" fmla="*/ 343749 h 945419"/>
              <a:gd name="csX15" fmla="*/ 354029 w 428039"/>
              <a:gd name="csY15" fmla="*/ 259606 h 945419"/>
              <a:gd name="csX16" fmla="*/ 245682 w 428039"/>
              <a:gd name="csY16" fmla="*/ 141791 h 945419"/>
              <a:gd name="csX17" fmla="*/ 125296 w 428039"/>
              <a:gd name="csY17" fmla="*/ 57868 h 945419"/>
              <a:gd name="csX18" fmla="*/ 55062 w 428039"/>
              <a:gd name="csY18" fmla="*/ 32950 h 945419"/>
              <a:gd name="csX19" fmla="*/ 39851 w 428039"/>
              <a:gd name="csY19" fmla="*/ 44933 h 945419"/>
              <a:gd name="csX20" fmla="*/ 28389 w 428039"/>
              <a:gd name="csY20" fmla="*/ 92995 h 945419"/>
              <a:gd name="csX21" fmla="*/ 22440 w 428039"/>
              <a:gd name="csY21" fmla="*/ 167645 h 945419"/>
              <a:gd name="csX22" fmla="*/ 24745 w 428039"/>
              <a:gd name="csY22" fmla="*/ 270620 h 945419"/>
              <a:gd name="csX23" fmla="*/ 42597 w 428039"/>
              <a:gd name="csY23" fmla="*/ 396130 h 945419"/>
              <a:gd name="csX24" fmla="*/ 72229 w 428039"/>
              <a:gd name="csY24" fmla="*/ 561970 h 945419"/>
              <a:gd name="csX25" fmla="*/ 116735 w 428039"/>
              <a:gd name="csY25" fmla="*/ 720761 h 945419"/>
              <a:gd name="csX26" fmla="*/ 175184 w 428039"/>
              <a:gd name="csY26" fmla="*/ 849711 h 945419"/>
              <a:gd name="csX27" fmla="*/ 205588 w 428039"/>
              <a:gd name="csY27" fmla="*/ 914204 h 945419"/>
              <a:gd name="csX28" fmla="*/ 170180 w 428039"/>
              <a:gd name="csY28" fmla="*/ 932990 h 945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428039" h="945419">
                <a:moveTo>
                  <a:pt x="170172" y="932994"/>
                </a:moveTo>
                <a:cubicBezTo>
                  <a:pt x="159802" y="909512"/>
                  <a:pt x="154500" y="884307"/>
                  <a:pt x="148137" y="859669"/>
                </a:cubicBezTo>
                <a:cubicBezTo>
                  <a:pt x="134447" y="814790"/>
                  <a:pt x="120582" y="769858"/>
                  <a:pt x="103523" y="726119"/>
                </a:cubicBezTo>
                <a:cubicBezTo>
                  <a:pt x="82578" y="674045"/>
                  <a:pt x="69695" y="619516"/>
                  <a:pt x="58870" y="564604"/>
                </a:cubicBezTo>
                <a:cubicBezTo>
                  <a:pt x="49161" y="509220"/>
                  <a:pt x="39184" y="453885"/>
                  <a:pt x="29199" y="398545"/>
                </a:cubicBezTo>
                <a:cubicBezTo>
                  <a:pt x="20947" y="356655"/>
                  <a:pt x="15487" y="314347"/>
                  <a:pt x="10541" y="271996"/>
                </a:cubicBezTo>
                <a:cubicBezTo>
                  <a:pt x="7877" y="237254"/>
                  <a:pt x="5052" y="202515"/>
                  <a:pt x="3433" y="167697"/>
                </a:cubicBezTo>
                <a:cubicBezTo>
                  <a:pt x="809" y="142327"/>
                  <a:pt x="32" y="116626"/>
                  <a:pt x="154" y="91149"/>
                </a:cubicBezTo>
                <a:cubicBezTo>
                  <a:pt x="-1046" y="71864"/>
                  <a:pt x="5021" y="53650"/>
                  <a:pt x="9067" y="35099"/>
                </a:cubicBezTo>
                <a:cubicBezTo>
                  <a:pt x="18329" y="12394"/>
                  <a:pt x="28844" y="4991"/>
                  <a:pt x="51836" y="0"/>
                </a:cubicBezTo>
                <a:cubicBezTo>
                  <a:pt x="83162" y="5057"/>
                  <a:pt x="109752" y="22779"/>
                  <a:pt x="135865" y="39860"/>
                </a:cubicBezTo>
                <a:cubicBezTo>
                  <a:pt x="175119" y="70647"/>
                  <a:pt x="215644" y="99681"/>
                  <a:pt x="254289" y="131254"/>
                </a:cubicBezTo>
                <a:cubicBezTo>
                  <a:pt x="296668" y="165963"/>
                  <a:pt x="331640" y="208064"/>
                  <a:pt x="364827" y="251326"/>
                </a:cubicBezTo>
                <a:cubicBezTo>
                  <a:pt x="386442" y="278860"/>
                  <a:pt x="407283" y="306649"/>
                  <a:pt x="426583" y="335826"/>
                </a:cubicBezTo>
                <a:cubicBezTo>
                  <a:pt x="431891" y="343851"/>
                  <a:pt x="421423" y="351347"/>
                  <a:pt x="415521" y="343749"/>
                </a:cubicBezTo>
                <a:cubicBezTo>
                  <a:pt x="394189" y="316296"/>
                  <a:pt x="374035" y="288065"/>
                  <a:pt x="354029" y="259606"/>
                </a:cubicBezTo>
                <a:cubicBezTo>
                  <a:pt x="321492" y="217171"/>
                  <a:pt x="287240" y="175839"/>
                  <a:pt x="245682" y="141791"/>
                </a:cubicBezTo>
                <a:cubicBezTo>
                  <a:pt x="207852" y="110871"/>
                  <a:pt x="169587" y="79136"/>
                  <a:pt x="125296" y="57868"/>
                </a:cubicBezTo>
                <a:cubicBezTo>
                  <a:pt x="102410" y="47042"/>
                  <a:pt x="81165" y="31872"/>
                  <a:pt x="55062" y="32950"/>
                </a:cubicBezTo>
                <a:cubicBezTo>
                  <a:pt x="50516" y="36531"/>
                  <a:pt x="36977" y="31717"/>
                  <a:pt x="39851" y="44933"/>
                </a:cubicBezTo>
                <a:cubicBezTo>
                  <a:pt x="34540" y="60714"/>
                  <a:pt x="29671" y="76227"/>
                  <a:pt x="28389" y="92995"/>
                </a:cubicBezTo>
                <a:cubicBezTo>
                  <a:pt x="25761" y="117780"/>
                  <a:pt x="24680" y="142770"/>
                  <a:pt x="22440" y="167645"/>
                </a:cubicBezTo>
                <a:cubicBezTo>
                  <a:pt x="21365" y="202088"/>
                  <a:pt x="20005" y="236332"/>
                  <a:pt x="24745" y="270620"/>
                </a:cubicBezTo>
                <a:cubicBezTo>
                  <a:pt x="28951" y="312708"/>
                  <a:pt x="34356" y="354602"/>
                  <a:pt x="42597" y="396130"/>
                </a:cubicBezTo>
                <a:cubicBezTo>
                  <a:pt x="52570" y="451394"/>
                  <a:pt x="62537" y="506658"/>
                  <a:pt x="72229" y="561970"/>
                </a:cubicBezTo>
                <a:cubicBezTo>
                  <a:pt x="82864" y="615970"/>
                  <a:pt x="95071" y="669936"/>
                  <a:pt x="116735" y="720761"/>
                </a:cubicBezTo>
                <a:cubicBezTo>
                  <a:pt x="135040" y="764278"/>
                  <a:pt x="157362" y="805959"/>
                  <a:pt x="175184" y="849711"/>
                </a:cubicBezTo>
                <a:cubicBezTo>
                  <a:pt x="185487" y="871034"/>
                  <a:pt x="196136" y="892494"/>
                  <a:pt x="205588" y="914204"/>
                </a:cubicBezTo>
                <a:cubicBezTo>
                  <a:pt x="216903" y="940190"/>
                  <a:pt x="181631" y="958916"/>
                  <a:pt x="170180" y="93299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DDA7FE14-3848-32F3-E64B-5AB483800215}"/>
              </a:ext>
            </a:extLst>
          </p:cNvPr>
          <p:cNvSpPr/>
          <p:nvPr/>
        </p:nvSpPr>
        <p:spPr>
          <a:xfrm>
            <a:off x="7226569" y="1937158"/>
            <a:ext cx="390314" cy="523933"/>
          </a:xfrm>
          <a:custGeom>
            <a:avLst/>
            <a:gdLst>
              <a:gd name="csX0" fmla="*/ 11203 w 390314"/>
              <a:gd name="csY0" fmla="*/ 507542 h 523933"/>
              <a:gd name="csX1" fmla="*/ 15175 w 390314"/>
              <a:gd name="csY1" fmla="*/ 445932 h 523933"/>
              <a:gd name="csX2" fmla="*/ 13105 w 390314"/>
              <a:gd name="csY2" fmla="*/ 344519 h 523933"/>
              <a:gd name="csX3" fmla="*/ 12179 w 390314"/>
              <a:gd name="csY3" fmla="*/ 239554 h 523933"/>
              <a:gd name="csX4" fmla="*/ 6147 w 390314"/>
              <a:gd name="csY4" fmla="*/ 164232 h 523933"/>
              <a:gd name="csX5" fmla="*/ 1544 w 390314"/>
              <a:gd name="csY5" fmla="*/ 102402 h 523933"/>
              <a:gd name="csX6" fmla="*/ 4718 w 390314"/>
              <a:gd name="csY6" fmla="*/ 50112 h 523933"/>
              <a:gd name="csX7" fmla="*/ 24308 w 390314"/>
              <a:gd name="csY7" fmla="*/ 15136 h 523933"/>
              <a:gd name="csX8" fmla="*/ 69015 w 390314"/>
              <a:gd name="csY8" fmla="*/ 0 h 523933"/>
              <a:gd name="csX9" fmla="*/ 143148 w 390314"/>
              <a:gd name="csY9" fmla="*/ 37746 h 523933"/>
              <a:gd name="csX10" fmla="*/ 218249 w 390314"/>
              <a:gd name="csY10" fmla="*/ 120516 h 523933"/>
              <a:gd name="csX11" fmla="*/ 284592 w 390314"/>
              <a:gd name="csY11" fmla="*/ 240512 h 523933"/>
              <a:gd name="csX12" fmla="*/ 343375 w 390314"/>
              <a:gd name="csY12" fmla="*/ 363356 h 523933"/>
              <a:gd name="csX13" fmla="*/ 385359 w 390314"/>
              <a:gd name="csY13" fmla="*/ 468369 h 523933"/>
              <a:gd name="csX14" fmla="*/ 389887 w 390314"/>
              <a:gd name="csY14" fmla="*/ 482536 h 523933"/>
              <a:gd name="csX15" fmla="*/ 376925 w 390314"/>
              <a:gd name="csY15" fmla="*/ 486677 h 523933"/>
              <a:gd name="csX16" fmla="*/ 372463 w 390314"/>
              <a:gd name="csY16" fmla="*/ 472709 h 523933"/>
              <a:gd name="csX17" fmla="*/ 331036 w 390314"/>
              <a:gd name="csY17" fmla="*/ 369096 h 523933"/>
              <a:gd name="csX18" fmla="*/ 272518 w 390314"/>
              <a:gd name="csY18" fmla="*/ 246795 h 523933"/>
              <a:gd name="csX19" fmla="*/ 207062 w 390314"/>
              <a:gd name="csY19" fmla="*/ 128266 h 523933"/>
              <a:gd name="csX20" fmla="*/ 134043 w 390314"/>
              <a:gd name="csY20" fmla="*/ 51025 h 523933"/>
              <a:gd name="csX21" fmla="*/ 67779 w 390314"/>
              <a:gd name="csY21" fmla="*/ 25145 h 523933"/>
              <a:gd name="csX22" fmla="*/ 44525 w 390314"/>
              <a:gd name="csY22" fmla="*/ 33136 h 523933"/>
              <a:gd name="csX23" fmla="*/ 28642 w 390314"/>
              <a:gd name="csY23" fmla="*/ 55566 h 523933"/>
              <a:gd name="csX24" fmla="*/ 24873 w 390314"/>
              <a:gd name="csY24" fmla="*/ 101384 h 523933"/>
              <a:gd name="csX25" fmla="*/ 28393 w 390314"/>
              <a:gd name="csY25" fmla="*/ 162695 h 523933"/>
              <a:gd name="csX26" fmla="*/ 25785 w 390314"/>
              <a:gd name="csY26" fmla="*/ 239780 h 523933"/>
              <a:gd name="csX27" fmla="*/ 26703 w 390314"/>
              <a:gd name="csY27" fmla="*/ 344002 h 523933"/>
              <a:gd name="csX28" fmla="*/ 34679 w 390314"/>
              <a:gd name="csY28" fmla="*/ 444739 h 523933"/>
              <a:gd name="csX29" fmla="*/ 47039 w 390314"/>
              <a:gd name="csY29" fmla="*/ 503502 h 523933"/>
              <a:gd name="csX30" fmla="*/ 11204 w 390314"/>
              <a:gd name="csY30" fmla="*/ 507556 h 5239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390314" h="523933">
                <a:moveTo>
                  <a:pt x="11203" y="507542"/>
                </a:moveTo>
                <a:cubicBezTo>
                  <a:pt x="15001" y="487313"/>
                  <a:pt x="14823" y="466496"/>
                  <a:pt x="15175" y="445932"/>
                </a:cubicBezTo>
                <a:cubicBezTo>
                  <a:pt x="16649" y="412191"/>
                  <a:pt x="14497" y="378308"/>
                  <a:pt x="13105" y="344519"/>
                </a:cubicBezTo>
                <a:cubicBezTo>
                  <a:pt x="11442" y="309549"/>
                  <a:pt x="11725" y="274548"/>
                  <a:pt x="12179" y="239554"/>
                </a:cubicBezTo>
                <a:cubicBezTo>
                  <a:pt x="13151" y="214105"/>
                  <a:pt x="9924" y="189221"/>
                  <a:pt x="6147" y="164232"/>
                </a:cubicBezTo>
                <a:cubicBezTo>
                  <a:pt x="4127" y="143476"/>
                  <a:pt x="3237" y="122823"/>
                  <a:pt x="1544" y="102402"/>
                </a:cubicBezTo>
                <a:cubicBezTo>
                  <a:pt x="-2146" y="84580"/>
                  <a:pt x="1531" y="67528"/>
                  <a:pt x="4718" y="50112"/>
                </a:cubicBezTo>
                <a:cubicBezTo>
                  <a:pt x="6003" y="35205"/>
                  <a:pt x="16331" y="26367"/>
                  <a:pt x="24308" y="15136"/>
                </a:cubicBezTo>
                <a:cubicBezTo>
                  <a:pt x="37303" y="-1114"/>
                  <a:pt x="51064" y="1607"/>
                  <a:pt x="69015" y="0"/>
                </a:cubicBezTo>
                <a:cubicBezTo>
                  <a:pt x="97661" y="4698"/>
                  <a:pt x="120564" y="20653"/>
                  <a:pt x="143148" y="37746"/>
                </a:cubicBezTo>
                <a:cubicBezTo>
                  <a:pt x="172209" y="61699"/>
                  <a:pt x="196852" y="89657"/>
                  <a:pt x="218249" y="120516"/>
                </a:cubicBezTo>
                <a:cubicBezTo>
                  <a:pt x="242969" y="159013"/>
                  <a:pt x="263523" y="199962"/>
                  <a:pt x="284592" y="240512"/>
                </a:cubicBezTo>
                <a:cubicBezTo>
                  <a:pt x="304942" y="281090"/>
                  <a:pt x="324244" y="322189"/>
                  <a:pt x="343375" y="363356"/>
                </a:cubicBezTo>
                <a:cubicBezTo>
                  <a:pt x="360410" y="397285"/>
                  <a:pt x="372878" y="432720"/>
                  <a:pt x="385359" y="468369"/>
                </a:cubicBezTo>
                <a:cubicBezTo>
                  <a:pt x="386869" y="473091"/>
                  <a:pt x="388378" y="477814"/>
                  <a:pt x="389887" y="482536"/>
                </a:cubicBezTo>
                <a:cubicBezTo>
                  <a:pt x="392815" y="491701"/>
                  <a:pt x="379852" y="495842"/>
                  <a:pt x="376925" y="486677"/>
                </a:cubicBezTo>
                <a:cubicBezTo>
                  <a:pt x="375438" y="482021"/>
                  <a:pt x="373951" y="477365"/>
                  <a:pt x="372463" y="472709"/>
                </a:cubicBezTo>
                <a:cubicBezTo>
                  <a:pt x="360173" y="437584"/>
                  <a:pt x="346257" y="403094"/>
                  <a:pt x="331036" y="369096"/>
                </a:cubicBezTo>
                <a:cubicBezTo>
                  <a:pt x="311990" y="328113"/>
                  <a:pt x="292772" y="287195"/>
                  <a:pt x="272518" y="246795"/>
                </a:cubicBezTo>
                <a:cubicBezTo>
                  <a:pt x="251713" y="206750"/>
                  <a:pt x="231421" y="166313"/>
                  <a:pt x="207062" y="128266"/>
                </a:cubicBezTo>
                <a:cubicBezTo>
                  <a:pt x="186799" y="98937"/>
                  <a:pt x="164087" y="70811"/>
                  <a:pt x="134043" y="51025"/>
                </a:cubicBezTo>
                <a:cubicBezTo>
                  <a:pt x="112959" y="40008"/>
                  <a:pt x="92583" y="26469"/>
                  <a:pt x="67779" y="25145"/>
                </a:cubicBezTo>
                <a:cubicBezTo>
                  <a:pt x="59436" y="27588"/>
                  <a:pt x="50519" y="25283"/>
                  <a:pt x="44525" y="33136"/>
                </a:cubicBezTo>
                <a:cubicBezTo>
                  <a:pt x="39101" y="40629"/>
                  <a:pt x="32430" y="47014"/>
                  <a:pt x="28642" y="55566"/>
                </a:cubicBezTo>
                <a:cubicBezTo>
                  <a:pt x="27104" y="70793"/>
                  <a:pt x="25177" y="86014"/>
                  <a:pt x="24873" y="101384"/>
                </a:cubicBezTo>
                <a:cubicBezTo>
                  <a:pt x="25551" y="121596"/>
                  <a:pt x="26988" y="142111"/>
                  <a:pt x="28393" y="162695"/>
                </a:cubicBezTo>
                <a:cubicBezTo>
                  <a:pt x="27884" y="188373"/>
                  <a:pt x="27064" y="214092"/>
                  <a:pt x="25785" y="239780"/>
                </a:cubicBezTo>
                <a:cubicBezTo>
                  <a:pt x="25333" y="274523"/>
                  <a:pt x="25051" y="309276"/>
                  <a:pt x="26703" y="344002"/>
                </a:cubicBezTo>
                <a:cubicBezTo>
                  <a:pt x="28089" y="377664"/>
                  <a:pt x="28845" y="411542"/>
                  <a:pt x="34679" y="444739"/>
                </a:cubicBezTo>
                <a:cubicBezTo>
                  <a:pt x="37456" y="464521"/>
                  <a:pt x="39335" y="484984"/>
                  <a:pt x="47039" y="503502"/>
                </a:cubicBezTo>
                <a:cubicBezTo>
                  <a:pt x="56833" y="527047"/>
                  <a:pt x="6497" y="532618"/>
                  <a:pt x="11204" y="50755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4" name="任意多边形: 形状 93">
            <a:extLst>
              <a:ext uri="{FF2B5EF4-FFF2-40B4-BE49-F238E27FC236}">
                <a16:creationId xmlns:a16="http://schemas.microsoft.com/office/drawing/2014/main" id="{5F235FD0-5922-E5A5-1D20-EBBC56ECD1C2}"/>
              </a:ext>
            </a:extLst>
          </p:cNvPr>
          <p:cNvSpPr/>
          <p:nvPr/>
        </p:nvSpPr>
        <p:spPr>
          <a:xfrm>
            <a:off x="7437728" y="1726690"/>
            <a:ext cx="398177" cy="363527"/>
          </a:xfrm>
          <a:custGeom>
            <a:avLst/>
            <a:gdLst>
              <a:gd name="csX0" fmla="*/ 355 w 398177"/>
              <a:gd name="csY0" fmla="*/ 342058 h 363527"/>
              <a:gd name="csX1" fmla="*/ 5770 w 398177"/>
              <a:gd name="csY1" fmla="*/ 288820 h 363527"/>
              <a:gd name="csX2" fmla="*/ 18981 w 398177"/>
              <a:gd name="csY2" fmla="*/ 205706 h 363527"/>
              <a:gd name="csX3" fmla="*/ 47233 w 398177"/>
              <a:gd name="csY3" fmla="*/ 115864 h 363527"/>
              <a:gd name="csX4" fmla="*/ 103685 w 398177"/>
              <a:gd name="csY4" fmla="*/ 50588 h 363527"/>
              <a:gd name="csX5" fmla="*/ 169520 w 398177"/>
              <a:gd name="csY5" fmla="*/ 12767 h 363527"/>
              <a:gd name="csX6" fmla="*/ 244972 w 398177"/>
              <a:gd name="csY6" fmla="*/ 668 h 363527"/>
              <a:gd name="csX7" fmla="*/ 331069 w 398177"/>
              <a:gd name="csY7" fmla="*/ 61124 h 363527"/>
              <a:gd name="csX8" fmla="*/ 397613 w 398177"/>
              <a:gd name="csY8" fmla="*/ 180777 h 363527"/>
              <a:gd name="csX9" fmla="*/ 384870 w 398177"/>
              <a:gd name="csY9" fmla="*/ 185550 h 363527"/>
              <a:gd name="csX10" fmla="*/ 315521 w 398177"/>
              <a:gd name="csY10" fmla="*/ 77955 h 363527"/>
              <a:gd name="csX11" fmla="*/ 239081 w 398177"/>
              <a:gd name="csY11" fmla="*/ 33548 h 363527"/>
              <a:gd name="csX12" fmla="*/ 182829 w 398177"/>
              <a:gd name="csY12" fmla="*/ 41947 h 363527"/>
              <a:gd name="csX13" fmla="*/ 121361 w 398177"/>
              <a:gd name="csY13" fmla="*/ 74791 h 363527"/>
              <a:gd name="csX14" fmla="*/ 75082 w 398177"/>
              <a:gd name="csY14" fmla="*/ 128550 h 363527"/>
              <a:gd name="csX15" fmla="*/ 47094 w 398177"/>
              <a:gd name="csY15" fmla="*/ 211705 h 363527"/>
              <a:gd name="csX16" fmla="*/ 39879 w 398177"/>
              <a:gd name="csY16" fmla="*/ 289399 h 363527"/>
              <a:gd name="csX17" fmla="*/ 45951 w 398177"/>
              <a:gd name="csY17" fmla="*/ 337958 h 363527"/>
              <a:gd name="csX18" fmla="*/ 354 w 398177"/>
              <a:gd name="csY18" fmla="*/ 342051 h 3635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98177" h="363527">
                <a:moveTo>
                  <a:pt x="355" y="342058"/>
                </a:moveTo>
                <a:cubicBezTo>
                  <a:pt x="3416" y="324528"/>
                  <a:pt x="4556" y="306578"/>
                  <a:pt x="5770" y="288820"/>
                </a:cubicBezTo>
                <a:cubicBezTo>
                  <a:pt x="5837" y="260450"/>
                  <a:pt x="12247" y="233069"/>
                  <a:pt x="18981" y="205706"/>
                </a:cubicBezTo>
                <a:cubicBezTo>
                  <a:pt x="24880" y="174767"/>
                  <a:pt x="35608" y="145038"/>
                  <a:pt x="47233" y="115864"/>
                </a:cubicBezTo>
                <a:cubicBezTo>
                  <a:pt x="59953" y="88116"/>
                  <a:pt x="80298" y="69019"/>
                  <a:pt x="103685" y="50588"/>
                </a:cubicBezTo>
                <a:cubicBezTo>
                  <a:pt x="123848" y="34874"/>
                  <a:pt x="147074" y="24606"/>
                  <a:pt x="169520" y="12767"/>
                </a:cubicBezTo>
                <a:cubicBezTo>
                  <a:pt x="194106" y="-398"/>
                  <a:pt x="218431" y="-1004"/>
                  <a:pt x="244972" y="668"/>
                </a:cubicBezTo>
                <a:cubicBezTo>
                  <a:pt x="280131" y="11517"/>
                  <a:pt x="304968" y="36892"/>
                  <a:pt x="331069" y="61124"/>
                </a:cubicBezTo>
                <a:cubicBezTo>
                  <a:pt x="365274" y="93281"/>
                  <a:pt x="381488" y="137817"/>
                  <a:pt x="397613" y="180777"/>
                </a:cubicBezTo>
                <a:cubicBezTo>
                  <a:pt x="400993" y="189785"/>
                  <a:pt x="388239" y="194562"/>
                  <a:pt x="384870" y="185550"/>
                </a:cubicBezTo>
                <a:cubicBezTo>
                  <a:pt x="369453" y="144307"/>
                  <a:pt x="347480" y="108763"/>
                  <a:pt x="315521" y="77955"/>
                </a:cubicBezTo>
                <a:cubicBezTo>
                  <a:pt x="292251" y="59265"/>
                  <a:pt x="268993" y="40038"/>
                  <a:pt x="239081" y="33548"/>
                </a:cubicBezTo>
                <a:cubicBezTo>
                  <a:pt x="218582" y="32127"/>
                  <a:pt x="201759" y="30357"/>
                  <a:pt x="182829" y="41947"/>
                </a:cubicBezTo>
                <a:cubicBezTo>
                  <a:pt x="161363" y="51022"/>
                  <a:pt x="140915" y="61982"/>
                  <a:pt x="121361" y="74791"/>
                </a:cubicBezTo>
                <a:cubicBezTo>
                  <a:pt x="102671" y="89957"/>
                  <a:pt x="84990" y="105898"/>
                  <a:pt x="75082" y="128550"/>
                </a:cubicBezTo>
                <a:cubicBezTo>
                  <a:pt x="63204" y="155524"/>
                  <a:pt x="52099" y="182406"/>
                  <a:pt x="47094" y="211705"/>
                </a:cubicBezTo>
                <a:cubicBezTo>
                  <a:pt x="43530" y="237435"/>
                  <a:pt x="39507" y="263322"/>
                  <a:pt x="39879" y="289399"/>
                </a:cubicBezTo>
                <a:cubicBezTo>
                  <a:pt x="40649" y="305602"/>
                  <a:pt x="40450" y="322607"/>
                  <a:pt x="45951" y="337958"/>
                </a:cubicBezTo>
                <a:cubicBezTo>
                  <a:pt x="56871" y="368431"/>
                  <a:pt x="-5215" y="373939"/>
                  <a:pt x="354" y="34205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id="{506411A2-5055-02AD-B56E-505E883170F5}"/>
              </a:ext>
            </a:extLst>
          </p:cNvPr>
          <p:cNvSpPr/>
          <p:nvPr/>
        </p:nvSpPr>
        <p:spPr>
          <a:xfrm>
            <a:off x="7804231" y="1705313"/>
            <a:ext cx="512132" cy="510196"/>
          </a:xfrm>
          <a:custGeom>
            <a:avLst/>
            <a:gdLst>
              <a:gd name="csX0" fmla="*/ 278 w 512132"/>
              <a:gd name="csY0" fmla="*/ 470114 h 510196"/>
              <a:gd name="csX1" fmla="*/ 6456 w 512132"/>
              <a:gd name="csY1" fmla="*/ 423838 h 510196"/>
              <a:gd name="csX2" fmla="*/ 18179 w 512132"/>
              <a:gd name="csY2" fmla="*/ 329405 h 510196"/>
              <a:gd name="csX3" fmla="*/ 43702 w 512132"/>
              <a:gd name="csY3" fmla="*/ 222497 h 510196"/>
              <a:gd name="csX4" fmla="*/ 69520 w 512132"/>
              <a:gd name="csY4" fmla="*/ 132813 h 510196"/>
              <a:gd name="csX5" fmla="*/ 101688 w 512132"/>
              <a:gd name="csY5" fmla="*/ 67240 h 510196"/>
              <a:gd name="csX6" fmla="*/ 144434 w 512132"/>
              <a:gd name="csY6" fmla="*/ 23579 h 510196"/>
              <a:gd name="csX7" fmla="*/ 199834 w 512132"/>
              <a:gd name="csY7" fmla="*/ 45 h 510196"/>
              <a:gd name="csX8" fmla="*/ 278890 w 512132"/>
              <a:gd name="csY8" fmla="*/ 22437 h 510196"/>
              <a:gd name="csX9" fmla="*/ 355415 w 512132"/>
              <a:gd name="csY9" fmla="*/ 107704 h 510196"/>
              <a:gd name="csX10" fmla="*/ 420589 w 512132"/>
              <a:gd name="csY10" fmla="*/ 234006 h 510196"/>
              <a:gd name="csX11" fmla="*/ 478634 w 512132"/>
              <a:gd name="csY11" fmla="*/ 370251 h 510196"/>
              <a:gd name="csX12" fmla="*/ 511732 w 512132"/>
              <a:gd name="csY12" fmla="*/ 500982 h 510196"/>
              <a:gd name="csX13" fmla="*/ 498726 w 512132"/>
              <a:gd name="csY13" fmla="*/ 504984 h 510196"/>
              <a:gd name="csX14" fmla="*/ 448192 w 512132"/>
              <a:gd name="csY14" fmla="*/ 381550 h 510196"/>
              <a:gd name="csX15" fmla="*/ 391172 w 512132"/>
              <a:gd name="csY15" fmla="*/ 248323 h 510196"/>
              <a:gd name="csX16" fmla="*/ 324684 w 512132"/>
              <a:gd name="csY16" fmla="*/ 129166 h 510196"/>
              <a:gd name="csX17" fmla="*/ 257272 w 512132"/>
              <a:gd name="csY17" fmla="*/ 56051 h 510196"/>
              <a:gd name="csX18" fmla="*/ 202238 w 512132"/>
              <a:gd name="csY18" fmla="*/ 30615 h 510196"/>
              <a:gd name="csX19" fmla="*/ 160740 w 512132"/>
              <a:gd name="csY19" fmla="*/ 44552 h 510196"/>
              <a:gd name="csX20" fmla="*/ 122101 w 512132"/>
              <a:gd name="csY20" fmla="*/ 81544 h 510196"/>
              <a:gd name="csX21" fmla="*/ 88257 w 512132"/>
              <a:gd name="csY21" fmla="*/ 140278 h 510196"/>
              <a:gd name="csX22" fmla="*/ 57457 w 512132"/>
              <a:gd name="csY22" fmla="*/ 226009 h 510196"/>
              <a:gd name="csX23" fmla="*/ 33779 w 512132"/>
              <a:gd name="csY23" fmla="*/ 331889 h 510196"/>
              <a:gd name="csX24" fmla="*/ 25553 w 512132"/>
              <a:gd name="csY24" fmla="*/ 425055 h 510196"/>
              <a:gd name="csX25" fmla="*/ 29146 w 512132"/>
              <a:gd name="csY25" fmla="*/ 470097 h 510196"/>
              <a:gd name="csX26" fmla="*/ 276 w 512132"/>
              <a:gd name="csY26" fmla="*/ 470097 h 5101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512132" h="510196">
                <a:moveTo>
                  <a:pt x="278" y="470114"/>
                </a:moveTo>
                <a:cubicBezTo>
                  <a:pt x="3212" y="454713"/>
                  <a:pt x="4042" y="439346"/>
                  <a:pt x="6456" y="423838"/>
                </a:cubicBezTo>
                <a:cubicBezTo>
                  <a:pt x="8999" y="392079"/>
                  <a:pt x="13043" y="360898"/>
                  <a:pt x="18179" y="329405"/>
                </a:cubicBezTo>
                <a:cubicBezTo>
                  <a:pt x="25647" y="293491"/>
                  <a:pt x="34814" y="258073"/>
                  <a:pt x="43702" y="222497"/>
                </a:cubicBezTo>
                <a:cubicBezTo>
                  <a:pt x="49263" y="191763"/>
                  <a:pt x="58830" y="162031"/>
                  <a:pt x="69520" y="132813"/>
                </a:cubicBezTo>
                <a:cubicBezTo>
                  <a:pt x="77279" y="109377"/>
                  <a:pt x="88397" y="87892"/>
                  <a:pt x="101688" y="67240"/>
                </a:cubicBezTo>
                <a:cubicBezTo>
                  <a:pt x="112444" y="49279"/>
                  <a:pt x="128803" y="36587"/>
                  <a:pt x="144434" y="23579"/>
                </a:cubicBezTo>
                <a:cubicBezTo>
                  <a:pt x="160674" y="7703"/>
                  <a:pt x="178127" y="2983"/>
                  <a:pt x="199834" y="45"/>
                </a:cubicBezTo>
                <a:cubicBezTo>
                  <a:pt x="229044" y="-800"/>
                  <a:pt x="253648" y="10349"/>
                  <a:pt x="278890" y="22437"/>
                </a:cubicBezTo>
                <a:cubicBezTo>
                  <a:pt x="309383" y="46102"/>
                  <a:pt x="334284" y="75494"/>
                  <a:pt x="355415" y="107704"/>
                </a:cubicBezTo>
                <a:cubicBezTo>
                  <a:pt x="383343" y="146509"/>
                  <a:pt x="399786" y="191412"/>
                  <a:pt x="420589" y="234006"/>
                </a:cubicBezTo>
                <a:cubicBezTo>
                  <a:pt x="445466" y="276834"/>
                  <a:pt x="462089" y="323756"/>
                  <a:pt x="478634" y="370251"/>
                </a:cubicBezTo>
                <a:cubicBezTo>
                  <a:pt x="492122" y="413328"/>
                  <a:pt x="498465" y="457873"/>
                  <a:pt x="511732" y="500982"/>
                </a:cubicBezTo>
                <a:cubicBezTo>
                  <a:pt x="514562" y="510178"/>
                  <a:pt x="501556" y="514180"/>
                  <a:pt x="498726" y="504984"/>
                </a:cubicBezTo>
                <a:cubicBezTo>
                  <a:pt x="485569" y="462227"/>
                  <a:pt x="465620" y="422678"/>
                  <a:pt x="448192" y="381550"/>
                </a:cubicBezTo>
                <a:cubicBezTo>
                  <a:pt x="430714" y="336400"/>
                  <a:pt x="410644" y="292603"/>
                  <a:pt x="391172" y="248323"/>
                </a:cubicBezTo>
                <a:cubicBezTo>
                  <a:pt x="371325" y="207435"/>
                  <a:pt x="348460" y="167868"/>
                  <a:pt x="324684" y="129166"/>
                </a:cubicBezTo>
                <a:cubicBezTo>
                  <a:pt x="305079" y="102095"/>
                  <a:pt x="285303" y="74955"/>
                  <a:pt x="257272" y="56051"/>
                </a:cubicBezTo>
                <a:cubicBezTo>
                  <a:pt x="240227" y="43636"/>
                  <a:pt x="224191" y="30853"/>
                  <a:pt x="202238" y="30615"/>
                </a:cubicBezTo>
                <a:cubicBezTo>
                  <a:pt x="188161" y="34100"/>
                  <a:pt x="173180" y="35335"/>
                  <a:pt x="160740" y="44552"/>
                </a:cubicBezTo>
                <a:cubicBezTo>
                  <a:pt x="147367" y="56411"/>
                  <a:pt x="133421" y="67345"/>
                  <a:pt x="122101" y="81544"/>
                </a:cubicBezTo>
                <a:cubicBezTo>
                  <a:pt x="109870" y="100481"/>
                  <a:pt x="96458" y="118998"/>
                  <a:pt x="88257" y="140278"/>
                </a:cubicBezTo>
                <a:cubicBezTo>
                  <a:pt x="77093" y="168596"/>
                  <a:pt x="65801" y="196675"/>
                  <a:pt x="57457" y="226009"/>
                </a:cubicBezTo>
                <a:cubicBezTo>
                  <a:pt x="48123" y="260905"/>
                  <a:pt x="37998" y="295923"/>
                  <a:pt x="33779" y="331889"/>
                </a:cubicBezTo>
                <a:cubicBezTo>
                  <a:pt x="29997" y="362821"/>
                  <a:pt x="25702" y="393793"/>
                  <a:pt x="25553" y="425055"/>
                </a:cubicBezTo>
                <a:cubicBezTo>
                  <a:pt x="26534" y="440124"/>
                  <a:pt x="25772" y="455236"/>
                  <a:pt x="29146" y="470097"/>
                </a:cubicBezTo>
                <a:cubicBezTo>
                  <a:pt x="33666" y="490005"/>
                  <a:pt x="-3545" y="490151"/>
                  <a:pt x="276" y="470097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18483721-3291-AC09-234A-48346AFFC893}"/>
              </a:ext>
            </a:extLst>
          </p:cNvPr>
          <p:cNvSpPr/>
          <p:nvPr/>
        </p:nvSpPr>
        <p:spPr>
          <a:xfrm>
            <a:off x="8139587" y="1242906"/>
            <a:ext cx="515969" cy="474344"/>
          </a:xfrm>
          <a:custGeom>
            <a:avLst/>
            <a:gdLst>
              <a:gd name="csX0" fmla="*/ 2583 w 515969"/>
              <a:gd name="csY0" fmla="*/ 333304 h 474344"/>
              <a:gd name="csX1" fmla="*/ 50856 w 515969"/>
              <a:gd name="csY1" fmla="*/ 254502 h 474344"/>
              <a:gd name="csX2" fmla="*/ 126645 w 515969"/>
              <a:gd name="csY2" fmla="*/ 142240 h 474344"/>
              <a:gd name="csX3" fmla="*/ 196572 w 515969"/>
              <a:gd name="csY3" fmla="*/ 54976 h 474344"/>
              <a:gd name="csX4" fmla="*/ 246209 w 515969"/>
              <a:gd name="csY4" fmla="*/ 6598 h 474344"/>
              <a:gd name="csX5" fmla="*/ 300814 w 515969"/>
              <a:gd name="csY5" fmla="*/ 10685 h 474344"/>
              <a:gd name="csX6" fmla="*/ 352304 w 515969"/>
              <a:gd name="csY6" fmla="*/ 61742 h 474344"/>
              <a:gd name="csX7" fmla="*/ 416678 w 515969"/>
              <a:gd name="csY7" fmla="*/ 165726 h 474344"/>
              <a:gd name="csX8" fmla="*/ 471416 w 515969"/>
              <a:gd name="csY8" fmla="*/ 284265 h 474344"/>
              <a:gd name="csX9" fmla="*/ 507700 w 515969"/>
              <a:gd name="csY9" fmla="*/ 391792 h 474344"/>
              <a:gd name="csX10" fmla="*/ 515969 w 515969"/>
              <a:gd name="csY10" fmla="*/ 465935 h 474344"/>
              <a:gd name="csX11" fmla="*/ 502678 w 515969"/>
              <a:gd name="csY11" fmla="*/ 468851 h 474344"/>
              <a:gd name="csX12" fmla="*/ 474360 w 515969"/>
              <a:gd name="csY12" fmla="*/ 401780 h 474344"/>
              <a:gd name="csX13" fmla="*/ 441229 w 515969"/>
              <a:gd name="csY13" fmla="*/ 295386 h 474344"/>
              <a:gd name="csX14" fmla="*/ 392618 w 515969"/>
              <a:gd name="csY14" fmla="*/ 178333 h 474344"/>
              <a:gd name="csX15" fmla="*/ 330580 w 515969"/>
              <a:gd name="csY15" fmla="*/ 79492 h 474344"/>
              <a:gd name="csX16" fmla="*/ 286765 w 515969"/>
              <a:gd name="csY16" fmla="*/ 33444 h 474344"/>
              <a:gd name="csX17" fmla="*/ 257162 w 515969"/>
              <a:gd name="csY17" fmla="*/ 26497 h 474344"/>
              <a:gd name="csX18" fmla="*/ 206906 w 515969"/>
              <a:gd name="csY18" fmla="*/ 64113 h 474344"/>
              <a:gd name="csX19" fmla="*/ 137631 w 515969"/>
              <a:gd name="csY19" fmla="*/ 150272 h 474344"/>
              <a:gd name="csX20" fmla="*/ 62643 w 515969"/>
              <a:gd name="csY20" fmla="*/ 261305 h 474344"/>
              <a:gd name="csX21" fmla="*/ 21961 w 515969"/>
              <a:gd name="csY21" fmla="*/ 345122 h 474344"/>
              <a:gd name="csX22" fmla="*/ 2583 w 515969"/>
              <a:gd name="csY22" fmla="*/ 333311 h 4743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515969" h="474344">
                <a:moveTo>
                  <a:pt x="2583" y="333304"/>
                </a:moveTo>
                <a:cubicBezTo>
                  <a:pt x="23234" y="310326"/>
                  <a:pt x="35473" y="281186"/>
                  <a:pt x="50856" y="254502"/>
                </a:cubicBezTo>
                <a:cubicBezTo>
                  <a:pt x="73843" y="215586"/>
                  <a:pt x="100005" y="178706"/>
                  <a:pt x="126645" y="142240"/>
                </a:cubicBezTo>
                <a:cubicBezTo>
                  <a:pt x="148103" y="111674"/>
                  <a:pt x="172165" y="83180"/>
                  <a:pt x="196572" y="54976"/>
                </a:cubicBezTo>
                <a:cubicBezTo>
                  <a:pt x="210128" y="35433"/>
                  <a:pt x="227812" y="21019"/>
                  <a:pt x="246209" y="6598"/>
                </a:cubicBezTo>
                <a:cubicBezTo>
                  <a:pt x="268298" y="-5973"/>
                  <a:pt x="280070" y="1708"/>
                  <a:pt x="300814" y="10685"/>
                </a:cubicBezTo>
                <a:cubicBezTo>
                  <a:pt x="318537" y="27171"/>
                  <a:pt x="335531" y="44551"/>
                  <a:pt x="352304" y="61742"/>
                </a:cubicBezTo>
                <a:cubicBezTo>
                  <a:pt x="375378" y="95500"/>
                  <a:pt x="398224" y="129116"/>
                  <a:pt x="416678" y="165726"/>
                </a:cubicBezTo>
                <a:cubicBezTo>
                  <a:pt x="436624" y="204603"/>
                  <a:pt x="456578" y="243031"/>
                  <a:pt x="471416" y="284265"/>
                </a:cubicBezTo>
                <a:cubicBezTo>
                  <a:pt x="485621" y="319376"/>
                  <a:pt x="497015" y="355467"/>
                  <a:pt x="507700" y="391792"/>
                </a:cubicBezTo>
                <a:cubicBezTo>
                  <a:pt x="516784" y="415640"/>
                  <a:pt x="515907" y="441441"/>
                  <a:pt x="515969" y="465935"/>
                </a:cubicBezTo>
                <a:cubicBezTo>
                  <a:pt x="515993" y="475557"/>
                  <a:pt x="506991" y="477451"/>
                  <a:pt x="502678" y="468851"/>
                </a:cubicBezTo>
                <a:cubicBezTo>
                  <a:pt x="492112" y="447781"/>
                  <a:pt x="480612" y="425605"/>
                  <a:pt x="474360" y="401780"/>
                </a:cubicBezTo>
                <a:cubicBezTo>
                  <a:pt x="463032" y="366394"/>
                  <a:pt x="452298" y="330830"/>
                  <a:pt x="441229" y="295386"/>
                </a:cubicBezTo>
                <a:cubicBezTo>
                  <a:pt x="426409" y="255876"/>
                  <a:pt x="412167" y="215709"/>
                  <a:pt x="392618" y="178333"/>
                </a:cubicBezTo>
                <a:cubicBezTo>
                  <a:pt x="374037" y="144211"/>
                  <a:pt x="357240" y="108193"/>
                  <a:pt x="330580" y="79492"/>
                </a:cubicBezTo>
                <a:cubicBezTo>
                  <a:pt x="317783" y="62038"/>
                  <a:pt x="306242" y="44210"/>
                  <a:pt x="286765" y="33444"/>
                </a:cubicBezTo>
                <a:cubicBezTo>
                  <a:pt x="276968" y="30335"/>
                  <a:pt x="268646" y="23043"/>
                  <a:pt x="257162" y="26497"/>
                </a:cubicBezTo>
                <a:cubicBezTo>
                  <a:pt x="239123" y="37184"/>
                  <a:pt x="221190" y="47946"/>
                  <a:pt x="206906" y="64113"/>
                </a:cubicBezTo>
                <a:cubicBezTo>
                  <a:pt x="182611" y="91859"/>
                  <a:pt x="158814" y="120018"/>
                  <a:pt x="137631" y="150272"/>
                </a:cubicBezTo>
                <a:cubicBezTo>
                  <a:pt x="111279" y="186340"/>
                  <a:pt x="85392" y="222816"/>
                  <a:pt x="62643" y="261305"/>
                </a:cubicBezTo>
                <a:cubicBezTo>
                  <a:pt x="47115" y="288234"/>
                  <a:pt x="30185" y="314972"/>
                  <a:pt x="21961" y="345122"/>
                </a:cubicBezTo>
                <a:cubicBezTo>
                  <a:pt x="17738" y="360603"/>
                  <a:pt x="-8144" y="345246"/>
                  <a:pt x="2583" y="3333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76831450-982E-8353-4BEF-D5CA86824653}"/>
              </a:ext>
            </a:extLst>
          </p:cNvPr>
          <p:cNvSpPr/>
          <p:nvPr/>
        </p:nvSpPr>
        <p:spPr>
          <a:xfrm>
            <a:off x="8280736" y="1695034"/>
            <a:ext cx="494143" cy="511476"/>
          </a:xfrm>
          <a:custGeom>
            <a:avLst/>
            <a:gdLst>
              <a:gd name="csX0" fmla="*/ 3928 w 494143"/>
              <a:gd name="csY0" fmla="*/ 464868 h 511476"/>
              <a:gd name="csX1" fmla="*/ 35680 w 494143"/>
              <a:gd name="csY1" fmla="*/ 416016 h 511476"/>
              <a:gd name="csX2" fmla="*/ 111251 w 494143"/>
              <a:gd name="csY2" fmla="*/ 313261 h 511476"/>
              <a:gd name="csX3" fmla="*/ 209216 w 494143"/>
              <a:gd name="csY3" fmla="*/ 198256 h 511476"/>
              <a:gd name="csX4" fmla="*/ 298202 w 494143"/>
              <a:gd name="csY4" fmla="*/ 103473 h 511476"/>
              <a:gd name="csX5" fmla="*/ 366717 w 494143"/>
              <a:gd name="csY5" fmla="*/ 38259 h 511476"/>
              <a:gd name="csX6" fmla="*/ 416251 w 494143"/>
              <a:gd name="csY6" fmla="*/ 2006 h 511476"/>
              <a:gd name="csX7" fmla="*/ 463999 w 494143"/>
              <a:gd name="csY7" fmla="*/ 41412 h 511476"/>
              <a:gd name="csX8" fmla="*/ 480382 w 494143"/>
              <a:gd name="csY8" fmla="*/ 126704 h 511476"/>
              <a:gd name="csX9" fmla="*/ 489779 w 494143"/>
              <a:gd name="csY9" fmla="*/ 251815 h 511476"/>
              <a:gd name="csX10" fmla="*/ 494131 w 494143"/>
              <a:gd name="csY10" fmla="*/ 339361 h 511476"/>
              <a:gd name="csX11" fmla="*/ 480541 w 494143"/>
              <a:gd name="csY11" fmla="*/ 340047 h 511476"/>
              <a:gd name="csX12" fmla="*/ 476184 w 494143"/>
              <a:gd name="csY12" fmla="*/ 252414 h 511476"/>
              <a:gd name="csX13" fmla="*/ 466353 w 494143"/>
              <a:gd name="csY13" fmla="*/ 129123 h 511476"/>
              <a:gd name="csX14" fmla="*/ 440172 w 494143"/>
              <a:gd name="csY14" fmla="*/ 52658 h 511476"/>
              <a:gd name="csX15" fmla="*/ 436956 w 494143"/>
              <a:gd name="csY15" fmla="*/ 53206 h 511476"/>
              <a:gd name="csX16" fmla="*/ 399795 w 494143"/>
              <a:gd name="csY16" fmla="*/ 77817 h 511476"/>
              <a:gd name="csX17" fmla="*/ 326402 w 494143"/>
              <a:gd name="csY17" fmla="*/ 134587 h 511476"/>
              <a:gd name="csX18" fmla="*/ 236428 w 494143"/>
              <a:gd name="csY18" fmla="*/ 221729 h 511476"/>
              <a:gd name="csX19" fmla="*/ 144723 w 494143"/>
              <a:gd name="csY19" fmla="*/ 338553 h 511476"/>
              <a:gd name="csX20" fmla="*/ 84068 w 494143"/>
              <a:gd name="csY20" fmla="*/ 443918 h 511476"/>
              <a:gd name="csX21" fmla="*/ 60570 w 494143"/>
              <a:gd name="csY21" fmla="*/ 492916 h 511476"/>
              <a:gd name="csX22" fmla="*/ 3931 w 494143"/>
              <a:gd name="csY22" fmla="*/ 464872 h 5114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494143" h="511476">
                <a:moveTo>
                  <a:pt x="3928" y="464868"/>
                </a:moveTo>
                <a:cubicBezTo>
                  <a:pt x="11979" y="447096"/>
                  <a:pt x="24967" y="432295"/>
                  <a:pt x="35680" y="416016"/>
                </a:cubicBezTo>
                <a:cubicBezTo>
                  <a:pt x="58904" y="380319"/>
                  <a:pt x="85986" y="347505"/>
                  <a:pt x="111251" y="313261"/>
                </a:cubicBezTo>
                <a:cubicBezTo>
                  <a:pt x="141779" y="273095"/>
                  <a:pt x="177053" y="237033"/>
                  <a:pt x="209216" y="198256"/>
                </a:cubicBezTo>
                <a:cubicBezTo>
                  <a:pt x="236795" y="164700"/>
                  <a:pt x="266967" y="133584"/>
                  <a:pt x="298202" y="103473"/>
                </a:cubicBezTo>
                <a:cubicBezTo>
                  <a:pt x="320661" y="81309"/>
                  <a:pt x="343689" y="59845"/>
                  <a:pt x="366717" y="38259"/>
                </a:cubicBezTo>
                <a:cubicBezTo>
                  <a:pt x="380931" y="23044"/>
                  <a:pt x="398987" y="12783"/>
                  <a:pt x="416251" y="2006"/>
                </a:cubicBezTo>
                <a:cubicBezTo>
                  <a:pt x="448990" y="-6468"/>
                  <a:pt x="459178" y="12902"/>
                  <a:pt x="463999" y="41412"/>
                </a:cubicBezTo>
                <a:cubicBezTo>
                  <a:pt x="473341" y="69044"/>
                  <a:pt x="477209" y="97597"/>
                  <a:pt x="480382" y="126704"/>
                </a:cubicBezTo>
                <a:cubicBezTo>
                  <a:pt x="485918" y="168198"/>
                  <a:pt x="487936" y="210029"/>
                  <a:pt x="489779" y="251815"/>
                </a:cubicBezTo>
                <a:cubicBezTo>
                  <a:pt x="490912" y="281012"/>
                  <a:pt x="492658" y="310180"/>
                  <a:pt x="494131" y="339361"/>
                </a:cubicBezTo>
                <a:cubicBezTo>
                  <a:pt x="494616" y="348971"/>
                  <a:pt x="481027" y="349657"/>
                  <a:pt x="480541" y="340047"/>
                </a:cubicBezTo>
                <a:cubicBezTo>
                  <a:pt x="479067" y="310837"/>
                  <a:pt x="477319" y="281640"/>
                  <a:pt x="476184" y="252414"/>
                </a:cubicBezTo>
                <a:cubicBezTo>
                  <a:pt x="474369" y="211239"/>
                  <a:pt x="472866" y="169874"/>
                  <a:pt x="466353" y="129123"/>
                </a:cubicBezTo>
                <a:cubicBezTo>
                  <a:pt x="459215" y="103389"/>
                  <a:pt x="453408" y="75548"/>
                  <a:pt x="440172" y="52658"/>
                </a:cubicBezTo>
                <a:cubicBezTo>
                  <a:pt x="430494" y="54307"/>
                  <a:pt x="425176" y="51096"/>
                  <a:pt x="436956" y="53206"/>
                </a:cubicBezTo>
                <a:cubicBezTo>
                  <a:pt x="424005" y="60307"/>
                  <a:pt x="410932" y="67231"/>
                  <a:pt x="399795" y="77817"/>
                </a:cubicBezTo>
                <a:cubicBezTo>
                  <a:pt x="374994" y="96384"/>
                  <a:pt x="350587" y="115217"/>
                  <a:pt x="326402" y="134587"/>
                </a:cubicBezTo>
                <a:cubicBezTo>
                  <a:pt x="295126" y="162312"/>
                  <a:pt x="263833" y="190023"/>
                  <a:pt x="236428" y="221729"/>
                </a:cubicBezTo>
                <a:cubicBezTo>
                  <a:pt x="203317" y="258638"/>
                  <a:pt x="174759" y="299140"/>
                  <a:pt x="144723" y="338553"/>
                </a:cubicBezTo>
                <a:cubicBezTo>
                  <a:pt x="119665" y="370911"/>
                  <a:pt x="100918" y="406676"/>
                  <a:pt x="84068" y="443918"/>
                </a:cubicBezTo>
                <a:cubicBezTo>
                  <a:pt x="76062" y="460278"/>
                  <a:pt x="70291" y="477611"/>
                  <a:pt x="60570" y="492916"/>
                </a:cubicBezTo>
                <a:cubicBezTo>
                  <a:pt x="36607" y="530639"/>
                  <a:pt x="-14511" y="505580"/>
                  <a:pt x="3931" y="464872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E0AB8D90-53ED-DD9F-49FE-89DB8B09F2C1}"/>
              </a:ext>
            </a:extLst>
          </p:cNvPr>
          <p:cNvSpPr/>
          <p:nvPr/>
        </p:nvSpPr>
        <p:spPr>
          <a:xfrm>
            <a:off x="8436984" y="2290358"/>
            <a:ext cx="95933" cy="115553"/>
          </a:xfrm>
          <a:custGeom>
            <a:avLst/>
            <a:gdLst>
              <a:gd name="csX0" fmla="*/ 2652 w 95933"/>
              <a:gd name="csY0" fmla="*/ 91476 h 115553"/>
              <a:gd name="csX1" fmla="*/ 37121 w 95933"/>
              <a:gd name="csY1" fmla="*/ 46677 h 115553"/>
              <a:gd name="csX2" fmla="*/ 84939 w 95933"/>
              <a:gd name="csY2" fmla="*/ 1663 h 115553"/>
              <a:gd name="csX3" fmla="*/ 93376 w 95933"/>
              <a:gd name="csY3" fmla="*/ 12338 h 115553"/>
              <a:gd name="csX4" fmla="*/ 52287 w 95933"/>
              <a:gd name="csY4" fmla="*/ 57870 h 115553"/>
              <a:gd name="csX5" fmla="*/ 33505 w 95933"/>
              <a:gd name="csY5" fmla="*/ 104072 h 115553"/>
              <a:gd name="csX6" fmla="*/ 2653 w 95933"/>
              <a:gd name="csY6" fmla="*/ 91476 h 1155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5933" h="115553">
                <a:moveTo>
                  <a:pt x="2652" y="91476"/>
                </a:moveTo>
                <a:cubicBezTo>
                  <a:pt x="13569" y="75945"/>
                  <a:pt x="24463" y="60854"/>
                  <a:pt x="37121" y="46677"/>
                </a:cubicBezTo>
                <a:cubicBezTo>
                  <a:pt x="49214" y="27326"/>
                  <a:pt x="66479" y="14278"/>
                  <a:pt x="84939" y="1663"/>
                </a:cubicBezTo>
                <a:cubicBezTo>
                  <a:pt x="92883" y="-3766"/>
                  <a:pt x="99867" y="5236"/>
                  <a:pt x="93376" y="12338"/>
                </a:cubicBezTo>
                <a:cubicBezTo>
                  <a:pt x="79675" y="27331"/>
                  <a:pt x="65819" y="42521"/>
                  <a:pt x="52287" y="57870"/>
                </a:cubicBezTo>
                <a:cubicBezTo>
                  <a:pt x="44226" y="72616"/>
                  <a:pt x="34749" y="86972"/>
                  <a:pt x="33505" y="104072"/>
                </a:cubicBezTo>
                <a:cubicBezTo>
                  <a:pt x="31796" y="127574"/>
                  <a:pt x="-10899" y="110753"/>
                  <a:pt x="2653" y="9147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9" name="任意多边形: 形状 98">
            <a:extLst>
              <a:ext uri="{FF2B5EF4-FFF2-40B4-BE49-F238E27FC236}">
                <a16:creationId xmlns:a16="http://schemas.microsoft.com/office/drawing/2014/main" id="{6A03C5C3-C9E4-33B4-3B4A-E6C5583DE747}"/>
              </a:ext>
            </a:extLst>
          </p:cNvPr>
          <p:cNvSpPr/>
          <p:nvPr/>
        </p:nvSpPr>
        <p:spPr>
          <a:xfrm>
            <a:off x="8570634" y="2290330"/>
            <a:ext cx="129980" cy="83799"/>
          </a:xfrm>
          <a:custGeom>
            <a:avLst/>
            <a:gdLst>
              <a:gd name="csX0" fmla="*/ 92649 w 129980"/>
              <a:gd name="csY0" fmla="*/ 70740 h 83799"/>
              <a:gd name="csX1" fmla="*/ 75170 w 129980"/>
              <a:gd name="csY1" fmla="*/ 44839 h 83799"/>
              <a:gd name="csX2" fmla="*/ 21000 w 129980"/>
              <a:gd name="csY2" fmla="*/ 14439 h 83799"/>
              <a:gd name="csX3" fmla="*/ 7549 w 129980"/>
              <a:gd name="csY3" fmla="*/ 15157 h 83799"/>
              <a:gd name="csX4" fmla="*/ 6884 w 129980"/>
              <a:gd name="csY4" fmla="*/ 1566 h 83799"/>
              <a:gd name="csX5" fmla="*/ 22138 w 129980"/>
              <a:gd name="csY5" fmla="*/ 880 h 83799"/>
              <a:gd name="csX6" fmla="*/ 98068 w 129980"/>
              <a:gd name="csY6" fmla="*/ 18525 h 83799"/>
              <a:gd name="csX7" fmla="*/ 128427 w 129980"/>
              <a:gd name="csY7" fmla="*/ 54503 h 83799"/>
              <a:gd name="csX8" fmla="*/ 92650 w 129980"/>
              <a:gd name="csY8" fmla="*/ 70741 h 83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9980" h="83799">
                <a:moveTo>
                  <a:pt x="92649" y="70740"/>
                </a:moveTo>
                <a:cubicBezTo>
                  <a:pt x="88545" y="60948"/>
                  <a:pt x="81198" y="53411"/>
                  <a:pt x="75170" y="44839"/>
                </a:cubicBezTo>
                <a:cubicBezTo>
                  <a:pt x="59208" y="30705"/>
                  <a:pt x="40017" y="23180"/>
                  <a:pt x="21000" y="14439"/>
                </a:cubicBezTo>
                <a:cubicBezTo>
                  <a:pt x="16516" y="14679"/>
                  <a:pt x="12032" y="14918"/>
                  <a:pt x="7549" y="15157"/>
                </a:cubicBezTo>
                <a:cubicBezTo>
                  <a:pt x="-2059" y="15670"/>
                  <a:pt x="-2729" y="1998"/>
                  <a:pt x="6884" y="1566"/>
                </a:cubicBezTo>
                <a:cubicBezTo>
                  <a:pt x="11968" y="1337"/>
                  <a:pt x="17054" y="1108"/>
                  <a:pt x="22138" y="880"/>
                </a:cubicBezTo>
                <a:cubicBezTo>
                  <a:pt x="50148" y="-1361"/>
                  <a:pt x="74231" y="-574"/>
                  <a:pt x="98068" y="18525"/>
                </a:cubicBezTo>
                <a:cubicBezTo>
                  <a:pt x="110633" y="28895"/>
                  <a:pt x="122780" y="38424"/>
                  <a:pt x="128427" y="54503"/>
                </a:cubicBezTo>
                <a:cubicBezTo>
                  <a:pt x="137633" y="80715"/>
                  <a:pt x="103388" y="96363"/>
                  <a:pt x="92650" y="7074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10A74A4F-DDAA-148E-B209-40B96BB12BCB}"/>
              </a:ext>
            </a:extLst>
          </p:cNvPr>
          <p:cNvSpPr/>
          <p:nvPr/>
        </p:nvSpPr>
        <p:spPr>
          <a:xfrm>
            <a:off x="8685213" y="2085179"/>
            <a:ext cx="71010" cy="383618"/>
          </a:xfrm>
          <a:custGeom>
            <a:avLst/>
            <a:gdLst>
              <a:gd name="csX0" fmla="*/ 64652 w 71010"/>
              <a:gd name="csY0" fmla="*/ 40147 h 383618"/>
              <a:gd name="csX1" fmla="*/ 35754 w 71010"/>
              <a:gd name="csY1" fmla="*/ 102175 h 383618"/>
              <a:gd name="csX2" fmla="*/ 14715 w 71010"/>
              <a:gd name="csY2" fmla="*/ 281255 h 383618"/>
              <a:gd name="csX3" fmla="*/ 14978 w 71010"/>
              <a:gd name="csY3" fmla="*/ 376147 h 383618"/>
              <a:gd name="csX4" fmla="*/ 1380 w 71010"/>
              <a:gd name="csY4" fmla="*/ 376659 h 383618"/>
              <a:gd name="csX5" fmla="*/ 1134 w 71010"/>
              <a:gd name="csY5" fmla="*/ 280418 h 383618"/>
              <a:gd name="csX6" fmla="*/ 17239 w 71010"/>
              <a:gd name="csY6" fmla="*/ 98795 h 383618"/>
              <a:gd name="csX7" fmla="*/ 29914 w 71010"/>
              <a:gd name="csY7" fmla="*/ 11276 h 383618"/>
              <a:gd name="csX8" fmla="*/ 64652 w 71010"/>
              <a:gd name="csY8" fmla="*/ 40147 h 3836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1010" h="383618">
                <a:moveTo>
                  <a:pt x="64652" y="40147"/>
                </a:moveTo>
                <a:cubicBezTo>
                  <a:pt x="48088" y="55803"/>
                  <a:pt x="41734" y="80258"/>
                  <a:pt x="35754" y="102175"/>
                </a:cubicBezTo>
                <a:cubicBezTo>
                  <a:pt x="21663" y="160506"/>
                  <a:pt x="18400" y="221428"/>
                  <a:pt x="14715" y="281255"/>
                </a:cubicBezTo>
                <a:cubicBezTo>
                  <a:pt x="12724" y="312880"/>
                  <a:pt x="13783" y="344527"/>
                  <a:pt x="14978" y="376147"/>
                </a:cubicBezTo>
                <a:cubicBezTo>
                  <a:pt x="15341" y="385761"/>
                  <a:pt x="1741" y="386274"/>
                  <a:pt x="1380" y="376659"/>
                </a:cubicBezTo>
                <a:cubicBezTo>
                  <a:pt x="177" y="344589"/>
                  <a:pt x="-889" y="312492"/>
                  <a:pt x="1134" y="280418"/>
                </a:cubicBezTo>
                <a:cubicBezTo>
                  <a:pt x="4881" y="219687"/>
                  <a:pt x="12506" y="159365"/>
                  <a:pt x="17239" y="98795"/>
                </a:cubicBezTo>
                <a:cubicBezTo>
                  <a:pt x="20119" y="69533"/>
                  <a:pt x="19728" y="39169"/>
                  <a:pt x="29914" y="11276"/>
                </a:cubicBezTo>
                <a:cubicBezTo>
                  <a:pt x="40871" y="-18726"/>
                  <a:pt x="87865" y="18207"/>
                  <a:pt x="64652" y="40147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1" name="任意多边形: 形状 100">
            <a:extLst>
              <a:ext uri="{FF2B5EF4-FFF2-40B4-BE49-F238E27FC236}">
                <a16:creationId xmlns:a16="http://schemas.microsoft.com/office/drawing/2014/main" id="{0E051A77-35AB-CB19-9E0F-0723CCC6BC7A}"/>
              </a:ext>
            </a:extLst>
          </p:cNvPr>
          <p:cNvSpPr/>
          <p:nvPr/>
        </p:nvSpPr>
        <p:spPr>
          <a:xfrm>
            <a:off x="8767444" y="2108391"/>
            <a:ext cx="30047" cy="51241"/>
          </a:xfrm>
          <a:custGeom>
            <a:avLst/>
            <a:gdLst>
              <a:gd name="csX0" fmla="*/ 29665 w 30047"/>
              <a:gd name="csY0" fmla="*/ 8743 h 51241"/>
              <a:gd name="csX1" fmla="*/ 29424 w 30047"/>
              <a:gd name="csY1" fmla="*/ 43029 h 51241"/>
              <a:gd name="csX2" fmla="*/ 16005 w 30047"/>
              <a:gd name="csY2" fmla="*/ 45284 h 51241"/>
              <a:gd name="csX3" fmla="*/ 3261 w 30047"/>
              <a:gd name="csY3" fmla="*/ 17818 h 51241"/>
              <a:gd name="csX4" fmla="*/ 29665 w 30047"/>
              <a:gd name="csY4" fmla="*/ 8743 h 512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0047" h="51241">
                <a:moveTo>
                  <a:pt x="29665" y="8743"/>
                </a:moveTo>
                <a:cubicBezTo>
                  <a:pt x="26614" y="20219"/>
                  <a:pt x="28989" y="31531"/>
                  <a:pt x="29424" y="43029"/>
                </a:cubicBezTo>
                <a:cubicBezTo>
                  <a:pt x="29787" y="52644"/>
                  <a:pt x="19221" y="54353"/>
                  <a:pt x="16005" y="45284"/>
                </a:cubicBezTo>
                <a:cubicBezTo>
                  <a:pt x="12530" y="35484"/>
                  <a:pt x="12543" y="24712"/>
                  <a:pt x="3261" y="17818"/>
                </a:cubicBezTo>
                <a:cubicBezTo>
                  <a:pt x="-12586" y="6045"/>
                  <a:pt x="34738" y="-10335"/>
                  <a:pt x="29665" y="8743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18DAE944-8169-F51E-ED7B-8D9D5418D140}"/>
              </a:ext>
            </a:extLst>
          </p:cNvPr>
          <p:cNvSpPr/>
          <p:nvPr/>
        </p:nvSpPr>
        <p:spPr>
          <a:xfrm>
            <a:off x="8843276" y="1921961"/>
            <a:ext cx="209426" cy="272205"/>
          </a:xfrm>
          <a:custGeom>
            <a:avLst/>
            <a:gdLst>
              <a:gd name="csX0" fmla="*/ 2315 w 209426"/>
              <a:gd name="csY0" fmla="*/ 258229 h 272205"/>
              <a:gd name="csX1" fmla="*/ 729 w 209426"/>
              <a:gd name="csY1" fmla="*/ 197950 h 272205"/>
              <a:gd name="csX2" fmla="*/ 18639 w 209426"/>
              <a:gd name="csY2" fmla="*/ 112508 h 272205"/>
              <a:gd name="csX3" fmla="*/ 44986 w 209426"/>
              <a:gd name="csY3" fmla="*/ 43031 h 272205"/>
              <a:gd name="csX4" fmla="*/ 86761 w 209426"/>
              <a:gd name="csY4" fmla="*/ 500 h 272205"/>
              <a:gd name="csX5" fmla="*/ 146880 w 209426"/>
              <a:gd name="csY5" fmla="*/ 53373 h 272205"/>
              <a:gd name="csX6" fmla="*/ 199111 w 209426"/>
              <a:gd name="csY6" fmla="*/ 192714 h 272205"/>
              <a:gd name="csX7" fmla="*/ 208998 w 209426"/>
              <a:gd name="csY7" fmla="*/ 223659 h 272205"/>
              <a:gd name="csX8" fmla="*/ 196037 w 209426"/>
              <a:gd name="csY8" fmla="*/ 227800 h 272205"/>
              <a:gd name="csX9" fmla="*/ 186235 w 209426"/>
              <a:gd name="csY9" fmla="*/ 197114 h 272205"/>
              <a:gd name="csX10" fmla="*/ 122790 w 209426"/>
              <a:gd name="csY10" fmla="*/ 68736 h 272205"/>
              <a:gd name="csX11" fmla="*/ 105694 w 209426"/>
              <a:gd name="csY11" fmla="*/ 47430 h 272205"/>
              <a:gd name="csX12" fmla="*/ 83729 w 209426"/>
              <a:gd name="csY12" fmla="*/ 67290 h 272205"/>
              <a:gd name="csX13" fmla="*/ 55830 w 209426"/>
              <a:gd name="csY13" fmla="*/ 123071 h 272205"/>
              <a:gd name="csX14" fmla="*/ 37402 w 209426"/>
              <a:gd name="csY14" fmla="*/ 202347 h 272205"/>
              <a:gd name="csX15" fmla="*/ 28697 w 209426"/>
              <a:gd name="csY15" fmla="*/ 258230 h 272205"/>
              <a:gd name="csX16" fmla="*/ 2314 w 209426"/>
              <a:gd name="csY16" fmla="*/ 258230 h 2722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09426" h="272205">
                <a:moveTo>
                  <a:pt x="2315" y="258229"/>
                </a:moveTo>
                <a:cubicBezTo>
                  <a:pt x="888" y="237534"/>
                  <a:pt x="-1086" y="218693"/>
                  <a:pt x="729" y="197950"/>
                </a:cubicBezTo>
                <a:cubicBezTo>
                  <a:pt x="2958" y="169037"/>
                  <a:pt x="11093" y="140525"/>
                  <a:pt x="18639" y="112508"/>
                </a:cubicBezTo>
                <a:cubicBezTo>
                  <a:pt x="23288" y="87669"/>
                  <a:pt x="33410" y="65193"/>
                  <a:pt x="44986" y="43031"/>
                </a:cubicBezTo>
                <a:cubicBezTo>
                  <a:pt x="55802" y="24570"/>
                  <a:pt x="69191" y="11570"/>
                  <a:pt x="86761" y="500"/>
                </a:cubicBezTo>
                <a:cubicBezTo>
                  <a:pt x="126335" y="-3972"/>
                  <a:pt x="132330" y="22171"/>
                  <a:pt x="146880" y="53373"/>
                </a:cubicBezTo>
                <a:cubicBezTo>
                  <a:pt x="162765" y="100436"/>
                  <a:pt x="183040" y="145708"/>
                  <a:pt x="199111" y="192714"/>
                </a:cubicBezTo>
                <a:cubicBezTo>
                  <a:pt x="202406" y="203030"/>
                  <a:pt x="205702" y="213344"/>
                  <a:pt x="208998" y="223659"/>
                </a:cubicBezTo>
                <a:cubicBezTo>
                  <a:pt x="211927" y="232824"/>
                  <a:pt x="198964" y="236965"/>
                  <a:pt x="196037" y="227800"/>
                </a:cubicBezTo>
                <a:cubicBezTo>
                  <a:pt x="192769" y="217571"/>
                  <a:pt x="189502" y="207342"/>
                  <a:pt x="186235" y="197114"/>
                </a:cubicBezTo>
                <a:cubicBezTo>
                  <a:pt x="170712" y="151663"/>
                  <a:pt x="156165" y="104619"/>
                  <a:pt x="122790" y="68736"/>
                </a:cubicBezTo>
                <a:cubicBezTo>
                  <a:pt x="116403" y="62570"/>
                  <a:pt x="86569" y="46497"/>
                  <a:pt x="105694" y="47430"/>
                </a:cubicBezTo>
                <a:cubicBezTo>
                  <a:pt x="99496" y="52422"/>
                  <a:pt x="87451" y="56701"/>
                  <a:pt x="83729" y="67290"/>
                </a:cubicBezTo>
                <a:cubicBezTo>
                  <a:pt x="72842" y="85071"/>
                  <a:pt x="61525" y="102701"/>
                  <a:pt x="55830" y="123071"/>
                </a:cubicBezTo>
                <a:cubicBezTo>
                  <a:pt x="48935" y="149437"/>
                  <a:pt x="42371" y="175701"/>
                  <a:pt x="37402" y="202347"/>
                </a:cubicBezTo>
                <a:cubicBezTo>
                  <a:pt x="35129" y="221334"/>
                  <a:pt x="28580" y="239229"/>
                  <a:pt x="28697" y="258230"/>
                </a:cubicBezTo>
                <a:cubicBezTo>
                  <a:pt x="28812" y="276886"/>
                  <a:pt x="3598" y="276842"/>
                  <a:pt x="2314" y="25823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3" name="任意多边形: 形状 102">
            <a:extLst>
              <a:ext uri="{FF2B5EF4-FFF2-40B4-BE49-F238E27FC236}">
                <a16:creationId xmlns:a16="http://schemas.microsoft.com/office/drawing/2014/main" id="{A4B8DBF8-0190-F2E7-8905-84C72B773928}"/>
              </a:ext>
            </a:extLst>
          </p:cNvPr>
          <p:cNvSpPr/>
          <p:nvPr/>
        </p:nvSpPr>
        <p:spPr>
          <a:xfrm>
            <a:off x="8722184" y="1205854"/>
            <a:ext cx="432454" cy="531260"/>
          </a:xfrm>
          <a:custGeom>
            <a:avLst/>
            <a:gdLst>
              <a:gd name="csX0" fmla="*/ 2345 w 432454"/>
              <a:gd name="csY0" fmla="*/ 373118 h 531260"/>
              <a:gd name="csX1" fmla="*/ 57926 w 432454"/>
              <a:gd name="csY1" fmla="*/ 293403 h 531260"/>
              <a:gd name="csX2" fmla="*/ 142970 w 432454"/>
              <a:gd name="csY2" fmla="*/ 151833 h 531260"/>
              <a:gd name="csX3" fmla="*/ 207029 w 432454"/>
              <a:gd name="csY3" fmla="*/ 51725 h 531260"/>
              <a:gd name="csX4" fmla="*/ 268334 w 432454"/>
              <a:gd name="csY4" fmla="*/ 264 h 531260"/>
              <a:gd name="csX5" fmla="*/ 338970 w 432454"/>
              <a:gd name="csY5" fmla="*/ 40073 h 531260"/>
              <a:gd name="csX6" fmla="*/ 385693 w 432454"/>
              <a:gd name="csY6" fmla="*/ 139590 h 531260"/>
              <a:gd name="csX7" fmla="*/ 419514 w 432454"/>
              <a:gd name="csY7" fmla="*/ 293648 h 531260"/>
              <a:gd name="csX8" fmla="*/ 432023 w 432454"/>
              <a:gd name="csY8" fmla="*/ 456154 h 531260"/>
              <a:gd name="csX9" fmla="*/ 429780 w 432454"/>
              <a:gd name="csY9" fmla="*/ 524262 h 531260"/>
              <a:gd name="csX10" fmla="*/ 416179 w 432454"/>
              <a:gd name="csY10" fmla="*/ 523827 h 531260"/>
              <a:gd name="csX11" fmla="*/ 416336 w 432454"/>
              <a:gd name="csY11" fmla="*/ 456305 h 531260"/>
              <a:gd name="csX12" fmla="*/ 405581 w 432454"/>
              <a:gd name="csY12" fmla="*/ 295847 h 531260"/>
              <a:gd name="csX13" fmla="*/ 372702 w 432454"/>
              <a:gd name="csY13" fmla="*/ 144104 h 531260"/>
              <a:gd name="csX14" fmla="*/ 320179 w 432454"/>
              <a:gd name="csY14" fmla="*/ 56346 h 531260"/>
              <a:gd name="csX15" fmla="*/ 274787 w 432454"/>
              <a:gd name="csY15" fmla="*/ 27217 h 531260"/>
              <a:gd name="csX16" fmla="*/ 220493 w 432454"/>
              <a:gd name="csY16" fmla="*/ 62063 h 531260"/>
              <a:gd name="csX17" fmla="*/ 154697 w 432454"/>
              <a:gd name="csY17" fmla="*/ 158723 h 531260"/>
              <a:gd name="csX18" fmla="*/ 69494 w 432454"/>
              <a:gd name="csY18" fmla="*/ 300560 h 531260"/>
              <a:gd name="csX19" fmla="*/ 25574 w 432454"/>
              <a:gd name="csY19" fmla="*/ 384613 h 531260"/>
              <a:gd name="csX20" fmla="*/ 2344 w 432454"/>
              <a:gd name="csY20" fmla="*/ 373111 h 531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32454" h="531260">
                <a:moveTo>
                  <a:pt x="2345" y="373118"/>
                </a:moveTo>
                <a:cubicBezTo>
                  <a:pt x="19963" y="346514"/>
                  <a:pt x="40714" y="321201"/>
                  <a:pt x="57926" y="293403"/>
                </a:cubicBezTo>
                <a:cubicBezTo>
                  <a:pt x="87030" y="246671"/>
                  <a:pt x="115060" y="199282"/>
                  <a:pt x="142970" y="151833"/>
                </a:cubicBezTo>
                <a:cubicBezTo>
                  <a:pt x="162818" y="117510"/>
                  <a:pt x="185078" y="84712"/>
                  <a:pt x="207029" y="51725"/>
                </a:cubicBezTo>
                <a:cubicBezTo>
                  <a:pt x="222550" y="26941"/>
                  <a:pt x="242438" y="11842"/>
                  <a:pt x="268334" y="264"/>
                </a:cubicBezTo>
                <a:cubicBezTo>
                  <a:pt x="301306" y="-2473"/>
                  <a:pt x="319211" y="16463"/>
                  <a:pt x="338970" y="40073"/>
                </a:cubicBezTo>
                <a:cubicBezTo>
                  <a:pt x="364881" y="67951"/>
                  <a:pt x="375743" y="103605"/>
                  <a:pt x="385693" y="139590"/>
                </a:cubicBezTo>
                <a:cubicBezTo>
                  <a:pt x="400331" y="190095"/>
                  <a:pt x="412362" y="241546"/>
                  <a:pt x="419514" y="293648"/>
                </a:cubicBezTo>
                <a:cubicBezTo>
                  <a:pt x="428896" y="347382"/>
                  <a:pt x="429627" y="401852"/>
                  <a:pt x="432023" y="456154"/>
                </a:cubicBezTo>
                <a:cubicBezTo>
                  <a:pt x="433572" y="478946"/>
                  <a:pt x="430507" y="501505"/>
                  <a:pt x="429780" y="524262"/>
                </a:cubicBezTo>
                <a:cubicBezTo>
                  <a:pt x="429472" y="533879"/>
                  <a:pt x="415871" y="533444"/>
                  <a:pt x="416179" y="523827"/>
                </a:cubicBezTo>
                <a:cubicBezTo>
                  <a:pt x="416903" y="501230"/>
                  <a:pt x="415126" y="478900"/>
                  <a:pt x="416336" y="456305"/>
                </a:cubicBezTo>
                <a:cubicBezTo>
                  <a:pt x="417698" y="402669"/>
                  <a:pt x="413264" y="348930"/>
                  <a:pt x="405581" y="295847"/>
                </a:cubicBezTo>
                <a:cubicBezTo>
                  <a:pt x="396422" y="244885"/>
                  <a:pt x="389133" y="193453"/>
                  <a:pt x="372702" y="144104"/>
                </a:cubicBezTo>
                <a:cubicBezTo>
                  <a:pt x="359071" y="112178"/>
                  <a:pt x="340304" y="84423"/>
                  <a:pt x="320179" y="56346"/>
                </a:cubicBezTo>
                <a:cubicBezTo>
                  <a:pt x="306054" y="43768"/>
                  <a:pt x="294736" y="29035"/>
                  <a:pt x="274787" y="27217"/>
                </a:cubicBezTo>
                <a:cubicBezTo>
                  <a:pt x="252755" y="34160"/>
                  <a:pt x="235125" y="41646"/>
                  <a:pt x="220493" y="62063"/>
                </a:cubicBezTo>
                <a:cubicBezTo>
                  <a:pt x="195581" y="92256"/>
                  <a:pt x="173867" y="124479"/>
                  <a:pt x="154697" y="158723"/>
                </a:cubicBezTo>
                <a:cubicBezTo>
                  <a:pt x="126735" y="206263"/>
                  <a:pt x="98652" y="253740"/>
                  <a:pt x="69494" y="300560"/>
                </a:cubicBezTo>
                <a:cubicBezTo>
                  <a:pt x="52654" y="327757"/>
                  <a:pt x="38979" y="356555"/>
                  <a:pt x="25574" y="384613"/>
                </a:cubicBezTo>
                <a:cubicBezTo>
                  <a:pt x="17673" y="401152"/>
                  <a:pt x="-7776" y="388393"/>
                  <a:pt x="2344" y="3731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4" name="任意多边形: 形状 103">
            <a:extLst>
              <a:ext uri="{FF2B5EF4-FFF2-40B4-BE49-F238E27FC236}">
                <a16:creationId xmlns:a16="http://schemas.microsoft.com/office/drawing/2014/main" id="{60252827-B8CE-7857-B850-806A01CBB866}"/>
              </a:ext>
            </a:extLst>
          </p:cNvPr>
          <p:cNvSpPr/>
          <p:nvPr/>
        </p:nvSpPr>
        <p:spPr>
          <a:xfrm>
            <a:off x="9105517" y="1597529"/>
            <a:ext cx="249812" cy="945500"/>
          </a:xfrm>
          <a:custGeom>
            <a:avLst/>
            <a:gdLst>
              <a:gd name="csX0" fmla="*/ 4774 w 249812"/>
              <a:gd name="csY0" fmla="*/ 162894 h 945500"/>
              <a:gd name="csX1" fmla="*/ 61552 w 249812"/>
              <a:gd name="csY1" fmla="*/ 108150 h 945500"/>
              <a:gd name="csX2" fmla="*/ 110778 w 249812"/>
              <a:gd name="csY2" fmla="*/ 42955 h 945500"/>
              <a:gd name="csX3" fmla="*/ 150538 w 249812"/>
              <a:gd name="csY3" fmla="*/ 3400 h 945500"/>
              <a:gd name="csX4" fmla="*/ 210645 w 249812"/>
              <a:gd name="csY4" fmla="*/ 18934 h 945500"/>
              <a:gd name="csX5" fmla="*/ 242365 w 249812"/>
              <a:gd name="csY5" fmla="*/ 106978 h 945500"/>
              <a:gd name="csX6" fmla="*/ 249509 w 249812"/>
              <a:gd name="csY6" fmla="*/ 267274 h 945500"/>
              <a:gd name="csX7" fmla="*/ 231397 w 249812"/>
              <a:gd name="csY7" fmla="*/ 458326 h 945500"/>
              <a:gd name="csX8" fmla="*/ 174638 w 249812"/>
              <a:gd name="csY8" fmla="*/ 665848 h 945500"/>
              <a:gd name="csX9" fmla="*/ 99834 w 249812"/>
              <a:gd name="csY9" fmla="*/ 860910 h 945500"/>
              <a:gd name="csX10" fmla="*/ 51506 w 249812"/>
              <a:gd name="csY10" fmla="*/ 940676 h 945500"/>
              <a:gd name="csX11" fmla="*/ 38765 w 249812"/>
              <a:gd name="csY11" fmla="*/ 935901 h 945500"/>
              <a:gd name="csX12" fmla="*/ 54389 w 249812"/>
              <a:gd name="csY12" fmla="*/ 844235 h 945500"/>
              <a:gd name="csX13" fmla="*/ 122869 w 249812"/>
              <a:gd name="csY13" fmla="*/ 648449 h 945500"/>
              <a:gd name="csX14" fmla="*/ 171547 w 249812"/>
              <a:gd name="csY14" fmla="*/ 450329 h 945500"/>
              <a:gd name="csX15" fmla="*/ 185238 w 249812"/>
              <a:gd name="csY15" fmla="*/ 267049 h 945500"/>
              <a:gd name="csX16" fmla="*/ 170808 w 249812"/>
              <a:gd name="csY16" fmla="*/ 120868 h 945500"/>
              <a:gd name="csX17" fmla="*/ 158432 w 249812"/>
              <a:gd name="csY17" fmla="*/ 51925 h 945500"/>
              <a:gd name="csX18" fmla="*/ 167669 w 249812"/>
              <a:gd name="csY18" fmla="*/ 40408 h 945500"/>
              <a:gd name="csX19" fmla="*/ 130700 w 249812"/>
              <a:gd name="csY19" fmla="*/ 62356 h 945500"/>
              <a:gd name="csX20" fmla="*/ 71773 w 249812"/>
              <a:gd name="csY20" fmla="*/ 117133 h 945500"/>
              <a:gd name="csX21" fmla="*/ 29847 w 249812"/>
              <a:gd name="csY21" fmla="*/ 179529 h 945500"/>
              <a:gd name="csX22" fmla="*/ 4773 w 249812"/>
              <a:gd name="csY22" fmla="*/ 162895 h 945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49812" h="945500">
                <a:moveTo>
                  <a:pt x="4774" y="162894"/>
                </a:moveTo>
                <a:cubicBezTo>
                  <a:pt x="27081" y="148645"/>
                  <a:pt x="43753" y="127433"/>
                  <a:pt x="61552" y="108150"/>
                </a:cubicBezTo>
                <a:cubicBezTo>
                  <a:pt x="79157" y="87220"/>
                  <a:pt x="94192" y="64638"/>
                  <a:pt x="110778" y="42955"/>
                </a:cubicBezTo>
                <a:cubicBezTo>
                  <a:pt x="121640" y="27594"/>
                  <a:pt x="136337" y="15600"/>
                  <a:pt x="150538" y="3400"/>
                </a:cubicBezTo>
                <a:cubicBezTo>
                  <a:pt x="177225" y="-4477"/>
                  <a:pt x="191535" y="1589"/>
                  <a:pt x="210645" y="18934"/>
                </a:cubicBezTo>
                <a:cubicBezTo>
                  <a:pt x="227892" y="46235"/>
                  <a:pt x="235833" y="75744"/>
                  <a:pt x="242365" y="106978"/>
                </a:cubicBezTo>
                <a:cubicBezTo>
                  <a:pt x="247850" y="160244"/>
                  <a:pt x="250806" y="213724"/>
                  <a:pt x="249509" y="267274"/>
                </a:cubicBezTo>
                <a:cubicBezTo>
                  <a:pt x="248240" y="331303"/>
                  <a:pt x="239397" y="394861"/>
                  <a:pt x="231397" y="458326"/>
                </a:cubicBezTo>
                <a:cubicBezTo>
                  <a:pt x="216968" y="528756"/>
                  <a:pt x="198495" y="598001"/>
                  <a:pt x="174638" y="665848"/>
                </a:cubicBezTo>
                <a:cubicBezTo>
                  <a:pt x="147304" y="730077"/>
                  <a:pt x="132910" y="799293"/>
                  <a:pt x="99834" y="860910"/>
                </a:cubicBezTo>
                <a:cubicBezTo>
                  <a:pt x="78174" y="885373"/>
                  <a:pt x="62866" y="910366"/>
                  <a:pt x="51506" y="940676"/>
                </a:cubicBezTo>
                <a:cubicBezTo>
                  <a:pt x="48130" y="949686"/>
                  <a:pt x="35388" y="944910"/>
                  <a:pt x="38765" y="935901"/>
                </a:cubicBezTo>
                <a:cubicBezTo>
                  <a:pt x="50109" y="905633"/>
                  <a:pt x="54945" y="876876"/>
                  <a:pt x="54389" y="844235"/>
                </a:cubicBezTo>
                <a:cubicBezTo>
                  <a:pt x="69046" y="776360"/>
                  <a:pt x="104201" y="715314"/>
                  <a:pt x="122869" y="648449"/>
                </a:cubicBezTo>
                <a:cubicBezTo>
                  <a:pt x="143639" y="583636"/>
                  <a:pt x="167725" y="518956"/>
                  <a:pt x="171547" y="450329"/>
                </a:cubicBezTo>
                <a:cubicBezTo>
                  <a:pt x="180160" y="389565"/>
                  <a:pt x="184095" y="328409"/>
                  <a:pt x="185238" y="267049"/>
                </a:cubicBezTo>
                <a:cubicBezTo>
                  <a:pt x="184323" y="217957"/>
                  <a:pt x="183542" y="168674"/>
                  <a:pt x="170808" y="120868"/>
                </a:cubicBezTo>
                <a:cubicBezTo>
                  <a:pt x="165737" y="98032"/>
                  <a:pt x="161403" y="74975"/>
                  <a:pt x="158432" y="51925"/>
                </a:cubicBezTo>
                <a:cubicBezTo>
                  <a:pt x="160214" y="49705"/>
                  <a:pt x="167936" y="44086"/>
                  <a:pt x="167669" y="40408"/>
                </a:cubicBezTo>
                <a:cubicBezTo>
                  <a:pt x="155893" y="45904"/>
                  <a:pt x="141179" y="51118"/>
                  <a:pt x="130700" y="62356"/>
                </a:cubicBezTo>
                <a:cubicBezTo>
                  <a:pt x="110034" y="79420"/>
                  <a:pt x="89406" y="96719"/>
                  <a:pt x="71773" y="117133"/>
                </a:cubicBezTo>
                <a:cubicBezTo>
                  <a:pt x="55664" y="136440"/>
                  <a:pt x="35903" y="154514"/>
                  <a:pt x="29847" y="179529"/>
                </a:cubicBezTo>
                <a:cubicBezTo>
                  <a:pt x="24841" y="200208"/>
                  <a:pt x="-13157" y="174349"/>
                  <a:pt x="4773" y="16289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5" name="任意多边形: 形状 104">
            <a:extLst>
              <a:ext uri="{FF2B5EF4-FFF2-40B4-BE49-F238E27FC236}">
                <a16:creationId xmlns:a16="http://schemas.microsoft.com/office/drawing/2014/main" id="{83100DCE-303F-B3B5-33A7-9823B09465A6}"/>
              </a:ext>
            </a:extLst>
          </p:cNvPr>
          <p:cNvSpPr/>
          <p:nvPr/>
        </p:nvSpPr>
        <p:spPr>
          <a:xfrm>
            <a:off x="7592862" y="1121546"/>
            <a:ext cx="572603" cy="639674"/>
          </a:xfrm>
          <a:custGeom>
            <a:avLst/>
            <a:gdLst>
              <a:gd name="csX0" fmla="*/ 2478 w 572603"/>
              <a:gd name="csY0" fmla="*/ 592681 h 639674"/>
              <a:gd name="csX1" fmla="*/ 40786 w 572603"/>
              <a:gd name="csY1" fmla="*/ 510086 h 639674"/>
              <a:gd name="csX2" fmla="*/ 112609 w 572603"/>
              <a:gd name="csY2" fmla="*/ 331692 h 639674"/>
              <a:gd name="csX3" fmla="*/ 170935 w 572603"/>
              <a:gd name="csY3" fmla="*/ 173406 h 639674"/>
              <a:gd name="csX4" fmla="*/ 210075 w 572603"/>
              <a:gd name="csY4" fmla="*/ 70278 h 639674"/>
              <a:gd name="csX5" fmla="*/ 262589 w 572603"/>
              <a:gd name="csY5" fmla="*/ 8165 h 639674"/>
              <a:gd name="csX6" fmla="*/ 354828 w 572603"/>
              <a:gd name="csY6" fmla="*/ 29882 h 639674"/>
              <a:gd name="csX7" fmla="*/ 437510 w 572603"/>
              <a:gd name="csY7" fmla="*/ 131885 h 639674"/>
              <a:gd name="csX8" fmla="*/ 515481 w 572603"/>
              <a:gd name="csY8" fmla="*/ 262949 h 639674"/>
              <a:gd name="csX9" fmla="*/ 571902 w 572603"/>
              <a:gd name="csY9" fmla="*/ 387584 h 639674"/>
              <a:gd name="csX10" fmla="*/ 559361 w 572603"/>
              <a:gd name="csY10" fmla="*/ 392866 h 639674"/>
              <a:gd name="csX11" fmla="*/ 503540 w 572603"/>
              <a:gd name="csY11" fmla="*/ 269469 h 639674"/>
              <a:gd name="csX12" fmla="*/ 414847 w 572603"/>
              <a:gd name="csY12" fmla="*/ 151598 h 639674"/>
              <a:gd name="csX13" fmla="*/ 322946 w 572603"/>
              <a:gd name="csY13" fmla="*/ 72793 h 639674"/>
              <a:gd name="csX14" fmla="*/ 293688 w 572603"/>
              <a:gd name="csY14" fmla="*/ 57948 h 639674"/>
              <a:gd name="csX15" fmla="*/ 261326 w 572603"/>
              <a:gd name="csY15" fmla="*/ 96527 h 639674"/>
              <a:gd name="csX16" fmla="*/ 212765 w 572603"/>
              <a:gd name="csY16" fmla="*/ 190601 h 639674"/>
              <a:gd name="csX17" fmla="*/ 146510 w 572603"/>
              <a:gd name="csY17" fmla="*/ 345192 h 639674"/>
              <a:gd name="csX18" fmla="*/ 86580 w 572603"/>
              <a:gd name="csY18" fmla="*/ 523862 h 639674"/>
              <a:gd name="csX19" fmla="*/ 77339 w 572603"/>
              <a:gd name="csY19" fmla="*/ 606687 h 639674"/>
              <a:gd name="csX20" fmla="*/ 2479 w 572603"/>
              <a:gd name="csY20" fmla="*/ 592679 h 639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72603" h="639674">
                <a:moveTo>
                  <a:pt x="2478" y="592681"/>
                </a:moveTo>
                <a:cubicBezTo>
                  <a:pt x="12735" y="564440"/>
                  <a:pt x="28305" y="537800"/>
                  <a:pt x="40786" y="510086"/>
                </a:cubicBezTo>
                <a:cubicBezTo>
                  <a:pt x="67241" y="451755"/>
                  <a:pt x="89612" y="391509"/>
                  <a:pt x="112609" y="331692"/>
                </a:cubicBezTo>
                <a:cubicBezTo>
                  <a:pt x="132801" y="279205"/>
                  <a:pt x="149893" y="225584"/>
                  <a:pt x="170935" y="173406"/>
                </a:cubicBezTo>
                <a:cubicBezTo>
                  <a:pt x="181899" y="138189"/>
                  <a:pt x="194882" y="103772"/>
                  <a:pt x="210075" y="70278"/>
                </a:cubicBezTo>
                <a:cubicBezTo>
                  <a:pt x="222038" y="43624"/>
                  <a:pt x="239651" y="24855"/>
                  <a:pt x="262589" y="8165"/>
                </a:cubicBezTo>
                <a:cubicBezTo>
                  <a:pt x="299935" y="-11148"/>
                  <a:pt x="324955" y="6931"/>
                  <a:pt x="354828" y="29882"/>
                </a:cubicBezTo>
                <a:cubicBezTo>
                  <a:pt x="384755" y="61844"/>
                  <a:pt x="414373" y="94624"/>
                  <a:pt x="437510" y="131885"/>
                </a:cubicBezTo>
                <a:cubicBezTo>
                  <a:pt x="465179" y="174392"/>
                  <a:pt x="491128" y="218393"/>
                  <a:pt x="515481" y="262949"/>
                </a:cubicBezTo>
                <a:cubicBezTo>
                  <a:pt x="536647" y="303387"/>
                  <a:pt x="553987" y="345653"/>
                  <a:pt x="571902" y="387584"/>
                </a:cubicBezTo>
                <a:cubicBezTo>
                  <a:pt x="575682" y="396432"/>
                  <a:pt x="563141" y="401714"/>
                  <a:pt x="559361" y="392866"/>
                </a:cubicBezTo>
                <a:cubicBezTo>
                  <a:pt x="541626" y="351355"/>
                  <a:pt x="524468" y="309512"/>
                  <a:pt x="503540" y="269469"/>
                </a:cubicBezTo>
                <a:cubicBezTo>
                  <a:pt x="479626" y="225673"/>
                  <a:pt x="452294" y="185211"/>
                  <a:pt x="414847" y="151598"/>
                </a:cubicBezTo>
                <a:cubicBezTo>
                  <a:pt x="383740" y="125913"/>
                  <a:pt x="357393" y="94338"/>
                  <a:pt x="322946" y="72793"/>
                </a:cubicBezTo>
                <a:cubicBezTo>
                  <a:pt x="313249" y="67876"/>
                  <a:pt x="303462" y="62152"/>
                  <a:pt x="293688" y="57948"/>
                </a:cubicBezTo>
                <a:cubicBezTo>
                  <a:pt x="281291" y="69791"/>
                  <a:pt x="268679" y="80292"/>
                  <a:pt x="261326" y="96527"/>
                </a:cubicBezTo>
                <a:cubicBezTo>
                  <a:pt x="244379" y="127316"/>
                  <a:pt x="227260" y="158374"/>
                  <a:pt x="212765" y="190601"/>
                </a:cubicBezTo>
                <a:cubicBezTo>
                  <a:pt x="191092" y="242309"/>
                  <a:pt x="167105" y="293052"/>
                  <a:pt x="146510" y="345192"/>
                </a:cubicBezTo>
                <a:cubicBezTo>
                  <a:pt x="122629" y="403112"/>
                  <a:pt x="96500" y="461712"/>
                  <a:pt x="86580" y="523862"/>
                </a:cubicBezTo>
                <a:cubicBezTo>
                  <a:pt x="82133" y="551429"/>
                  <a:pt x="79106" y="579097"/>
                  <a:pt x="77339" y="606687"/>
                </a:cubicBezTo>
                <a:cubicBezTo>
                  <a:pt x="73898" y="660430"/>
                  <a:pt x="-15906" y="643297"/>
                  <a:pt x="2479" y="59267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77CF8D35-0775-2EBF-98FA-FFF3F91743A5}"/>
              </a:ext>
            </a:extLst>
          </p:cNvPr>
          <p:cNvSpPr/>
          <p:nvPr/>
        </p:nvSpPr>
        <p:spPr>
          <a:xfrm>
            <a:off x="7149637" y="1376846"/>
            <a:ext cx="130935" cy="194271"/>
          </a:xfrm>
          <a:custGeom>
            <a:avLst/>
            <a:gdLst>
              <a:gd name="csX0" fmla="*/ 5743 w 130935"/>
              <a:gd name="csY0" fmla="*/ 160882 h 194271"/>
              <a:gd name="csX1" fmla="*/ 49349 w 130935"/>
              <a:gd name="csY1" fmla="*/ 114402 h 194271"/>
              <a:gd name="csX2" fmla="*/ 102196 w 130935"/>
              <a:gd name="csY2" fmla="*/ 28262 h 194271"/>
              <a:gd name="csX3" fmla="*/ 118275 w 130935"/>
              <a:gd name="csY3" fmla="*/ 3453 h 194271"/>
              <a:gd name="csX4" fmla="*/ 129586 w 130935"/>
              <a:gd name="csY4" fmla="*/ 11018 h 194271"/>
              <a:gd name="csX5" fmla="*/ 113730 w 130935"/>
              <a:gd name="csY5" fmla="*/ 35481 h 194271"/>
              <a:gd name="csX6" fmla="*/ 62335 w 130935"/>
              <a:gd name="csY6" fmla="*/ 121992 h 194271"/>
              <a:gd name="csX7" fmla="*/ 43434 w 130935"/>
              <a:gd name="csY7" fmla="*/ 181876 h 194271"/>
              <a:gd name="csX8" fmla="*/ 5743 w 130935"/>
              <a:gd name="csY8" fmla="*/ 160881 h 194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0935" h="194271">
                <a:moveTo>
                  <a:pt x="5743" y="160882"/>
                </a:moveTo>
                <a:cubicBezTo>
                  <a:pt x="22279" y="147246"/>
                  <a:pt x="35590" y="130471"/>
                  <a:pt x="49349" y="114402"/>
                </a:cubicBezTo>
                <a:cubicBezTo>
                  <a:pt x="67484" y="86020"/>
                  <a:pt x="84524" y="56943"/>
                  <a:pt x="102196" y="28262"/>
                </a:cubicBezTo>
                <a:cubicBezTo>
                  <a:pt x="107083" y="19690"/>
                  <a:pt x="112918" y="11720"/>
                  <a:pt x="118275" y="3453"/>
                </a:cubicBezTo>
                <a:cubicBezTo>
                  <a:pt x="123508" y="-4621"/>
                  <a:pt x="134819" y="2943"/>
                  <a:pt x="129586" y="11018"/>
                </a:cubicBezTo>
                <a:cubicBezTo>
                  <a:pt x="124303" y="19169"/>
                  <a:pt x="118537" y="27020"/>
                  <a:pt x="113730" y="35481"/>
                </a:cubicBezTo>
                <a:cubicBezTo>
                  <a:pt x="96138" y="64030"/>
                  <a:pt x="78220" y="92449"/>
                  <a:pt x="62335" y="121992"/>
                </a:cubicBezTo>
                <a:cubicBezTo>
                  <a:pt x="55199" y="141544"/>
                  <a:pt x="46992" y="161103"/>
                  <a:pt x="43434" y="181876"/>
                </a:cubicBezTo>
                <a:cubicBezTo>
                  <a:pt x="38284" y="211946"/>
                  <a:pt x="-17794" y="180290"/>
                  <a:pt x="5743" y="16088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7" name="任意多边形: 形状 106">
            <a:extLst>
              <a:ext uri="{FF2B5EF4-FFF2-40B4-BE49-F238E27FC236}">
                <a16:creationId xmlns:a16="http://schemas.microsoft.com/office/drawing/2014/main" id="{DC179826-2698-14E3-585F-2E9C337BB408}"/>
              </a:ext>
            </a:extLst>
          </p:cNvPr>
          <p:cNvSpPr/>
          <p:nvPr/>
        </p:nvSpPr>
        <p:spPr>
          <a:xfrm>
            <a:off x="7458021" y="1282809"/>
            <a:ext cx="263894" cy="209188"/>
          </a:xfrm>
          <a:custGeom>
            <a:avLst/>
            <a:gdLst>
              <a:gd name="csX0" fmla="*/ 25210 w 263894"/>
              <a:gd name="csY0" fmla="*/ 316 h 209188"/>
              <a:gd name="csX1" fmla="*/ 78320 w 263894"/>
              <a:gd name="csY1" fmla="*/ 24771 h 209188"/>
              <a:gd name="csX2" fmla="*/ 146886 w 263894"/>
              <a:gd name="csY2" fmla="*/ 66876 h 209188"/>
              <a:gd name="csX3" fmla="*/ 201486 w 263894"/>
              <a:gd name="csY3" fmla="*/ 110256 h 209188"/>
              <a:gd name="csX4" fmla="*/ 238472 w 263894"/>
              <a:gd name="csY4" fmla="*/ 150923 h 209188"/>
              <a:gd name="csX5" fmla="*/ 263895 w 263894"/>
              <a:gd name="csY5" fmla="*/ 177360 h 209188"/>
              <a:gd name="csX6" fmla="*/ 256267 w 263894"/>
              <a:gd name="csY6" fmla="*/ 190797 h 209188"/>
              <a:gd name="csX7" fmla="*/ 245107 w 263894"/>
              <a:gd name="csY7" fmla="*/ 201530 h 209188"/>
              <a:gd name="csX8" fmla="*/ 231923 w 263894"/>
              <a:gd name="csY8" fmla="*/ 209189 h 209188"/>
              <a:gd name="csX9" fmla="*/ 204864 w 263894"/>
              <a:gd name="csY9" fmla="*/ 181795 h 209188"/>
              <a:gd name="csX10" fmla="*/ 170504 w 263894"/>
              <a:gd name="csY10" fmla="*/ 138652 h 209188"/>
              <a:gd name="csX11" fmla="*/ 125749 w 263894"/>
              <a:gd name="csY11" fmla="*/ 98478 h 209188"/>
              <a:gd name="csX12" fmla="*/ 59687 w 263894"/>
              <a:gd name="csY12" fmla="*/ 58328 h 209188"/>
              <a:gd name="csX13" fmla="*/ 13807 w 263894"/>
              <a:gd name="csY13" fmla="*/ 35812 h 209188"/>
              <a:gd name="csX14" fmla="*/ 25210 w 263894"/>
              <a:gd name="csY14" fmla="*/ 315 h 2091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63894" h="209188">
                <a:moveTo>
                  <a:pt x="25210" y="316"/>
                </a:moveTo>
                <a:cubicBezTo>
                  <a:pt x="45312" y="3069"/>
                  <a:pt x="60857" y="15208"/>
                  <a:pt x="78320" y="24771"/>
                </a:cubicBezTo>
                <a:cubicBezTo>
                  <a:pt x="100797" y="39536"/>
                  <a:pt x="123959" y="52988"/>
                  <a:pt x="146886" y="66876"/>
                </a:cubicBezTo>
                <a:cubicBezTo>
                  <a:pt x="167865" y="78010"/>
                  <a:pt x="185018" y="93456"/>
                  <a:pt x="201486" y="110256"/>
                </a:cubicBezTo>
                <a:cubicBezTo>
                  <a:pt x="213361" y="125090"/>
                  <a:pt x="224632" y="138563"/>
                  <a:pt x="238472" y="150923"/>
                </a:cubicBezTo>
                <a:cubicBezTo>
                  <a:pt x="247778" y="158852"/>
                  <a:pt x="255841" y="168398"/>
                  <a:pt x="263895" y="177360"/>
                </a:cubicBezTo>
                <a:cubicBezTo>
                  <a:pt x="261352" y="181839"/>
                  <a:pt x="258810" y="186318"/>
                  <a:pt x="256267" y="190797"/>
                </a:cubicBezTo>
                <a:cubicBezTo>
                  <a:pt x="250862" y="200319"/>
                  <a:pt x="254574" y="196030"/>
                  <a:pt x="245107" y="201530"/>
                </a:cubicBezTo>
                <a:cubicBezTo>
                  <a:pt x="240712" y="204083"/>
                  <a:pt x="236317" y="206636"/>
                  <a:pt x="231923" y="209189"/>
                </a:cubicBezTo>
                <a:cubicBezTo>
                  <a:pt x="222780" y="200389"/>
                  <a:pt x="213272" y="191458"/>
                  <a:pt x="204864" y="181795"/>
                </a:cubicBezTo>
                <a:cubicBezTo>
                  <a:pt x="194406" y="166396"/>
                  <a:pt x="183183" y="152548"/>
                  <a:pt x="170504" y="138652"/>
                </a:cubicBezTo>
                <a:cubicBezTo>
                  <a:pt x="156191" y="124727"/>
                  <a:pt x="142048" y="110348"/>
                  <a:pt x="125749" y="98478"/>
                </a:cubicBezTo>
                <a:cubicBezTo>
                  <a:pt x="104920" y="83011"/>
                  <a:pt x="84234" y="67749"/>
                  <a:pt x="59687" y="58328"/>
                </a:cubicBezTo>
                <a:cubicBezTo>
                  <a:pt x="44491" y="50060"/>
                  <a:pt x="29128" y="43048"/>
                  <a:pt x="13807" y="35812"/>
                </a:cubicBezTo>
                <a:cubicBezTo>
                  <a:pt x="-10032" y="24554"/>
                  <a:pt x="-910" y="-3262"/>
                  <a:pt x="25210" y="31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8" name="任意多边形: 形状 107">
            <a:extLst>
              <a:ext uri="{FF2B5EF4-FFF2-40B4-BE49-F238E27FC236}">
                <a16:creationId xmlns:a16="http://schemas.microsoft.com/office/drawing/2014/main" id="{E297EE80-A524-61A6-9781-0FEA9AE34523}"/>
              </a:ext>
            </a:extLst>
          </p:cNvPr>
          <p:cNvSpPr/>
          <p:nvPr/>
        </p:nvSpPr>
        <p:spPr>
          <a:xfrm>
            <a:off x="8431425" y="1064301"/>
            <a:ext cx="445019" cy="281435"/>
          </a:xfrm>
          <a:custGeom>
            <a:avLst/>
            <a:gdLst>
              <a:gd name="csX0" fmla="*/ 10211 w 445019"/>
              <a:gd name="csY0" fmla="*/ 186820 h 281435"/>
              <a:gd name="csX1" fmla="*/ 56722 w 445019"/>
              <a:gd name="csY1" fmla="*/ 148896 h 281435"/>
              <a:gd name="csX2" fmla="*/ 129318 w 445019"/>
              <a:gd name="csY2" fmla="*/ 75082 h 281435"/>
              <a:gd name="csX3" fmla="*/ 179984 w 445019"/>
              <a:gd name="csY3" fmla="*/ 18127 h 281435"/>
              <a:gd name="csX4" fmla="*/ 244975 w 445019"/>
              <a:gd name="csY4" fmla="*/ 725 h 281435"/>
              <a:gd name="csX5" fmla="*/ 319183 w 445019"/>
              <a:gd name="csY5" fmla="*/ 62044 h 281435"/>
              <a:gd name="csX6" fmla="*/ 394010 w 445019"/>
              <a:gd name="csY6" fmla="*/ 159351 h 281435"/>
              <a:gd name="csX7" fmla="*/ 442515 w 445019"/>
              <a:gd name="csY7" fmla="*/ 237074 h 281435"/>
              <a:gd name="csX8" fmla="*/ 442226 w 445019"/>
              <a:gd name="csY8" fmla="*/ 273257 h 281435"/>
              <a:gd name="csX9" fmla="*/ 429467 w 445019"/>
              <a:gd name="csY9" fmla="*/ 277984 h 281435"/>
              <a:gd name="csX10" fmla="*/ 404675 w 445019"/>
              <a:gd name="csY10" fmla="*/ 256664 h 281435"/>
              <a:gd name="csX11" fmla="*/ 362919 w 445019"/>
              <a:gd name="csY11" fmla="*/ 179530 h 281435"/>
              <a:gd name="csX12" fmla="*/ 294827 w 445019"/>
              <a:gd name="csY12" fmla="*/ 85175 h 281435"/>
              <a:gd name="csX13" fmla="*/ 235732 w 445019"/>
              <a:gd name="csY13" fmla="*/ 42551 h 281435"/>
              <a:gd name="csX14" fmla="*/ 206237 w 445019"/>
              <a:gd name="csY14" fmla="*/ 48750 h 281435"/>
              <a:gd name="csX15" fmla="*/ 151084 w 445019"/>
              <a:gd name="csY15" fmla="*/ 95610 h 281435"/>
              <a:gd name="csX16" fmla="*/ 82803 w 445019"/>
              <a:gd name="csY16" fmla="*/ 172772 h 281435"/>
              <a:gd name="csX17" fmla="*/ 48667 w 445019"/>
              <a:gd name="csY17" fmla="*/ 223045 h 281435"/>
              <a:gd name="csX18" fmla="*/ 10210 w 445019"/>
              <a:gd name="csY18" fmla="*/ 186821 h 2814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45019" h="281435">
                <a:moveTo>
                  <a:pt x="10211" y="186820"/>
                </a:moveTo>
                <a:cubicBezTo>
                  <a:pt x="27756" y="176936"/>
                  <a:pt x="42005" y="162369"/>
                  <a:pt x="56722" y="148896"/>
                </a:cubicBezTo>
                <a:cubicBezTo>
                  <a:pt x="83991" y="127432"/>
                  <a:pt x="105936" y="100515"/>
                  <a:pt x="129318" y="75082"/>
                </a:cubicBezTo>
                <a:cubicBezTo>
                  <a:pt x="144891" y="54938"/>
                  <a:pt x="162232" y="36318"/>
                  <a:pt x="179984" y="18127"/>
                </a:cubicBezTo>
                <a:cubicBezTo>
                  <a:pt x="199923" y="-961"/>
                  <a:pt x="219390" y="-1061"/>
                  <a:pt x="244975" y="725"/>
                </a:cubicBezTo>
                <a:cubicBezTo>
                  <a:pt x="275506" y="12669"/>
                  <a:pt x="296744" y="39336"/>
                  <a:pt x="319183" y="62044"/>
                </a:cubicBezTo>
                <a:cubicBezTo>
                  <a:pt x="346366" y="92673"/>
                  <a:pt x="369577" y="126513"/>
                  <a:pt x="394010" y="159351"/>
                </a:cubicBezTo>
                <a:cubicBezTo>
                  <a:pt x="411489" y="184673"/>
                  <a:pt x="429014" y="209437"/>
                  <a:pt x="442515" y="237074"/>
                </a:cubicBezTo>
                <a:cubicBezTo>
                  <a:pt x="447381" y="248806"/>
                  <a:pt x="443959" y="261099"/>
                  <a:pt x="442226" y="273257"/>
                </a:cubicBezTo>
                <a:cubicBezTo>
                  <a:pt x="440869" y="282783"/>
                  <a:pt x="437371" y="283470"/>
                  <a:pt x="429467" y="277984"/>
                </a:cubicBezTo>
                <a:cubicBezTo>
                  <a:pt x="420578" y="271816"/>
                  <a:pt x="410840" y="265713"/>
                  <a:pt x="404675" y="256664"/>
                </a:cubicBezTo>
                <a:cubicBezTo>
                  <a:pt x="389857" y="231444"/>
                  <a:pt x="378392" y="204465"/>
                  <a:pt x="362919" y="179530"/>
                </a:cubicBezTo>
                <a:cubicBezTo>
                  <a:pt x="343205" y="145800"/>
                  <a:pt x="322482" y="113177"/>
                  <a:pt x="294827" y="85175"/>
                </a:cubicBezTo>
                <a:cubicBezTo>
                  <a:pt x="277223" y="67612"/>
                  <a:pt x="261129" y="49923"/>
                  <a:pt x="235732" y="42551"/>
                </a:cubicBezTo>
                <a:cubicBezTo>
                  <a:pt x="224772" y="43233"/>
                  <a:pt x="215944" y="37919"/>
                  <a:pt x="206237" y="48750"/>
                </a:cubicBezTo>
                <a:cubicBezTo>
                  <a:pt x="187433" y="63878"/>
                  <a:pt x="168778" y="79138"/>
                  <a:pt x="151084" y="95610"/>
                </a:cubicBezTo>
                <a:cubicBezTo>
                  <a:pt x="126954" y="120152"/>
                  <a:pt x="101637" y="143717"/>
                  <a:pt x="82803" y="172772"/>
                </a:cubicBezTo>
                <a:cubicBezTo>
                  <a:pt x="70721" y="188939"/>
                  <a:pt x="57810" y="204905"/>
                  <a:pt x="48667" y="223045"/>
                </a:cubicBezTo>
                <a:cubicBezTo>
                  <a:pt x="31857" y="256406"/>
                  <a:pt x="-22338" y="205158"/>
                  <a:pt x="10210" y="18682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9" name="任意多边形: 形状 108">
            <a:extLst>
              <a:ext uri="{FF2B5EF4-FFF2-40B4-BE49-F238E27FC236}">
                <a16:creationId xmlns:a16="http://schemas.microsoft.com/office/drawing/2014/main" id="{3B555F25-3B55-1FF6-1A61-F78478F490C1}"/>
              </a:ext>
            </a:extLst>
          </p:cNvPr>
          <p:cNvSpPr/>
          <p:nvPr/>
        </p:nvSpPr>
        <p:spPr>
          <a:xfrm>
            <a:off x="6682906" y="1375979"/>
            <a:ext cx="337008" cy="251072"/>
          </a:xfrm>
          <a:custGeom>
            <a:avLst/>
            <a:gdLst>
              <a:gd name="csX0" fmla="*/ 225 w 337008"/>
              <a:gd name="csY0" fmla="*/ 228711 h 251072"/>
              <a:gd name="csX1" fmla="*/ 8328 w 337008"/>
              <a:gd name="csY1" fmla="*/ 169139 h 251072"/>
              <a:gd name="csX2" fmla="*/ 18822 w 337008"/>
              <a:gd name="csY2" fmla="*/ 84459 h 251072"/>
              <a:gd name="csX3" fmla="*/ 41739 w 337008"/>
              <a:gd name="csY3" fmla="*/ 20603 h 251072"/>
              <a:gd name="csX4" fmla="*/ 116574 w 337008"/>
              <a:gd name="csY4" fmla="*/ 2438 h 251072"/>
              <a:gd name="csX5" fmla="*/ 203925 w 337008"/>
              <a:gd name="csY5" fmla="*/ 43773 h 251072"/>
              <a:gd name="csX6" fmla="*/ 287550 w 337008"/>
              <a:gd name="csY6" fmla="*/ 117553 h 251072"/>
              <a:gd name="csX7" fmla="*/ 335457 w 337008"/>
              <a:gd name="csY7" fmla="*/ 176779 h 251072"/>
              <a:gd name="csX8" fmla="*/ 325029 w 337008"/>
              <a:gd name="csY8" fmla="*/ 185521 h 251072"/>
              <a:gd name="csX9" fmla="*/ 273188 w 337008"/>
              <a:gd name="csY9" fmla="*/ 131914 h 251072"/>
              <a:gd name="csX10" fmla="*/ 192933 w 337008"/>
              <a:gd name="csY10" fmla="*/ 60102 h 251072"/>
              <a:gd name="csX11" fmla="*/ 115266 w 337008"/>
              <a:gd name="csY11" fmla="*/ 30636 h 251072"/>
              <a:gd name="csX12" fmla="*/ 77482 w 337008"/>
              <a:gd name="csY12" fmla="*/ 48194 h 251072"/>
              <a:gd name="csX13" fmla="*/ 58318 w 337008"/>
              <a:gd name="csY13" fmla="*/ 91903 h 251072"/>
              <a:gd name="csX14" fmla="*/ 43994 w 337008"/>
              <a:gd name="csY14" fmla="*/ 173133 h 251072"/>
              <a:gd name="csX15" fmla="*/ 36584 w 337008"/>
              <a:gd name="csY15" fmla="*/ 234331 h 251072"/>
              <a:gd name="csX16" fmla="*/ 227 w 337008"/>
              <a:gd name="csY16" fmla="*/ 228711 h 2510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37008" h="251072">
                <a:moveTo>
                  <a:pt x="225" y="228711"/>
                </a:moveTo>
                <a:cubicBezTo>
                  <a:pt x="2841" y="208922"/>
                  <a:pt x="5020" y="188874"/>
                  <a:pt x="8328" y="169139"/>
                </a:cubicBezTo>
                <a:cubicBezTo>
                  <a:pt x="12861" y="141003"/>
                  <a:pt x="16570" y="112855"/>
                  <a:pt x="18822" y="84459"/>
                </a:cubicBezTo>
                <a:cubicBezTo>
                  <a:pt x="20329" y="60650"/>
                  <a:pt x="29536" y="40563"/>
                  <a:pt x="41739" y="20603"/>
                </a:cubicBezTo>
                <a:cubicBezTo>
                  <a:pt x="64918" y="-3777"/>
                  <a:pt x="86943" y="-1453"/>
                  <a:pt x="116574" y="2438"/>
                </a:cubicBezTo>
                <a:cubicBezTo>
                  <a:pt x="148371" y="11743"/>
                  <a:pt x="176256" y="26044"/>
                  <a:pt x="203925" y="43773"/>
                </a:cubicBezTo>
                <a:cubicBezTo>
                  <a:pt x="232818" y="67450"/>
                  <a:pt x="260645" y="91639"/>
                  <a:pt x="287550" y="117553"/>
                </a:cubicBezTo>
                <a:cubicBezTo>
                  <a:pt x="307817" y="134134"/>
                  <a:pt x="321976" y="154804"/>
                  <a:pt x="335457" y="176779"/>
                </a:cubicBezTo>
                <a:cubicBezTo>
                  <a:pt x="340488" y="184980"/>
                  <a:pt x="332291" y="191834"/>
                  <a:pt x="325029" y="185521"/>
                </a:cubicBezTo>
                <a:cubicBezTo>
                  <a:pt x="306120" y="169081"/>
                  <a:pt x="288444" y="151952"/>
                  <a:pt x="273188" y="131914"/>
                </a:cubicBezTo>
                <a:cubicBezTo>
                  <a:pt x="248031" y="106356"/>
                  <a:pt x="223696" y="79087"/>
                  <a:pt x="192933" y="60102"/>
                </a:cubicBezTo>
                <a:cubicBezTo>
                  <a:pt x="168459" y="44668"/>
                  <a:pt x="145653" y="26404"/>
                  <a:pt x="115266" y="30636"/>
                </a:cubicBezTo>
                <a:cubicBezTo>
                  <a:pt x="101727" y="35501"/>
                  <a:pt x="87636" y="37078"/>
                  <a:pt x="77482" y="48194"/>
                </a:cubicBezTo>
                <a:cubicBezTo>
                  <a:pt x="70268" y="62127"/>
                  <a:pt x="59836" y="74541"/>
                  <a:pt x="58318" y="91903"/>
                </a:cubicBezTo>
                <a:cubicBezTo>
                  <a:pt x="50967" y="118512"/>
                  <a:pt x="46307" y="145489"/>
                  <a:pt x="43994" y="173133"/>
                </a:cubicBezTo>
                <a:cubicBezTo>
                  <a:pt x="42470" y="193676"/>
                  <a:pt x="39514" y="214090"/>
                  <a:pt x="36584" y="234331"/>
                </a:cubicBezTo>
                <a:cubicBezTo>
                  <a:pt x="32857" y="260076"/>
                  <a:pt x="-3182" y="254500"/>
                  <a:pt x="227" y="2287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0" name="任意多边形: 形状 109">
            <a:extLst>
              <a:ext uri="{FF2B5EF4-FFF2-40B4-BE49-F238E27FC236}">
                <a16:creationId xmlns:a16="http://schemas.microsoft.com/office/drawing/2014/main" id="{AC32A6D5-AD12-C94B-9A85-BD5FD6E12F0F}"/>
              </a:ext>
            </a:extLst>
          </p:cNvPr>
          <p:cNvSpPr/>
          <p:nvPr/>
        </p:nvSpPr>
        <p:spPr>
          <a:xfrm>
            <a:off x="7738960" y="2367277"/>
            <a:ext cx="66858" cy="207618"/>
          </a:xfrm>
          <a:custGeom>
            <a:avLst/>
            <a:gdLst>
              <a:gd name="csX0" fmla="*/ 47833 w 66858"/>
              <a:gd name="csY0" fmla="*/ 18177 h 207618"/>
              <a:gd name="csX1" fmla="*/ 62329 w 66858"/>
              <a:gd name="csY1" fmla="*/ 76306 h 207618"/>
              <a:gd name="csX2" fmla="*/ 53745 w 66858"/>
              <a:gd name="csY2" fmla="*/ 179100 h 207618"/>
              <a:gd name="csX3" fmla="*/ 56229 w 66858"/>
              <a:gd name="csY3" fmla="*/ 199583 h 207618"/>
              <a:gd name="csX4" fmla="*/ 42720 w 66858"/>
              <a:gd name="csY4" fmla="*/ 201221 h 207618"/>
              <a:gd name="csX5" fmla="*/ 40242 w 66858"/>
              <a:gd name="csY5" fmla="*/ 180791 h 207618"/>
              <a:gd name="csX6" fmla="*/ 5235 w 66858"/>
              <a:gd name="csY6" fmla="*/ 85939 h 207618"/>
              <a:gd name="csX7" fmla="*/ 3982 w 66858"/>
              <a:gd name="csY7" fmla="*/ 24254 h 207618"/>
              <a:gd name="csX8" fmla="*/ 47832 w 66858"/>
              <a:gd name="csY8" fmla="*/ 18180 h 2076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6858" h="207618">
                <a:moveTo>
                  <a:pt x="47833" y="18177"/>
                </a:moveTo>
                <a:cubicBezTo>
                  <a:pt x="58471" y="35904"/>
                  <a:pt x="60238" y="56043"/>
                  <a:pt x="62329" y="76306"/>
                </a:cubicBezTo>
                <a:cubicBezTo>
                  <a:pt x="68263" y="113464"/>
                  <a:pt x="70948" y="144858"/>
                  <a:pt x="53745" y="179100"/>
                </a:cubicBezTo>
                <a:cubicBezTo>
                  <a:pt x="54572" y="185928"/>
                  <a:pt x="55401" y="192755"/>
                  <a:pt x="56229" y="199583"/>
                </a:cubicBezTo>
                <a:cubicBezTo>
                  <a:pt x="57387" y="209134"/>
                  <a:pt x="43879" y="210773"/>
                  <a:pt x="42720" y="201221"/>
                </a:cubicBezTo>
                <a:cubicBezTo>
                  <a:pt x="41894" y="194411"/>
                  <a:pt x="41068" y="187601"/>
                  <a:pt x="40242" y="180791"/>
                </a:cubicBezTo>
                <a:cubicBezTo>
                  <a:pt x="15935" y="152486"/>
                  <a:pt x="10784" y="122089"/>
                  <a:pt x="5235" y="85939"/>
                </a:cubicBezTo>
                <a:cubicBezTo>
                  <a:pt x="1277" y="65141"/>
                  <a:pt x="-3603" y="44565"/>
                  <a:pt x="3982" y="24254"/>
                </a:cubicBezTo>
                <a:cubicBezTo>
                  <a:pt x="14934" y="-5070"/>
                  <a:pt x="31724" y="-8660"/>
                  <a:pt x="47832" y="1818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1" name="任意多边形: 形状 110">
            <a:extLst>
              <a:ext uri="{FF2B5EF4-FFF2-40B4-BE49-F238E27FC236}">
                <a16:creationId xmlns:a16="http://schemas.microsoft.com/office/drawing/2014/main" id="{8B30B57B-0523-F499-0E35-CC74AF5D9C70}"/>
              </a:ext>
            </a:extLst>
          </p:cNvPr>
          <p:cNvSpPr/>
          <p:nvPr/>
        </p:nvSpPr>
        <p:spPr>
          <a:xfrm>
            <a:off x="7869818" y="2327116"/>
            <a:ext cx="52223" cy="212725"/>
          </a:xfrm>
          <a:custGeom>
            <a:avLst/>
            <a:gdLst>
              <a:gd name="csX0" fmla="*/ 51944 w 52223"/>
              <a:gd name="csY0" fmla="*/ 24714 h 212725"/>
              <a:gd name="csX1" fmla="*/ 49750 w 52223"/>
              <a:gd name="csY1" fmla="*/ 107165 h 212725"/>
              <a:gd name="csX2" fmla="*/ 46608 w 52223"/>
              <a:gd name="csY2" fmla="*/ 204749 h 212725"/>
              <a:gd name="csX3" fmla="*/ 33086 w 52223"/>
              <a:gd name="csY3" fmla="*/ 206273 h 212725"/>
              <a:gd name="csX4" fmla="*/ 12139 w 52223"/>
              <a:gd name="csY4" fmla="*/ 109242 h 212725"/>
              <a:gd name="csX5" fmla="*/ 393 w 52223"/>
              <a:gd name="csY5" fmla="*/ 30267 h 212725"/>
              <a:gd name="csX6" fmla="*/ 51945 w 52223"/>
              <a:gd name="csY6" fmla="*/ 24713 h 212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2223" h="212725">
                <a:moveTo>
                  <a:pt x="51944" y="24714"/>
                </a:moveTo>
                <a:cubicBezTo>
                  <a:pt x="53213" y="50015"/>
                  <a:pt x="49738" y="79953"/>
                  <a:pt x="49750" y="107165"/>
                </a:cubicBezTo>
                <a:cubicBezTo>
                  <a:pt x="51486" y="140498"/>
                  <a:pt x="43242" y="171770"/>
                  <a:pt x="46608" y="204749"/>
                </a:cubicBezTo>
                <a:cubicBezTo>
                  <a:pt x="47585" y="214320"/>
                  <a:pt x="34265" y="215822"/>
                  <a:pt x="33086" y="206273"/>
                </a:cubicBezTo>
                <a:cubicBezTo>
                  <a:pt x="28976" y="172967"/>
                  <a:pt x="14397" y="143176"/>
                  <a:pt x="12139" y="109242"/>
                </a:cubicBezTo>
                <a:cubicBezTo>
                  <a:pt x="9265" y="82998"/>
                  <a:pt x="4107" y="54451"/>
                  <a:pt x="393" y="30267"/>
                </a:cubicBezTo>
                <a:cubicBezTo>
                  <a:pt x="-5171" y="-5971"/>
                  <a:pt x="50107" y="-11904"/>
                  <a:pt x="51945" y="24713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2" name="任意多边形: 形状 111">
            <a:extLst>
              <a:ext uri="{FF2B5EF4-FFF2-40B4-BE49-F238E27FC236}">
                <a16:creationId xmlns:a16="http://schemas.microsoft.com/office/drawing/2014/main" id="{58519FED-F861-8B1F-0F2E-F42612860B5A}"/>
              </a:ext>
            </a:extLst>
          </p:cNvPr>
          <p:cNvSpPr/>
          <p:nvPr/>
        </p:nvSpPr>
        <p:spPr>
          <a:xfrm>
            <a:off x="7979304" y="2182545"/>
            <a:ext cx="88535" cy="275731"/>
          </a:xfrm>
          <a:custGeom>
            <a:avLst/>
            <a:gdLst>
              <a:gd name="csX0" fmla="*/ 88000 w 88535"/>
              <a:gd name="csY0" fmla="*/ 43080 h 275731"/>
              <a:gd name="csX1" fmla="*/ 80173 w 88535"/>
              <a:gd name="csY1" fmla="*/ 123295 h 275731"/>
              <a:gd name="csX2" fmla="*/ 42379 w 88535"/>
              <a:gd name="csY2" fmla="*/ 269018 h 275731"/>
              <a:gd name="csX3" fmla="*/ 28783 w 88535"/>
              <a:gd name="csY3" fmla="*/ 268458 h 275731"/>
              <a:gd name="csX4" fmla="*/ 7331 w 88535"/>
              <a:gd name="csY4" fmla="*/ 120049 h 275731"/>
              <a:gd name="csX5" fmla="*/ 177 w 88535"/>
              <a:gd name="csY5" fmla="*/ 50420 h 275731"/>
              <a:gd name="csX6" fmla="*/ 87999 w 88535"/>
              <a:gd name="csY6" fmla="*/ 43079 h 275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8535" h="275731">
                <a:moveTo>
                  <a:pt x="88000" y="43080"/>
                </a:moveTo>
                <a:cubicBezTo>
                  <a:pt x="90330" y="70310"/>
                  <a:pt x="84570" y="96546"/>
                  <a:pt x="80173" y="123295"/>
                </a:cubicBezTo>
                <a:cubicBezTo>
                  <a:pt x="78611" y="175047"/>
                  <a:pt x="56890" y="220527"/>
                  <a:pt x="42379" y="269018"/>
                </a:cubicBezTo>
                <a:cubicBezTo>
                  <a:pt x="39621" y="278236"/>
                  <a:pt x="30743" y="277878"/>
                  <a:pt x="28783" y="268458"/>
                </a:cubicBezTo>
                <a:cubicBezTo>
                  <a:pt x="18484" y="218922"/>
                  <a:pt x="2919" y="171560"/>
                  <a:pt x="7331" y="120049"/>
                </a:cubicBezTo>
                <a:cubicBezTo>
                  <a:pt x="5453" y="96803"/>
                  <a:pt x="1893" y="73564"/>
                  <a:pt x="177" y="50420"/>
                </a:cubicBezTo>
                <a:cubicBezTo>
                  <a:pt x="-4433" y="-11726"/>
                  <a:pt x="82686" y="-19011"/>
                  <a:pt x="87999" y="4307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3" name="任意多边形: 形状 112">
            <a:extLst>
              <a:ext uri="{FF2B5EF4-FFF2-40B4-BE49-F238E27FC236}">
                <a16:creationId xmlns:a16="http://schemas.microsoft.com/office/drawing/2014/main" id="{3B05B9A7-30B4-94E8-1B07-D1A454042637}"/>
              </a:ext>
            </a:extLst>
          </p:cNvPr>
          <p:cNvSpPr/>
          <p:nvPr/>
        </p:nvSpPr>
        <p:spPr>
          <a:xfrm>
            <a:off x="8118183" y="2329951"/>
            <a:ext cx="45837" cy="178196"/>
          </a:xfrm>
          <a:custGeom>
            <a:avLst/>
            <a:gdLst>
              <a:gd name="csX0" fmla="*/ 45514 w 45837"/>
              <a:gd name="csY0" fmla="*/ 22642 h 178196"/>
              <a:gd name="csX1" fmla="*/ 33145 w 45837"/>
              <a:gd name="csY1" fmla="*/ 92095 h 178196"/>
              <a:gd name="csX2" fmla="*/ 15864 w 45837"/>
              <a:gd name="csY2" fmla="*/ 171596 h 178196"/>
              <a:gd name="csX3" fmla="*/ 2307 w 45837"/>
              <a:gd name="csY3" fmla="*/ 170433 h 178196"/>
              <a:gd name="csX4" fmla="*/ 1615 w 45837"/>
              <a:gd name="csY4" fmla="*/ 88074 h 178196"/>
              <a:gd name="csX5" fmla="*/ 5340 w 45837"/>
              <a:gd name="csY5" fmla="*/ 19908 h 178196"/>
              <a:gd name="csX6" fmla="*/ 45513 w 45837"/>
              <a:gd name="csY6" fmla="*/ 22641 h 1781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5837" h="178196">
                <a:moveTo>
                  <a:pt x="45514" y="22642"/>
                </a:moveTo>
                <a:cubicBezTo>
                  <a:pt x="41815" y="45591"/>
                  <a:pt x="36473" y="68751"/>
                  <a:pt x="33145" y="92095"/>
                </a:cubicBezTo>
                <a:cubicBezTo>
                  <a:pt x="29933" y="119406"/>
                  <a:pt x="20755" y="144694"/>
                  <a:pt x="15864" y="171596"/>
                </a:cubicBezTo>
                <a:cubicBezTo>
                  <a:pt x="14143" y="181063"/>
                  <a:pt x="2382" y="180055"/>
                  <a:pt x="2307" y="170433"/>
                </a:cubicBezTo>
                <a:cubicBezTo>
                  <a:pt x="2091" y="142687"/>
                  <a:pt x="-2292" y="115855"/>
                  <a:pt x="1615" y="88074"/>
                </a:cubicBezTo>
                <a:cubicBezTo>
                  <a:pt x="4022" y="65320"/>
                  <a:pt x="5168" y="42602"/>
                  <a:pt x="5340" y="19908"/>
                </a:cubicBezTo>
                <a:cubicBezTo>
                  <a:pt x="5554" y="-8564"/>
                  <a:pt x="50044" y="-5469"/>
                  <a:pt x="45513" y="2264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4" name="任意多边形: 形状 113">
            <a:extLst>
              <a:ext uri="{FF2B5EF4-FFF2-40B4-BE49-F238E27FC236}">
                <a16:creationId xmlns:a16="http://schemas.microsoft.com/office/drawing/2014/main" id="{F90DD313-B4E5-5F69-8CA1-F2FEFA9255A8}"/>
              </a:ext>
            </a:extLst>
          </p:cNvPr>
          <p:cNvSpPr/>
          <p:nvPr/>
        </p:nvSpPr>
        <p:spPr>
          <a:xfrm>
            <a:off x="8215581" y="2244573"/>
            <a:ext cx="87043" cy="281548"/>
          </a:xfrm>
          <a:custGeom>
            <a:avLst/>
            <a:gdLst>
              <a:gd name="csX0" fmla="*/ 86133 w 87043"/>
              <a:gd name="csY0" fmla="*/ 48394 h 281548"/>
              <a:gd name="csX1" fmla="*/ 57384 w 87043"/>
              <a:gd name="csY1" fmla="*/ 147396 h 281548"/>
              <a:gd name="csX2" fmla="*/ 15961 w 87043"/>
              <a:gd name="csY2" fmla="*/ 275450 h 281548"/>
              <a:gd name="csX3" fmla="*/ 2539 w 87043"/>
              <a:gd name="csY3" fmla="*/ 273214 h 281548"/>
              <a:gd name="csX4" fmla="*/ 5887 w 87043"/>
              <a:gd name="csY4" fmla="*/ 139569 h 281548"/>
              <a:gd name="csX5" fmla="*/ 194 w 87043"/>
              <a:gd name="csY5" fmla="*/ 42261 h 281548"/>
              <a:gd name="csX6" fmla="*/ 86133 w 87043"/>
              <a:gd name="csY6" fmla="*/ 48389 h 2815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7043" h="281548">
                <a:moveTo>
                  <a:pt x="86133" y="48394"/>
                </a:moveTo>
                <a:cubicBezTo>
                  <a:pt x="79801" y="81100"/>
                  <a:pt x="66812" y="114674"/>
                  <a:pt x="57384" y="147396"/>
                </a:cubicBezTo>
                <a:cubicBezTo>
                  <a:pt x="43947" y="191218"/>
                  <a:pt x="23546" y="229929"/>
                  <a:pt x="15961" y="275450"/>
                </a:cubicBezTo>
                <a:cubicBezTo>
                  <a:pt x="14380" y="284941"/>
                  <a:pt x="957" y="282705"/>
                  <a:pt x="2539" y="273214"/>
                </a:cubicBezTo>
                <a:cubicBezTo>
                  <a:pt x="10043" y="228183"/>
                  <a:pt x="4653" y="184950"/>
                  <a:pt x="5887" y="139569"/>
                </a:cubicBezTo>
                <a:cubicBezTo>
                  <a:pt x="6373" y="106894"/>
                  <a:pt x="2924" y="73907"/>
                  <a:pt x="194" y="42261"/>
                </a:cubicBezTo>
                <a:cubicBezTo>
                  <a:pt x="-5044" y="-18436"/>
                  <a:pt x="97711" y="-11423"/>
                  <a:pt x="86133" y="4838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5" name="任意多边形: 形状 114">
            <a:extLst>
              <a:ext uri="{FF2B5EF4-FFF2-40B4-BE49-F238E27FC236}">
                <a16:creationId xmlns:a16="http://schemas.microsoft.com/office/drawing/2014/main" id="{3D0F943C-AF13-F5E9-9A04-7A0AAA3FE255}"/>
              </a:ext>
            </a:extLst>
          </p:cNvPr>
          <p:cNvSpPr/>
          <p:nvPr/>
        </p:nvSpPr>
        <p:spPr>
          <a:xfrm>
            <a:off x="8470186" y="3975045"/>
            <a:ext cx="2147025" cy="630768"/>
          </a:xfrm>
          <a:custGeom>
            <a:avLst/>
            <a:gdLst>
              <a:gd name="csX0" fmla="*/ 49460 w 2147025"/>
              <a:gd name="csY0" fmla="*/ 10609 h 630768"/>
              <a:gd name="csX1" fmla="*/ 106868 w 2147025"/>
              <a:gd name="csY1" fmla="*/ 76467 h 630768"/>
              <a:gd name="csX2" fmla="*/ 245209 w 2147025"/>
              <a:gd name="csY2" fmla="*/ 187376 h 630768"/>
              <a:gd name="csX3" fmla="*/ 392361 w 2147025"/>
              <a:gd name="csY3" fmla="*/ 343881 h 630768"/>
              <a:gd name="csX4" fmla="*/ 530245 w 2147025"/>
              <a:gd name="csY4" fmla="*/ 450133 h 630768"/>
              <a:gd name="csX5" fmla="*/ 681483 w 2147025"/>
              <a:gd name="csY5" fmla="*/ 509009 h 630768"/>
              <a:gd name="csX6" fmla="*/ 901063 w 2147025"/>
              <a:gd name="csY6" fmla="*/ 526990 h 630768"/>
              <a:gd name="csX7" fmla="*/ 1214721 w 2147025"/>
              <a:gd name="csY7" fmla="*/ 495998 h 630768"/>
              <a:gd name="csX8" fmla="*/ 1565546 w 2147025"/>
              <a:gd name="csY8" fmla="*/ 395214 h 630768"/>
              <a:gd name="csX9" fmla="*/ 1843723 w 2147025"/>
              <a:gd name="csY9" fmla="*/ 269218 h 630768"/>
              <a:gd name="csX10" fmla="*/ 1990418 w 2147025"/>
              <a:gd name="csY10" fmla="*/ 191307 h 630768"/>
              <a:gd name="csX11" fmla="*/ 2076938 w 2147025"/>
              <a:gd name="csY11" fmla="*/ 161025 h 630768"/>
              <a:gd name="csX12" fmla="*/ 2136401 w 2147025"/>
              <a:gd name="csY12" fmla="*/ 183899 h 630768"/>
              <a:gd name="csX13" fmla="*/ 2145261 w 2147025"/>
              <a:gd name="csY13" fmla="*/ 200982 h 630768"/>
              <a:gd name="csX14" fmla="*/ 2130465 w 2147025"/>
              <a:gd name="csY14" fmla="*/ 263673 h 630768"/>
              <a:gd name="csX15" fmla="*/ 2038987 w 2147025"/>
              <a:gd name="csY15" fmla="*/ 313142 h 630768"/>
              <a:gd name="csX16" fmla="*/ 1880977 w 2147025"/>
              <a:gd name="csY16" fmla="*/ 360337 h 630768"/>
              <a:gd name="csX17" fmla="*/ 1589436 w 2147025"/>
              <a:gd name="csY17" fmla="*/ 462073 h 630768"/>
              <a:gd name="csX18" fmla="*/ 1229238 w 2147025"/>
              <a:gd name="csY18" fmla="*/ 569591 h 630768"/>
              <a:gd name="csX19" fmla="*/ 905407 w 2147025"/>
              <a:gd name="csY19" fmla="*/ 623267 h 630768"/>
              <a:gd name="csX20" fmla="*/ 653842 w 2147025"/>
              <a:gd name="csY20" fmla="*/ 621384 h 630768"/>
              <a:gd name="csX21" fmla="*/ 467572 w 2147025"/>
              <a:gd name="csY21" fmla="*/ 540003 h 630768"/>
              <a:gd name="csX22" fmla="*/ 324535 w 2147025"/>
              <a:gd name="csY22" fmla="*/ 404643 h 630768"/>
              <a:gd name="csX23" fmla="*/ 188861 w 2147025"/>
              <a:gd name="csY23" fmla="*/ 240108 h 630768"/>
              <a:gd name="csX24" fmla="*/ 78885 w 2147025"/>
              <a:gd name="csY24" fmla="*/ 106158 h 630768"/>
              <a:gd name="csX25" fmla="*/ 9472 w 2147025"/>
              <a:gd name="csY25" fmla="*/ 47048 h 630768"/>
              <a:gd name="csX26" fmla="*/ 49460 w 2147025"/>
              <a:gd name="csY26" fmla="*/ 10599 h 6307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2147025" h="630768">
                <a:moveTo>
                  <a:pt x="49460" y="10609"/>
                </a:moveTo>
                <a:cubicBezTo>
                  <a:pt x="67011" y="33672"/>
                  <a:pt x="87320" y="54897"/>
                  <a:pt x="106868" y="76467"/>
                </a:cubicBezTo>
                <a:cubicBezTo>
                  <a:pt x="155457" y="108607"/>
                  <a:pt x="204061" y="145359"/>
                  <a:pt x="245209" y="187376"/>
                </a:cubicBezTo>
                <a:cubicBezTo>
                  <a:pt x="294503" y="239353"/>
                  <a:pt x="343146" y="291627"/>
                  <a:pt x="392361" y="343881"/>
                </a:cubicBezTo>
                <a:cubicBezTo>
                  <a:pt x="431934" y="386587"/>
                  <a:pt x="482973" y="416498"/>
                  <a:pt x="530245" y="450133"/>
                </a:cubicBezTo>
                <a:cubicBezTo>
                  <a:pt x="577995" y="477808"/>
                  <a:pt x="628848" y="494013"/>
                  <a:pt x="681483" y="509009"/>
                </a:cubicBezTo>
                <a:cubicBezTo>
                  <a:pt x="753364" y="525401"/>
                  <a:pt x="827625" y="526779"/>
                  <a:pt x="901063" y="526990"/>
                </a:cubicBezTo>
                <a:cubicBezTo>
                  <a:pt x="1006276" y="523954"/>
                  <a:pt x="1111080" y="514244"/>
                  <a:pt x="1214721" y="495998"/>
                </a:cubicBezTo>
                <a:cubicBezTo>
                  <a:pt x="1335203" y="475846"/>
                  <a:pt x="1451418" y="437882"/>
                  <a:pt x="1565546" y="395214"/>
                </a:cubicBezTo>
                <a:cubicBezTo>
                  <a:pt x="1660496" y="358357"/>
                  <a:pt x="1752883" y="315206"/>
                  <a:pt x="1843723" y="269218"/>
                </a:cubicBezTo>
                <a:cubicBezTo>
                  <a:pt x="1892290" y="242605"/>
                  <a:pt x="1941774" y="217638"/>
                  <a:pt x="1990418" y="191307"/>
                </a:cubicBezTo>
                <a:cubicBezTo>
                  <a:pt x="2018566" y="175852"/>
                  <a:pt x="2045726" y="165180"/>
                  <a:pt x="2076938" y="161025"/>
                </a:cubicBezTo>
                <a:cubicBezTo>
                  <a:pt x="2096241" y="170754"/>
                  <a:pt x="2116983" y="176303"/>
                  <a:pt x="2136401" y="183899"/>
                </a:cubicBezTo>
                <a:cubicBezTo>
                  <a:pt x="2149073" y="188855"/>
                  <a:pt x="2148041" y="187662"/>
                  <a:pt x="2145261" y="200982"/>
                </a:cubicBezTo>
                <a:cubicBezTo>
                  <a:pt x="2140961" y="221581"/>
                  <a:pt x="2135208" y="242579"/>
                  <a:pt x="2130465" y="263673"/>
                </a:cubicBezTo>
                <a:cubicBezTo>
                  <a:pt x="2103652" y="288580"/>
                  <a:pt x="2075747" y="304484"/>
                  <a:pt x="2038987" y="313142"/>
                </a:cubicBezTo>
                <a:cubicBezTo>
                  <a:pt x="1986044" y="327867"/>
                  <a:pt x="1933840" y="345209"/>
                  <a:pt x="1880977" y="360337"/>
                </a:cubicBezTo>
                <a:cubicBezTo>
                  <a:pt x="1782850" y="391529"/>
                  <a:pt x="1686286" y="427186"/>
                  <a:pt x="1589436" y="462073"/>
                </a:cubicBezTo>
                <a:cubicBezTo>
                  <a:pt x="1470783" y="502569"/>
                  <a:pt x="1351292" y="540580"/>
                  <a:pt x="1229238" y="569591"/>
                </a:cubicBezTo>
                <a:cubicBezTo>
                  <a:pt x="1122273" y="592879"/>
                  <a:pt x="1014897" y="615570"/>
                  <a:pt x="905407" y="623267"/>
                </a:cubicBezTo>
                <a:cubicBezTo>
                  <a:pt x="821623" y="630800"/>
                  <a:pt x="737253" y="636227"/>
                  <a:pt x="653842" y="621384"/>
                </a:cubicBezTo>
                <a:cubicBezTo>
                  <a:pt x="587396" y="607071"/>
                  <a:pt x="521226" y="582693"/>
                  <a:pt x="467572" y="540003"/>
                </a:cubicBezTo>
                <a:cubicBezTo>
                  <a:pt x="413876" y="499871"/>
                  <a:pt x="365978" y="457946"/>
                  <a:pt x="324535" y="404643"/>
                </a:cubicBezTo>
                <a:cubicBezTo>
                  <a:pt x="278321" y="350469"/>
                  <a:pt x="235060" y="294048"/>
                  <a:pt x="188861" y="240108"/>
                </a:cubicBezTo>
                <a:cubicBezTo>
                  <a:pt x="150361" y="196981"/>
                  <a:pt x="115730" y="150084"/>
                  <a:pt x="78885" y="106158"/>
                </a:cubicBezTo>
                <a:cubicBezTo>
                  <a:pt x="55686" y="86517"/>
                  <a:pt x="32658" y="66413"/>
                  <a:pt x="9472" y="47048"/>
                </a:cubicBezTo>
                <a:cubicBezTo>
                  <a:pt x="-19893" y="22523"/>
                  <a:pt x="26292" y="-19846"/>
                  <a:pt x="49460" y="1059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6" name="任意多边形: 形状 115">
            <a:extLst>
              <a:ext uri="{FF2B5EF4-FFF2-40B4-BE49-F238E27FC236}">
                <a16:creationId xmlns:a16="http://schemas.microsoft.com/office/drawing/2014/main" id="{E64170E1-3962-7E77-C8A0-F6A6F5DDAFEE}"/>
              </a:ext>
            </a:extLst>
          </p:cNvPr>
          <p:cNvSpPr/>
          <p:nvPr/>
        </p:nvSpPr>
        <p:spPr>
          <a:xfrm>
            <a:off x="9221283" y="2789271"/>
            <a:ext cx="1618891" cy="886123"/>
          </a:xfrm>
          <a:custGeom>
            <a:avLst/>
            <a:gdLst>
              <a:gd name="csX0" fmla="*/ 48552 w 1618891"/>
              <a:gd name="csY0" fmla="*/ 783760 h 886123"/>
              <a:gd name="csX1" fmla="*/ 207496 w 1618891"/>
              <a:gd name="csY1" fmla="*/ 774590 h 886123"/>
              <a:gd name="csX2" fmla="*/ 582867 w 1618891"/>
              <a:gd name="csY2" fmla="*/ 672948 h 886123"/>
              <a:gd name="csX3" fmla="*/ 985641 w 1618891"/>
              <a:gd name="csY3" fmla="*/ 510290 h 886123"/>
              <a:gd name="csX4" fmla="*/ 1237368 w 1618891"/>
              <a:gd name="csY4" fmla="*/ 352699 h 886123"/>
              <a:gd name="csX5" fmla="*/ 1391349 w 1618891"/>
              <a:gd name="csY5" fmla="*/ 242295 h 886123"/>
              <a:gd name="csX6" fmla="*/ 1491590 w 1618891"/>
              <a:gd name="csY6" fmla="*/ 148969 h 886123"/>
              <a:gd name="csX7" fmla="*/ 1535508 w 1618891"/>
              <a:gd name="csY7" fmla="*/ 89944 h 886123"/>
              <a:gd name="csX8" fmla="*/ 1535859 w 1618891"/>
              <a:gd name="csY8" fmla="*/ 73989 h 886123"/>
              <a:gd name="csX9" fmla="*/ 1492913 w 1618891"/>
              <a:gd name="csY9" fmla="*/ 58640 h 886123"/>
              <a:gd name="csX10" fmla="*/ 1268856 w 1618891"/>
              <a:gd name="csY10" fmla="*/ 53098 h 886123"/>
              <a:gd name="csX11" fmla="*/ 962790 w 1618891"/>
              <a:gd name="csY11" fmla="*/ 87514 h 886123"/>
              <a:gd name="csX12" fmla="*/ 667419 w 1618891"/>
              <a:gd name="csY12" fmla="*/ 135733 h 886123"/>
              <a:gd name="csX13" fmla="*/ 664138 w 1618891"/>
              <a:gd name="csY13" fmla="*/ 116772 h 886123"/>
              <a:gd name="csX14" fmla="*/ 960118 w 1618891"/>
              <a:gd name="csY14" fmla="*/ 68458 h 886123"/>
              <a:gd name="csX15" fmla="*/ 1266804 w 1618891"/>
              <a:gd name="csY15" fmla="*/ 29436 h 886123"/>
              <a:gd name="csX16" fmla="*/ 1498842 w 1618891"/>
              <a:gd name="csY16" fmla="*/ 0 h 886123"/>
              <a:gd name="csX17" fmla="*/ 1614333 w 1618891"/>
              <a:gd name="csY17" fmla="*/ 40216 h 886123"/>
              <a:gd name="csX18" fmla="*/ 1606122 w 1618891"/>
              <a:gd name="csY18" fmla="*/ 121758 h 886123"/>
              <a:gd name="csX19" fmla="*/ 1550863 w 1618891"/>
              <a:gd name="csY19" fmla="*/ 206835 h 886123"/>
              <a:gd name="csX20" fmla="*/ 1433953 w 1618891"/>
              <a:gd name="csY20" fmla="*/ 300841 h 886123"/>
              <a:gd name="csX21" fmla="*/ 1267361 w 1618891"/>
              <a:gd name="csY21" fmla="*/ 402768 h 886123"/>
              <a:gd name="csX22" fmla="*/ 993651 w 1618891"/>
              <a:gd name="csY22" fmla="*/ 527774 h 886123"/>
              <a:gd name="csX23" fmla="*/ 589210 w 1618891"/>
              <a:gd name="csY23" fmla="*/ 691099 h 886123"/>
              <a:gd name="csX24" fmla="*/ 219763 w 1618891"/>
              <a:gd name="csY24" fmla="*/ 825078 h 886123"/>
              <a:gd name="csX25" fmla="*/ 54752 w 1618891"/>
              <a:gd name="csY25" fmla="*/ 883557 h 886123"/>
              <a:gd name="csX26" fmla="*/ 48551 w 1618891"/>
              <a:gd name="csY26" fmla="*/ 783754 h 8861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1618891" h="886123">
                <a:moveTo>
                  <a:pt x="48552" y="783760"/>
                </a:moveTo>
                <a:cubicBezTo>
                  <a:pt x="101861" y="790208"/>
                  <a:pt x="154823" y="783109"/>
                  <a:pt x="207496" y="774590"/>
                </a:cubicBezTo>
                <a:cubicBezTo>
                  <a:pt x="336922" y="758876"/>
                  <a:pt x="460461" y="715779"/>
                  <a:pt x="582867" y="672948"/>
                </a:cubicBezTo>
                <a:cubicBezTo>
                  <a:pt x="719903" y="625696"/>
                  <a:pt x="853949" y="570698"/>
                  <a:pt x="985641" y="510290"/>
                </a:cubicBezTo>
                <a:cubicBezTo>
                  <a:pt x="1073867" y="464802"/>
                  <a:pt x="1156024" y="409239"/>
                  <a:pt x="1237368" y="352699"/>
                </a:cubicBezTo>
                <a:cubicBezTo>
                  <a:pt x="1289216" y="316495"/>
                  <a:pt x="1341343" y="280927"/>
                  <a:pt x="1391349" y="242295"/>
                </a:cubicBezTo>
                <a:cubicBezTo>
                  <a:pt x="1428012" y="214581"/>
                  <a:pt x="1460496" y="182500"/>
                  <a:pt x="1491590" y="148969"/>
                </a:cubicBezTo>
                <a:cubicBezTo>
                  <a:pt x="1509248" y="131025"/>
                  <a:pt x="1522744" y="111281"/>
                  <a:pt x="1535508" y="89944"/>
                </a:cubicBezTo>
                <a:cubicBezTo>
                  <a:pt x="1536922" y="84816"/>
                  <a:pt x="1535742" y="79308"/>
                  <a:pt x="1535859" y="73989"/>
                </a:cubicBezTo>
                <a:cubicBezTo>
                  <a:pt x="1542644" y="75103"/>
                  <a:pt x="1500028" y="60736"/>
                  <a:pt x="1492913" y="58640"/>
                </a:cubicBezTo>
                <a:cubicBezTo>
                  <a:pt x="1419115" y="45610"/>
                  <a:pt x="1343390" y="48466"/>
                  <a:pt x="1268856" y="53098"/>
                </a:cubicBezTo>
                <a:cubicBezTo>
                  <a:pt x="1166225" y="57674"/>
                  <a:pt x="1064422" y="73230"/>
                  <a:pt x="962790" y="87514"/>
                </a:cubicBezTo>
                <a:cubicBezTo>
                  <a:pt x="864311" y="103445"/>
                  <a:pt x="765717" y="118717"/>
                  <a:pt x="667419" y="135733"/>
                </a:cubicBezTo>
                <a:cubicBezTo>
                  <a:pt x="654012" y="138054"/>
                  <a:pt x="650730" y="119092"/>
                  <a:pt x="664138" y="116772"/>
                </a:cubicBezTo>
                <a:cubicBezTo>
                  <a:pt x="762636" y="99724"/>
                  <a:pt x="861429" y="84413"/>
                  <a:pt x="960118" y="68458"/>
                </a:cubicBezTo>
                <a:cubicBezTo>
                  <a:pt x="1062207" y="54110"/>
                  <a:pt x="1164524" y="42001"/>
                  <a:pt x="1266804" y="29436"/>
                </a:cubicBezTo>
                <a:cubicBezTo>
                  <a:pt x="1344374" y="20788"/>
                  <a:pt x="1421223" y="7726"/>
                  <a:pt x="1498842" y="0"/>
                </a:cubicBezTo>
                <a:cubicBezTo>
                  <a:pt x="1543941" y="1865"/>
                  <a:pt x="1586478" y="-785"/>
                  <a:pt x="1614333" y="40216"/>
                </a:cubicBezTo>
                <a:cubicBezTo>
                  <a:pt x="1620097" y="70382"/>
                  <a:pt x="1623163" y="94090"/>
                  <a:pt x="1606122" y="121758"/>
                </a:cubicBezTo>
                <a:cubicBezTo>
                  <a:pt x="1590561" y="151797"/>
                  <a:pt x="1575875" y="183305"/>
                  <a:pt x="1550863" y="206835"/>
                </a:cubicBezTo>
                <a:cubicBezTo>
                  <a:pt x="1513812" y="240126"/>
                  <a:pt x="1475708" y="272966"/>
                  <a:pt x="1433953" y="300841"/>
                </a:cubicBezTo>
                <a:cubicBezTo>
                  <a:pt x="1379322" y="336317"/>
                  <a:pt x="1326035" y="373981"/>
                  <a:pt x="1267361" y="402768"/>
                </a:cubicBezTo>
                <a:cubicBezTo>
                  <a:pt x="1178045" y="448525"/>
                  <a:pt x="1086291" y="489230"/>
                  <a:pt x="993651" y="527774"/>
                </a:cubicBezTo>
                <a:cubicBezTo>
                  <a:pt x="861405" y="588425"/>
                  <a:pt x="726808" y="643655"/>
                  <a:pt x="589210" y="691099"/>
                </a:cubicBezTo>
                <a:cubicBezTo>
                  <a:pt x="465556" y="734369"/>
                  <a:pt x="341931" y="777735"/>
                  <a:pt x="219763" y="825078"/>
                </a:cubicBezTo>
                <a:cubicBezTo>
                  <a:pt x="164133" y="843186"/>
                  <a:pt x="110111" y="865161"/>
                  <a:pt x="54752" y="883557"/>
                </a:cubicBezTo>
                <a:cubicBezTo>
                  <a:pt x="-12350" y="905856"/>
                  <a:pt x="-21648" y="775258"/>
                  <a:pt x="48551" y="78375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8" name="Arc 12+++">
            <a:extLst>
              <a:ext uri="{FF2B5EF4-FFF2-40B4-BE49-F238E27FC236}">
                <a16:creationId xmlns:a16="http://schemas.microsoft.com/office/drawing/2014/main" id="{64511CEC-FFFA-61DD-44F2-8A962B4A1378}"/>
              </a:ext>
            </a:extLst>
          </p:cNvPr>
          <p:cNvSpPr/>
          <p:nvPr/>
        </p:nvSpPr>
        <p:spPr>
          <a:xfrm>
            <a:off x="2365829" y="-301171"/>
            <a:ext cx="7460342" cy="7460342"/>
          </a:xfrm>
          <a:prstGeom prst="arc">
            <a:avLst>
              <a:gd name="adj1" fmla="val 13889976"/>
              <a:gd name="adj2" fmla="val 20987688"/>
            </a:avLst>
          </a:prstGeom>
          <a:ln w="127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9" name="Arc 12+++">
            <a:extLst>
              <a:ext uri="{FF2B5EF4-FFF2-40B4-BE49-F238E27FC236}">
                <a16:creationId xmlns:a16="http://schemas.microsoft.com/office/drawing/2014/main" id="{DFB732D3-E2FE-8D3B-B9FB-CBF4765A97CB}"/>
              </a:ext>
            </a:extLst>
          </p:cNvPr>
          <p:cNvSpPr/>
          <p:nvPr/>
        </p:nvSpPr>
        <p:spPr>
          <a:xfrm>
            <a:off x="2365829" y="-301171"/>
            <a:ext cx="7460342" cy="7460342"/>
          </a:xfrm>
          <a:prstGeom prst="arc">
            <a:avLst>
              <a:gd name="adj1" fmla="val 3318285"/>
              <a:gd name="adj2" fmla="val 8796885"/>
            </a:avLst>
          </a:prstGeom>
          <a:ln w="127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8" name="图片 37" descr="D:\51PPT模板网\51pptmoban.com\图片.jpg">
            <a:extLst>
              <a:ext uri="{FF2B5EF4-FFF2-40B4-BE49-F238E27FC236}">
                <a16:creationId xmlns:a16="http://schemas.microsoft.com/office/drawing/2014/main" id="{418DE79E-6329-CC7D-4024-DE4BE8B0AF32}"/>
              </a:ext>
            </a:extLst>
          </p:cNvPr>
          <p:cNvPicPr>
            <a:picLocks noChangeAspect="1"/>
          </p:cNvPicPr>
          <p:nvPr/>
        </p:nvPicPr>
        <p:blipFill>
          <a:blip r:embed="injBgRid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264372"/>
            <a:ext cx="12192000" cy="4590980"/>
          </a:xfrm>
          <a:prstGeom prst="rect">
            <a:avLst/>
          </a:prstGeom>
        </p:spPr>
      </p:pic>
      <p:pic>
        <p:nvPicPr>
          <p:cNvPr id="117" name="图片 116" descr="D:\51PPT模板网\51pptmoban.com\图片.jpg">
            <a:extLst>
              <a:ext uri="{FF2B5EF4-FFF2-40B4-BE49-F238E27FC236}">
                <a16:creationId xmlns:a16="http://schemas.microsoft.com/office/drawing/2014/main" id="{AC1D7A55-A4EB-26F3-5B7E-D45CA3260521}"/>
              </a:ext>
            </a:extLst>
          </p:cNvPr>
          <p:cNvPicPr>
            <a:picLocks noChangeAspect="1"/>
          </p:cNvPicPr>
          <p:nvPr/>
        </p:nvPicPr>
        <p:blipFill>
          <a:blip r:embed="injBgRid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2766509" flipH="1" flipV="1">
            <a:off x="2111162" y="627448"/>
            <a:ext cx="1810966" cy="138521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932688" y="1920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2024年度商务报告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32688" y="2788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1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战略回顾与未来展望 · 2024年12月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D7553F8F-9F9F-1BEA-7B2F-1832072BF24A}"/>
              </a:ext>
            </a:extLst>
          </p:cNvPr>
          <p:cNvSpPr/>
          <p:nvPr/>
        </p:nvSpPr>
        <p:spPr>
          <a:xfrm>
            <a:off x="499388" y="3447396"/>
            <a:ext cx="3851445" cy="3851459"/>
          </a:xfrm>
          <a:custGeom>
            <a:avLst/>
            <a:gdLst>
              <a:gd name="csX0" fmla="*/ 1925733 w 3851445"/>
              <a:gd name="csY0" fmla="*/ 3851460 h 3851459"/>
              <a:gd name="csX1" fmla="*/ 1672433 w 3851445"/>
              <a:gd name="csY1" fmla="*/ 3834939 h 3851459"/>
              <a:gd name="csX2" fmla="*/ 1658302 w 3851445"/>
              <a:gd name="csY2" fmla="*/ 3818826 h 3851459"/>
              <a:gd name="csX3" fmla="*/ 1658302 w 3851445"/>
              <a:gd name="csY3" fmla="*/ 3713861 h 3851459"/>
              <a:gd name="csX4" fmla="*/ 1674556 w 3851445"/>
              <a:gd name="csY4" fmla="*/ 3697607 h 3851459"/>
              <a:gd name="csX5" fmla="*/ 1851458 w 3851445"/>
              <a:gd name="csY5" fmla="*/ 3697607 h 3851459"/>
              <a:gd name="csX6" fmla="*/ 1851458 w 3851445"/>
              <a:gd name="csY6" fmla="*/ 3583597 h 3851459"/>
              <a:gd name="csX7" fmla="*/ 1359496 w 3851445"/>
              <a:gd name="csY7" fmla="*/ 3486124 h 3851459"/>
              <a:gd name="csX8" fmla="*/ 1315985 w 3851445"/>
              <a:gd name="csY8" fmla="*/ 3591127 h 3851459"/>
              <a:gd name="csX9" fmla="*/ 1479428 w 3851445"/>
              <a:gd name="csY9" fmla="*/ 3658795 h 3851459"/>
              <a:gd name="csX10" fmla="*/ 1488224 w 3851445"/>
              <a:gd name="csY10" fmla="*/ 3667593 h 3851459"/>
              <a:gd name="csX11" fmla="*/ 1488224 w 3851445"/>
              <a:gd name="csY11" fmla="*/ 3680034 h 3851459"/>
              <a:gd name="csX12" fmla="*/ 1447947 w 3851445"/>
              <a:gd name="csY12" fmla="*/ 3777229 h 3851459"/>
              <a:gd name="csX13" fmla="*/ 1428744 w 3851445"/>
              <a:gd name="csY13" fmla="*/ 3786714 h 3851459"/>
              <a:gd name="csX14" fmla="*/ 960768 w 3851445"/>
              <a:gd name="csY14" fmla="*/ 3592560 h 3851459"/>
              <a:gd name="csX15" fmla="*/ 953910 w 3851445"/>
              <a:gd name="csY15" fmla="*/ 3572284 h 3851459"/>
              <a:gd name="csX16" fmla="*/ 994057 w 3851445"/>
              <a:gd name="csY16" fmla="*/ 3475350 h 3851459"/>
              <a:gd name="csX17" fmla="*/ 1002852 w 3851445"/>
              <a:gd name="csY17" fmla="*/ 3466555 h 3851459"/>
              <a:gd name="csX18" fmla="*/ 1015293 w 3851445"/>
              <a:gd name="csY18" fmla="*/ 3466555 h 3851459"/>
              <a:gd name="csX19" fmla="*/ 1178715 w 3851445"/>
              <a:gd name="csY19" fmla="*/ 3534243 h 3851459"/>
              <a:gd name="csX20" fmla="*/ 1222096 w 3851445"/>
              <a:gd name="csY20" fmla="*/ 3429086 h 3851459"/>
              <a:gd name="csX21" fmla="*/ 805599 w 3851445"/>
              <a:gd name="csY21" fmla="*/ 3150143 h 3851459"/>
              <a:gd name="csX22" fmla="*/ 724801 w 3851445"/>
              <a:gd name="csY22" fmla="*/ 3230938 h 3851459"/>
              <a:gd name="csX23" fmla="*/ 849871 w 3851445"/>
              <a:gd name="csY23" fmla="*/ 3356038 h 3851459"/>
              <a:gd name="csX24" fmla="*/ 849871 w 3851445"/>
              <a:gd name="csY24" fmla="*/ 3379023 h 3851459"/>
              <a:gd name="csX25" fmla="*/ 775852 w 3851445"/>
              <a:gd name="csY25" fmla="*/ 3453041 h 3851459"/>
              <a:gd name="csX26" fmla="*/ 754466 w 3851445"/>
              <a:gd name="csY26" fmla="*/ 3454440 h 3851459"/>
              <a:gd name="csX27" fmla="*/ 396358 w 3851445"/>
              <a:gd name="csY27" fmla="*/ 3096102 h 3851459"/>
              <a:gd name="csX28" fmla="*/ 397767 w 3851445"/>
              <a:gd name="csY28" fmla="*/ 3074726 h 3851459"/>
              <a:gd name="csX29" fmla="*/ 471686 w 3851445"/>
              <a:gd name="csY29" fmla="*/ 3000804 h 3851459"/>
              <a:gd name="csX30" fmla="*/ 483180 w 3851445"/>
              <a:gd name="csY30" fmla="*/ 2996041 h 3851459"/>
              <a:gd name="csX31" fmla="*/ 494674 w 3851445"/>
              <a:gd name="csY31" fmla="*/ 3000804 h 3851459"/>
              <a:gd name="csX32" fmla="*/ 619744 w 3851445"/>
              <a:gd name="csY32" fmla="*/ 3125897 h 3851459"/>
              <a:gd name="csX33" fmla="*/ 700575 w 3851445"/>
              <a:gd name="csY33" fmla="*/ 3045069 h 3851459"/>
              <a:gd name="csX34" fmla="*/ 422367 w 3851445"/>
              <a:gd name="csY34" fmla="*/ 2629381 h 3851459"/>
              <a:gd name="csX35" fmla="*/ 316490 w 3851445"/>
              <a:gd name="csY35" fmla="*/ 2672106 h 3851459"/>
              <a:gd name="csX36" fmla="*/ 384130 w 3851445"/>
              <a:gd name="csY36" fmla="*/ 2835379 h 3851459"/>
              <a:gd name="csX37" fmla="*/ 384134 w 3851445"/>
              <a:gd name="csY37" fmla="*/ 2847819 h 3851459"/>
              <a:gd name="csX38" fmla="*/ 375335 w 3851445"/>
              <a:gd name="csY38" fmla="*/ 2856614 h 3851459"/>
              <a:gd name="csX39" fmla="*/ 278661 w 3851445"/>
              <a:gd name="csY39" fmla="*/ 2896662 h 3851459"/>
              <a:gd name="csX40" fmla="*/ 258379 w 3851445"/>
              <a:gd name="csY40" fmla="*/ 2889797 h 3851459"/>
              <a:gd name="csX41" fmla="*/ 64486 w 3851445"/>
              <a:gd name="csY41" fmla="*/ 2421694 h 3851459"/>
              <a:gd name="csX42" fmla="*/ 73974 w 3851445"/>
              <a:gd name="csY42" fmla="*/ 2402502 h 3851459"/>
              <a:gd name="csX43" fmla="*/ 170648 w 3851445"/>
              <a:gd name="csY43" fmla="*/ 2362451 h 3851459"/>
              <a:gd name="csX44" fmla="*/ 183088 w 3851445"/>
              <a:gd name="csY44" fmla="*/ 2362451 h 3851459"/>
              <a:gd name="csX45" fmla="*/ 191883 w 3851445"/>
              <a:gd name="csY45" fmla="*/ 2371246 h 3851459"/>
              <a:gd name="csX46" fmla="*/ 259586 w 3851445"/>
              <a:gd name="csY46" fmla="*/ 2534696 h 3851459"/>
              <a:gd name="csX47" fmla="*/ 365014 w 3851445"/>
              <a:gd name="csY47" fmla="*/ 2491038 h 3851459"/>
              <a:gd name="csX48" fmla="*/ 267826 w 3851445"/>
              <a:gd name="csY48" fmla="*/ 1999255 h 3851459"/>
              <a:gd name="csX49" fmla="*/ 153077 w 3851445"/>
              <a:gd name="csY49" fmla="*/ 1999255 h 3851459"/>
              <a:gd name="csX50" fmla="*/ 153077 w 3851445"/>
              <a:gd name="csY50" fmla="*/ 2176126 h 3851459"/>
              <a:gd name="csX51" fmla="*/ 136824 w 3851445"/>
              <a:gd name="csY51" fmla="*/ 2192379 h 3851459"/>
              <a:gd name="csX52" fmla="*/ 32541 w 3851445"/>
              <a:gd name="csY52" fmla="*/ 2192379 h 3851459"/>
              <a:gd name="csX53" fmla="*/ 16425 w 3851445"/>
              <a:gd name="csY53" fmla="*/ 2178242 h 3851459"/>
              <a:gd name="csX54" fmla="*/ 0 w 3851445"/>
              <a:gd name="csY54" fmla="*/ 1925723 h 3851459"/>
              <a:gd name="csX55" fmla="*/ 16620 w 3851445"/>
              <a:gd name="csY55" fmla="*/ 1671641 h 3851459"/>
              <a:gd name="csX56" fmla="*/ 32733 w 3851445"/>
              <a:gd name="csY56" fmla="*/ 1657510 h 3851459"/>
              <a:gd name="csX57" fmla="*/ 136824 w 3851445"/>
              <a:gd name="csY57" fmla="*/ 1657510 h 3851459"/>
              <a:gd name="csX58" fmla="*/ 153077 w 3851445"/>
              <a:gd name="csY58" fmla="*/ 1673764 h 3851459"/>
              <a:gd name="csX59" fmla="*/ 153077 w 3851445"/>
              <a:gd name="csY59" fmla="*/ 1850666 h 3851459"/>
              <a:gd name="csX60" fmla="*/ 267939 w 3851445"/>
              <a:gd name="csY60" fmla="*/ 1850666 h 3851459"/>
              <a:gd name="csX61" fmla="*/ 365494 w 3851445"/>
              <a:gd name="csY61" fmla="*/ 1359077 h 3851459"/>
              <a:gd name="csX62" fmla="*/ 259589 w 3851445"/>
              <a:gd name="csY62" fmla="*/ 1315220 h 3851459"/>
              <a:gd name="csX63" fmla="*/ 191887 w 3851445"/>
              <a:gd name="csY63" fmla="*/ 1478636 h 3851459"/>
              <a:gd name="csX64" fmla="*/ 170654 w 3851445"/>
              <a:gd name="csY64" fmla="*/ 1487432 h 3851459"/>
              <a:gd name="csX65" fmla="*/ 74337 w 3851445"/>
              <a:gd name="csY65" fmla="*/ 1447545 h 3851459"/>
              <a:gd name="csX66" fmla="*/ 64849 w 3851445"/>
              <a:gd name="csY66" fmla="*/ 1428340 h 3851459"/>
              <a:gd name="csX67" fmla="*/ 259099 w 3851445"/>
              <a:gd name="csY67" fmla="*/ 960398 h 3851459"/>
              <a:gd name="csX68" fmla="*/ 279374 w 3851445"/>
              <a:gd name="csY68" fmla="*/ 953543 h 3851459"/>
              <a:gd name="csX69" fmla="*/ 375335 w 3851445"/>
              <a:gd name="csY69" fmla="*/ 993299 h 3851459"/>
              <a:gd name="csX70" fmla="*/ 384127 w 3851445"/>
              <a:gd name="csY70" fmla="*/ 1014535 h 3851459"/>
              <a:gd name="csX71" fmla="*/ 316428 w 3851445"/>
              <a:gd name="csY71" fmla="*/ 1177947 h 3851459"/>
              <a:gd name="csX72" fmla="*/ 422460 w 3851445"/>
              <a:gd name="csY72" fmla="*/ 1221880 h 3851459"/>
              <a:gd name="csX73" fmla="*/ 701316 w 3851445"/>
              <a:gd name="csY73" fmla="*/ 805589 h 3851459"/>
              <a:gd name="csX74" fmla="*/ 619740 w 3851445"/>
              <a:gd name="csY74" fmla="*/ 724013 h 3851459"/>
              <a:gd name="csX75" fmla="*/ 494671 w 3851445"/>
              <a:gd name="csY75" fmla="*/ 849110 h 3851459"/>
              <a:gd name="csX76" fmla="*/ 483177 w 3851445"/>
              <a:gd name="csY76" fmla="*/ 853872 h 3851459"/>
              <a:gd name="csX77" fmla="*/ 471683 w 3851445"/>
              <a:gd name="csY77" fmla="*/ 849113 h 3851459"/>
              <a:gd name="csX78" fmla="*/ 398412 w 3851445"/>
              <a:gd name="csY78" fmla="*/ 775842 h 3851459"/>
              <a:gd name="csX79" fmla="*/ 397010 w 3851445"/>
              <a:gd name="csY79" fmla="*/ 754455 h 3851459"/>
              <a:gd name="csX80" fmla="*/ 755347 w 3851445"/>
              <a:gd name="csY80" fmla="*/ 396344 h 3851459"/>
              <a:gd name="csX81" fmla="*/ 776723 w 3851445"/>
              <a:gd name="csY81" fmla="*/ 397754 h 3851459"/>
              <a:gd name="csX82" fmla="*/ 849864 w 3851445"/>
              <a:gd name="csY82" fmla="*/ 470894 h 3851459"/>
              <a:gd name="csX83" fmla="*/ 849864 w 3851445"/>
              <a:gd name="csY83" fmla="*/ 493879 h 3851459"/>
              <a:gd name="csX84" fmla="*/ 724795 w 3851445"/>
              <a:gd name="csY84" fmla="*/ 618976 h 3851459"/>
              <a:gd name="csX85" fmla="*/ 806408 w 3851445"/>
              <a:gd name="csY85" fmla="*/ 700565 h 3851459"/>
              <a:gd name="csX86" fmla="*/ 1222788 w 3851445"/>
              <a:gd name="csY86" fmla="*/ 422048 h 3851459"/>
              <a:gd name="csX87" fmla="*/ 1178726 w 3851445"/>
              <a:gd name="csY87" fmla="*/ 315667 h 3851459"/>
              <a:gd name="csX88" fmla="*/ 1015275 w 3851445"/>
              <a:gd name="csY88" fmla="*/ 383338 h 3851459"/>
              <a:gd name="csX89" fmla="*/ 994043 w 3851445"/>
              <a:gd name="csY89" fmla="*/ 374539 h 3851459"/>
              <a:gd name="csX90" fmla="*/ 954418 w 3851445"/>
              <a:gd name="csY90" fmla="*/ 278839 h 3851459"/>
              <a:gd name="csX91" fmla="*/ 961282 w 3851445"/>
              <a:gd name="csY91" fmla="*/ 258560 h 3851459"/>
              <a:gd name="csX92" fmla="*/ 1429327 w 3851445"/>
              <a:gd name="csY92" fmla="*/ 64602 h 3851459"/>
              <a:gd name="csX93" fmla="*/ 1448519 w 3851445"/>
              <a:gd name="csY93" fmla="*/ 74087 h 3851459"/>
              <a:gd name="csX94" fmla="*/ 1488210 w 3851445"/>
              <a:gd name="csY94" fmla="*/ 169852 h 3851459"/>
              <a:gd name="csX95" fmla="*/ 1488210 w 3851445"/>
              <a:gd name="csY95" fmla="*/ 182292 h 3851459"/>
              <a:gd name="csX96" fmla="*/ 1479415 w 3851445"/>
              <a:gd name="csY96" fmla="*/ 191088 h 3851459"/>
              <a:gd name="csX97" fmla="*/ 1315971 w 3851445"/>
              <a:gd name="csY97" fmla="*/ 258787 h 3851459"/>
              <a:gd name="csX98" fmla="*/ 1360044 w 3851445"/>
              <a:gd name="csY98" fmla="*/ 365158 h 3851459"/>
              <a:gd name="csX99" fmla="*/ 1851444 w 3851445"/>
              <a:gd name="csY99" fmla="*/ 267880 h 3851459"/>
              <a:gd name="csX100" fmla="*/ 1851444 w 3851445"/>
              <a:gd name="csY100" fmla="*/ 152278 h 3851459"/>
              <a:gd name="csX101" fmla="*/ 1674542 w 3851445"/>
              <a:gd name="csY101" fmla="*/ 152278 h 3851459"/>
              <a:gd name="csX102" fmla="*/ 1658288 w 3851445"/>
              <a:gd name="csY102" fmla="*/ 136025 h 3851459"/>
              <a:gd name="csX103" fmla="*/ 1658288 w 3851445"/>
              <a:gd name="csY103" fmla="*/ 32634 h 3851459"/>
              <a:gd name="csX104" fmla="*/ 1672419 w 3851445"/>
              <a:gd name="csY104" fmla="*/ 16521 h 3851459"/>
              <a:gd name="csX105" fmla="*/ 1925723 w 3851445"/>
              <a:gd name="csY105" fmla="*/ 0 h 3851459"/>
              <a:gd name="csX106" fmla="*/ 2179027 w 3851445"/>
              <a:gd name="csY106" fmla="*/ 16521 h 3851459"/>
              <a:gd name="csX107" fmla="*/ 2193158 w 3851445"/>
              <a:gd name="csY107" fmla="*/ 32634 h 3851459"/>
              <a:gd name="csX108" fmla="*/ 2193158 w 3851445"/>
              <a:gd name="csY108" fmla="*/ 136039 h 3851459"/>
              <a:gd name="csX109" fmla="*/ 2176904 w 3851445"/>
              <a:gd name="csY109" fmla="*/ 152292 h 3851459"/>
              <a:gd name="csX110" fmla="*/ 2000002 w 3851445"/>
              <a:gd name="csY110" fmla="*/ 152292 h 3851459"/>
              <a:gd name="csX111" fmla="*/ 2000002 w 3851445"/>
              <a:gd name="csY111" fmla="*/ 267894 h 3851459"/>
              <a:gd name="csX112" fmla="*/ 2491402 w 3851445"/>
              <a:gd name="csY112" fmla="*/ 365171 h 3851459"/>
              <a:gd name="csX113" fmla="*/ 2535475 w 3851445"/>
              <a:gd name="csY113" fmla="*/ 258800 h 3851459"/>
              <a:gd name="csX114" fmla="*/ 2372035 w 3851445"/>
              <a:gd name="csY114" fmla="*/ 191102 h 3851459"/>
              <a:gd name="csX115" fmla="*/ 2363239 w 3851445"/>
              <a:gd name="csY115" fmla="*/ 182306 h 3851459"/>
              <a:gd name="csX116" fmla="*/ 2363239 w 3851445"/>
              <a:gd name="csY116" fmla="*/ 169866 h 3851459"/>
              <a:gd name="csX117" fmla="*/ 2402926 w 3851445"/>
              <a:gd name="csY117" fmla="*/ 74101 h 3851459"/>
              <a:gd name="csX118" fmla="*/ 2422119 w 3851445"/>
              <a:gd name="csY118" fmla="*/ 64613 h 3851459"/>
              <a:gd name="csX119" fmla="*/ 2890163 w 3851445"/>
              <a:gd name="csY119" fmla="*/ 258571 h 3851459"/>
              <a:gd name="csX120" fmla="*/ 2897029 w 3851445"/>
              <a:gd name="csY120" fmla="*/ 278850 h 3851459"/>
              <a:gd name="csX121" fmla="*/ 2857403 w 3851445"/>
              <a:gd name="csY121" fmla="*/ 374550 h 3851459"/>
              <a:gd name="csX122" fmla="*/ 2836167 w 3851445"/>
              <a:gd name="csY122" fmla="*/ 383348 h 3851459"/>
              <a:gd name="csX123" fmla="*/ 2672720 w 3851445"/>
              <a:gd name="csY123" fmla="*/ 315677 h 3851459"/>
              <a:gd name="csX124" fmla="*/ 2628658 w 3851445"/>
              <a:gd name="csY124" fmla="*/ 422048 h 3851459"/>
              <a:gd name="csX125" fmla="*/ 3045038 w 3851445"/>
              <a:gd name="csY125" fmla="*/ 700576 h 3851459"/>
              <a:gd name="csX126" fmla="*/ 3126655 w 3851445"/>
              <a:gd name="csY126" fmla="*/ 618986 h 3851459"/>
              <a:gd name="csX127" fmla="*/ 3001585 w 3851445"/>
              <a:gd name="csY127" fmla="*/ 493889 h 3851459"/>
              <a:gd name="csX128" fmla="*/ 3001585 w 3851445"/>
              <a:gd name="csY128" fmla="*/ 470905 h 3851459"/>
              <a:gd name="csX129" fmla="*/ 3074723 w 3851445"/>
              <a:gd name="csY129" fmla="*/ 397764 h 3851459"/>
              <a:gd name="csX130" fmla="*/ 3096099 w 3851445"/>
              <a:gd name="csY130" fmla="*/ 396355 h 3851459"/>
              <a:gd name="csX131" fmla="*/ 3454440 w 3851445"/>
              <a:gd name="csY131" fmla="*/ 754466 h 3851459"/>
              <a:gd name="csX132" fmla="*/ 3453041 w 3851445"/>
              <a:gd name="csY132" fmla="*/ 775852 h 3851459"/>
              <a:gd name="csX133" fmla="*/ 3379770 w 3851445"/>
              <a:gd name="csY133" fmla="*/ 849123 h 3851459"/>
              <a:gd name="csX134" fmla="*/ 3368276 w 3851445"/>
              <a:gd name="csY134" fmla="*/ 853883 h 3851459"/>
              <a:gd name="csX135" fmla="*/ 3368276 w 3851445"/>
              <a:gd name="csY135" fmla="*/ 853883 h 3851459"/>
              <a:gd name="csX136" fmla="*/ 3356782 w 3851445"/>
              <a:gd name="csY136" fmla="*/ 849120 h 3851459"/>
              <a:gd name="csX137" fmla="*/ 3231713 w 3851445"/>
              <a:gd name="csY137" fmla="*/ 724023 h 3851459"/>
              <a:gd name="csX138" fmla="*/ 3150140 w 3851445"/>
              <a:gd name="csY138" fmla="*/ 805596 h 3851459"/>
              <a:gd name="csX139" fmla="*/ 3428962 w 3851445"/>
              <a:gd name="csY139" fmla="*/ 1221904 h 3851459"/>
              <a:gd name="csX140" fmla="*/ 3535021 w 3851445"/>
              <a:gd name="csY140" fmla="*/ 1177958 h 3851459"/>
              <a:gd name="csX141" fmla="*/ 3467323 w 3851445"/>
              <a:gd name="csY141" fmla="*/ 1014542 h 3851459"/>
              <a:gd name="csX142" fmla="*/ 3476114 w 3851445"/>
              <a:gd name="csY142" fmla="*/ 993306 h 3851459"/>
              <a:gd name="csX143" fmla="*/ 3572075 w 3851445"/>
              <a:gd name="csY143" fmla="*/ 953550 h 3851459"/>
              <a:gd name="csX144" fmla="*/ 3592351 w 3851445"/>
              <a:gd name="csY144" fmla="*/ 960405 h 3851459"/>
              <a:gd name="csX145" fmla="*/ 3786604 w 3851445"/>
              <a:gd name="csY145" fmla="*/ 1428347 h 3851459"/>
              <a:gd name="csX146" fmla="*/ 3777115 w 3851445"/>
              <a:gd name="csY146" fmla="*/ 1447552 h 3851459"/>
              <a:gd name="csX147" fmla="*/ 3680795 w 3851445"/>
              <a:gd name="csY147" fmla="*/ 1487439 h 3851459"/>
              <a:gd name="csX148" fmla="*/ 3659562 w 3851445"/>
              <a:gd name="csY148" fmla="*/ 1478643 h 3851459"/>
              <a:gd name="csX149" fmla="*/ 3591864 w 3851445"/>
              <a:gd name="csY149" fmla="*/ 1315231 h 3851459"/>
              <a:gd name="csX150" fmla="*/ 3485956 w 3851445"/>
              <a:gd name="csY150" fmla="*/ 1359105 h 3851459"/>
              <a:gd name="csX151" fmla="*/ 3583511 w 3851445"/>
              <a:gd name="csY151" fmla="*/ 1850669 h 3851459"/>
              <a:gd name="csX152" fmla="*/ 3698372 w 3851445"/>
              <a:gd name="csY152" fmla="*/ 1850669 h 3851459"/>
              <a:gd name="csX153" fmla="*/ 3698372 w 3851445"/>
              <a:gd name="csY153" fmla="*/ 1673767 h 3851459"/>
              <a:gd name="csX154" fmla="*/ 3714625 w 3851445"/>
              <a:gd name="csY154" fmla="*/ 1657514 h 3851459"/>
              <a:gd name="csX155" fmla="*/ 3818709 w 3851445"/>
              <a:gd name="csY155" fmla="*/ 1657514 h 3851459"/>
              <a:gd name="csX156" fmla="*/ 3834822 w 3851445"/>
              <a:gd name="csY156" fmla="*/ 1671644 h 3851459"/>
              <a:gd name="csX157" fmla="*/ 3851446 w 3851445"/>
              <a:gd name="csY157" fmla="*/ 1925726 h 3851459"/>
              <a:gd name="csX158" fmla="*/ 3835018 w 3851445"/>
              <a:gd name="csY158" fmla="*/ 2178245 h 3851459"/>
              <a:gd name="csX159" fmla="*/ 3818905 w 3851445"/>
              <a:gd name="csY159" fmla="*/ 2192383 h 3851459"/>
              <a:gd name="csX160" fmla="*/ 3714642 w 3851445"/>
              <a:gd name="csY160" fmla="*/ 2192383 h 3851459"/>
              <a:gd name="csX161" fmla="*/ 3698389 w 3851445"/>
              <a:gd name="csY161" fmla="*/ 2176129 h 3851459"/>
              <a:gd name="csX162" fmla="*/ 3698389 w 3851445"/>
              <a:gd name="csY162" fmla="*/ 1999258 h 3851459"/>
              <a:gd name="csX163" fmla="*/ 3583638 w 3851445"/>
              <a:gd name="csY163" fmla="*/ 1999258 h 3851459"/>
              <a:gd name="csX164" fmla="*/ 3486446 w 3851445"/>
              <a:gd name="csY164" fmla="*/ 2491042 h 3851459"/>
              <a:gd name="csX165" fmla="*/ 3591877 w 3851445"/>
              <a:gd name="csY165" fmla="*/ 2534700 h 3851459"/>
              <a:gd name="csX166" fmla="*/ 3659576 w 3851445"/>
              <a:gd name="csY166" fmla="*/ 2371250 h 3851459"/>
              <a:gd name="csX167" fmla="*/ 3668372 w 3851445"/>
              <a:gd name="csY167" fmla="*/ 2362454 h 3851459"/>
              <a:gd name="csX168" fmla="*/ 3680812 w 3851445"/>
              <a:gd name="csY168" fmla="*/ 2362454 h 3851459"/>
              <a:gd name="csX169" fmla="*/ 3777486 w 3851445"/>
              <a:gd name="csY169" fmla="*/ 2402505 h 3851459"/>
              <a:gd name="csX170" fmla="*/ 3786974 w 3851445"/>
              <a:gd name="csY170" fmla="*/ 2421697 h 3851459"/>
              <a:gd name="csX171" fmla="*/ 3593081 w 3851445"/>
              <a:gd name="csY171" fmla="*/ 2889804 h 3851459"/>
              <a:gd name="csX172" fmla="*/ 3572799 w 3851445"/>
              <a:gd name="csY172" fmla="*/ 2896665 h 3851459"/>
              <a:gd name="csX173" fmla="*/ 3476125 w 3851445"/>
              <a:gd name="csY173" fmla="*/ 2856618 h 3851459"/>
              <a:gd name="csX174" fmla="*/ 3467333 w 3851445"/>
              <a:gd name="csY174" fmla="*/ 2847822 h 3851459"/>
              <a:gd name="csX175" fmla="*/ 3467333 w 3851445"/>
              <a:gd name="csY175" fmla="*/ 2835382 h 3851459"/>
              <a:gd name="csX176" fmla="*/ 3535031 w 3851445"/>
              <a:gd name="csY176" fmla="*/ 2671970 h 3851459"/>
              <a:gd name="csX177" fmla="*/ 3429604 w 3851445"/>
              <a:gd name="csY177" fmla="*/ 2628291 h 3851459"/>
              <a:gd name="csX178" fmla="*/ 3150884 w 3851445"/>
              <a:gd name="csY178" fmla="*/ 3045069 h 3851459"/>
              <a:gd name="csX179" fmla="*/ 3231723 w 3851445"/>
              <a:gd name="csY179" fmla="*/ 3125901 h 3851459"/>
              <a:gd name="csX180" fmla="*/ 3356792 w 3851445"/>
              <a:gd name="csY180" fmla="*/ 3000807 h 3851459"/>
              <a:gd name="csX181" fmla="*/ 3368286 w 3851445"/>
              <a:gd name="csY181" fmla="*/ 2996044 h 3851459"/>
              <a:gd name="csX182" fmla="*/ 3379780 w 3851445"/>
              <a:gd name="csY182" fmla="*/ 3000807 h 3851459"/>
              <a:gd name="csX183" fmla="*/ 3453703 w 3851445"/>
              <a:gd name="csY183" fmla="*/ 3074730 h 3851459"/>
              <a:gd name="csX184" fmla="*/ 3455112 w 3851445"/>
              <a:gd name="csY184" fmla="*/ 3096106 h 3851459"/>
              <a:gd name="csX185" fmla="*/ 3096998 w 3851445"/>
              <a:gd name="csY185" fmla="*/ 3454443 h 3851459"/>
              <a:gd name="csX186" fmla="*/ 3075611 w 3851445"/>
              <a:gd name="csY186" fmla="*/ 3453044 h 3851459"/>
              <a:gd name="csX187" fmla="*/ 3001596 w 3851445"/>
              <a:gd name="csY187" fmla="*/ 3379026 h 3851459"/>
              <a:gd name="csX188" fmla="*/ 3001596 w 3851445"/>
              <a:gd name="csY188" fmla="*/ 3356041 h 3851459"/>
              <a:gd name="csX189" fmla="*/ 3126665 w 3851445"/>
              <a:gd name="csY189" fmla="*/ 3230941 h 3851459"/>
              <a:gd name="csX190" fmla="*/ 3045868 w 3851445"/>
              <a:gd name="csY190" fmla="*/ 3150147 h 3851459"/>
              <a:gd name="csX191" fmla="*/ 2629203 w 3851445"/>
              <a:gd name="csY191" fmla="*/ 3429172 h 3851459"/>
              <a:gd name="csX192" fmla="*/ 2672731 w 3851445"/>
              <a:gd name="csY192" fmla="*/ 3534253 h 3851459"/>
              <a:gd name="csX193" fmla="*/ 2836177 w 3851445"/>
              <a:gd name="csY193" fmla="*/ 3466558 h 3851459"/>
              <a:gd name="csX194" fmla="*/ 2848618 w 3851445"/>
              <a:gd name="csY194" fmla="*/ 3466558 h 3851459"/>
              <a:gd name="csX195" fmla="*/ 2857410 w 3851445"/>
              <a:gd name="csY195" fmla="*/ 3475353 h 3851459"/>
              <a:gd name="csX196" fmla="*/ 2897553 w 3851445"/>
              <a:gd name="csY196" fmla="*/ 3572288 h 3851459"/>
              <a:gd name="csX197" fmla="*/ 2890698 w 3851445"/>
              <a:gd name="csY197" fmla="*/ 3592564 h 3851459"/>
              <a:gd name="csX198" fmla="*/ 2422722 w 3851445"/>
              <a:gd name="csY198" fmla="*/ 3786717 h 3851459"/>
              <a:gd name="csX199" fmla="*/ 2403520 w 3851445"/>
              <a:gd name="csY199" fmla="*/ 3777232 h 3851459"/>
              <a:gd name="csX200" fmla="*/ 2363246 w 3851445"/>
              <a:gd name="csY200" fmla="*/ 3680037 h 3851459"/>
              <a:gd name="csX201" fmla="*/ 2363246 w 3851445"/>
              <a:gd name="csY201" fmla="*/ 3667597 h 3851459"/>
              <a:gd name="csX202" fmla="*/ 2372042 w 3851445"/>
              <a:gd name="csY202" fmla="*/ 3658798 h 3851459"/>
              <a:gd name="csX203" fmla="*/ 2535478 w 3851445"/>
              <a:gd name="csY203" fmla="*/ 3591130 h 3851459"/>
              <a:gd name="csX204" fmla="*/ 2491967 w 3851445"/>
              <a:gd name="csY204" fmla="*/ 3486131 h 3851459"/>
              <a:gd name="csX205" fmla="*/ 2000012 w 3851445"/>
              <a:gd name="csY205" fmla="*/ 3583600 h 3851459"/>
              <a:gd name="csX206" fmla="*/ 2000012 w 3851445"/>
              <a:gd name="csY206" fmla="*/ 3697611 h 3851459"/>
              <a:gd name="csX207" fmla="*/ 2176914 w 3851445"/>
              <a:gd name="csY207" fmla="*/ 3697611 h 3851459"/>
              <a:gd name="csX208" fmla="*/ 2193168 w 3851445"/>
              <a:gd name="csY208" fmla="*/ 3713864 h 3851459"/>
              <a:gd name="csX209" fmla="*/ 2193168 w 3851445"/>
              <a:gd name="csY209" fmla="*/ 3818829 h 3851459"/>
              <a:gd name="csX210" fmla="*/ 2179037 w 3851445"/>
              <a:gd name="csY210" fmla="*/ 3834942 h 3851459"/>
              <a:gd name="csX211" fmla="*/ 1925733 w 3851445"/>
              <a:gd name="csY211" fmla="*/ 3851460 h 3851459"/>
              <a:gd name="csX212" fmla="*/ 1690806 w 3851445"/>
              <a:gd name="csY212" fmla="*/ 3804517 h 3851459"/>
              <a:gd name="csX213" fmla="*/ 1925733 w 3851445"/>
              <a:gd name="csY213" fmla="*/ 3818953 h 3851459"/>
              <a:gd name="csX214" fmla="*/ 2160661 w 3851445"/>
              <a:gd name="csY214" fmla="*/ 3804517 h 3851459"/>
              <a:gd name="csX215" fmla="*/ 2160661 w 3851445"/>
              <a:gd name="csY215" fmla="*/ 3730115 h 3851459"/>
              <a:gd name="csX216" fmla="*/ 1983759 w 3851445"/>
              <a:gd name="csY216" fmla="*/ 3730115 h 3851459"/>
              <a:gd name="csX217" fmla="*/ 1967505 w 3851445"/>
              <a:gd name="csY217" fmla="*/ 3713861 h 3851459"/>
              <a:gd name="csX218" fmla="*/ 1967505 w 3851445"/>
              <a:gd name="csY218" fmla="*/ 3567971 h 3851459"/>
              <a:gd name="csX219" fmla="*/ 1983193 w 3851445"/>
              <a:gd name="csY219" fmla="*/ 3551727 h 3851459"/>
              <a:gd name="csX220" fmla="*/ 2494642 w 3851445"/>
              <a:gd name="csY220" fmla="*/ 3450500 h 3851459"/>
              <a:gd name="csX221" fmla="*/ 2501003 w 3851445"/>
              <a:gd name="csY221" fmla="*/ 3449207 h 3851459"/>
              <a:gd name="csX222" fmla="*/ 2516276 w 3851445"/>
              <a:gd name="csY222" fmla="*/ 3459875 h 3851459"/>
              <a:gd name="csX223" fmla="*/ 2571733 w 3851445"/>
              <a:gd name="csY223" fmla="*/ 3593698 h 3851459"/>
              <a:gd name="csX224" fmla="*/ 2571733 w 3851445"/>
              <a:gd name="csY224" fmla="*/ 3606139 h 3851459"/>
              <a:gd name="csX225" fmla="*/ 2562938 w 3851445"/>
              <a:gd name="csY225" fmla="*/ 3614934 h 3851459"/>
              <a:gd name="csX226" fmla="*/ 2399501 w 3851445"/>
              <a:gd name="csY226" fmla="*/ 3682605 h 3851459"/>
              <a:gd name="csX227" fmla="*/ 2428082 w 3851445"/>
              <a:gd name="csY227" fmla="*/ 3751583 h 3851459"/>
              <a:gd name="csX228" fmla="*/ 2862060 w 3851445"/>
              <a:gd name="csY228" fmla="*/ 3571527 h 3851459"/>
              <a:gd name="csX229" fmla="*/ 2833595 w 3851445"/>
              <a:gd name="csY229" fmla="*/ 3502799 h 3851459"/>
              <a:gd name="csX230" fmla="*/ 2670149 w 3851445"/>
              <a:gd name="csY230" fmla="*/ 3570494 h 3851459"/>
              <a:gd name="csX231" fmla="*/ 2648916 w 3851445"/>
              <a:gd name="csY231" fmla="*/ 3561699 h 3851459"/>
              <a:gd name="csX232" fmla="*/ 2593233 w 3851445"/>
              <a:gd name="csY232" fmla="*/ 3427268 h 3851459"/>
              <a:gd name="csX233" fmla="*/ 2592886 w 3851445"/>
              <a:gd name="csY233" fmla="*/ 3415565 h 3851459"/>
              <a:gd name="csX234" fmla="*/ 2601452 w 3851445"/>
              <a:gd name="csY234" fmla="*/ 3406190 h 3851459"/>
              <a:gd name="csX235" fmla="*/ 3035221 w 3851445"/>
              <a:gd name="csY235" fmla="*/ 3115713 h 3851459"/>
              <a:gd name="csX236" fmla="*/ 3057801 w 3851445"/>
              <a:gd name="csY236" fmla="*/ 3116104 h 3851459"/>
              <a:gd name="csX237" fmla="*/ 3161140 w 3851445"/>
              <a:gd name="csY237" fmla="*/ 3219444 h 3851459"/>
              <a:gd name="csX238" fmla="*/ 3161140 w 3851445"/>
              <a:gd name="csY238" fmla="*/ 3242428 h 3851459"/>
              <a:gd name="csX239" fmla="*/ 3036071 w 3851445"/>
              <a:gd name="csY239" fmla="*/ 3367528 h 3851459"/>
              <a:gd name="csX240" fmla="*/ 3088476 w 3851445"/>
              <a:gd name="csY240" fmla="*/ 3419934 h 3851459"/>
              <a:gd name="csX241" fmla="*/ 3420602 w 3851445"/>
              <a:gd name="csY241" fmla="*/ 3087599 h 3851459"/>
              <a:gd name="csX242" fmla="*/ 3368283 w 3851445"/>
              <a:gd name="csY242" fmla="*/ 3035282 h 3851459"/>
              <a:gd name="csX243" fmla="*/ 3243217 w 3851445"/>
              <a:gd name="csY243" fmla="*/ 3160376 h 3851459"/>
              <a:gd name="csX244" fmla="*/ 3231719 w 3851445"/>
              <a:gd name="csY244" fmla="*/ 3165139 h 3851459"/>
              <a:gd name="csX245" fmla="*/ 3220225 w 3851445"/>
              <a:gd name="csY245" fmla="*/ 3160376 h 3851459"/>
              <a:gd name="csX246" fmla="*/ 3116855 w 3851445"/>
              <a:gd name="csY246" fmla="*/ 3057008 h 3851459"/>
              <a:gd name="csX247" fmla="*/ 3116454 w 3851445"/>
              <a:gd name="csY247" fmla="*/ 3034439 h 3851459"/>
              <a:gd name="csX248" fmla="*/ 3406605 w 3851445"/>
              <a:gd name="csY248" fmla="*/ 2600543 h 3851459"/>
              <a:gd name="csX249" fmla="*/ 3427615 w 3851445"/>
              <a:gd name="csY249" fmla="*/ 2592276 h 3851459"/>
              <a:gd name="csX250" fmla="*/ 3562484 w 3851445"/>
              <a:gd name="csY250" fmla="*/ 2648155 h 3851459"/>
              <a:gd name="csX251" fmla="*/ 3571276 w 3851445"/>
              <a:gd name="csY251" fmla="*/ 2669391 h 3851459"/>
              <a:gd name="csX252" fmla="*/ 3503577 w 3851445"/>
              <a:gd name="csY252" fmla="*/ 2832800 h 3851459"/>
              <a:gd name="csX253" fmla="*/ 3572041 w 3851445"/>
              <a:gd name="csY253" fmla="*/ 2861161 h 3851459"/>
              <a:gd name="csX254" fmla="*/ 3751851 w 3851445"/>
              <a:gd name="csY254" fmla="*/ 2427067 h 3851459"/>
              <a:gd name="csX255" fmla="*/ 3683384 w 3851445"/>
              <a:gd name="csY255" fmla="*/ 2398706 h 3851459"/>
              <a:gd name="csX256" fmla="*/ 3615685 w 3851445"/>
              <a:gd name="csY256" fmla="*/ 2562149 h 3851459"/>
              <a:gd name="csX257" fmla="*/ 3594453 w 3851445"/>
              <a:gd name="csY257" fmla="*/ 2570944 h 3851459"/>
              <a:gd name="csX258" fmla="*/ 3459580 w 3851445"/>
              <a:gd name="csY258" fmla="*/ 2515096 h 3851459"/>
              <a:gd name="csX259" fmla="*/ 3450572 w 3851445"/>
              <a:gd name="csY259" fmla="*/ 2494399 h 3851459"/>
              <a:gd name="csX260" fmla="*/ 3551758 w 3851445"/>
              <a:gd name="csY260" fmla="*/ 1982442 h 3851459"/>
              <a:gd name="csX261" fmla="*/ 3568002 w 3851445"/>
              <a:gd name="csY261" fmla="*/ 1966744 h 3851459"/>
              <a:gd name="csX262" fmla="*/ 3714639 w 3851445"/>
              <a:gd name="csY262" fmla="*/ 1966744 h 3851459"/>
              <a:gd name="csX263" fmla="*/ 3730893 w 3851445"/>
              <a:gd name="csY263" fmla="*/ 1982998 h 3851459"/>
              <a:gd name="csX264" fmla="*/ 3730893 w 3851445"/>
              <a:gd name="csY264" fmla="*/ 2159869 h 3851459"/>
              <a:gd name="csX265" fmla="*/ 3804606 w 3851445"/>
              <a:gd name="csY265" fmla="*/ 2159869 h 3851459"/>
              <a:gd name="csX266" fmla="*/ 3818953 w 3851445"/>
              <a:gd name="csY266" fmla="*/ 1925720 h 3851459"/>
              <a:gd name="csX267" fmla="*/ 3804417 w 3851445"/>
              <a:gd name="csY267" fmla="*/ 1690013 h 3851459"/>
              <a:gd name="csX268" fmla="*/ 3730896 w 3851445"/>
              <a:gd name="csY268" fmla="*/ 1690013 h 3851459"/>
              <a:gd name="csX269" fmla="*/ 3730896 w 3851445"/>
              <a:gd name="csY269" fmla="*/ 1866916 h 3851459"/>
              <a:gd name="csX270" fmla="*/ 3714642 w 3851445"/>
              <a:gd name="csY270" fmla="*/ 1883169 h 3851459"/>
              <a:gd name="csX271" fmla="*/ 3567905 w 3851445"/>
              <a:gd name="csY271" fmla="*/ 1883169 h 3851459"/>
              <a:gd name="csX272" fmla="*/ 3551662 w 3851445"/>
              <a:gd name="csY272" fmla="*/ 1867481 h 3851459"/>
              <a:gd name="csX273" fmla="*/ 3450095 w 3851445"/>
              <a:gd name="csY273" fmla="*/ 1355751 h 3851459"/>
              <a:gd name="csX274" fmla="*/ 3459097 w 3851445"/>
              <a:gd name="csY274" fmla="*/ 1335044 h 3851459"/>
              <a:gd name="csX275" fmla="*/ 3594456 w 3851445"/>
              <a:gd name="csY275" fmla="*/ 1278969 h 3851459"/>
              <a:gd name="csX276" fmla="*/ 3615692 w 3851445"/>
              <a:gd name="csY276" fmla="*/ 1287764 h 3851459"/>
              <a:gd name="csX277" fmla="*/ 3683391 w 3851445"/>
              <a:gd name="csY277" fmla="*/ 1451180 h 3851459"/>
              <a:gd name="csX278" fmla="*/ 3751491 w 3851445"/>
              <a:gd name="csY278" fmla="*/ 1422980 h 3851459"/>
              <a:gd name="csX279" fmla="*/ 3571345 w 3851445"/>
              <a:gd name="csY279" fmla="*/ 989040 h 3851459"/>
              <a:gd name="csX280" fmla="*/ 3503584 w 3851445"/>
              <a:gd name="csY280" fmla="*/ 1017113 h 3851459"/>
              <a:gd name="csX281" fmla="*/ 3571283 w 3851445"/>
              <a:gd name="csY281" fmla="*/ 1180526 h 3851459"/>
              <a:gd name="csX282" fmla="*/ 3562491 w 3851445"/>
              <a:gd name="csY282" fmla="*/ 1201762 h 3851459"/>
              <a:gd name="csX283" fmla="*/ 3427001 w 3851445"/>
              <a:gd name="csY283" fmla="*/ 1257901 h 3851459"/>
              <a:gd name="csX284" fmla="*/ 3405998 w 3851445"/>
              <a:gd name="csY284" fmla="*/ 1249644 h 3851459"/>
              <a:gd name="csX285" fmla="*/ 3115720 w 3851445"/>
              <a:gd name="csY285" fmla="*/ 816236 h 3851459"/>
              <a:gd name="csX286" fmla="*/ 3116111 w 3851445"/>
              <a:gd name="csY286" fmla="*/ 793656 h 3851459"/>
              <a:gd name="csX287" fmla="*/ 3220229 w 3851445"/>
              <a:gd name="csY287" fmla="*/ 689538 h 3851459"/>
              <a:gd name="csX288" fmla="*/ 3231723 w 3851445"/>
              <a:gd name="csY288" fmla="*/ 684775 h 3851459"/>
              <a:gd name="csX289" fmla="*/ 3243220 w 3851445"/>
              <a:gd name="csY289" fmla="*/ 689538 h 3851459"/>
              <a:gd name="csX290" fmla="*/ 3368290 w 3851445"/>
              <a:gd name="csY290" fmla="*/ 814638 h 3851459"/>
              <a:gd name="csX291" fmla="*/ 3419944 w 3851445"/>
              <a:gd name="csY291" fmla="*/ 762980 h 3851459"/>
              <a:gd name="csX292" fmla="*/ 3087606 w 3851445"/>
              <a:gd name="csY292" fmla="*/ 430854 h 3851459"/>
              <a:gd name="csX293" fmla="*/ 3036071 w 3851445"/>
              <a:gd name="csY293" fmla="*/ 482395 h 3851459"/>
              <a:gd name="csX294" fmla="*/ 3161140 w 3851445"/>
              <a:gd name="csY294" fmla="*/ 607495 h 3851459"/>
              <a:gd name="csX295" fmla="*/ 3165903 w 3851445"/>
              <a:gd name="csY295" fmla="*/ 618989 h 3851459"/>
              <a:gd name="csX296" fmla="*/ 3161140 w 3851445"/>
              <a:gd name="csY296" fmla="*/ 630483 h 3851459"/>
              <a:gd name="csX297" fmla="*/ 3056998 w 3851445"/>
              <a:gd name="csY297" fmla="*/ 734591 h 3851459"/>
              <a:gd name="csX298" fmla="*/ 3046413 w 3851445"/>
              <a:gd name="csY298" fmla="*/ 739330 h 3851459"/>
              <a:gd name="csX299" fmla="*/ 3034415 w 3851445"/>
              <a:gd name="csY299" fmla="*/ 734999 h 3851459"/>
              <a:gd name="csX300" fmla="*/ 2600989 w 3851445"/>
              <a:gd name="csY300" fmla="*/ 445057 h 3851459"/>
              <a:gd name="csX301" fmla="*/ 2592712 w 3851445"/>
              <a:gd name="csY301" fmla="*/ 436560 h 3851459"/>
              <a:gd name="csX302" fmla="*/ 2592663 w 3851445"/>
              <a:gd name="csY302" fmla="*/ 424027 h 3851459"/>
              <a:gd name="csX303" fmla="*/ 2648916 w 3851445"/>
              <a:gd name="csY303" fmla="*/ 288221 h 3851459"/>
              <a:gd name="csX304" fmla="*/ 2670149 w 3851445"/>
              <a:gd name="csY304" fmla="*/ 279426 h 3851459"/>
              <a:gd name="csX305" fmla="*/ 2833592 w 3851445"/>
              <a:gd name="csY305" fmla="*/ 347094 h 3851459"/>
              <a:gd name="csX306" fmla="*/ 2861535 w 3851445"/>
              <a:gd name="csY306" fmla="*/ 279604 h 3851459"/>
              <a:gd name="csX307" fmla="*/ 2427499 w 3851445"/>
              <a:gd name="csY307" fmla="*/ 99729 h 3851459"/>
              <a:gd name="csX308" fmla="*/ 2399501 w 3851445"/>
              <a:gd name="csY308" fmla="*/ 167287 h 3851459"/>
              <a:gd name="csX309" fmla="*/ 2562941 w 3851445"/>
              <a:gd name="csY309" fmla="*/ 234986 h 3851459"/>
              <a:gd name="csX310" fmla="*/ 2571733 w 3851445"/>
              <a:gd name="csY310" fmla="*/ 243785 h 3851459"/>
              <a:gd name="csX311" fmla="*/ 2571733 w 3851445"/>
              <a:gd name="csY311" fmla="*/ 256225 h 3851459"/>
              <a:gd name="csX312" fmla="*/ 2515521 w 3851445"/>
              <a:gd name="csY312" fmla="*/ 391904 h 3851459"/>
              <a:gd name="csX313" fmla="*/ 2509719 w 3851445"/>
              <a:gd name="csY313" fmla="*/ 399170 h 3851459"/>
              <a:gd name="csX314" fmla="*/ 2494769 w 3851445"/>
              <a:gd name="csY314" fmla="*/ 401049 h 3851459"/>
              <a:gd name="csX315" fmla="*/ 1983200 w 3851445"/>
              <a:gd name="csY315" fmla="*/ 299767 h 3851459"/>
              <a:gd name="csX316" fmla="*/ 1967509 w 3851445"/>
              <a:gd name="csY316" fmla="*/ 283523 h 3851459"/>
              <a:gd name="csX317" fmla="*/ 1967509 w 3851445"/>
              <a:gd name="csY317" fmla="*/ 136042 h 3851459"/>
              <a:gd name="csX318" fmla="*/ 1983762 w 3851445"/>
              <a:gd name="csY318" fmla="*/ 119789 h 3851459"/>
              <a:gd name="csX319" fmla="*/ 2160664 w 3851445"/>
              <a:gd name="csY319" fmla="*/ 119789 h 3851459"/>
              <a:gd name="csX320" fmla="*/ 2160664 w 3851445"/>
              <a:gd name="csY320" fmla="*/ 46946 h 3851459"/>
              <a:gd name="csX321" fmla="*/ 1925737 w 3851445"/>
              <a:gd name="csY321" fmla="*/ 32507 h 3851459"/>
              <a:gd name="csX322" fmla="*/ 1690809 w 3851445"/>
              <a:gd name="csY322" fmla="*/ 46946 h 3851459"/>
              <a:gd name="csX323" fmla="*/ 1690809 w 3851445"/>
              <a:gd name="csY323" fmla="*/ 119789 h 3851459"/>
              <a:gd name="csX324" fmla="*/ 1867711 w 3851445"/>
              <a:gd name="csY324" fmla="*/ 119789 h 3851459"/>
              <a:gd name="csX325" fmla="*/ 1883965 w 3851445"/>
              <a:gd name="csY325" fmla="*/ 136042 h 3851459"/>
              <a:gd name="csX326" fmla="*/ 1883965 w 3851445"/>
              <a:gd name="csY326" fmla="*/ 283523 h 3851459"/>
              <a:gd name="csX327" fmla="*/ 1868273 w 3851445"/>
              <a:gd name="csY327" fmla="*/ 299767 h 3851459"/>
              <a:gd name="csX328" fmla="*/ 1356701 w 3851445"/>
              <a:gd name="csY328" fmla="*/ 401049 h 3851459"/>
              <a:gd name="csX329" fmla="*/ 1336000 w 3851445"/>
              <a:gd name="csY329" fmla="*/ 392044 h 3851459"/>
              <a:gd name="csX330" fmla="*/ 1279730 w 3851445"/>
              <a:gd name="csY330" fmla="*/ 256232 h 3851459"/>
              <a:gd name="csX331" fmla="*/ 1279727 w 3851445"/>
              <a:gd name="csY331" fmla="*/ 243792 h 3851459"/>
              <a:gd name="csX332" fmla="*/ 1288522 w 3851445"/>
              <a:gd name="csY332" fmla="*/ 234993 h 3851459"/>
              <a:gd name="csX333" fmla="*/ 1451966 w 3851445"/>
              <a:gd name="csY333" fmla="*/ 167294 h 3851459"/>
              <a:gd name="csX334" fmla="*/ 1423964 w 3851445"/>
              <a:gd name="csY334" fmla="*/ 99736 h 3851459"/>
              <a:gd name="csX335" fmla="*/ 989925 w 3851445"/>
              <a:gd name="csY335" fmla="*/ 279611 h 3851459"/>
              <a:gd name="csX336" fmla="*/ 1017871 w 3851445"/>
              <a:gd name="csY336" fmla="*/ 347104 h 3851459"/>
              <a:gd name="csX337" fmla="*/ 1181318 w 3851445"/>
              <a:gd name="csY337" fmla="*/ 279433 h 3851459"/>
              <a:gd name="csX338" fmla="*/ 1202550 w 3851445"/>
              <a:gd name="csY338" fmla="*/ 288228 h 3851459"/>
              <a:gd name="csX339" fmla="*/ 1258604 w 3851445"/>
              <a:gd name="csY339" fmla="*/ 423560 h 3851459"/>
              <a:gd name="csX340" fmla="*/ 1259674 w 3851445"/>
              <a:gd name="csY340" fmla="*/ 426804 h 3851459"/>
              <a:gd name="csX341" fmla="*/ 1250553 w 3851445"/>
              <a:gd name="csY341" fmla="*/ 445043 h 3851459"/>
              <a:gd name="csX342" fmla="*/ 817045 w 3851445"/>
              <a:gd name="csY342" fmla="*/ 735003 h 3851459"/>
              <a:gd name="csX343" fmla="*/ 804779 w 3851445"/>
              <a:gd name="csY343" fmla="*/ 739320 h 3851459"/>
              <a:gd name="csX344" fmla="*/ 794328 w 3851445"/>
              <a:gd name="csY344" fmla="*/ 734457 h 3851459"/>
              <a:gd name="csX345" fmla="*/ 690323 w 3851445"/>
              <a:gd name="csY345" fmla="*/ 630487 h 3851459"/>
              <a:gd name="csX346" fmla="*/ 685560 w 3851445"/>
              <a:gd name="csY346" fmla="*/ 618993 h 3851459"/>
              <a:gd name="csX347" fmla="*/ 690319 w 3851445"/>
              <a:gd name="csY347" fmla="*/ 607499 h 3851459"/>
              <a:gd name="csX348" fmla="*/ 815389 w 3851445"/>
              <a:gd name="csY348" fmla="*/ 482399 h 3851459"/>
              <a:gd name="csX349" fmla="*/ 763851 w 3851445"/>
              <a:gd name="csY349" fmla="*/ 430857 h 3851459"/>
              <a:gd name="csX350" fmla="*/ 431516 w 3851445"/>
              <a:gd name="csY350" fmla="*/ 762983 h 3851459"/>
              <a:gd name="csX351" fmla="*/ 483174 w 3851445"/>
              <a:gd name="csY351" fmla="*/ 814641 h 3851459"/>
              <a:gd name="csX352" fmla="*/ 608243 w 3851445"/>
              <a:gd name="csY352" fmla="*/ 689541 h 3851459"/>
              <a:gd name="csX353" fmla="*/ 619737 w 3851445"/>
              <a:gd name="csY353" fmla="*/ 684778 h 3851459"/>
              <a:gd name="csX354" fmla="*/ 631231 w 3851445"/>
              <a:gd name="csY354" fmla="*/ 689541 h 3851459"/>
              <a:gd name="csX355" fmla="*/ 735346 w 3851445"/>
              <a:gd name="csY355" fmla="*/ 793656 h 3851459"/>
              <a:gd name="csX356" fmla="*/ 735743 w 3851445"/>
              <a:gd name="csY356" fmla="*/ 816239 h 3851459"/>
              <a:gd name="csX357" fmla="*/ 445431 w 3851445"/>
              <a:gd name="csY357" fmla="*/ 1249648 h 3851459"/>
              <a:gd name="csX358" fmla="*/ 427192 w 3851445"/>
              <a:gd name="csY358" fmla="*/ 1258769 h 3851459"/>
              <a:gd name="csX359" fmla="*/ 423780 w 3851445"/>
              <a:gd name="csY359" fmla="*/ 1257620 h 3851459"/>
              <a:gd name="csX360" fmla="*/ 288972 w 3851445"/>
              <a:gd name="csY360" fmla="*/ 1201765 h 3851459"/>
              <a:gd name="csX361" fmla="*/ 280177 w 3851445"/>
              <a:gd name="csY361" fmla="*/ 1180529 h 3851459"/>
              <a:gd name="csX362" fmla="*/ 347875 w 3851445"/>
              <a:gd name="csY362" fmla="*/ 1017117 h 3851459"/>
              <a:gd name="csX363" fmla="*/ 280118 w 3851445"/>
              <a:gd name="csY363" fmla="*/ 989044 h 3851459"/>
              <a:gd name="csX364" fmla="*/ 99976 w 3851445"/>
              <a:gd name="csY364" fmla="*/ 1422984 h 3851459"/>
              <a:gd name="csX365" fmla="*/ 168072 w 3851445"/>
              <a:gd name="csY365" fmla="*/ 1451184 h 3851459"/>
              <a:gd name="csX366" fmla="*/ 235775 w 3851445"/>
              <a:gd name="csY366" fmla="*/ 1287768 h 3851459"/>
              <a:gd name="csX367" fmla="*/ 257007 w 3851445"/>
              <a:gd name="csY367" fmla="*/ 1278969 h 3851459"/>
              <a:gd name="csX368" fmla="*/ 391818 w 3851445"/>
              <a:gd name="csY368" fmla="*/ 1334793 h 3851459"/>
              <a:gd name="csX369" fmla="*/ 401776 w 3851445"/>
              <a:gd name="csY369" fmla="*/ 1345560 h 3851459"/>
              <a:gd name="csX370" fmla="*/ 401282 w 3851445"/>
              <a:gd name="csY370" fmla="*/ 1355960 h 3851459"/>
              <a:gd name="csX371" fmla="*/ 299801 w 3851445"/>
              <a:gd name="csY371" fmla="*/ 1867481 h 3851459"/>
              <a:gd name="csX372" fmla="*/ 283558 w 3851445"/>
              <a:gd name="csY372" fmla="*/ 1883169 h 3851459"/>
              <a:gd name="csX373" fmla="*/ 136824 w 3851445"/>
              <a:gd name="csY373" fmla="*/ 1883169 h 3851459"/>
              <a:gd name="csX374" fmla="*/ 120570 w 3851445"/>
              <a:gd name="csY374" fmla="*/ 1866916 h 3851459"/>
              <a:gd name="csX375" fmla="*/ 120570 w 3851445"/>
              <a:gd name="csY375" fmla="*/ 1690013 h 3851459"/>
              <a:gd name="csX376" fmla="*/ 47046 w 3851445"/>
              <a:gd name="csY376" fmla="*/ 1690013 h 3851459"/>
              <a:gd name="csX377" fmla="*/ 32510 w 3851445"/>
              <a:gd name="csY377" fmla="*/ 1925720 h 3851459"/>
              <a:gd name="csX378" fmla="*/ 46857 w 3851445"/>
              <a:gd name="csY378" fmla="*/ 2159869 h 3851459"/>
              <a:gd name="csX379" fmla="*/ 120574 w 3851445"/>
              <a:gd name="csY379" fmla="*/ 2159869 h 3851459"/>
              <a:gd name="csX380" fmla="*/ 120574 w 3851445"/>
              <a:gd name="csY380" fmla="*/ 1982998 h 3851459"/>
              <a:gd name="csX381" fmla="*/ 136827 w 3851445"/>
              <a:gd name="csY381" fmla="*/ 1966744 h 3851459"/>
              <a:gd name="csX382" fmla="*/ 283465 w 3851445"/>
              <a:gd name="csY382" fmla="*/ 1966744 h 3851459"/>
              <a:gd name="csX383" fmla="*/ 299708 w 3851445"/>
              <a:gd name="csY383" fmla="*/ 1982442 h 3851459"/>
              <a:gd name="csX384" fmla="*/ 400891 w 3851445"/>
              <a:gd name="csY384" fmla="*/ 2494399 h 3851459"/>
              <a:gd name="csX385" fmla="*/ 399016 w 3851445"/>
              <a:gd name="csY385" fmla="*/ 2509349 h 3851459"/>
              <a:gd name="csX386" fmla="*/ 391581 w 3851445"/>
              <a:gd name="csY386" fmla="*/ 2515216 h 3851459"/>
              <a:gd name="csX387" fmla="*/ 257010 w 3851445"/>
              <a:gd name="csY387" fmla="*/ 2570944 h 3851459"/>
              <a:gd name="csX388" fmla="*/ 235775 w 3851445"/>
              <a:gd name="csY388" fmla="*/ 2562149 h 3851459"/>
              <a:gd name="csX389" fmla="*/ 168076 w 3851445"/>
              <a:gd name="csY389" fmla="*/ 2398706 h 3851459"/>
              <a:gd name="csX390" fmla="*/ 99609 w 3851445"/>
              <a:gd name="csY390" fmla="*/ 2427067 h 3851459"/>
              <a:gd name="csX391" fmla="*/ 279419 w 3851445"/>
              <a:gd name="csY391" fmla="*/ 2861164 h 3851459"/>
              <a:gd name="csX392" fmla="*/ 347882 w 3851445"/>
              <a:gd name="csY392" fmla="*/ 2832803 h 3851459"/>
              <a:gd name="csX393" fmla="*/ 280183 w 3851445"/>
              <a:gd name="csY393" fmla="*/ 2669394 h 3851459"/>
              <a:gd name="csX394" fmla="*/ 280211 w 3851445"/>
              <a:gd name="csY394" fmla="*/ 2656885 h 3851459"/>
              <a:gd name="csX395" fmla="*/ 289116 w 3851445"/>
              <a:gd name="csY395" fmla="*/ 2648100 h 3851459"/>
              <a:gd name="csX396" fmla="*/ 424541 w 3851445"/>
              <a:gd name="csY396" fmla="*/ 2593452 h 3851459"/>
              <a:gd name="csX397" fmla="*/ 445403 w 3851445"/>
              <a:gd name="csY397" fmla="*/ 2601761 h 3851459"/>
              <a:gd name="csX398" fmla="*/ 735010 w 3851445"/>
              <a:gd name="csY398" fmla="*/ 3034439 h 3851459"/>
              <a:gd name="csX399" fmla="*/ 734608 w 3851445"/>
              <a:gd name="csY399" fmla="*/ 3057008 h 3851459"/>
              <a:gd name="csX400" fmla="*/ 631238 w 3851445"/>
              <a:gd name="csY400" fmla="*/ 3160379 h 3851459"/>
              <a:gd name="csX401" fmla="*/ 619744 w 3851445"/>
              <a:gd name="csY401" fmla="*/ 3165142 h 3851459"/>
              <a:gd name="csX402" fmla="*/ 608250 w 3851445"/>
              <a:gd name="csY402" fmla="*/ 3160379 h 3851459"/>
              <a:gd name="csX403" fmla="*/ 483180 w 3851445"/>
              <a:gd name="csY403" fmla="*/ 3035286 h 3851459"/>
              <a:gd name="csX404" fmla="*/ 430864 w 3851445"/>
              <a:gd name="csY404" fmla="*/ 3087602 h 3851459"/>
              <a:gd name="csX405" fmla="*/ 762990 w 3851445"/>
              <a:gd name="csY405" fmla="*/ 3419937 h 3851459"/>
              <a:gd name="csX406" fmla="*/ 815399 w 3851445"/>
              <a:gd name="csY406" fmla="*/ 3367532 h 3851459"/>
              <a:gd name="csX407" fmla="*/ 690330 w 3851445"/>
              <a:gd name="csY407" fmla="*/ 3242432 h 3851459"/>
              <a:gd name="csX408" fmla="*/ 690330 w 3851445"/>
              <a:gd name="csY408" fmla="*/ 3219447 h 3851459"/>
              <a:gd name="csX409" fmla="*/ 793611 w 3851445"/>
              <a:gd name="csY409" fmla="*/ 3116166 h 3851459"/>
              <a:gd name="csX410" fmla="*/ 816249 w 3851445"/>
              <a:gd name="csY410" fmla="*/ 3115717 h 3851459"/>
              <a:gd name="csX411" fmla="*/ 1249819 w 3851445"/>
              <a:gd name="csY411" fmla="*/ 3406098 h 3851459"/>
              <a:gd name="csX412" fmla="*/ 1258278 w 3851445"/>
              <a:gd name="csY412" fmla="*/ 3415171 h 3851459"/>
              <a:gd name="csX413" fmla="*/ 1258090 w 3851445"/>
              <a:gd name="csY413" fmla="*/ 3427090 h 3851459"/>
              <a:gd name="csX414" fmla="*/ 1202564 w 3851445"/>
              <a:gd name="csY414" fmla="*/ 3561685 h 3851459"/>
              <a:gd name="csX415" fmla="*/ 1193769 w 3851445"/>
              <a:gd name="csY415" fmla="*/ 3570498 h 3851459"/>
              <a:gd name="csX416" fmla="*/ 1181318 w 3851445"/>
              <a:gd name="csY416" fmla="*/ 3570501 h 3851459"/>
              <a:gd name="csX417" fmla="*/ 1017871 w 3851445"/>
              <a:gd name="csY417" fmla="*/ 3502806 h 3851459"/>
              <a:gd name="csX418" fmla="*/ 989407 w 3851445"/>
              <a:gd name="csY418" fmla="*/ 3571533 h 3851459"/>
              <a:gd name="csX419" fmla="*/ 1423385 w 3851445"/>
              <a:gd name="csY419" fmla="*/ 3751590 h 3851459"/>
              <a:gd name="csX420" fmla="*/ 1451969 w 3851445"/>
              <a:gd name="csY420" fmla="*/ 3682612 h 3851459"/>
              <a:gd name="csX421" fmla="*/ 1288529 w 3851445"/>
              <a:gd name="csY421" fmla="*/ 3614945 h 3851459"/>
              <a:gd name="csX422" fmla="*/ 1279730 w 3851445"/>
              <a:gd name="csY422" fmla="*/ 3606146 h 3851459"/>
              <a:gd name="csX423" fmla="*/ 1279734 w 3851445"/>
              <a:gd name="csY423" fmla="*/ 3593705 h 3851459"/>
              <a:gd name="csX424" fmla="*/ 1335448 w 3851445"/>
              <a:gd name="csY424" fmla="*/ 3459240 h 3851459"/>
              <a:gd name="csX425" fmla="*/ 1353635 w 3851445"/>
              <a:gd name="csY425" fmla="*/ 3449523 h 3851459"/>
              <a:gd name="csX426" fmla="*/ 1356845 w 3851445"/>
              <a:gd name="csY426" fmla="*/ 3450514 h 3851459"/>
              <a:gd name="csX427" fmla="*/ 1868273 w 3851445"/>
              <a:gd name="csY427" fmla="*/ 3551731 h 3851459"/>
              <a:gd name="csX428" fmla="*/ 1883965 w 3851445"/>
              <a:gd name="csY428" fmla="*/ 3567974 h 3851459"/>
              <a:gd name="csX429" fmla="*/ 1883965 w 3851445"/>
              <a:gd name="csY429" fmla="*/ 3713864 h 3851459"/>
              <a:gd name="csX430" fmla="*/ 1867711 w 3851445"/>
              <a:gd name="csY430" fmla="*/ 3730118 h 3851459"/>
              <a:gd name="csX431" fmla="*/ 1690809 w 3851445"/>
              <a:gd name="csY431" fmla="*/ 3730118 h 3851459"/>
              <a:gd name="csX432" fmla="*/ 1690809 w 3851445"/>
              <a:gd name="csY432" fmla="*/ 3804517 h 38514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</a:cxnLst>
            <a:rect l="l" t="t" r="r" b="b"/>
            <a:pathLst>
              <a:path w="3851445" h="3851459">
                <a:moveTo>
                  <a:pt x="1925733" y="3851460"/>
                </a:moveTo>
                <a:cubicBezTo>
                  <a:pt x="1840890" y="3851460"/>
                  <a:pt x="1755669" y="3845901"/>
                  <a:pt x="1672433" y="3834939"/>
                </a:cubicBezTo>
                <a:cubicBezTo>
                  <a:pt x="1664347" y="3833872"/>
                  <a:pt x="1658302" y="3826984"/>
                  <a:pt x="1658302" y="3818826"/>
                </a:cubicBezTo>
                <a:lnTo>
                  <a:pt x="1658302" y="3713861"/>
                </a:lnTo>
                <a:cubicBezTo>
                  <a:pt x="1658302" y="3704884"/>
                  <a:pt x="1665578" y="3697607"/>
                  <a:pt x="1674556" y="3697607"/>
                </a:cubicBezTo>
                <a:lnTo>
                  <a:pt x="1851458" y="3697607"/>
                </a:lnTo>
                <a:lnTo>
                  <a:pt x="1851458" y="3583597"/>
                </a:lnTo>
                <a:cubicBezTo>
                  <a:pt x="1682614" y="3576156"/>
                  <a:pt x="1517271" y="3543391"/>
                  <a:pt x="1359496" y="3486124"/>
                </a:cubicBezTo>
                <a:lnTo>
                  <a:pt x="1315985" y="3591127"/>
                </a:lnTo>
                <a:lnTo>
                  <a:pt x="1479428" y="3658795"/>
                </a:lnTo>
                <a:cubicBezTo>
                  <a:pt x="1483413" y="3660444"/>
                  <a:pt x="1486574" y="3663609"/>
                  <a:pt x="1488224" y="3667593"/>
                </a:cubicBezTo>
                <a:cubicBezTo>
                  <a:pt x="1489873" y="3671575"/>
                  <a:pt x="1489873" y="3676053"/>
                  <a:pt x="1488224" y="3680034"/>
                </a:cubicBezTo>
                <a:lnTo>
                  <a:pt x="1447947" y="3777229"/>
                </a:lnTo>
                <a:cubicBezTo>
                  <a:pt x="1444826" y="3784755"/>
                  <a:pt x="1436614" y="3788812"/>
                  <a:pt x="1428744" y="3786714"/>
                </a:cubicBezTo>
                <a:cubicBezTo>
                  <a:pt x="1264992" y="3743079"/>
                  <a:pt x="1107543" y="3677757"/>
                  <a:pt x="960768" y="3592560"/>
                </a:cubicBezTo>
                <a:cubicBezTo>
                  <a:pt x="953725" y="3588473"/>
                  <a:pt x="950797" y="3579804"/>
                  <a:pt x="953910" y="3572284"/>
                </a:cubicBezTo>
                <a:lnTo>
                  <a:pt x="994057" y="3475350"/>
                </a:lnTo>
                <a:cubicBezTo>
                  <a:pt x="995706" y="3471365"/>
                  <a:pt x="998871" y="3468200"/>
                  <a:pt x="1002852" y="3466555"/>
                </a:cubicBezTo>
                <a:cubicBezTo>
                  <a:pt x="1006833" y="3464902"/>
                  <a:pt x="1011308" y="3464902"/>
                  <a:pt x="1015293" y="3466555"/>
                </a:cubicBezTo>
                <a:lnTo>
                  <a:pt x="1178715" y="3534243"/>
                </a:lnTo>
                <a:lnTo>
                  <a:pt x="1222096" y="3429086"/>
                </a:lnTo>
                <a:cubicBezTo>
                  <a:pt x="1069961" y="3357776"/>
                  <a:pt x="929965" y="3264014"/>
                  <a:pt x="805599" y="3150143"/>
                </a:cubicBezTo>
                <a:lnTo>
                  <a:pt x="724801" y="3230938"/>
                </a:lnTo>
                <a:lnTo>
                  <a:pt x="849871" y="3356038"/>
                </a:lnTo>
                <a:cubicBezTo>
                  <a:pt x="856218" y="3362388"/>
                  <a:pt x="856218" y="3372679"/>
                  <a:pt x="849871" y="3379023"/>
                </a:cubicBezTo>
                <a:lnTo>
                  <a:pt x="775852" y="3453041"/>
                </a:lnTo>
                <a:cubicBezTo>
                  <a:pt x="770085" y="3458805"/>
                  <a:pt x="760933" y="3459409"/>
                  <a:pt x="754466" y="3454440"/>
                </a:cubicBezTo>
                <a:cubicBezTo>
                  <a:pt x="619867" y="3351138"/>
                  <a:pt x="499382" y="3230574"/>
                  <a:pt x="396358" y="3096102"/>
                </a:cubicBezTo>
                <a:cubicBezTo>
                  <a:pt x="391400" y="3089629"/>
                  <a:pt x="392003" y="3080487"/>
                  <a:pt x="397767" y="3074726"/>
                </a:cubicBezTo>
                <a:lnTo>
                  <a:pt x="471686" y="3000804"/>
                </a:lnTo>
                <a:cubicBezTo>
                  <a:pt x="474735" y="2997756"/>
                  <a:pt x="478870" y="2996041"/>
                  <a:pt x="483180" y="2996041"/>
                </a:cubicBezTo>
                <a:cubicBezTo>
                  <a:pt x="487491" y="2996041"/>
                  <a:pt x="491626" y="2997756"/>
                  <a:pt x="494674" y="3000804"/>
                </a:cubicBezTo>
                <a:lnTo>
                  <a:pt x="619744" y="3125897"/>
                </a:lnTo>
                <a:lnTo>
                  <a:pt x="700575" y="3045069"/>
                </a:lnTo>
                <a:cubicBezTo>
                  <a:pt x="587055" y="2920898"/>
                  <a:pt x="493560" y="2781200"/>
                  <a:pt x="422367" y="2629381"/>
                </a:cubicBezTo>
                <a:lnTo>
                  <a:pt x="316490" y="2672106"/>
                </a:lnTo>
                <a:lnTo>
                  <a:pt x="384130" y="2835379"/>
                </a:lnTo>
                <a:cubicBezTo>
                  <a:pt x="385780" y="2839363"/>
                  <a:pt x="385780" y="2843838"/>
                  <a:pt x="384134" y="2847819"/>
                </a:cubicBezTo>
                <a:cubicBezTo>
                  <a:pt x="382484" y="2851803"/>
                  <a:pt x="379319" y="2854968"/>
                  <a:pt x="375335" y="2856614"/>
                </a:cubicBezTo>
                <a:lnTo>
                  <a:pt x="278661" y="2896662"/>
                </a:lnTo>
                <a:cubicBezTo>
                  <a:pt x="271141" y="2899785"/>
                  <a:pt x="262466" y="2896843"/>
                  <a:pt x="258379" y="2889797"/>
                </a:cubicBezTo>
                <a:cubicBezTo>
                  <a:pt x="173257" y="2742977"/>
                  <a:pt x="108024" y="2585483"/>
                  <a:pt x="64486" y="2421694"/>
                </a:cubicBezTo>
                <a:cubicBezTo>
                  <a:pt x="62394" y="2413824"/>
                  <a:pt x="66451" y="2405618"/>
                  <a:pt x="73974" y="2402502"/>
                </a:cubicBezTo>
                <a:lnTo>
                  <a:pt x="170648" y="2362451"/>
                </a:lnTo>
                <a:cubicBezTo>
                  <a:pt x="174629" y="2360801"/>
                  <a:pt x="179104" y="2360801"/>
                  <a:pt x="183088" y="2362451"/>
                </a:cubicBezTo>
                <a:cubicBezTo>
                  <a:pt x="187069" y="2364104"/>
                  <a:pt x="190234" y="2367265"/>
                  <a:pt x="191883" y="2371246"/>
                </a:cubicBezTo>
                <a:lnTo>
                  <a:pt x="259586" y="2534696"/>
                </a:lnTo>
                <a:lnTo>
                  <a:pt x="365014" y="2491038"/>
                </a:lnTo>
                <a:cubicBezTo>
                  <a:pt x="307845" y="2333304"/>
                  <a:pt x="275181" y="2168013"/>
                  <a:pt x="267826" y="1999255"/>
                </a:cubicBezTo>
                <a:lnTo>
                  <a:pt x="153077" y="1999255"/>
                </a:lnTo>
                <a:lnTo>
                  <a:pt x="153077" y="2176126"/>
                </a:lnTo>
                <a:cubicBezTo>
                  <a:pt x="153077" y="2185103"/>
                  <a:pt x="145798" y="2192379"/>
                  <a:pt x="136824" y="2192379"/>
                </a:cubicBezTo>
                <a:lnTo>
                  <a:pt x="32541" y="2192379"/>
                </a:lnTo>
                <a:cubicBezTo>
                  <a:pt x="24384" y="2192379"/>
                  <a:pt x="17488" y="2186331"/>
                  <a:pt x="16425" y="2178242"/>
                </a:cubicBezTo>
                <a:cubicBezTo>
                  <a:pt x="5528" y="2095232"/>
                  <a:pt x="0" y="2010272"/>
                  <a:pt x="0" y="1925723"/>
                </a:cubicBezTo>
                <a:cubicBezTo>
                  <a:pt x="0" y="1840866"/>
                  <a:pt x="5589" y="1755377"/>
                  <a:pt x="16620" y="1671641"/>
                </a:cubicBezTo>
                <a:cubicBezTo>
                  <a:pt x="17683" y="1663555"/>
                  <a:pt x="24579" y="1657510"/>
                  <a:pt x="32733" y="1657510"/>
                </a:cubicBezTo>
                <a:lnTo>
                  <a:pt x="136824" y="1657510"/>
                </a:lnTo>
                <a:cubicBezTo>
                  <a:pt x="145801" y="1657510"/>
                  <a:pt x="153077" y="1664786"/>
                  <a:pt x="153077" y="1673764"/>
                </a:cubicBezTo>
                <a:lnTo>
                  <a:pt x="153077" y="1850666"/>
                </a:lnTo>
                <a:lnTo>
                  <a:pt x="267939" y="1850666"/>
                </a:lnTo>
                <a:cubicBezTo>
                  <a:pt x="275410" y="1682048"/>
                  <a:pt x="308199" y="1516832"/>
                  <a:pt x="365494" y="1359077"/>
                </a:cubicBezTo>
                <a:lnTo>
                  <a:pt x="259589" y="1315220"/>
                </a:lnTo>
                <a:lnTo>
                  <a:pt x="191887" y="1478636"/>
                </a:lnTo>
                <a:cubicBezTo>
                  <a:pt x="188454" y="1486924"/>
                  <a:pt x="178949" y="1490864"/>
                  <a:pt x="170654" y="1487432"/>
                </a:cubicBezTo>
                <a:lnTo>
                  <a:pt x="74337" y="1447545"/>
                </a:lnTo>
                <a:cubicBezTo>
                  <a:pt x="66807" y="1444429"/>
                  <a:pt x="62751" y="1436216"/>
                  <a:pt x="64849" y="1428340"/>
                </a:cubicBezTo>
                <a:cubicBezTo>
                  <a:pt x="108504" y="1264626"/>
                  <a:pt x="173861" y="1107186"/>
                  <a:pt x="259099" y="960398"/>
                </a:cubicBezTo>
                <a:cubicBezTo>
                  <a:pt x="263186" y="953358"/>
                  <a:pt x="271858" y="950426"/>
                  <a:pt x="279374" y="953543"/>
                </a:cubicBezTo>
                <a:lnTo>
                  <a:pt x="375335" y="993299"/>
                </a:lnTo>
                <a:cubicBezTo>
                  <a:pt x="383626" y="996735"/>
                  <a:pt x="387563" y="1006240"/>
                  <a:pt x="384127" y="1014535"/>
                </a:cubicBezTo>
                <a:lnTo>
                  <a:pt x="316428" y="1177947"/>
                </a:lnTo>
                <a:lnTo>
                  <a:pt x="422460" y="1221880"/>
                </a:lnTo>
                <a:cubicBezTo>
                  <a:pt x="493711" y="1069886"/>
                  <a:pt x="587443" y="929955"/>
                  <a:pt x="701316" y="805589"/>
                </a:cubicBezTo>
                <a:lnTo>
                  <a:pt x="619740" y="724013"/>
                </a:lnTo>
                <a:lnTo>
                  <a:pt x="494671" y="849110"/>
                </a:lnTo>
                <a:cubicBezTo>
                  <a:pt x="491623" y="852158"/>
                  <a:pt x="487487" y="853872"/>
                  <a:pt x="483177" y="853872"/>
                </a:cubicBezTo>
                <a:cubicBezTo>
                  <a:pt x="478867" y="853872"/>
                  <a:pt x="474731" y="852161"/>
                  <a:pt x="471683" y="849113"/>
                </a:cubicBezTo>
                <a:lnTo>
                  <a:pt x="398412" y="775842"/>
                </a:lnTo>
                <a:cubicBezTo>
                  <a:pt x="392645" y="770075"/>
                  <a:pt x="392044" y="760926"/>
                  <a:pt x="397010" y="754455"/>
                </a:cubicBezTo>
                <a:cubicBezTo>
                  <a:pt x="500312" y="619854"/>
                  <a:pt x="620875" y="499369"/>
                  <a:pt x="755347" y="396344"/>
                </a:cubicBezTo>
                <a:cubicBezTo>
                  <a:pt x="761818" y="391386"/>
                  <a:pt x="770959" y="391990"/>
                  <a:pt x="776723" y="397754"/>
                </a:cubicBezTo>
                <a:lnTo>
                  <a:pt x="849864" y="470894"/>
                </a:lnTo>
                <a:cubicBezTo>
                  <a:pt x="856211" y="477241"/>
                  <a:pt x="856211" y="487532"/>
                  <a:pt x="849864" y="493879"/>
                </a:cubicBezTo>
                <a:lnTo>
                  <a:pt x="724795" y="618976"/>
                </a:lnTo>
                <a:lnTo>
                  <a:pt x="806408" y="700565"/>
                </a:lnTo>
                <a:cubicBezTo>
                  <a:pt x="930764" y="586856"/>
                  <a:pt x="1070726" y="493241"/>
                  <a:pt x="1222788" y="422048"/>
                </a:cubicBezTo>
                <a:lnTo>
                  <a:pt x="1178726" y="315667"/>
                </a:lnTo>
                <a:lnTo>
                  <a:pt x="1015275" y="383338"/>
                </a:lnTo>
                <a:cubicBezTo>
                  <a:pt x="1006981" y="386774"/>
                  <a:pt x="997475" y="382834"/>
                  <a:pt x="994043" y="374539"/>
                </a:cubicBezTo>
                <a:lnTo>
                  <a:pt x="954418" y="278839"/>
                </a:lnTo>
                <a:cubicBezTo>
                  <a:pt x="951301" y="271316"/>
                  <a:pt x="954236" y="262644"/>
                  <a:pt x="961282" y="258560"/>
                </a:cubicBezTo>
                <a:cubicBezTo>
                  <a:pt x="1108208" y="173360"/>
                  <a:pt x="1265678" y="108103"/>
                  <a:pt x="1429327" y="64602"/>
                </a:cubicBezTo>
                <a:cubicBezTo>
                  <a:pt x="1437190" y="62507"/>
                  <a:pt x="1445399" y="66564"/>
                  <a:pt x="1448519" y="74087"/>
                </a:cubicBezTo>
                <a:lnTo>
                  <a:pt x="1488210" y="169852"/>
                </a:lnTo>
                <a:cubicBezTo>
                  <a:pt x="1489859" y="173837"/>
                  <a:pt x="1489859" y="178311"/>
                  <a:pt x="1488210" y="182292"/>
                </a:cubicBezTo>
                <a:cubicBezTo>
                  <a:pt x="1486561" y="186277"/>
                  <a:pt x="1483396" y="189439"/>
                  <a:pt x="1479415" y="191088"/>
                </a:cubicBezTo>
                <a:lnTo>
                  <a:pt x="1315971" y="258787"/>
                </a:lnTo>
                <a:lnTo>
                  <a:pt x="1360044" y="365158"/>
                </a:lnTo>
                <a:cubicBezTo>
                  <a:pt x="1517775" y="307986"/>
                  <a:pt x="1682926" y="275287"/>
                  <a:pt x="1851444" y="267880"/>
                </a:cubicBezTo>
                <a:lnTo>
                  <a:pt x="1851444" y="152278"/>
                </a:lnTo>
                <a:lnTo>
                  <a:pt x="1674542" y="152278"/>
                </a:lnTo>
                <a:cubicBezTo>
                  <a:pt x="1665565" y="152278"/>
                  <a:pt x="1658288" y="145002"/>
                  <a:pt x="1658288" y="136025"/>
                </a:cubicBezTo>
                <a:lnTo>
                  <a:pt x="1658288" y="32634"/>
                </a:lnTo>
                <a:cubicBezTo>
                  <a:pt x="1658288" y="24480"/>
                  <a:pt x="1664334" y="17584"/>
                  <a:pt x="1672419" y="16521"/>
                </a:cubicBezTo>
                <a:cubicBezTo>
                  <a:pt x="1755651" y="5558"/>
                  <a:pt x="1840876" y="0"/>
                  <a:pt x="1925723" y="0"/>
                </a:cubicBezTo>
                <a:cubicBezTo>
                  <a:pt x="2010570" y="0"/>
                  <a:pt x="2095794" y="5558"/>
                  <a:pt x="2179027" y="16521"/>
                </a:cubicBezTo>
                <a:cubicBezTo>
                  <a:pt x="2187112" y="17587"/>
                  <a:pt x="2193158" y="24480"/>
                  <a:pt x="2193158" y="32634"/>
                </a:cubicBezTo>
                <a:lnTo>
                  <a:pt x="2193158" y="136039"/>
                </a:lnTo>
                <a:cubicBezTo>
                  <a:pt x="2193158" y="145016"/>
                  <a:pt x="2185881" y="152292"/>
                  <a:pt x="2176904" y="152292"/>
                </a:cubicBezTo>
                <a:lnTo>
                  <a:pt x="2000002" y="152292"/>
                </a:lnTo>
                <a:lnTo>
                  <a:pt x="2000002" y="267894"/>
                </a:lnTo>
                <a:cubicBezTo>
                  <a:pt x="2168603" y="275304"/>
                  <a:pt x="2333753" y="308000"/>
                  <a:pt x="2491402" y="365171"/>
                </a:cubicBezTo>
                <a:lnTo>
                  <a:pt x="2535475" y="258800"/>
                </a:lnTo>
                <a:lnTo>
                  <a:pt x="2372035" y="191102"/>
                </a:lnTo>
                <a:cubicBezTo>
                  <a:pt x="2368050" y="189452"/>
                  <a:pt x="2364885" y="186287"/>
                  <a:pt x="2363239" y="182306"/>
                </a:cubicBezTo>
                <a:cubicBezTo>
                  <a:pt x="2361590" y="178322"/>
                  <a:pt x="2361590" y="173847"/>
                  <a:pt x="2363239" y="169866"/>
                </a:cubicBezTo>
                <a:lnTo>
                  <a:pt x="2402926" y="74101"/>
                </a:lnTo>
                <a:cubicBezTo>
                  <a:pt x="2406044" y="66577"/>
                  <a:pt x="2414242" y="62528"/>
                  <a:pt x="2422119" y="64613"/>
                </a:cubicBezTo>
                <a:cubicBezTo>
                  <a:pt x="2585768" y="108113"/>
                  <a:pt x="2743241" y="173370"/>
                  <a:pt x="2890163" y="258571"/>
                </a:cubicBezTo>
                <a:cubicBezTo>
                  <a:pt x="2897210" y="262655"/>
                  <a:pt x="2900142" y="271326"/>
                  <a:pt x="2897029" y="278850"/>
                </a:cubicBezTo>
                <a:lnTo>
                  <a:pt x="2857403" y="374550"/>
                </a:lnTo>
                <a:cubicBezTo>
                  <a:pt x="2853971" y="382844"/>
                  <a:pt x="2844469" y="386784"/>
                  <a:pt x="2836167" y="383348"/>
                </a:cubicBezTo>
                <a:lnTo>
                  <a:pt x="2672720" y="315677"/>
                </a:lnTo>
                <a:lnTo>
                  <a:pt x="2628658" y="422048"/>
                </a:lnTo>
                <a:cubicBezTo>
                  <a:pt x="2780710" y="493231"/>
                  <a:pt x="2920647" y="586839"/>
                  <a:pt x="3045038" y="700576"/>
                </a:cubicBezTo>
                <a:lnTo>
                  <a:pt x="3126655" y="618986"/>
                </a:lnTo>
                <a:lnTo>
                  <a:pt x="3001585" y="493889"/>
                </a:lnTo>
                <a:cubicBezTo>
                  <a:pt x="2995235" y="487542"/>
                  <a:pt x="2995235" y="477252"/>
                  <a:pt x="3001585" y="470905"/>
                </a:cubicBezTo>
                <a:lnTo>
                  <a:pt x="3074723" y="397764"/>
                </a:lnTo>
                <a:cubicBezTo>
                  <a:pt x="3080490" y="391996"/>
                  <a:pt x="3089629" y="391396"/>
                  <a:pt x="3096099" y="396355"/>
                </a:cubicBezTo>
                <a:cubicBezTo>
                  <a:pt x="3230578" y="499386"/>
                  <a:pt x="3351141" y="619871"/>
                  <a:pt x="3454440" y="754466"/>
                </a:cubicBezTo>
                <a:cubicBezTo>
                  <a:pt x="3459408" y="760936"/>
                  <a:pt x="3458808" y="770085"/>
                  <a:pt x="3453041" y="775852"/>
                </a:cubicBezTo>
                <a:lnTo>
                  <a:pt x="3379770" y="849123"/>
                </a:lnTo>
                <a:cubicBezTo>
                  <a:pt x="3376721" y="852172"/>
                  <a:pt x="3372586" y="853883"/>
                  <a:pt x="3368276" y="853883"/>
                </a:cubicBezTo>
                <a:lnTo>
                  <a:pt x="3368276" y="853883"/>
                </a:lnTo>
                <a:cubicBezTo>
                  <a:pt x="3363962" y="853883"/>
                  <a:pt x="3359830" y="852168"/>
                  <a:pt x="3356782" y="849120"/>
                </a:cubicBezTo>
                <a:lnTo>
                  <a:pt x="3231713" y="724023"/>
                </a:lnTo>
                <a:lnTo>
                  <a:pt x="3150140" y="805596"/>
                </a:lnTo>
                <a:cubicBezTo>
                  <a:pt x="3263979" y="929941"/>
                  <a:pt x="3357697" y="1069865"/>
                  <a:pt x="3428962" y="1221904"/>
                </a:cubicBezTo>
                <a:lnTo>
                  <a:pt x="3535021" y="1177958"/>
                </a:lnTo>
                <a:lnTo>
                  <a:pt x="3467323" y="1014542"/>
                </a:lnTo>
                <a:cubicBezTo>
                  <a:pt x="3463887" y="1006250"/>
                  <a:pt x="3467823" y="996742"/>
                  <a:pt x="3476114" y="993306"/>
                </a:cubicBezTo>
                <a:lnTo>
                  <a:pt x="3572075" y="953550"/>
                </a:lnTo>
                <a:cubicBezTo>
                  <a:pt x="3579598" y="950433"/>
                  <a:pt x="3588263" y="953362"/>
                  <a:pt x="3592351" y="960405"/>
                </a:cubicBezTo>
                <a:cubicBezTo>
                  <a:pt x="3677592" y="1107200"/>
                  <a:pt x="3742949" y="1264639"/>
                  <a:pt x="3786604" y="1428347"/>
                </a:cubicBezTo>
                <a:cubicBezTo>
                  <a:pt x="3788702" y="1436220"/>
                  <a:pt x="3784649" y="1444432"/>
                  <a:pt x="3777115" y="1447552"/>
                </a:cubicBezTo>
                <a:lnTo>
                  <a:pt x="3680795" y="1487439"/>
                </a:lnTo>
                <a:cubicBezTo>
                  <a:pt x="3672504" y="1490874"/>
                  <a:pt x="3662995" y="1486938"/>
                  <a:pt x="3659562" y="1478643"/>
                </a:cubicBezTo>
                <a:lnTo>
                  <a:pt x="3591864" y="1315231"/>
                </a:lnTo>
                <a:lnTo>
                  <a:pt x="3485956" y="1359105"/>
                </a:lnTo>
                <a:cubicBezTo>
                  <a:pt x="3543251" y="1516832"/>
                  <a:pt x="3576039" y="1682045"/>
                  <a:pt x="3583511" y="1850669"/>
                </a:cubicBezTo>
                <a:lnTo>
                  <a:pt x="3698372" y="1850669"/>
                </a:lnTo>
                <a:lnTo>
                  <a:pt x="3698372" y="1673767"/>
                </a:lnTo>
                <a:cubicBezTo>
                  <a:pt x="3698372" y="1664790"/>
                  <a:pt x="3705648" y="1657514"/>
                  <a:pt x="3714625" y="1657514"/>
                </a:cubicBezTo>
                <a:lnTo>
                  <a:pt x="3818709" y="1657514"/>
                </a:lnTo>
                <a:cubicBezTo>
                  <a:pt x="3826867" y="1657514"/>
                  <a:pt x="3833759" y="1663559"/>
                  <a:pt x="3834822" y="1671644"/>
                </a:cubicBezTo>
                <a:cubicBezTo>
                  <a:pt x="3845853" y="1755394"/>
                  <a:pt x="3851446" y="1840879"/>
                  <a:pt x="3851446" y="1925726"/>
                </a:cubicBezTo>
                <a:cubicBezTo>
                  <a:pt x="3851446" y="2010292"/>
                  <a:pt x="3845919" y="2095253"/>
                  <a:pt x="3835018" y="2178245"/>
                </a:cubicBezTo>
                <a:cubicBezTo>
                  <a:pt x="3833955" y="2186334"/>
                  <a:pt x="3827062" y="2192383"/>
                  <a:pt x="3818905" y="2192383"/>
                </a:cubicBezTo>
                <a:lnTo>
                  <a:pt x="3714642" y="2192383"/>
                </a:lnTo>
                <a:cubicBezTo>
                  <a:pt x="3705666" y="2192383"/>
                  <a:pt x="3698389" y="2185106"/>
                  <a:pt x="3698389" y="2176129"/>
                </a:cubicBezTo>
                <a:lnTo>
                  <a:pt x="3698389" y="1999258"/>
                </a:lnTo>
                <a:lnTo>
                  <a:pt x="3583638" y="1999258"/>
                </a:lnTo>
                <a:cubicBezTo>
                  <a:pt x="3576279" y="2168027"/>
                  <a:pt x="3543614" y="2333318"/>
                  <a:pt x="3486446" y="2491042"/>
                </a:cubicBezTo>
                <a:lnTo>
                  <a:pt x="3591877" y="2534700"/>
                </a:lnTo>
                <a:lnTo>
                  <a:pt x="3659576" y="2371250"/>
                </a:lnTo>
                <a:cubicBezTo>
                  <a:pt x="3661222" y="2367268"/>
                  <a:pt x="3664387" y="2364104"/>
                  <a:pt x="3668372" y="2362454"/>
                </a:cubicBezTo>
                <a:cubicBezTo>
                  <a:pt x="3672353" y="2360805"/>
                  <a:pt x="3676831" y="2360808"/>
                  <a:pt x="3680812" y="2362454"/>
                </a:cubicBezTo>
                <a:lnTo>
                  <a:pt x="3777486" y="2402505"/>
                </a:lnTo>
                <a:cubicBezTo>
                  <a:pt x="3785006" y="2405622"/>
                  <a:pt x="3789066" y="2413824"/>
                  <a:pt x="3786974" y="2421697"/>
                </a:cubicBezTo>
                <a:cubicBezTo>
                  <a:pt x="3743436" y="2585494"/>
                  <a:pt x="3678199" y="2742987"/>
                  <a:pt x="3593081" y="2889804"/>
                </a:cubicBezTo>
                <a:cubicBezTo>
                  <a:pt x="3588997" y="2896847"/>
                  <a:pt x="3580329" y="2899792"/>
                  <a:pt x="3572799" y="2896665"/>
                </a:cubicBezTo>
                <a:lnTo>
                  <a:pt x="3476125" y="2856618"/>
                </a:lnTo>
                <a:cubicBezTo>
                  <a:pt x="3472144" y="2854972"/>
                  <a:pt x="3468979" y="2851807"/>
                  <a:pt x="3467333" y="2847822"/>
                </a:cubicBezTo>
                <a:cubicBezTo>
                  <a:pt x="3465683" y="2843841"/>
                  <a:pt x="3465683" y="2839366"/>
                  <a:pt x="3467333" y="2835382"/>
                </a:cubicBezTo>
                <a:lnTo>
                  <a:pt x="3535031" y="2671970"/>
                </a:lnTo>
                <a:lnTo>
                  <a:pt x="3429604" y="2628291"/>
                </a:lnTo>
                <a:cubicBezTo>
                  <a:pt x="3358400" y="2780470"/>
                  <a:pt x="3264727" y="2920541"/>
                  <a:pt x="3150884" y="3045069"/>
                </a:cubicBezTo>
                <a:lnTo>
                  <a:pt x="3231723" y="3125901"/>
                </a:lnTo>
                <a:lnTo>
                  <a:pt x="3356792" y="3000807"/>
                </a:lnTo>
                <a:cubicBezTo>
                  <a:pt x="3359841" y="2997759"/>
                  <a:pt x="3363972" y="2996044"/>
                  <a:pt x="3368286" y="2996044"/>
                </a:cubicBezTo>
                <a:cubicBezTo>
                  <a:pt x="3372596" y="2996044"/>
                  <a:pt x="3376732" y="2997759"/>
                  <a:pt x="3379780" y="3000807"/>
                </a:cubicBezTo>
                <a:lnTo>
                  <a:pt x="3453703" y="3074730"/>
                </a:lnTo>
                <a:cubicBezTo>
                  <a:pt x="3459467" y="3080494"/>
                  <a:pt x="3460067" y="3089635"/>
                  <a:pt x="3455112" y="3096106"/>
                </a:cubicBezTo>
                <a:cubicBezTo>
                  <a:pt x="3352088" y="3230578"/>
                  <a:pt x="3231599" y="3351141"/>
                  <a:pt x="3096998" y="3454443"/>
                </a:cubicBezTo>
                <a:cubicBezTo>
                  <a:pt x="3090534" y="3459415"/>
                  <a:pt x="3081375" y="3458812"/>
                  <a:pt x="3075611" y="3453044"/>
                </a:cubicBezTo>
                <a:lnTo>
                  <a:pt x="3001596" y="3379026"/>
                </a:lnTo>
                <a:cubicBezTo>
                  <a:pt x="2995245" y="3372679"/>
                  <a:pt x="2995245" y="3362388"/>
                  <a:pt x="3001596" y="3356041"/>
                </a:cubicBezTo>
                <a:lnTo>
                  <a:pt x="3126665" y="3230941"/>
                </a:lnTo>
                <a:lnTo>
                  <a:pt x="3045868" y="3150147"/>
                </a:lnTo>
                <a:cubicBezTo>
                  <a:pt x="2921495" y="3264024"/>
                  <a:pt x="2781461" y="3357804"/>
                  <a:pt x="2629203" y="3429172"/>
                </a:cubicBezTo>
                <a:lnTo>
                  <a:pt x="2672731" y="3534253"/>
                </a:lnTo>
                <a:lnTo>
                  <a:pt x="2836177" y="3466558"/>
                </a:lnTo>
                <a:cubicBezTo>
                  <a:pt x="2840155" y="3464905"/>
                  <a:pt x="2844633" y="3464905"/>
                  <a:pt x="2848618" y="3466558"/>
                </a:cubicBezTo>
                <a:cubicBezTo>
                  <a:pt x="2852599" y="3468204"/>
                  <a:pt x="2855764" y="3471369"/>
                  <a:pt x="2857410" y="3475353"/>
                </a:cubicBezTo>
                <a:lnTo>
                  <a:pt x="2897553" y="3572288"/>
                </a:lnTo>
                <a:cubicBezTo>
                  <a:pt x="2900670" y="3579807"/>
                  <a:pt x="2897738" y="3588476"/>
                  <a:pt x="2890698" y="3592564"/>
                </a:cubicBezTo>
                <a:cubicBezTo>
                  <a:pt x="2743930" y="3677760"/>
                  <a:pt x="2586481" y="3743083"/>
                  <a:pt x="2422722" y="3786717"/>
                </a:cubicBezTo>
                <a:cubicBezTo>
                  <a:pt x="2414843" y="3788812"/>
                  <a:pt x="2406640" y="3784759"/>
                  <a:pt x="2403520" y="3777232"/>
                </a:cubicBezTo>
                <a:lnTo>
                  <a:pt x="2363246" y="3680037"/>
                </a:lnTo>
                <a:cubicBezTo>
                  <a:pt x="2361597" y="3676056"/>
                  <a:pt x="2361597" y="3671578"/>
                  <a:pt x="2363246" y="3667597"/>
                </a:cubicBezTo>
                <a:cubicBezTo>
                  <a:pt x="2364896" y="3663612"/>
                  <a:pt x="2368061" y="3660447"/>
                  <a:pt x="2372042" y="3658798"/>
                </a:cubicBezTo>
                <a:lnTo>
                  <a:pt x="2535478" y="3591130"/>
                </a:lnTo>
                <a:lnTo>
                  <a:pt x="2491967" y="3486131"/>
                </a:lnTo>
                <a:cubicBezTo>
                  <a:pt x="2334203" y="3543391"/>
                  <a:pt x="2168842" y="3576156"/>
                  <a:pt x="2000012" y="3583600"/>
                </a:cubicBezTo>
                <a:lnTo>
                  <a:pt x="2000012" y="3697611"/>
                </a:lnTo>
                <a:lnTo>
                  <a:pt x="2176914" y="3697611"/>
                </a:lnTo>
                <a:cubicBezTo>
                  <a:pt x="2185892" y="3697611"/>
                  <a:pt x="2193168" y="3704887"/>
                  <a:pt x="2193168" y="3713864"/>
                </a:cubicBezTo>
                <a:lnTo>
                  <a:pt x="2193168" y="3818829"/>
                </a:lnTo>
                <a:cubicBezTo>
                  <a:pt x="2193168" y="3826987"/>
                  <a:pt x="2187123" y="3833879"/>
                  <a:pt x="2179037" y="3834942"/>
                </a:cubicBezTo>
                <a:cubicBezTo>
                  <a:pt x="2095798" y="3845901"/>
                  <a:pt x="2010573" y="3851460"/>
                  <a:pt x="1925733" y="3851460"/>
                </a:cubicBezTo>
                <a:close/>
                <a:moveTo>
                  <a:pt x="1690806" y="3804517"/>
                </a:moveTo>
                <a:cubicBezTo>
                  <a:pt x="1768140" y="3814097"/>
                  <a:pt x="1847103" y="3818953"/>
                  <a:pt x="1925733" y="3818953"/>
                </a:cubicBezTo>
                <a:cubicBezTo>
                  <a:pt x="2004364" y="3818953"/>
                  <a:pt x="2083327" y="3814097"/>
                  <a:pt x="2160661" y="3804517"/>
                </a:cubicBezTo>
                <a:lnTo>
                  <a:pt x="2160661" y="3730115"/>
                </a:lnTo>
                <a:lnTo>
                  <a:pt x="1983759" y="3730115"/>
                </a:lnTo>
                <a:cubicBezTo>
                  <a:pt x="1974782" y="3730115"/>
                  <a:pt x="1967505" y="3722838"/>
                  <a:pt x="1967505" y="3713861"/>
                </a:cubicBezTo>
                <a:lnTo>
                  <a:pt x="1967505" y="3567971"/>
                </a:lnTo>
                <a:cubicBezTo>
                  <a:pt x="1967505" y="3559213"/>
                  <a:pt x="1974442" y="3552033"/>
                  <a:pt x="1983193" y="3551727"/>
                </a:cubicBezTo>
                <a:cubicBezTo>
                  <a:pt x="2159001" y="3545617"/>
                  <a:pt x="2331062" y="3511563"/>
                  <a:pt x="2494642" y="3450500"/>
                </a:cubicBezTo>
                <a:cubicBezTo>
                  <a:pt x="2496593" y="3449667"/>
                  <a:pt x="2498747" y="3449207"/>
                  <a:pt x="2501003" y="3449207"/>
                </a:cubicBezTo>
                <a:cubicBezTo>
                  <a:pt x="2508022" y="3449207"/>
                  <a:pt x="2514002" y="3453648"/>
                  <a:pt x="2516276" y="3459875"/>
                </a:cubicBezTo>
                <a:lnTo>
                  <a:pt x="2571733" y="3593698"/>
                </a:lnTo>
                <a:cubicBezTo>
                  <a:pt x="2573382" y="3597679"/>
                  <a:pt x="2573382" y="3602158"/>
                  <a:pt x="2571733" y="3606139"/>
                </a:cubicBezTo>
                <a:cubicBezTo>
                  <a:pt x="2570087" y="3610123"/>
                  <a:pt x="2566919" y="3613288"/>
                  <a:pt x="2562938" y="3614934"/>
                </a:cubicBezTo>
                <a:lnTo>
                  <a:pt x="2399501" y="3682605"/>
                </a:lnTo>
                <a:lnTo>
                  <a:pt x="2428082" y="3751583"/>
                </a:lnTo>
                <a:cubicBezTo>
                  <a:pt x="2579575" y="3709983"/>
                  <a:pt x="2725421" y="3649471"/>
                  <a:pt x="2862060" y="3571527"/>
                </a:cubicBezTo>
                <a:lnTo>
                  <a:pt x="2833595" y="3502799"/>
                </a:lnTo>
                <a:lnTo>
                  <a:pt x="2670149" y="3570494"/>
                </a:lnTo>
                <a:cubicBezTo>
                  <a:pt x="2661861" y="3573933"/>
                  <a:pt x="2652349" y="3569994"/>
                  <a:pt x="2648916" y="3561699"/>
                </a:cubicBezTo>
                <a:lnTo>
                  <a:pt x="2593233" y="3427268"/>
                </a:lnTo>
                <a:cubicBezTo>
                  <a:pt x="2591673" y="3423558"/>
                  <a:pt x="2591542" y="3419385"/>
                  <a:pt x="2592886" y="3415565"/>
                </a:cubicBezTo>
                <a:cubicBezTo>
                  <a:pt x="2594354" y="3411409"/>
                  <a:pt x="2597444" y="3408025"/>
                  <a:pt x="2601452" y="3406190"/>
                </a:cubicBezTo>
                <a:cubicBezTo>
                  <a:pt x="2760781" y="3333327"/>
                  <a:pt x="2906719" y="3235598"/>
                  <a:pt x="3035221" y="3115713"/>
                </a:cubicBezTo>
                <a:cubicBezTo>
                  <a:pt x="3041619" y="3109743"/>
                  <a:pt x="3051604" y="3109911"/>
                  <a:pt x="3057801" y="3116104"/>
                </a:cubicBezTo>
                <a:lnTo>
                  <a:pt x="3161140" y="3219444"/>
                </a:lnTo>
                <a:cubicBezTo>
                  <a:pt x="3167488" y="3225791"/>
                  <a:pt x="3167491" y="3236081"/>
                  <a:pt x="3161140" y="3242428"/>
                </a:cubicBezTo>
                <a:lnTo>
                  <a:pt x="3036071" y="3367528"/>
                </a:lnTo>
                <a:lnTo>
                  <a:pt x="3088476" y="3419934"/>
                </a:lnTo>
                <a:cubicBezTo>
                  <a:pt x="3212527" y="3323246"/>
                  <a:pt x="3324162" y="3211536"/>
                  <a:pt x="3420602" y="3087599"/>
                </a:cubicBezTo>
                <a:lnTo>
                  <a:pt x="3368283" y="3035282"/>
                </a:lnTo>
                <a:lnTo>
                  <a:pt x="3243217" y="3160376"/>
                </a:lnTo>
                <a:cubicBezTo>
                  <a:pt x="3240165" y="3163424"/>
                  <a:pt x="3236033" y="3165139"/>
                  <a:pt x="3231719" y="3165139"/>
                </a:cubicBezTo>
                <a:cubicBezTo>
                  <a:pt x="3227409" y="3165139"/>
                  <a:pt x="3223274" y="3163424"/>
                  <a:pt x="3220225" y="3160376"/>
                </a:cubicBezTo>
                <a:lnTo>
                  <a:pt x="3116855" y="3057008"/>
                </a:lnTo>
                <a:cubicBezTo>
                  <a:pt x="3110665" y="3050819"/>
                  <a:pt x="3110491" y="3040841"/>
                  <a:pt x="3116454" y="3034439"/>
                </a:cubicBezTo>
                <a:cubicBezTo>
                  <a:pt x="3236307" y="2905762"/>
                  <a:pt x="3333928" y="2759776"/>
                  <a:pt x="3406605" y="2600543"/>
                </a:cubicBezTo>
                <a:cubicBezTo>
                  <a:pt x="3410243" y="2592578"/>
                  <a:pt x="3419529" y="2588916"/>
                  <a:pt x="3427615" y="2592276"/>
                </a:cubicBezTo>
                <a:lnTo>
                  <a:pt x="3562484" y="2648155"/>
                </a:lnTo>
                <a:cubicBezTo>
                  <a:pt x="3570776" y="2651591"/>
                  <a:pt x="3574712" y="2661096"/>
                  <a:pt x="3571276" y="2669391"/>
                </a:cubicBezTo>
                <a:lnTo>
                  <a:pt x="3503577" y="2832800"/>
                </a:lnTo>
                <a:lnTo>
                  <a:pt x="3572041" y="2861161"/>
                </a:lnTo>
                <a:cubicBezTo>
                  <a:pt x="3649907" y="2724492"/>
                  <a:pt x="3710343" y="2578584"/>
                  <a:pt x="3751851" y="2427067"/>
                </a:cubicBezTo>
                <a:lnTo>
                  <a:pt x="3683384" y="2398706"/>
                </a:lnTo>
                <a:lnTo>
                  <a:pt x="3615685" y="2562149"/>
                </a:lnTo>
                <a:cubicBezTo>
                  <a:pt x="3612253" y="2570440"/>
                  <a:pt x="3602741" y="2574384"/>
                  <a:pt x="3594453" y="2570944"/>
                </a:cubicBezTo>
                <a:lnTo>
                  <a:pt x="3459580" y="2515096"/>
                </a:lnTo>
                <a:cubicBezTo>
                  <a:pt x="3451494" y="2511746"/>
                  <a:pt x="3447510" y="2502597"/>
                  <a:pt x="3450572" y="2494399"/>
                </a:cubicBezTo>
                <a:cubicBezTo>
                  <a:pt x="3511687" y="2330664"/>
                  <a:pt x="3545730" y="2158415"/>
                  <a:pt x="3551758" y="1982442"/>
                </a:cubicBezTo>
                <a:cubicBezTo>
                  <a:pt x="3552060" y="1973688"/>
                  <a:pt x="3559244" y="1966744"/>
                  <a:pt x="3568002" y="1966744"/>
                </a:cubicBezTo>
                <a:lnTo>
                  <a:pt x="3714639" y="1966744"/>
                </a:lnTo>
                <a:cubicBezTo>
                  <a:pt x="3723616" y="1966744"/>
                  <a:pt x="3730893" y="1974020"/>
                  <a:pt x="3730893" y="1982998"/>
                </a:cubicBezTo>
                <a:lnTo>
                  <a:pt x="3730893" y="2159869"/>
                </a:lnTo>
                <a:lnTo>
                  <a:pt x="3804606" y="2159869"/>
                </a:lnTo>
                <a:cubicBezTo>
                  <a:pt x="3814125" y="2082778"/>
                  <a:pt x="3818953" y="2004079"/>
                  <a:pt x="3818953" y="1925720"/>
                </a:cubicBezTo>
                <a:cubicBezTo>
                  <a:pt x="3818953" y="1847055"/>
                  <a:pt x="3814066" y="1767835"/>
                  <a:pt x="3804417" y="1690013"/>
                </a:cubicBezTo>
                <a:lnTo>
                  <a:pt x="3730896" y="1690013"/>
                </a:lnTo>
                <a:lnTo>
                  <a:pt x="3730896" y="1866916"/>
                </a:lnTo>
                <a:cubicBezTo>
                  <a:pt x="3730896" y="1875893"/>
                  <a:pt x="3723620" y="1883169"/>
                  <a:pt x="3714642" y="1883169"/>
                </a:cubicBezTo>
                <a:lnTo>
                  <a:pt x="3567905" y="1883169"/>
                </a:lnTo>
                <a:cubicBezTo>
                  <a:pt x="3559148" y="1883169"/>
                  <a:pt x="3551971" y="1876232"/>
                  <a:pt x="3551662" y="1867481"/>
                </a:cubicBezTo>
                <a:cubicBezTo>
                  <a:pt x="3545514" y="1691663"/>
                  <a:pt x="3511341" y="1519493"/>
                  <a:pt x="3450095" y="1355751"/>
                </a:cubicBezTo>
                <a:cubicBezTo>
                  <a:pt x="3447026" y="1347549"/>
                  <a:pt x="3451011" y="1338394"/>
                  <a:pt x="3459097" y="1335044"/>
                </a:cubicBezTo>
                <a:lnTo>
                  <a:pt x="3594456" y="1278969"/>
                </a:lnTo>
                <a:cubicBezTo>
                  <a:pt x="3602758" y="1275523"/>
                  <a:pt x="3612256" y="1279470"/>
                  <a:pt x="3615692" y="1287764"/>
                </a:cubicBezTo>
                <a:lnTo>
                  <a:pt x="3683391" y="1451180"/>
                </a:lnTo>
                <a:lnTo>
                  <a:pt x="3751491" y="1422980"/>
                </a:lnTo>
                <a:cubicBezTo>
                  <a:pt x="3709869" y="1271542"/>
                  <a:pt x="3649324" y="1125689"/>
                  <a:pt x="3571345" y="989040"/>
                </a:cubicBezTo>
                <a:lnTo>
                  <a:pt x="3503584" y="1017113"/>
                </a:lnTo>
                <a:lnTo>
                  <a:pt x="3571283" y="1180526"/>
                </a:lnTo>
                <a:cubicBezTo>
                  <a:pt x="3574719" y="1188817"/>
                  <a:pt x="3570782" y="1198326"/>
                  <a:pt x="3562491" y="1201762"/>
                </a:cubicBezTo>
                <a:lnTo>
                  <a:pt x="3427001" y="1257901"/>
                </a:lnTo>
                <a:cubicBezTo>
                  <a:pt x="3418919" y="1261251"/>
                  <a:pt x="3409636" y="1257603"/>
                  <a:pt x="3405998" y="1249644"/>
                </a:cubicBezTo>
                <a:cubicBezTo>
                  <a:pt x="3333238" y="1090532"/>
                  <a:pt x="3235577" y="944713"/>
                  <a:pt x="3115720" y="816236"/>
                </a:cubicBezTo>
                <a:cubicBezTo>
                  <a:pt x="3109746" y="809834"/>
                  <a:pt x="3109921" y="799849"/>
                  <a:pt x="3116111" y="793656"/>
                </a:cubicBezTo>
                <a:lnTo>
                  <a:pt x="3220229" y="689538"/>
                </a:lnTo>
                <a:cubicBezTo>
                  <a:pt x="3223277" y="686489"/>
                  <a:pt x="3227413" y="684775"/>
                  <a:pt x="3231723" y="684775"/>
                </a:cubicBezTo>
                <a:cubicBezTo>
                  <a:pt x="3236037" y="684778"/>
                  <a:pt x="3240168" y="686489"/>
                  <a:pt x="3243220" y="689538"/>
                </a:cubicBezTo>
                <a:lnTo>
                  <a:pt x="3368290" y="814638"/>
                </a:lnTo>
                <a:lnTo>
                  <a:pt x="3419944" y="762980"/>
                </a:lnTo>
                <a:cubicBezTo>
                  <a:pt x="3323260" y="638936"/>
                  <a:pt x="3211550" y="527298"/>
                  <a:pt x="3087606" y="430854"/>
                </a:cubicBezTo>
                <a:lnTo>
                  <a:pt x="3036071" y="482395"/>
                </a:lnTo>
                <a:lnTo>
                  <a:pt x="3161140" y="607495"/>
                </a:lnTo>
                <a:cubicBezTo>
                  <a:pt x="3164192" y="610544"/>
                  <a:pt x="3165903" y="614679"/>
                  <a:pt x="3165903" y="618989"/>
                </a:cubicBezTo>
                <a:cubicBezTo>
                  <a:pt x="3165903" y="623300"/>
                  <a:pt x="3164189" y="627435"/>
                  <a:pt x="3161140" y="630483"/>
                </a:cubicBezTo>
                <a:lnTo>
                  <a:pt x="3056998" y="734591"/>
                </a:lnTo>
                <a:cubicBezTo>
                  <a:pt x="3054183" y="737407"/>
                  <a:pt x="3050414" y="739107"/>
                  <a:pt x="3046413" y="739330"/>
                </a:cubicBezTo>
                <a:cubicBezTo>
                  <a:pt x="3041928" y="739577"/>
                  <a:pt x="3037652" y="738017"/>
                  <a:pt x="3034415" y="734999"/>
                </a:cubicBezTo>
                <a:cubicBezTo>
                  <a:pt x="2905906" y="615276"/>
                  <a:pt x="2760074" y="517721"/>
                  <a:pt x="2600989" y="445057"/>
                </a:cubicBezTo>
                <a:cubicBezTo>
                  <a:pt x="2597269" y="443373"/>
                  <a:pt x="2594303" y="440338"/>
                  <a:pt x="2592712" y="436560"/>
                </a:cubicBezTo>
                <a:cubicBezTo>
                  <a:pt x="2591025" y="432555"/>
                  <a:pt x="2591000" y="428042"/>
                  <a:pt x="2592663" y="424027"/>
                </a:cubicBezTo>
                <a:lnTo>
                  <a:pt x="2648916" y="288221"/>
                </a:lnTo>
                <a:cubicBezTo>
                  <a:pt x="2652352" y="279930"/>
                  <a:pt x="2661850" y="275990"/>
                  <a:pt x="2670149" y="279426"/>
                </a:cubicBezTo>
                <a:lnTo>
                  <a:pt x="2833592" y="347094"/>
                </a:lnTo>
                <a:lnTo>
                  <a:pt x="2861535" y="279604"/>
                </a:lnTo>
                <a:cubicBezTo>
                  <a:pt x="2724762" y="201659"/>
                  <a:pt x="2578889" y="141206"/>
                  <a:pt x="2427499" y="99729"/>
                </a:cubicBezTo>
                <a:lnTo>
                  <a:pt x="2399501" y="167287"/>
                </a:lnTo>
                <a:lnTo>
                  <a:pt x="2562941" y="234986"/>
                </a:lnTo>
                <a:cubicBezTo>
                  <a:pt x="2566922" y="236639"/>
                  <a:pt x="2570087" y="239800"/>
                  <a:pt x="2571733" y="243785"/>
                </a:cubicBezTo>
                <a:cubicBezTo>
                  <a:pt x="2573382" y="247766"/>
                  <a:pt x="2573382" y="252241"/>
                  <a:pt x="2571733" y="256225"/>
                </a:cubicBezTo>
                <a:lnTo>
                  <a:pt x="2515521" y="391904"/>
                </a:lnTo>
                <a:cubicBezTo>
                  <a:pt x="2514352" y="394798"/>
                  <a:pt x="2512356" y="397339"/>
                  <a:pt x="2509719" y="399170"/>
                </a:cubicBezTo>
                <a:cubicBezTo>
                  <a:pt x="2505347" y="402201"/>
                  <a:pt x="2499758" y="402911"/>
                  <a:pt x="2494769" y="401049"/>
                </a:cubicBezTo>
                <a:cubicBezTo>
                  <a:pt x="2331110" y="339931"/>
                  <a:pt x="2158995" y="305853"/>
                  <a:pt x="1983200" y="299767"/>
                </a:cubicBezTo>
                <a:cubicBezTo>
                  <a:pt x="1974446" y="299465"/>
                  <a:pt x="1967509" y="292278"/>
                  <a:pt x="1967509" y="283523"/>
                </a:cubicBezTo>
                <a:lnTo>
                  <a:pt x="1967509" y="136042"/>
                </a:lnTo>
                <a:cubicBezTo>
                  <a:pt x="1967509" y="127065"/>
                  <a:pt x="1974785" y="119789"/>
                  <a:pt x="1983762" y="119789"/>
                </a:cubicBezTo>
                <a:lnTo>
                  <a:pt x="2160664" y="119789"/>
                </a:lnTo>
                <a:lnTo>
                  <a:pt x="2160664" y="46946"/>
                </a:lnTo>
                <a:cubicBezTo>
                  <a:pt x="2083334" y="37362"/>
                  <a:pt x="2004374" y="32507"/>
                  <a:pt x="1925737" y="32507"/>
                </a:cubicBezTo>
                <a:cubicBezTo>
                  <a:pt x="1847103" y="32507"/>
                  <a:pt x="1768140" y="37362"/>
                  <a:pt x="1690809" y="46946"/>
                </a:cubicBezTo>
                <a:lnTo>
                  <a:pt x="1690809" y="119789"/>
                </a:lnTo>
                <a:lnTo>
                  <a:pt x="1867711" y="119789"/>
                </a:lnTo>
                <a:cubicBezTo>
                  <a:pt x="1876688" y="119789"/>
                  <a:pt x="1883965" y="127065"/>
                  <a:pt x="1883965" y="136042"/>
                </a:cubicBezTo>
                <a:lnTo>
                  <a:pt x="1883965" y="283523"/>
                </a:lnTo>
                <a:cubicBezTo>
                  <a:pt x="1883965" y="292281"/>
                  <a:pt x="1877024" y="299465"/>
                  <a:pt x="1868273" y="299767"/>
                </a:cubicBezTo>
                <a:cubicBezTo>
                  <a:pt x="1692568" y="305850"/>
                  <a:pt x="1520450" y="339924"/>
                  <a:pt x="1356701" y="401049"/>
                </a:cubicBezTo>
                <a:cubicBezTo>
                  <a:pt x="1348502" y="404118"/>
                  <a:pt x="1339350" y="400127"/>
                  <a:pt x="1336000" y="392044"/>
                </a:cubicBezTo>
                <a:lnTo>
                  <a:pt x="1279730" y="256232"/>
                </a:lnTo>
                <a:cubicBezTo>
                  <a:pt x="1278078" y="252247"/>
                  <a:pt x="1278078" y="247773"/>
                  <a:pt x="1279727" y="243792"/>
                </a:cubicBezTo>
                <a:cubicBezTo>
                  <a:pt x="1281376" y="239807"/>
                  <a:pt x="1284541" y="236642"/>
                  <a:pt x="1288522" y="234993"/>
                </a:cubicBezTo>
                <a:lnTo>
                  <a:pt x="1451966" y="167294"/>
                </a:lnTo>
                <a:lnTo>
                  <a:pt x="1423964" y="99736"/>
                </a:lnTo>
                <a:cubicBezTo>
                  <a:pt x="1272574" y="141213"/>
                  <a:pt x="1126704" y="201666"/>
                  <a:pt x="989925" y="279611"/>
                </a:cubicBezTo>
                <a:lnTo>
                  <a:pt x="1017871" y="347104"/>
                </a:lnTo>
                <a:lnTo>
                  <a:pt x="1181318" y="279433"/>
                </a:lnTo>
                <a:cubicBezTo>
                  <a:pt x="1189613" y="275993"/>
                  <a:pt x="1199114" y="279937"/>
                  <a:pt x="1202550" y="288228"/>
                </a:cubicBezTo>
                <a:lnTo>
                  <a:pt x="1258604" y="423560"/>
                </a:lnTo>
                <a:cubicBezTo>
                  <a:pt x="1259067" y="424586"/>
                  <a:pt x="1259430" y="425669"/>
                  <a:pt x="1259674" y="426804"/>
                </a:cubicBezTo>
                <a:cubicBezTo>
                  <a:pt x="1261299" y="434273"/>
                  <a:pt x="1257507" y="441868"/>
                  <a:pt x="1250553" y="445043"/>
                </a:cubicBezTo>
                <a:cubicBezTo>
                  <a:pt x="1091406" y="517724"/>
                  <a:pt x="945554" y="615279"/>
                  <a:pt x="817045" y="735003"/>
                </a:cubicBezTo>
                <a:cubicBezTo>
                  <a:pt x="813739" y="738085"/>
                  <a:pt x="809292" y="739663"/>
                  <a:pt x="804779" y="739320"/>
                </a:cubicBezTo>
                <a:cubicBezTo>
                  <a:pt x="800798" y="739028"/>
                  <a:pt x="797088" y="737286"/>
                  <a:pt x="794328" y="734457"/>
                </a:cubicBezTo>
                <a:lnTo>
                  <a:pt x="690323" y="630487"/>
                </a:lnTo>
                <a:cubicBezTo>
                  <a:pt x="687274" y="627438"/>
                  <a:pt x="685560" y="623306"/>
                  <a:pt x="685560" y="618993"/>
                </a:cubicBezTo>
                <a:cubicBezTo>
                  <a:pt x="685560" y="614683"/>
                  <a:pt x="687274" y="610547"/>
                  <a:pt x="690319" y="607499"/>
                </a:cubicBezTo>
                <a:lnTo>
                  <a:pt x="815389" y="482399"/>
                </a:lnTo>
                <a:lnTo>
                  <a:pt x="763851" y="430857"/>
                </a:lnTo>
                <a:cubicBezTo>
                  <a:pt x="639910" y="527298"/>
                  <a:pt x="528203" y="638936"/>
                  <a:pt x="431516" y="762983"/>
                </a:cubicBezTo>
                <a:lnTo>
                  <a:pt x="483174" y="814641"/>
                </a:lnTo>
                <a:lnTo>
                  <a:pt x="608243" y="689541"/>
                </a:lnTo>
                <a:cubicBezTo>
                  <a:pt x="611291" y="686493"/>
                  <a:pt x="615427" y="684778"/>
                  <a:pt x="619737" y="684778"/>
                </a:cubicBezTo>
                <a:cubicBezTo>
                  <a:pt x="624047" y="684778"/>
                  <a:pt x="628182" y="686493"/>
                  <a:pt x="631231" y="689541"/>
                </a:cubicBezTo>
                <a:lnTo>
                  <a:pt x="735346" y="793656"/>
                </a:lnTo>
                <a:cubicBezTo>
                  <a:pt x="741538" y="799849"/>
                  <a:pt x="741717" y="809837"/>
                  <a:pt x="735743" y="816239"/>
                </a:cubicBezTo>
                <a:cubicBezTo>
                  <a:pt x="615845" y="944758"/>
                  <a:pt x="518170" y="1090580"/>
                  <a:pt x="445431" y="1249648"/>
                </a:cubicBezTo>
                <a:cubicBezTo>
                  <a:pt x="442252" y="1256598"/>
                  <a:pt x="434663" y="1260401"/>
                  <a:pt x="427192" y="1258769"/>
                </a:cubicBezTo>
                <a:cubicBezTo>
                  <a:pt x="425995" y="1258508"/>
                  <a:pt x="424853" y="1258121"/>
                  <a:pt x="423780" y="1257620"/>
                </a:cubicBezTo>
                <a:lnTo>
                  <a:pt x="288972" y="1201765"/>
                </a:lnTo>
                <a:cubicBezTo>
                  <a:pt x="280677" y="1198329"/>
                  <a:pt x="276744" y="1188821"/>
                  <a:pt x="280177" y="1180529"/>
                </a:cubicBezTo>
                <a:lnTo>
                  <a:pt x="347875" y="1017117"/>
                </a:lnTo>
                <a:lnTo>
                  <a:pt x="280118" y="989044"/>
                </a:lnTo>
                <a:cubicBezTo>
                  <a:pt x="202139" y="1125693"/>
                  <a:pt x="141594" y="1271542"/>
                  <a:pt x="99976" y="1422984"/>
                </a:cubicBezTo>
                <a:lnTo>
                  <a:pt x="168072" y="1451184"/>
                </a:lnTo>
                <a:lnTo>
                  <a:pt x="235775" y="1287768"/>
                </a:lnTo>
                <a:cubicBezTo>
                  <a:pt x="239207" y="1279473"/>
                  <a:pt x="248712" y="1275540"/>
                  <a:pt x="257007" y="1278969"/>
                </a:cubicBezTo>
                <a:lnTo>
                  <a:pt x="391818" y="1334793"/>
                </a:lnTo>
                <a:cubicBezTo>
                  <a:pt x="396567" y="1336563"/>
                  <a:pt x="400329" y="1340499"/>
                  <a:pt x="401776" y="1345560"/>
                </a:cubicBezTo>
                <a:cubicBezTo>
                  <a:pt x="402774" y="1349054"/>
                  <a:pt x="402558" y="1352703"/>
                  <a:pt x="401282" y="1355960"/>
                </a:cubicBezTo>
                <a:cubicBezTo>
                  <a:pt x="340085" y="1519661"/>
                  <a:pt x="305942" y="1691759"/>
                  <a:pt x="299801" y="1867481"/>
                </a:cubicBezTo>
                <a:cubicBezTo>
                  <a:pt x="299496" y="1876232"/>
                  <a:pt x="292312" y="1883169"/>
                  <a:pt x="283558" y="1883169"/>
                </a:cubicBezTo>
                <a:lnTo>
                  <a:pt x="136824" y="1883169"/>
                </a:lnTo>
                <a:cubicBezTo>
                  <a:pt x="127847" y="1883169"/>
                  <a:pt x="120570" y="1875889"/>
                  <a:pt x="120570" y="1866916"/>
                </a:cubicBezTo>
                <a:lnTo>
                  <a:pt x="120570" y="1690013"/>
                </a:lnTo>
                <a:lnTo>
                  <a:pt x="47046" y="1690013"/>
                </a:lnTo>
                <a:cubicBezTo>
                  <a:pt x="37400" y="1767824"/>
                  <a:pt x="32510" y="1847041"/>
                  <a:pt x="32510" y="1925720"/>
                </a:cubicBezTo>
                <a:cubicBezTo>
                  <a:pt x="32510" y="2004062"/>
                  <a:pt x="37335" y="2082761"/>
                  <a:pt x="46857" y="2159869"/>
                </a:cubicBezTo>
                <a:lnTo>
                  <a:pt x="120574" y="2159869"/>
                </a:lnTo>
                <a:lnTo>
                  <a:pt x="120574" y="1982998"/>
                </a:lnTo>
                <a:cubicBezTo>
                  <a:pt x="120574" y="1974020"/>
                  <a:pt x="127850" y="1966744"/>
                  <a:pt x="136827" y="1966744"/>
                </a:cubicBezTo>
                <a:lnTo>
                  <a:pt x="283465" y="1966744"/>
                </a:lnTo>
                <a:cubicBezTo>
                  <a:pt x="292226" y="1966744"/>
                  <a:pt x="299410" y="1973684"/>
                  <a:pt x="299708" y="1982442"/>
                </a:cubicBezTo>
                <a:cubicBezTo>
                  <a:pt x="305730" y="2158405"/>
                  <a:pt x="339776" y="2330654"/>
                  <a:pt x="400891" y="2494399"/>
                </a:cubicBezTo>
                <a:cubicBezTo>
                  <a:pt x="402753" y="2499388"/>
                  <a:pt x="402050" y="2504974"/>
                  <a:pt x="399016" y="2509349"/>
                </a:cubicBezTo>
                <a:cubicBezTo>
                  <a:pt x="397150" y="2512038"/>
                  <a:pt x="394548" y="2514057"/>
                  <a:pt x="391581" y="2515216"/>
                </a:cubicBezTo>
                <a:lnTo>
                  <a:pt x="257010" y="2570944"/>
                </a:lnTo>
                <a:cubicBezTo>
                  <a:pt x="248716" y="2574387"/>
                  <a:pt x="239210" y="2570444"/>
                  <a:pt x="235775" y="2562149"/>
                </a:cubicBezTo>
                <a:lnTo>
                  <a:pt x="168076" y="2398706"/>
                </a:lnTo>
                <a:lnTo>
                  <a:pt x="99609" y="2427067"/>
                </a:lnTo>
                <a:cubicBezTo>
                  <a:pt x="141117" y="2578577"/>
                  <a:pt x="201553" y="2724481"/>
                  <a:pt x="279419" y="2861164"/>
                </a:cubicBezTo>
                <a:lnTo>
                  <a:pt x="347882" y="2832803"/>
                </a:lnTo>
                <a:lnTo>
                  <a:pt x="280183" y="2669394"/>
                </a:lnTo>
                <a:cubicBezTo>
                  <a:pt x="278524" y="2665386"/>
                  <a:pt x="278534" y="2660884"/>
                  <a:pt x="280211" y="2656885"/>
                </a:cubicBezTo>
                <a:cubicBezTo>
                  <a:pt x="281888" y="2652887"/>
                  <a:pt x="285094" y="2649725"/>
                  <a:pt x="289116" y="2648100"/>
                </a:cubicBezTo>
                <a:lnTo>
                  <a:pt x="424541" y="2593452"/>
                </a:lnTo>
                <a:cubicBezTo>
                  <a:pt x="432606" y="2590198"/>
                  <a:pt x="441789" y="2593864"/>
                  <a:pt x="445403" y="2601761"/>
                </a:cubicBezTo>
                <a:cubicBezTo>
                  <a:pt x="518084" y="2760595"/>
                  <a:pt x="615519" y="2906167"/>
                  <a:pt x="735010" y="3034439"/>
                </a:cubicBezTo>
                <a:cubicBezTo>
                  <a:pt x="740976" y="3040841"/>
                  <a:pt x="740801" y="3050819"/>
                  <a:pt x="734608" y="3057008"/>
                </a:cubicBezTo>
                <a:lnTo>
                  <a:pt x="631238" y="3160379"/>
                </a:lnTo>
                <a:cubicBezTo>
                  <a:pt x="628189" y="3163427"/>
                  <a:pt x="624054" y="3165142"/>
                  <a:pt x="619744" y="3165142"/>
                </a:cubicBezTo>
                <a:cubicBezTo>
                  <a:pt x="615434" y="3165142"/>
                  <a:pt x="611298" y="3163427"/>
                  <a:pt x="608250" y="3160379"/>
                </a:cubicBezTo>
                <a:lnTo>
                  <a:pt x="483180" y="3035286"/>
                </a:lnTo>
                <a:lnTo>
                  <a:pt x="430864" y="3087602"/>
                </a:lnTo>
                <a:cubicBezTo>
                  <a:pt x="527305" y="3211543"/>
                  <a:pt x="638943" y="3323250"/>
                  <a:pt x="762990" y="3419937"/>
                </a:cubicBezTo>
                <a:lnTo>
                  <a:pt x="815399" y="3367532"/>
                </a:lnTo>
                <a:lnTo>
                  <a:pt x="690330" y="3242432"/>
                </a:lnTo>
                <a:cubicBezTo>
                  <a:pt x="683983" y="3236081"/>
                  <a:pt x="683983" y="3225791"/>
                  <a:pt x="690330" y="3219447"/>
                </a:cubicBezTo>
                <a:lnTo>
                  <a:pt x="793611" y="3116166"/>
                </a:lnTo>
                <a:cubicBezTo>
                  <a:pt x="799770" y="3109939"/>
                  <a:pt x="809803" y="3109702"/>
                  <a:pt x="816249" y="3115717"/>
                </a:cubicBezTo>
                <a:cubicBezTo>
                  <a:pt x="944748" y="3235598"/>
                  <a:pt x="1090621" y="3333293"/>
                  <a:pt x="1249819" y="3406098"/>
                </a:cubicBezTo>
                <a:cubicBezTo>
                  <a:pt x="1253728" y="3407884"/>
                  <a:pt x="1256770" y="3411149"/>
                  <a:pt x="1258278" y="3415171"/>
                </a:cubicBezTo>
                <a:cubicBezTo>
                  <a:pt x="1259722" y="3419018"/>
                  <a:pt x="1259657" y="3423287"/>
                  <a:pt x="1258090" y="3427090"/>
                </a:cubicBezTo>
                <a:lnTo>
                  <a:pt x="1202564" y="3561685"/>
                </a:lnTo>
                <a:cubicBezTo>
                  <a:pt x="1200918" y="3565673"/>
                  <a:pt x="1197753" y="3568845"/>
                  <a:pt x="1193769" y="3570498"/>
                </a:cubicBezTo>
                <a:cubicBezTo>
                  <a:pt x="1189784" y="3572151"/>
                  <a:pt x="1185309" y="3572157"/>
                  <a:pt x="1181318" y="3570501"/>
                </a:cubicBezTo>
                <a:lnTo>
                  <a:pt x="1017871" y="3502806"/>
                </a:lnTo>
                <a:lnTo>
                  <a:pt x="989407" y="3571533"/>
                </a:lnTo>
                <a:cubicBezTo>
                  <a:pt x="1126049" y="3649478"/>
                  <a:pt x="1271895" y="3709990"/>
                  <a:pt x="1423385" y="3751590"/>
                </a:cubicBezTo>
                <a:lnTo>
                  <a:pt x="1451969" y="3682612"/>
                </a:lnTo>
                <a:lnTo>
                  <a:pt x="1288529" y="3614945"/>
                </a:lnTo>
                <a:cubicBezTo>
                  <a:pt x="1284545" y="3613295"/>
                  <a:pt x="1281380" y="3610130"/>
                  <a:pt x="1279730" y="3606146"/>
                </a:cubicBezTo>
                <a:cubicBezTo>
                  <a:pt x="1278081" y="3602165"/>
                  <a:pt x="1278081" y="3597690"/>
                  <a:pt x="1279734" y="3593705"/>
                </a:cubicBezTo>
                <a:lnTo>
                  <a:pt x="1335448" y="3459240"/>
                </a:lnTo>
                <a:cubicBezTo>
                  <a:pt x="1338414" y="3452074"/>
                  <a:pt x="1346037" y="3448000"/>
                  <a:pt x="1353635" y="3449523"/>
                </a:cubicBezTo>
                <a:cubicBezTo>
                  <a:pt x="1354753" y="3449742"/>
                  <a:pt x="1355830" y="3450078"/>
                  <a:pt x="1356845" y="3450514"/>
                </a:cubicBezTo>
                <a:cubicBezTo>
                  <a:pt x="1520415" y="3511567"/>
                  <a:pt x="1692479" y="3545620"/>
                  <a:pt x="1868273" y="3551731"/>
                </a:cubicBezTo>
                <a:cubicBezTo>
                  <a:pt x="1877024" y="3552036"/>
                  <a:pt x="1883965" y="3559220"/>
                  <a:pt x="1883965" y="3567974"/>
                </a:cubicBezTo>
                <a:lnTo>
                  <a:pt x="1883965" y="3713864"/>
                </a:lnTo>
                <a:cubicBezTo>
                  <a:pt x="1883965" y="3722841"/>
                  <a:pt x="1876685" y="3730118"/>
                  <a:pt x="1867711" y="3730118"/>
                </a:cubicBezTo>
                <a:lnTo>
                  <a:pt x="1690809" y="3730118"/>
                </a:lnTo>
                <a:lnTo>
                  <a:pt x="1690809" y="3804517"/>
                </a:lnTo>
                <a:close/>
              </a:path>
            </a:pathLst>
          </a:custGeom>
          <a:grpFill/>
          <a:ln w="342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85459943-0E9B-A486-D5CF-66A12E668F92}"/>
              </a:ext>
            </a:extLst>
          </p:cNvPr>
          <p:cNvSpPr/>
          <p:nvPr/>
        </p:nvSpPr>
        <p:spPr>
          <a:xfrm>
            <a:off x="379250" y="3327254"/>
            <a:ext cx="4091739" cy="4091740"/>
          </a:xfrm>
          <a:custGeom>
            <a:avLst/>
            <a:gdLst>
              <a:gd name="csX0" fmla="*/ 2045872 w 4091739"/>
              <a:gd name="csY0" fmla="*/ 32507 h 4091740"/>
              <a:gd name="csX1" fmla="*/ 2829553 w 4091739"/>
              <a:gd name="csY1" fmla="*/ 190714 h 4091740"/>
              <a:gd name="csX2" fmla="*/ 3171541 w 4091739"/>
              <a:gd name="csY2" fmla="*/ 376340 h 4091740"/>
              <a:gd name="csX3" fmla="*/ 3469534 w 4091739"/>
              <a:gd name="csY3" fmla="*/ 622209 h 4091740"/>
              <a:gd name="csX4" fmla="*/ 3715404 w 4091739"/>
              <a:gd name="csY4" fmla="*/ 920203 h 4091740"/>
              <a:gd name="csX5" fmla="*/ 3901029 w 4091739"/>
              <a:gd name="csY5" fmla="*/ 1262188 h 4091740"/>
              <a:gd name="csX6" fmla="*/ 4059236 w 4091739"/>
              <a:gd name="csY6" fmla="*/ 2045868 h 4091740"/>
              <a:gd name="csX7" fmla="*/ 3901029 w 4091739"/>
              <a:gd name="csY7" fmla="*/ 2829549 h 4091740"/>
              <a:gd name="csX8" fmla="*/ 3715404 w 4091739"/>
              <a:gd name="csY8" fmla="*/ 3171537 h 4091740"/>
              <a:gd name="csX9" fmla="*/ 3469534 w 4091739"/>
              <a:gd name="csY9" fmla="*/ 3469531 h 4091740"/>
              <a:gd name="csX10" fmla="*/ 3171541 w 4091739"/>
              <a:gd name="csY10" fmla="*/ 3715401 h 4091740"/>
              <a:gd name="csX11" fmla="*/ 2829553 w 4091739"/>
              <a:gd name="csY11" fmla="*/ 3901026 h 4091740"/>
              <a:gd name="csX12" fmla="*/ 2045872 w 4091739"/>
              <a:gd name="csY12" fmla="*/ 4059233 h 4091740"/>
              <a:gd name="csX13" fmla="*/ 1262191 w 4091739"/>
              <a:gd name="csY13" fmla="*/ 3901026 h 4091740"/>
              <a:gd name="csX14" fmla="*/ 920206 w 4091739"/>
              <a:gd name="csY14" fmla="*/ 3715401 h 4091740"/>
              <a:gd name="csX15" fmla="*/ 622213 w 4091739"/>
              <a:gd name="csY15" fmla="*/ 3469531 h 4091740"/>
              <a:gd name="csX16" fmla="*/ 376343 w 4091739"/>
              <a:gd name="csY16" fmla="*/ 3171537 h 4091740"/>
              <a:gd name="csX17" fmla="*/ 190718 w 4091739"/>
              <a:gd name="csY17" fmla="*/ 2829549 h 4091740"/>
              <a:gd name="csX18" fmla="*/ 32510 w 4091739"/>
              <a:gd name="csY18" fmla="*/ 2045868 h 4091740"/>
              <a:gd name="csX19" fmla="*/ 190718 w 4091739"/>
              <a:gd name="csY19" fmla="*/ 1262188 h 4091740"/>
              <a:gd name="csX20" fmla="*/ 376343 w 4091739"/>
              <a:gd name="csY20" fmla="*/ 920203 h 4091740"/>
              <a:gd name="csX21" fmla="*/ 622213 w 4091739"/>
              <a:gd name="csY21" fmla="*/ 622209 h 4091740"/>
              <a:gd name="csX22" fmla="*/ 920206 w 4091739"/>
              <a:gd name="csY22" fmla="*/ 376340 h 4091740"/>
              <a:gd name="csX23" fmla="*/ 1262191 w 4091739"/>
              <a:gd name="csY23" fmla="*/ 190714 h 4091740"/>
              <a:gd name="csX24" fmla="*/ 2045872 w 4091739"/>
              <a:gd name="csY24" fmla="*/ 32507 h 4091740"/>
              <a:gd name="csX25" fmla="*/ 2045872 w 4091739"/>
              <a:gd name="csY25" fmla="*/ 0 h 4091740"/>
              <a:gd name="csX26" fmla="*/ 0 w 4091739"/>
              <a:gd name="csY26" fmla="*/ 2045872 h 4091740"/>
              <a:gd name="csX27" fmla="*/ 2045872 w 4091739"/>
              <a:gd name="csY27" fmla="*/ 4091740 h 4091740"/>
              <a:gd name="csX28" fmla="*/ 4091740 w 4091739"/>
              <a:gd name="csY28" fmla="*/ 2045868 h 4091740"/>
              <a:gd name="csX29" fmla="*/ 2045872 w 4091739"/>
              <a:gd name="csY29" fmla="*/ 0 h 4091740"/>
              <a:gd name="csX30" fmla="*/ 2045872 w 4091739"/>
              <a:gd name="csY30" fmla="*/ 0 h 4091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4091739" h="4091740">
                <a:moveTo>
                  <a:pt x="2045872" y="32507"/>
                </a:moveTo>
                <a:cubicBezTo>
                  <a:pt x="2317689" y="32507"/>
                  <a:pt x="2581358" y="85735"/>
                  <a:pt x="2829553" y="190714"/>
                </a:cubicBezTo>
                <a:cubicBezTo>
                  <a:pt x="2948847" y="241172"/>
                  <a:pt x="3063908" y="303624"/>
                  <a:pt x="3171541" y="376340"/>
                </a:cubicBezTo>
                <a:cubicBezTo>
                  <a:pt x="3278158" y="448369"/>
                  <a:pt x="3378419" y="531090"/>
                  <a:pt x="3469534" y="622209"/>
                </a:cubicBezTo>
                <a:cubicBezTo>
                  <a:pt x="3560650" y="713325"/>
                  <a:pt x="3643374" y="813585"/>
                  <a:pt x="3715404" y="920203"/>
                </a:cubicBezTo>
                <a:cubicBezTo>
                  <a:pt x="3788119" y="1027836"/>
                  <a:pt x="3850572" y="1142896"/>
                  <a:pt x="3901029" y="1262188"/>
                </a:cubicBezTo>
                <a:cubicBezTo>
                  <a:pt x="4006008" y="1510385"/>
                  <a:pt x="4059236" y="1774052"/>
                  <a:pt x="4059236" y="2045868"/>
                </a:cubicBezTo>
                <a:cubicBezTo>
                  <a:pt x="4059236" y="2317685"/>
                  <a:pt x="4006008" y="2581355"/>
                  <a:pt x="3901029" y="2829549"/>
                </a:cubicBezTo>
                <a:cubicBezTo>
                  <a:pt x="3850572" y="2948841"/>
                  <a:pt x="3788119" y="3063904"/>
                  <a:pt x="3715404" y="3171537"/>
                </a:cubicBezTo>
                <a:cubicBezTo>
                  <a:pt x="3643374" y="3278155"/>
                  <a:pt x="3560653" y="3378416"/>
                  <a:pt x="3469534" y="3469531"/>
                </a:cubicBezTo>
                <a:cubicBezTo>
                  <a:pt x="3378415" y="3560646"/>
                  <a:pt x="3278158" y="3643371"/>
                  <a:pt x="3171541" y="3715401"/>
                </a:cubicBezTo>
                <a:cubicBezTo>
                  <a:pt x="3063908" y="3788116"/>
                  <a:pt x="2948847" y="3850568"/>
                  <a:pt x="2829553" y="3901026"/>
                </a:cubicBezTo>
                <a:cubicBezTo>
                  <a:pt x="2581355" y="4006005"/>
                  <a:pt x="2317689" y="4059233"/>
                  <a:pt x="2045872" y="4059233"/>
                </a:cubicBezTo>
                <a:cubicBezTo>
                  <a:pt x="1774055" y="4059233"/>
                  <a:pt x="1510385" y="4006005"/>
                  <a:pt x="1262191" y="3901026"/>
                </a:cubicBezTo>
                <a:cubicBezTo>
                  <a:pt x="1142900" y="3850568"/>
                  <a:pt x="1027836" y="3788116"/>
                  <a:pt x="920206" y="3715401"/>
                </a:cubicBezTo>
                <a:cubicBezTo>
                  <a:pt x="813589" y="3643371"/>
                  <a:pt x="713328" y="3560650"/>
                  <a:pt x="622213" y="3469531"/>
                </a:cubicBezTo>
                <a:cubicBezTo>
                  <a:pt x="531097" y="3378412"/>
                  <a:pt x="448373" y="3278155"/>
                  <a:pt x="376343" y="3171537"/>
                </a:cubicBezTo>
                <a:cubicBezTo>
                  <a:pt x="303628" y="3063904"/>
                  <a:pt x="241175" y="2948844"/>
                  <a:pt x="190718" y="2829549"/>
                </a:cubicBezTo>
                <a:cubicBezTo>
                  <a:pt x="85739" y="2581351"/>
                  <a:pt x="32510" y="2317685"/>
                  <a:pt x="32510" y="2045868"/>
                </a:cubicBezTo>
                <a:cubicBezTo>
                  <a:pt x="32510" y="1774052"/>
                  <a:pt x="85739" y="1510382"/>
                  <a:pt x="190718" y="1262188"/>
                </a:cubicBezTo>
                <a:cubicBezTo>
                  <a:pt x="241175" y="1142896"/>
                  <a:pt x="303628" y="1027833"/>
                  <a:pt x="376343" y="920203"/>
                </a:cubicBezTo>
                <a:cubicBezTo>
                  <a:pt x="448373" y="813585"/>
                  <a:pt x="531094" y="713325"/>
                  <a:pt x="622213" y="622209"/>
                </a:cubicBezTo>
                <a:cubicBezTo>
                  <a:pt x="713331" y="531094"/>
                  <a:pt x="813589" y="448369"/>
                  <a:pt x="920206" y="376340"/>
                </a:cubicBezTo>
                <a:cubicBezTo>
                  <a:pt x="1027839" y="303624"/>
                  <a:pt x="1142900" y="241172"/>
                  <a:pt x="1262191" y="190714"/>
                </a:cubicBezTo>
                <a:cubicBezTo>
                  <a:pt x="1510385" y="85735"/>
                  <a:pt x="1774055" y="32507"/>
                  <a:pt x="2045872" y="32507"/>
                </a:cubicBezTo>
                <a:moveTo>
                  <a:pt x="2045872" y="0"/>
                </a:moveTo>
                <a:cubicBezTo>
                  <a:pt x="915968" y="0"/>
                  <a:pt x="0" y="915968"/>
                  <a:pt x="0" y="2045872"/>
                </a:cubicBezTo>
                <a:cubicBezTo>
                  <a:pt x="0" y="3175775"/>
                  <a:pt x="915968" y="4091740"/>
                  <a:pt x="2045872" y="4091740"/>
                </a:cubicBezTo>
                <a:cubicBezTo>
                  <a:pt x="3175775" y="4091740"/>
                  <a:pt x="4091740" y="3175772"/>
                  <a:pt x="4091740" y="2045868"/>
                </a:cubicBezTo>
                <a:cubicBezTo>
                  <a:pt x="4091740" y="915965"/>
                  <a:pt x="3175775" y="0"/>
                  <a:pt x="2045872" y="0"/>
                </a:cubicBezTo>
                <a:lnTo>
                  <a:pt x="2045872" y="0"/>
                </a:lnTo>
                <a:close/>
              </a:path>
            </a:pathLst>
          </a:custGeom>
          <a:grpFill/>
          <a:ln w="342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5F4563A1-39D2-4FA8-1DA0-3B894F1594DB}"/>
              </a:ext>
            </a:extLst>
          </p:cNvPr>
          <p:cNvSpPr/>
          <p:nvPr/>
        </p:nvSpPr>
        <p:spPr>
          <a:xfrm>
            <a:off x="4744981" y="2035700"/>
            <a:ext cx="352961" cy="277210"/>
          </a:xfrm>
          <a:custGeom>
            <a:avLst/>
            <a:gdLst>
              <a:gd name="csX0" fmla="*/ 122137 w 247663"/>
              <a:gd name="csY0" fmla="*/ 2071 h 194510"/>
              <a:gd name="csX1" fmla="*/ 245106 w 247663"/>
              <a:gd name="csY1" fmla="*/ 125099 h 194510"/>
              <a:gd name="csX2" fmla="*/ 168032 w 247663"/>
              <a:gd name="csY2" fmla="*/ 160428 h 194510"/>
              <a:gd name="csX3" fmla="*/ 0 w 247663"/>
              <a:gd name="csY3" fmla="*/ 194510 h 194510"/>
              <a:gd name="csX4" fmla="*/ 70755 w 247663"/>
              <a:gd name="csY4" fmla="*/ 115124 h 194510"/>
              <a:gd name="csX5" fmla="*/ 122137 w 247663"/>
              <a:gd name="csY5" fmla="*/ 2071 h 1945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7663" h="194510">
                <a:moveTo>
                  <a:pt x="122137" y="2071"/>
                </a:moveTo>
                <a:cubicBezTo>
                  <a:pt x="188735" y="-13059"/>
                  <a:pt x="262400" y="57433"/>
                  <a:pt x="245106" y="125099"/>
                </a:cubicBezTo>
                <a:cubicBezTo>
                  <a:pt x="229475" y="151617"/>
                  <a:pt x="197465" y="162340"/>
                  <a:pt x="168032" y="160428"/>
                </a:cubicBezTo>
                <a:cubicBezTo>
                  <a:pt x="109998" y="158184"/>
                  <a:pt x="53295" y="172731"/>
                  <a:pt x="0" y="194510"/>
                </a:cubicBezTo>
                <a:cubicBezTo>
                  <a:pt x="27686" y="172232"/>
                  <a:pt x="57618" y="149705"/>
                  <a:pt x="70755" y="115124"/>
                </a:cubicBezTo>
                <a:cubicBezTo>
                  <a:pt x="89711" y="78631"/>
                  <a:pt x="85804" y="27757"/>
                  <a:pt x="122137" y="2071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任意多边形: 形状 4" descr="D:\51PPT模板网\51pptmoban.com\图片.jpg">
            <a:extLst>
              <a:ext uri="{FF2B5EF4-FFF2-40B4-BE49-F238E27FC236}">
                <a16:creationId xmlns:a16="http://schemas.microsoft.com/office/drawing/2014/main" id="{2B831BFC-5C5A-0B9F-D4AF-92AD1A1CA055}"/>
              </a:ext>
            </a:extLst>
          </p:cNvPr>
          <p:cNvSpPr/>
          <p:nvPr/>
        </p:nvSpPr>
        <p:spPr>
          <a:xfrm>
            <a:off x="4369335" y="2279878"/>
            <a:ext cx="987405" cy="646269"/>
          </a:xfrm>
          <a:custGeom>
            <a:avLst/>
            <a:gdLst>
              <a:gd name="csX0" fmla="*/ 110846 w 692834"/>
              <a:gd name="csY0" fmla="*/ 95606 h 453468"/>
              <a:gd name="csX1" fmla="*/ 557076 w 692834"/>
              <a:gd name="csY1" fmla="*/ 4083 h 453468"/>
              <a:gd name="csX2" fmla="*/ 691934 w 692834"/>
              <a:gd name="csY2" fmla="*/ 79895 h 453468"/>
              <a:gd name="csX3" fmla="*/ 664746 w 692834"/>
              <a:gd name="csY3" fmla="*/ 122124 h 453468"/>
              <a:gd name="csX4" fmla="*/ 505028 w 692834"/>
              <a:gd name="csY4" fmla="*/ 167012 h 453468"/>
              <a:gd name="csX5" fmla="*/ 592661 w 692834"/>
              <a:gd name="csY5" fmla="*/ 262609 h 453468"/>
              <a:gd name="csX6" fmla="*/ 546101 w 692834"/>
              <a:gd name="csY6" fmla="*/ 344821 h 453468"/>
              <a:gd name="csX7" fmla="*/ 321448 w 692834"/>
              <a:gd name="csY7" fmla="*/ 419470 h 453468"/>
              <a:gd name="csX8" fmla="*/ 248282 w 692834"/>
              <a:gd name="csY8" fmla="*/ 453469 h 453468"/>
              <a:gd name="csX9" fmla="*/ 271063 w 692834"/>
              <a:gd name="csY9" fmla="*/ 432271 h 453468"/>
              <a:gd name="csX10" fmla="*/ 213528 w 692834"/>
              <a:gd name="csY10" fmla="*/ 345237 h 453468"/>
              <a:gd name="csX11" fmla="*/ 306482 w 692834"/>
              <a:gd name="csY11" fmla="*/ 216805 h 453468"/>
              <a:gd name="csX12" fmla="*/ 75843 w 692834"/>
              <a:gd name="csY12" fmla="*/ 200928 h 453468"/>
              <a:gd name="csX13" fmla="*/ 1596 w 692834"/>
              <a:gd name="csY13" fmla="*/ 89787 h 453468"/>
              <a:gd name="csX14" fmla="*/ 110846 w 692834"/>
              <a:gd name="csY14" fmla="*/ 95606 h 453468"/>
              <a:gd name="csX15" fmla="*/ 392202 w 692834"/>
              <a:gd name="csY15" fmla="*/ 223871 h 453468"/>
              <a:gd name="csX16" fmla="*/ 332506 w 692834"/>
              <a:gd name="csY16" fmla="*/ 364190 h 453468"/>
              <a:gd name="csX17" fmla="*/ 413072 w 692834"/>
              <a:gd name="csY17" fmla="*/ 244570 h 453468"/>
              <a:gd name="csX18" fmla="*/ 462542 w 692834"/>
              <a:gd name="csY18" fmla="*/ 177320 h 453468"/>
              <a:gd name="csX19" fmla="*/ 392202 w 692834"/>
              <a:gd name="csY19" fmla="*/ 223871 h 453468"/>
              <a:gd name="csX0" fmla="*/ 110846 w 692834"/>
              <a:gd name="csY0" fmla="*/ 95606 h 453469"/>
              <a:gd name="csX1" fmla="*/ 557076 w 692834"/>
              <a:gd name="csY1" fmla="*/ 4083 h 453469"/>
              <a:gd name="csX2" fmla="*/ 691934 w 692834"/>
              <a:gd name="csY2" fmla="*/ 79895 h 453469"/>
              <a:gd name="csX3" fmla="*/ 664746 w 692834"/>
              <a:gd name="csY3" fmla="*/ 122124 h 453469"/>
              <a:gd name="csX4" fmla="*/ 505028 w 692834"/>
              <a:gd name="csY4" fmla="*/ 167012 h 453469"/>
              <a:gd name="csX5" fmla="*/ 592661 w 692834"/>
              <a:gd name="csY5" fmla="*/ 262609 h 453469"/>
              <a:gd name="csX6" fmla="*/ 546101 w 692834"/>
              <a:gd name="csY6" fmla="*/ 344821 h 453469"/>
              <a:gd name="csX7" fmla="*/ 321448 w 692834"/>
              <a:gd name="csY7" fmla="*/ 419470 h 453469"/>
              <a:gd name="csX8" fmla="*/ 248282 w 692834"/>
              <a:gd name="csY8" fmla="*/ 453469 h 453469"/>
              <a:gd name="csX9" fmla="*/ 271063 w 692834"/>
              <a:gd name="csY9" fmla="*/ 432271 h 453469"/>
              <a:gd name="csX10" fmla="*/ 213528 w 692834"/>
              <a:gd name="csY10" fmla="*/ 345237 h 453469"/>
              <a:gd name="csX11" fmla="*/ 306482 w 692834"/>
              <a:gd name="csY11" fmla="*/ 216805 h 453469"/>
              <a:gd name="csX12" fmla="*/ 75843 w 692834"/>
              <a:gd name="csY12" fmla="*/ 200928 h 453469"/>
              <a:gd name="csX13" fmla="*/ 1596 w 692834"/>
              <a:gd name="csY13" fmla="*/ 89787 h 453469"/>
              <a:gd name="csX14" fmla="*/ 110846 w 692834"/>
              <a:gd name="csY14" fmla="*/ 95606 h 453469"/>
              <a:gd name="csX15" fmla="*/ 392202 w 692834"/>
              <a:gd name="csY15" fmla="*/ 223871 h 453469"/>
              <a:gd name="csX16" fmla="*/ 332506 w 692834"/>
              <a:gd name="csY16" fmla="*/ 364190 h 453469"/>
              <a:gd name="csX17" fmla="*/ 462542 w 692834"/>
              <a:gd name="csY17" fmla="*/ 177320 h 453469"/>
              <a:gd name="csX18" fmla="*/ 392202 w 692834"/>
              <a:gd name="csY18" fmla="*/ 223871 h 453469"/>
              <a:gd name="csX0" fmla="*/ 110846 w 692834"/>
              <a:gd name="csY0" fmla="*/ 95606 h 453469"/>
              <a:gd name="csX1" fmla="*/ 557076 w 692834"/>
              <a:gd name="csY1" fmla="*/ 4083 h 453469"/>
              <a:gd name="csX2" fmla="*/ 691934 w 692834"/>
              <a:gd name="csY2" fmla="*/ 79895 h 453469"/>
              <a:gd name="csX3" fmla="*/ 664746 w 692834"/>
              <a:gd name="csY3" fmla="*/ 122124 h 453469"/>
              <a:gd name="csX4" fmla="*/ 505028 w 692834"/>
              <a:gd name="csY4" fmla="*/ 167012 h 453469"/>
              <a:gd name="csX5" fmla="*/ 592661 w 692834"/>
              <a:gd name="csY5" fmla="*/ 262609 h 453469"/>
              <a:gd name="csX6" fmla="*/ 546101 w 692834"/>
              <a:gd name="csY6" fmla="*/ 344821 h 453469"/>
              <a:gd name="csX7" fmla="*/ 321448 w 692834"/>
              <a:gd name="csY7" fmla="*/ 419470 h 453469"/>
              <a:gd name="csX8" fmla="*/ 248282 w 692834"/>
              <a:gd name="csY8" fmla="*/ 453469 h 453469"/>
              <a:gd name="csX9" fmla="*/ 271063 w 692834"/>
              <a:gd name="csY9" fmla="*/ 432271 h 453469"/>
              <a:gd name="csX10" fmla="*/ 213528 w 692834"/>
              <a:gd name="csY10" fmla="*/ 345237 h 453469"/>
              <a:gd name="csX11" fmla="*/ 306482 w 692834"/>
              <a:gd name="csY11" fmla="*/ 216805 h 453469"/>
              <a:gd name="csX12" fmla="*/ 75843 w 692834"/>
              <a:gd name="csY12" fmla="*/ 200928 h 453469"/>
              <a:gd name="csX13" fmla="*/ 1596 w 692834"/>
              <a:gd name="csY13" fmla="*/ 89787 h 453469"/>
              <a:gd name="csX14" fmla="*/ 110846 w 692834"/>
              <a:gd name="csY14" fmla="*/ 95606 h 453469"/>
              <a:gd name="csX15" fmla="*/ 392202 w 692834"/>
              <a:gd name="csY15" fmla="*/ 223871 h 453469"/>
              <a:gd name="csX16" fmla="*/ 332506 w 692834"/>
              <a:gd name="csY16" fmla="*/ 364190 h 453469"/>
              <a:gd name="csX17" fmla="*/ 462542 w 692834"/>
              <a:gd name="csY17" fmla="*/ 177320 h 453469"/>
              <a:gd name="csX18" fmla="*/ 392202 w 692834"/>
              <a:gd name="csY18" fmla="*/ 223871 h 4534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692834" h="453469">
                <a:moveTo>
                  <a:pt x="110846" y="95606"/>
                </a:moveTo>
                <a:cubicBezTo>
                  <a:pt x="263165" y="85714"/>
                  <a:pt x="409663" y="39911"/>
                  <a:pt x="557076" y="4083"/>
                </a:cubicBezTo>
                <a:cubicBezTo>
                  <a:pt x="613114" y="-12709"/>
                  <a:pt x="676719" y="24200"/>
                  <a:pt x="691934" y="79895"/>
                </a:cubicBezTo>
                <a:cubicBezTo>
                  <a:pt x="696424" y="98682"/>
                  <a:pt x="683619" y="118466"/>
                  <a:pt x="664746" y="122124"/>
                </a:cubicBezTo>
                <a:cubicBezTo>
                  <a:pt x="612283" y="139580"/>
                  <a:pt x="558240" y="151966"/>
                  <a:pt x="505028" y="167012"/>
                </a:cubicBezTo>
                <a:cubicBezTo>
                  <a:pt x="545934" y="184635"/>
                  <a:pt x="584264" y="216889"/>
                  <a:pt x="592661" y="262609"/>
                </a:cubicBezTo>
                <a:cubicBezTo>
                  <a:pt x="600476" y="297938"/>
                  <a:pt x="572041" y="325952"/>
                  <a:pt x="546101" y="344821"/>
                </a:cubicBezTo>
                <a:cubicBezTo>
                  <a:pt x="479669" y="391955"/>
                  <a:pt x="391787" y="381065"/>
                  <a:pt x="321448" y="419470"/>
                </a:cubicBezTo>
                <a:cubicBezTo>
                  <a:pt x="298251" y="433269"/>
                  <a:pt x="272643" y="442080"/>
                  <a:pt x="248282" y="453469"/>
                </a:cubicBezTo>
                <a:cubicBezTo>
                  <a:pt x="255765" y="446237"/>
                  <a:pt x="263414" y="439254"/>
                  <a:pt x="271063" y="432271"/>
                </a:cubicBezTo>
                <a:cubicBezTo>
                  <a:pt x="240217" y="415064"/>
                  <a:pt x="207874" y="383476"/>
                  <a:pt x="213528" y="345237"/>
                </a:cubicBezTo>
                <a:cubicBezTo>
                  <a:pt x="227995" y="292285"/>
                  <a:pt x="279793" y="262525"/>
                  <a:pt x="306482" y="216805"/>
                </a:cubicBezTo>
                <a:cubicBezTo>
                  <a:pt x="229824" y="213480"/>
                  <a:pt x="147845" y="239665"/>
                  <a:pt x="75843" y="200928"/>
                </a:cubicBezTo>
                <a:cubicBezTo>
                  <a:pt x="37015" y="178484"/>
                  <a:pt x="-9213" y="139996"/>
                  <a:pt x="1596" y="89787"/>
                </a:cubicBezTo>
                <a:cubicBezTo>
                  <a:pt x="37930" y="93029"/>
                  <a:pt x="74180" y="103337"/>
                  <a:pt x="110846" y="95606"/>
                </a:cubicBezTo>
                <a:moveTo>
                  <a:pt x="392202" y="223871"/>
                </a:moveTo>
                <a:cubicBezTo>
                  <a:pt x="365763" y="267513"/>
                  <a:pt x="345310" y="314813"/>
                  <a:pt x="332506" y="364190"/>
                </a:cubicBezTo>
                <a:cubicBezTo>
                  <a:pt x="444480" y="289598"/>
                  <a:pt x="452593" y="200707"/>
                  <a:pt x="462542" y="177320"/>
                </a:cubicBezTo>
                <a:cubicBezTo>
                  <a:pt x="435271" y="185134"/>
                  <a:pt x="406919" y="198268"/>
                  <a:pt x="392202" y="223871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2808182F-C186-3553-531E-AC05F0440FED}"/>
              </a:ext>
            </a:extLst>
          </p:cNvPr>
          <p:cNvSpPr/>
          <p:nvPr/>
        </p:nvSpPr>
        <p:spPr>
          <a:xfrm>
            <a:off x="4406090" y="2859340"/>
            <a:ext cx="973276" cy="310985"/>
          </a:xfrm>
          <a:custGeom>
            <a:avLst/>
            <a:gdLst>
              <a:gd name="csX0" fmla="*/ 171192 w 682920"/>
              <a:gd name="csY0" fmla="*/ 63730 h 218209"/>
              <a:gd name="csX1" fmla="*/ 560053 w 682920"/>
              <a:gd name="csY1" fmla="*/ 2465 h 218209"/>
              <a:gd name="csX2" fmla="*/ 682771 w 682920"/>
              <a:gd name="csY2" fmla="*/ 131811 h 218209"/>
              <a:gd name="csX3" fmla="*/ 588072 w 682920"/>
              <a:gd name="csY3" fmla="*/ 174871 h 218209"/>
              <a:gd name="csX4" fmla="*/ 404159 w 682920"/>
              <a:gd name="csY4" fmla="*/ 213026 h 218209"/>
              <a:gd name="csX5" fmla="*/ 475579 w 682920"/>
              <a:gd name="csY5" fmla="*/ 158495 h 218209"/>
              <a:gd name="csX6" fmla="*/ 433508 w 682920"/>
              <a:gd name="csY6" fmla="*/ 161238 h 218209"/>
              <a:gd name="csX7" fmla="*/ 164125 w 682920"/>
              <a:gd name="csY7" fmla="*/ 217183 h 218209"/>
              <a:gd name="csX8" fmla="*/ 0 w 682920"/>
              <a:gd name="csY8" fmla="*/ 106208 h 218209"/>
              <a:gd name="csX9" fmla="*/ 171192 w 682920"/>
              <a:gd name="csY9" fmla="*/ 63730 h 2182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82920" h="218209">
                <a:moveTo>
                  <a:pt x="171192" y="63730"/>
                </a:moveTo>
                <a:cubicBezTo>
                  <a:pt x="298650" y="33721"/>
                  <a:pt x="427106" y="-11002"/>
                  <a:pt x="560053" y="2465"/>
                </a:cubicBezTo>
                <a:cubicBezTo>
                  <a:pt x="622077" y="11526"/>
                  <a:pt x="686430" y="65226"/>
                  <a:pt x="682771" y="131811"/>
                </a:cubicBezTo>
                <a:cubicBezTo>
                  <a:pt x="674125" y="174954"/>
                  <a:pt x="622659" y="174705"/>
                  <a:pt x="588072" y="174871"/>
                </a:cubicBezTo>
                <a:cubicBezTo>
                  <a:pt x="524384" y="172211"/>
                  <a:pt x="463773" y="193491"/>
                  <a:pt x="404159" y="213026"/>
                </a:cubicBezTo>
                <a:cubicBezTo>
                  <a:pt x="428852" y="196151"/>
                  <a:pt x="461694" y="187340"/>
                  <a:pt x="475579" y="158495"/>
                </a:cubicBezTo>
                <a:cubicBezTo>
                  <a:pt x="461444" y="158744"/>
                  <a:pt x="447310" y="158744"/>
                  <a:pt x="433508" y="161238"/>
                </a:cubicBezTo>
                <a:cubicBezTo>
                  <a:pt x="343547" y="178944"/>
                  <a:pt x="255333" y="206376"/>
                  <a:pt x="164125" y="217183"/>
                </a:cubicBezTo>
                <a:cubicBezTo>
                  <a:pt x="93869" y="225662"/>
                  <a:pt x="9478" y="181022"/>
                  <a:pt x="0" y="106208"/>
                </a:cubicBezTo>
                <a:cubicBezTo>
                  <a:pt x="55955" y="87670"/>
                  <a:pt x="114322" y="78609"/>
                  <a:pt x="171192" y="63730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D04F0C6C-EF11-0C17-E3B8-8859EDA64553}"/>
              </a:ext>
            </a:extLst>
          </p:cNvPr>
          <p:cNvSpPr/>
          <p:nvPr/>
        </p:nvSpPr>
        <p:spPr>
          <a:xfrm>
            <a:off x="4281656" y="3351837"/>
            <a:ext cx="1257307" cy="1530799"/>
          </a:xfrm>
          <a:custGeom>
            <a:avLst/>
            <a:gdLst>
              <a:gd name="csX0" fmla="*/ 661337 w 1275374"/>
              <a:gd name="csY0" fmla="*/ 26102 h 1612801"/>
              <a:gd name="csX1" fmla="*/ 778236 w 1275374"/>
              <a:gd name="csY1" fmla="*/ 0 h 1612801"/>
              <a:gd name="csX2" fmla="*/ 852649 w 1275374"/>
              <a:gd name="csY2" fmla="*/ 70908 h 1612801"/>
              <a:gd name="csX3" fmla="*/ 825628 w 1275374"/>
              <a:gd name="csY3" fmla="*/ 133752 h 1612801"/>
              <a:gd name="csX4" fmla="*/ 638306 w 1275374"/>
              <a:gd name="csY4" fmla="*/ 212224 h 1612801"/>
              <a:gd name="csX5" fmla="*/ 569879 w 1275374"/>
              <a:gd name="csY5" fmla="*/ 279640 h 1612801"/>
              <a:gd name="csX6" fmla="*/ 753127 w 1275374"/>
              <a:gd name="csY6" fmla="*/ 241651 h 1612801"/>
              <a:gd name="csX7" fmla="*/ 872105 w 1275374"/>
              <a:gd name="csY7" fmla="*/ 324280 h 1612801"/>
              <a:gd name="csX8" fmla="*/ 931385 w 1275374"/>
              <a:gd name="csY8" fmla="*/ 525946 h 1612801"/>
              <a:gd name="csX9" fmla="*/ 932716 w 1275374"/>
              <a:gd name="csY9" fmla="*/ 776160 h 1612801"/>
              <a:gd name="csX10" fmla="*/ 883661 w 1275374"/>
              <a:gd name="csY10" fmla="*/ 906005 h 1612801"/>
              <a:gd name="csX11" fmla="*/ 762689 w 1275374"/>
              <a:gd name="csY11" fmla="*/ 934434 h 1612801"/>
              <a:gd name="csX12" fmla="*/ 669236 w 1275374"/>
              <a:gd name="csY12" fmla="*/ 871091 h 1612801"/>
              <a:gd name="csX13" fmla="*/ 469859 w 1275374"/>
              <a:gd name="csY13" fmla="*/ 918972 h 1612801"/>
              <a:gd name="csX14" fmla="*/ 517333 w 1275374"/>
              <a:gd name="csY14" fmla="*/ 995865 h 1612801"/>
              <a:gd name="csX15" fmla="*/ 523153 w 1275374"/>
              <a:gd name="csY15" fmla="*/ 1098860 h 1612801"/>
              <a:gd name="csX16" fmla="*/ 640967 w 1275374"/>
              <a:gd name="csY16" fmla="*/ 1055634 h 1612801"/>
              <a:gd name="csX17" fmla="*/ 871856 w 1275374"/>
              <a:gd name="csY17" fmla="*/ 970012 h 1612801"/>
              <a:gd name="csX18" fmla="*/ 972043 w 1275374"/>
              <a:gd name="csY18" fmla="*/ 1086640 h 1612801"/>
              <a:gd name="csX19" fmla="*/ 819225 w 1275374"/>
              <a:gd name="csY19" fmla="*/ 1216568 h 1612801"/>
              <a:gd name="csX20" fmla="*/ 1109479 w 1275374"/>
              <a:gd name="csY20" fmla="*/ 1317401 h 1612801"/>
              <a:gd name="csX21" fmla="*/ 1257307 w 1275374"/>
              <a:gd name="csY21" fmla="*/ 1445085 h 1612801"/>
              <a:gd name="csX22" fmla="*/ 1271441 w 1275374"/>
              <a:gd name="csY22" fmla="*/ 1565869 h 1612801"/>
              <a:gd name="csX23" fmla="*/ 1202848 w 1275374"/>
              <a:gd name="csY23" fmla="*/ 1612254 h 1612801"/>
              <a:gd name="csX24" fmla="*/ 995323 w 1275374"/>
              <a:gd name="csY24" fmla="*/ 1529126 h 1612801"/>
              <a:gd name="csX25" fmla="*/ 619682 w 1275374"/>
              <a:gd name="csY25" fmla="*/ 1369605 h 1612801"/>
              <a:gd name="csX26" fmla="*/ 446245 w 1275374"/>
              <a:gd name="csY26" fmla="*/ 1448244 h 1612801"/>
              <a:gd name="csX27" fmla="*/ 178192 w 1275374"/>
              <a:gd name="csY27" fmla="*/ 1496125 h 1612801"/>
              <a:gd name="csX28" fmla="*/ 380480 w 1275374"/>
              <a:gd name="csY28" fmla="*/ 1400695 h 1612801"/>
              <a:gd name="csX29" fmla="*/ 516419 w 1275374"/>
              <a:gd name="csY29" fmla="*/ 1311582 h 1612801"/>
              <a:gd name="csX30" fmla="*/ 426956 w 1275374"/>
              <a:gd name="csY30" fmla="*/ 1242670 h 1612801"/>
              <a:gd name="csX31" fmla="*/ 244706 w 1275374"/>
              <a:gd name="csY31" fmla="*/ 1405766 h 1612801"/>
              <a:gd name="csX32" fmla="*/ 121239 w 1275374"/>
              <a:gd name="csY32" fmla="*/ 1444503 h 1612801"/>
              <a:gd name="csX33" fmla="*/ 1929 w 1275374"/>
              <a:gd name="csY33" fmla="*/ 1282238 h 1612801"/>
              <a:gd name="csX34" fmla="*/ 78919 w 1275374"/>
              <a:gd name="csY34" fmla="*/ 1208588 h 1612801"/>
              <a:gd name="csX35" fmla="*/ 328266 w 1275374"/>
              <a:gd name="csY35" fmla="*/ 967269 h 1612801"/>
              <a:gd name="csX36" fmla="*/ 365514 w 1275374"/>
              <a:gd name="csY36" fmla="*/ 875497 h 1612801"/>
              <a:gd name="csX37" fmla="*/ 463124 w 1275374"/>
              <a:gd name="csY37" fmla="*/ 915730 h 1612801"/>
              <a:gd name="csX38" fmla="*/ 450569 w 1275374"/>
              <a:gd name="csY38" fmla="*/ 850226 h 1612801"/>
              <a:gd name="csX39" fmla="*/ 557990 w 1275374"/>
              <a:gd name="csY39" fmla="*/ 785886 h 1612801"/>
              <a:gd name="csX40" fmla="*/ 704239 w 1275374"/>
              <a:gd name="csY40" fmla="*/ 727115 h 1612801"/>
              <a:gd name="csX41" fmla="*/ 733339 w 1275374"/>
              <a:gd name="csY41" fmla="*/ 626281 h 1612801"/>
              <a:gd name="csX42" fmla="*/ 749968 w 1275374"/>
              <a:gd name="csY42" fmla="*/ 476070 h 1612801"/>
              <a:gd name="csX43" fmla="*/ 736082 w 1275374"/>
              <a:gd name="csY43" fmla="*/ 435421 h 1612801"/>
              <a:gd name="csX44" fmla="*/ 613945 w 1275374"/>
              <a:gd name="csY44" fmla="*/ 443733 h 1612801"/>
              <a:gd name="csX45" fmla="*/ 521573 w 1275374"/>
              <a:gd name="csY45" fmla="*/ 349633 h 1612801"/>
              <a:gd name="csX46" fmla="*/ 455973 w 1275374"/>
              <a:gd name="csY46" fmla="*/ 808330 h 1612801"/>
              <a:gd name="csX47" fmla="*/ 412656 w 1275374"/>
              <a:gd name="csY47" fmla="*/ 847898 h 1612801"/>
              <a:gd name="csX48" fmla="*/ 332090 w 1275374"/>
              <a:gd name="csY48" fmla="*/ 806085 h 1612801"/>
              <a:gd name="csX49" fmla="*/ 296006 w 1275374"/>
              <a:gd name="csY49" fmla="*/ 645567 h 1612801"/>
              <a:gd name="csX50" fmla="*/ 376654 w 1275374"/>
              <a:gd name="csY50" fmla="*/ 416135 h 1612801"/>
              <a:gd name="csX51" fmla="*/ 478588 w 1275374"/>
              <a:gd name="csY51" fmla="*/ 301087 h 1612801"/>
              <a:gd name="csX52" fmla="*/ 544438 w 1275374"/>
              <a:gd name="csY52" fmla="*/ 225940 h 1612801"/>
              <a:gd name="csX53" fmla="*/ 336830 w 1275374"/>
              <a:gd name="csY53" fmla="*/ 278809 h 1612801"/>
              <a:gd name="csX54" fmla="*/ 243542 w 1275374"/>
              <a:gd name="csY54" fmla="*/ 160768 h 1612801"/>
              <a:gd name="csX55" fmla="*/ 264827 w 1275374"/>
              <a:gd name="csY55" fmla="*/ 131674 h 1612801"/>
              <a:gd name="csX56" fmla="*/ 425211 w 1275374"/>
              <a:gd name="csY56" fmla="*/ 96594 h 1612801"/>
              <a:gd name="csX57" fmla="*/ 661337 w 1275374"/>
              <a:gd name="csY57" fmla="*/ 26102 h 1612801"/>
              <a:gd name="csX58" fmla="*/ 674307 w 1275374"/>
              <a:gd name="csY58" fmla="*/ 1103931 h 1612801"/>
              <a:gd name="csX59" fmla="*/ 495716 w 1275374"/>
              <a:gd name="csY59" fmla="*/ 1153391 h 1612801"/>
              <a:gd name="csX60" fmla="*/ 677467 w 1275374"/>
              <a:gd name="csY60" fmla="*/ 1177914 h 1612801"/>
              <a:gd name="csX61" fmla="*/ 754374 w 1275374"/>
              <a:gd name="csY61" fmla="*/ 1106175 h 1612801"/>
              <a:gd name="csX62" fmla="*/ 674307 w 1275374"/>
              <a:gd name="csY62" fmla="*/ 1103931 h 1612801"/>
              <a:gd name="csX0" fmla="*/ 661337 w 1275374"/>
              <a:gd name="csY0" fmla="*/ 26102 h 1570660"/>
              <a:gd name="csX1" fmla="*/ 778236 w 1275374"/>
              <a:gd name="csY1" fmla="*/ 0 h 1570660"/>
              <a:gd name="csX2" fmla="*/ 852649 w 1275374"/>
              <a:gd name="csY2" fmla="*/ 70908 h 1570660"/>
              <a:gd name="csX3" fmla="*/ 825628 w 1275374"/>
              <a:gd name="csY3" fmla="*/ 133752 h 1570660"/>
              <a:gd name="csX4" fmla="*/ 638306 w 1275374"/>
              <a:gd name="csY4" fmla="*/ 212224 h 1570660"/>
              <a:gd name="csX5" fmla="*/ 569879 w 1275374"/>
              <a:gd name="csY5" fmla="*/ 279640 h 1570660"/>
              <a:gd name="csX6" fmla="*/ 753127 w 1275374"/>
              <a:gd name="csY6" fmla="*/ 241651 h 1570660"/>
              <a:gd name="csX7" fmla="*/ 872105 w 1275374"/>
              <a:gd name="csY7" fmla="*/ 324280 h 1570660"/>
              <a:gd name="csX8" fmla="*/ 931385 w 1275374"/>
              <a:gd name="csY8" fmla="*/ 525946 h 1570660"/>
              <a:gd name="csX9" fmla="*/ 932716 w 1275374"/>
              <a:gd name="csY9" fmla="*/ 776160 h 1570660"/>
              <a:gd name="csX10" fmla="*/ 883661 w 1275374"/>
              <a:gd name="csY10" fmla="*/ 906005 h 1570660"/>
              <a:gd name="csX11" fmla="*/ 762689 w 1275374"/>
              <a:gd name="csY11" fmla="*/ 934434 h 1570660"/>
              <a:gd name="csX12" fmla="*/ 669236 w 1275374"/>
              <a:gd name="csY12" fmla="*/ 871091 h 1570660"/>
              <a:gd name="csX13" fmla="*/ 469859 w 1275374"/>
              <a:gd name="csY13" fmla="*/ 918972 h 1570660"/>
              <a:gd name="csX14" fmla="*/ 517333 w 1275374"/>
              <a:gd name="csY14" fmla="*/ 995865 h 1570660"/>
              <a:gd name="csX15" fmla="*/ 523153 w 1275374"/>
              <a:gd name="csY15" fmla="*/ 1098860 h 1570660"/>
              <a:gd name="csX16" fmla="*/ 640967 w 1275374"/>
              <a:gd name="csY16" fmla="*/ 1055634 h 1570660"/>
              <a:gd name="csX17" fmla="*/ 871856 w 1275374"/>
              <a:gd name="csY17" fmla="*/ 970012 h 1570660"/>
              <a:gd name="csX18" fmla="*/ 972043 w 1275374"/>
              <a:gd name="csY18" fmla="*/ 1086640 h 1570660"/>
              <a:gd name="csX19" fmla="*/ 819225 w 1275374"/>
              <a:gd name="csY19" fmla="*/ 1216568 h 1570660"/>
              <a:gd name="csX20" fmla="*/ 1109479 w 1275374"/>
              <a:gd name="csY20" fmla="*/ 1317401 h 1570660"/>
              <a:gd name="csX21" fmla="*/ 1257307 w 1275374"/>
              <a:gd name="csY21" fmla="*/ 1445085 h 1570660"/>
              <a:gd name="csX22" fmla="*/ 1271441 w 1275374"/>
              <a:gd name="csY22" fmla="*/ 1565869 h 1570660"/>
              <a:gd name="csX23" fmla="*/ 995323 w 1275374"/>
              <a:gd name="csY23" fmla="*/ 1529126 h 1570660"/>
              <a:gd name="csX24" fmla="*/ 619682 w 1275374"/>
              <a:gd name="csY24" fmla="*/ 1369605 h 1570660"/>
              <a:gd name="csX25" fmla="*/ 446245 w 1275374"/>
              <a:gd name="csY25" fmla="*/ 1448244 h 1570660"/>
              <a:gd name="csX26" fmla="*/ 178192 w 1275374"/>
              <a:gd name="csY26" fmla="*/ 1496125 h 1570660"/>
              <a:gd name="csX27" fmla="*/ 380480 w 1275374"/>
              <a:gd name="csY27" fmla="*/ 1400695 h 1570660"/>
              <a:gd name="csX28" fmla="*/ 516419 w 1275374"/>
              <a:gd name="csY28" fmla="*/ 1311582 h 1570660"/>
              <a:gd name="csX29" fmla="*/ 426956 w 1275374"/>
              <a:gd name="csY29" fmla="*/ 1242670 h 1570660"/>
              <a:gd name="csX30" fmla="*/ 244706 w 1275374"/>
              <a:gd name="csY30" fmla="*/ 1405766 h 1570660"/>
              <a:gd name="csX31" fmla="*/ 121239 w 1275374"/>
              <a:gd name="csY31" fmla="*/ 1444503 h 1570660"/>
              <a:gd name="csX32" fmla="*/ 1929 w 1275374"/>
              <a:gd name="csY32" fmla="*/ 1282238 h 1570660"/>
              <a:gd name="csX33" fmla="*/ 78919 w 1275374"/>
              <a:gd name="csY33" fmla="*/ 1208588 h 1570660"/>
              <a:gd name="csX34" fmla="*/ 328266 w 1275374"/>
              <a:gd name="csY34" fmla="*/ 967269 h 1570660"/>
              <a:gd name="csX35" fmla="*/ 365514 w 1275374"/>
              <a:gd name="csY35" fmla="*/ 875497 h 1570660"/>
              <a:gd name="csX36" fmla="*/ 463124 w 1275374"/>
              <a:gd name="csY36" fmla="*/ 915730 h 1570660"/>
              <a:gd name="csX37" fmla="*/ 450569 w 1275374"/>
              <a:gd name="csY37" fmla="*/ 850226 h 1570660"/>
              <a:gd name="csX38" fmla="*/ 557990 w 1275374"/>
              <a:gd name="csY38" fmla="*/ 785886 h 1570660"/>
              <a:gd name="csX39" fmla="*/ 704239 w 1275374"/>
              <a:gd name="csY39" fmla="*/ 727115 h 1570660"/>
              <a:gd name="csX40" fmla="*/ 733339 w 1275374"/>
              <a:gd name="csY40" fmla="*/ 626281 h 1570660"/>
              <a:gd name="csX41" fmla="*/ 749968 w 1275374"/>
              <a:gd name="csY41" fmla="*/ 476070 h 1570660"/>
              <a:gd name="csX42" fmla="*/ 736082 w 1275374"/>
              <a:gd name="csY42" fmla="*/ 435421 h 1570660"/>
              <a:gd name="csX43" fmla="*/ 613945 w 1275374"/>
              <a:gd name="csY43" fmla="*/ 443733 h 1570660"/>
              <a:gd name="csX44" fmla="*/ 521573 w 1275374"/>
              <a:gd name="csY44" fmla="*/ 349633 h 1570660"/>
              <a:gd name="csX45" fmla="*/ 455973 w 1275374"/>
              <a:gd name="csY45" fmla="*/ 808330 h 1570660"/>
              <a:gd name="csX46" fmla="*/ 412656 w 1275374"/>
              <a:gd name="csY46" fmla="*/ 847898 h 1570660"/>
              <a:gd name="csX47" fmla="*/ 332090 w 1275374"/>
              <a:gd name="csY47" fmla="*/ 806085 h 1570660"/>
              <a:gd name="csX48" fmla="*/ 296006 w 1275374"/>
              <a:gd name="csY48" fmla="*/ 645567 h 1570660"/>
              <a:gd name="csX49" fmla="*/ 376654 w 1275374"/>
              <a:gd name="csY49" fmla="*/ 416135 h 1570660"/>
              <a:gd name="csX50" fmla="*/ 478588 w 1275374"/>
              <a:gd name="csY50" fmla="*/ 301087 h 1570660"/>
              <a:gd name="csX51" fmla="*/ 544438 w 1275374"/>
              <a:gd name="csY51" fmla="*/ 225940 h 1570660"/>
              <a:gd name="csX52" fmla="*/ 336830 w 1275374"/>
              <a:gd name="csY52" fmla="*/ 278809 h 1570660"/>
              <a:gd name="csX53" fmla="*/ 243542 w 1275374"/>
              <a:gd name="csY53" fmla="*/ 160768 h 1570660"/>
              <a:gd name="csX54" fmla="*/ 264827 w 1275374"/>
              <a:gd name="csY54" fmla="*/ 131674 h 1570660"/>
              <a:gd name="csX55" fmla="*/ 425211 w 1275374"/>
              <a:gd name="csY55" fmla="*/ 96594 h 1570660"/>
              <a:gd name="csX56" fmla="*/ 661337 w 1275374"/>
              <a:gd name="csY56" fmla="*/ 26102 h 1570660"/>
              <a:gd name="csX57" fmla="*/ 674307 w 1275374"/>
              <a:gd name="csY57" fmla="*/ 1103931 h 1570660"/>
              <a:gd name="csX58" fmla="*/ 495716 w 1275374"/>
              <a:gd name="csY58" fmla="*/ 1153391 h 1570660"/>
              <a:gd name="csX59" fmla="*/ 677467 w 1275374"/>
              <a:gd name="csY59" fmla="*/ 1177914 h 1570660"/>
              <a:gd name="csX60" fmla="*/ 754374 w 1275374"/>
              <a:gd name="csY60" fmla="*/ 1106175 h 1570660"/>
              <a:gd name="csX61" fmla="*/ 674307 w 1275374"/>
              <a:gd name="csY61" fmla="*/ 1103931 h 1570660"/>
              <a:gd name="csX0" fmla="*/ 661337 w 1257307"/>
              <a:gd name="csY0" fmla="*/ 26102 h 1530799"/>
              <a:gd name="csX1" fmla="*/ 778236 w 1257307"/>
              <a:gd name="csY1" fmla="*/ 0 h 1530799"/>
              <a:gd name="csX2" fmla="*/ 852649 w 1257307"/>
              <a:gd name="csY2" fmla="*/ 70908 h 1530799"/>
              <a:gd name="csX3" fmla="*/ 825628 w 1257307"/>
              <a:gd name="csY3" fmla="*/ 133752 h 1530799"/>
              <a:gd name="csX4" fmla="*/ 638306 w 1257307"/>
              <a:gd name="csY4" fmla="*/ 212224 h 1530799"/>
              <a:gd name="csX5" fmla="*/ 569879 w 1257307"/>
              <a:gd name="csY5" fmla="*/ 279640 h 1530799"/>
              <a:gd name="csX6" fmla="*/ 753127 w 1257307"/>
              <a:gd name="csY6" fmla="*/ 241651 h 1530799"/>
              <a:gd name="csX7" fmla="*/ 872105 w 1257307"/>
              <a:gd name="csY7" fmla="*/ 324280 h 1530799"/>
              <a:gd name="csX8" fmla="*/ 931385 w 1257307"/>
              <a:gd name="csY8" fmla="*/ 525946 h 1530799"/>
              <a:gd name="csX9" fmla="*/ 932716 w 1257307"/>
              <a:gd name="csY9" fmla="*/ 776160 h 1530799"/>
              <a:gd name="csX10" fmla="*/ 883661 w 1257307"/>
              <a:gd name="csY10" fmla="*/ 906005 h 1530799"/>
              <a:gd name="csX11" fmla="*/ 762689 w 1257307"/>
              <a:gd name="csY11" fmla="*/ 934434 h 1530799"/>
              <a:gd name="csX12" fmla="*/ 669236 w 1257307"/>
              <a:gd name="csY12" fmla="*/ 871091 h 1530799"/>
              <a:gd name="csX13" fmla="*/ 469859 w 1257307"/>
              <a:gd name="csY13" fmla="*/ 918972 h 1530799"/>
              <a:gd name="csX14" fmla="*/ 517333 w 1257307"/>
              <a:gd name="csY14" fmla="*/ 995865 h 1530799"/>
              <a:gd name="csX15" fmla="*/ 523153 w 1257307"/>
              <a:gd name="csY15" fmla="*/ 1098860 h 1530799"/>
              <a:gd name="csX16" fmla="*/ 640967 w 1257307"/>
              <a:gd name="csY16" fmla="*/ 1055634 h 1530799"/>
              <a:gd name="csX17" fmla="*/ 871856 w 1257307"/>
              <a:gd name="csY17" fmla="*/ 970012 h 1530799"/>
              <a:gd name="csX18" fmla="*/ 972043 w 1257307"/>
              <a:gd name="csY18" fmla="*/ 1086640 h 1530799"/>
              <a:gd name="csX19" fmla="*/ 819225 w 1257307"/>
              <a:gd name="csY19" fmla="*/ 1216568 h 1530799"/>
              <a:gd name="csX20" fmla="*/ 1109479 w 1257307"/>
              <a:gd name="csY20" fmla="*/ 1317401 h 1530799"/>
              <a:gd name="csX21" fmla="*/ 1257307 w 1257307"/>
              <a:gd name="csY21" fmla="*/ 1445085 h 1530799"/>
              <a:gd name="csX22" fmla="*/ 995323 w 1257307"/>
              <a:gd name="csY22" fmla="*/ 1529126 h 1530799"/>
              <a:gd name="csX23" fmla="*/ 619682 w 1257307"/>
              <a:gd name="csY23" fmla="*/ 1369605 h 1530799"/>
              <a:gd name="csX24" fmla="*/ 446245 w 1257307"/>
              <a:gd name="csY24" fmla="*/ 1448244 h 1530799"/>
              <a:gd name="csX25" fmla="*/ 178192 w 1257307"/>
              <a:gd name="csY25" fmla="*/ 1496125 h 1530799"/>
              <a:gd name="csX26" fmla="*/ 380480 w 1257307"/>
              <a:gd name="csY26" fmla="*/ 1400695 h 1530799"/>
              <a:gd name="csX27" fmla="*/ 516419 w 1257307"/>
              <a:gd name="csY27" fmla="*/ 1311582 h 1530799"/>
              <a:gd name="csX28" fmla="*/ 426956 w 1257307"/>
              <a:gd name="csY28" fmla="*/ 1242670 h 1530799"/>
              <a:gd name="csX29" fmla="*/ 244706 w 1257307"/>
              <a:gd name="csY29" fmla="*/ 1405766 h 1530799"/>
              <a:gd name="csX30" fmla="*/ 121239 w 1257307"/>
              <a:gd name="csY30" fmla="*/ 1444503 h 1530799"/>
              <a:gd name="csX31" fmla="*/ 1929 w 1257307"/>
              <a:gd name="csY31" fmla="*/ 1282238 h 1530799"/>
              <a:gd name="csX32" fmla="*/ 78919 w 1257307"/>
              <a:gd name="csY32" fmla="*/ 1208588 h 1530799"/>
              <a:gd name="csX33" fmla="*/ 328266 w 1257307"/>
              <a:gd name="csY33" fmla="*/ 967269 h 1530799"/>
              <a:gd name="csX34" fmla="*/ 365514 w 1257307"/>
              <a:gd name="csY34" fmla="*/ 875497 h 1530799"/>
              <a:gd name="csX35" fmla="*/ 463124 w 1257307"/>
              <a:gd name="csY35" fmla="*/ 915730 h 1530799"/>
              <a:gd name="csX36" fmla="*/ 450569 w 1257307"/>
              <a:gd name="csY36" fmla="*/ 850226 h 1530799"/>
              <a:gd name="csX37" fmla="*/ 557990 w 1257307"/>
              <a:gd name="csY37" fmla="*/ 785886 h 1530799"/>
              <a:gd name="csX38" fmla="*/ 704239 w 1257307"/>
              <a:gd name="csY38" fmla="*/ 727115 h 1530799"/>
              <a:gd name="csX39" fmla="*/ 733339 w 1257307"/>
              <a:gd name="csY39" fmla="*/ 626281 h 1530799"/>
              <a:gd name="csX40" fmla="*/ 749968 w 1257307"/>
              <a:gd name="csY40" fmla="*/ 476070 h 1530799"/>
              <a:gd name="csX41" fmla="*/ 736082 w 1257307"/>
              <a:gd name="csY41" fmla="*/ 435421 h 1530799"/>
              <a:gd name="csX42" fmla="*/ 613945 w 1257307"/>
              <a:gd name="csY42" fmla="*/ 443733 h 1530799"/>
              <a:gd name="csX43" fmla="*/ 521573 w 1257307"/>
              <a:gd name="csY43" fmla="*/ 349633 h 1530799"/>
              <a:gd name="csX44" fmla="*/ 455973 w 1257307"/>
              <a:gd name="csY44" fmla="*/ 808330 h 1530799"/>
              <a:gd name="csX45" fmla="*/ 412656 w 1257307"/>
              <a:gd name="csY45" fmla="*/ 847898 h 1530799"/>
              <a:gd name="csX46" fmla="*/ 332090 w 1257307"/>
              <a:gd name="csY46" fmla="*/ 806085 h 1530799"/>
              <a:gd name="csX47" fmla="*/ 296006 w 1257307"/>
              <a:gd name="csY47" fmla="*/ 645567 h 1530799"/>
              <a:gd name="csX48" fmla="*/ 376654 w 1257307"/>
              <a:gd name="csY48" fmla="*/ 416135 h 1530799"/>
              <a:gd name="csX49" fmla="*/ 478588 w 1257307"/>
              <a:gd name="csY49" fmla="*/ 301087 h 1530799"/>
              <a:gd name="csX50" fmla="*/ 544438 w 1257307"/>
              <a:gd name="csY50" fmla="*/ 225940 h 1530799"/>
              <a:gd name="csX51" fmla="*/ 336830 w 1257307"/>
              <a:gd name="csY51" fmla="*/ 278809 h 1530799"/>
              <a:gd name="csX52" fmla="*/ 243542 w 1257307"/>
              <a:gd name="csY52" fmla="*/ 160768 h 1530799"/>
              <a:gd name="csX53" fmla="*/ 264827 w 1257307"/>
              <a:gd name="csY53" fmla="*/ 131674 h 1530799"/>
              <a:gd name="csX54" fmla="*/ 425211 w 1257307"/>
              <a:gd name="csY54" fmla="*/ 96594 h 1530799"/>
              <a:gd name="csX55" fmla="*/ 661337 w 1257307"/>
              <a:gd name="csY55" fmla="*/ 26102 h 1530799"/>
              <a:gd name="csX56" fmla="*/ 674307 w 1257307"/>
              <a:gd name="csY56" fmla="*/ 1103931 h 1530799"/>
              <a:gd name="csX57" fmla="*/ 495716 w 1257307"/>
              <a:gd name="csY57" fmla="*/ 1153391 h 1530799"/>
              <a:gd name="csX58" fmla="*/ 677467 w 1257307"/>
              <a:gd name="csY58" fmla="*/ 1177914 h 1530799"/>
              <a:gd name="csX59" fmla="*/ 754374 w 1257307"/>
              <a:gd name="csY59" fmla="*/ 1106175 h 1530799"/>
              <a:gd name="csX60" fmla="*/ 674307 w 1257307"/>
              <a:gd name="csY60" fmla="*/ 1103931 h 153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</a:cxnLst>
            <a:rect l="l" t="t" r="r" b="b"/>
            <a:pathLst>
              <a:path w="1257307" h="1530799">
                <a:moveTo>
                  <a:pt x="661337" y="26102"/>
                </a:moveTo>
                <a:cubicBezTo>
                  <a:pt x="699417" y="14381"/>
                  <a:pt x="738078" y="2078"/>
                  <a:pt x="778236" y="0"/>
                </a:cubicBezTo>
                <a:cubicBezTo>
                  <a:pt x="813489" y="6983"/>
                  <a:pt x="841175" y="37823"/>
                  <a:pt x="852649" y="70908"/>
                </a:cubicBezTo>
                <a:cubicBezTo>
                  <a:pt x="862876" y="95763"/>
                  <a:pt x="842090" y="117709"/>
                  <a:pt x="825628" y="133752"/>
                </a:cubicBezTo>
                <a:cubicBezTo>
                  <a:pt x="772499" y="179389"/>
                  <a:pt x="696174" y="175565"/>
                  <a:pt x="638306" y="212224"/>
                </a:cubicBezTo>
                <a:cubicBezTo>
                  <a:pt x="611036" y="229515"/>
                  <a:pt x="586924" y="252208"/>
                  <a:pt x="569879" y="279640"/>
                </a:cubicBezTo>
                <a:cubicBezTo>
                  <a:pt x="630491" y="265343"/>
                  <a:pt x="689273" y="235500"/>
                  <a:pt x="753127" y="241651"/>
                </a:cubicBezTo>
                <a:cubicBezTo>
                  <a:pt x="802680" y="250213"/>
                  <a:pt x="842589" y="285293"/>
                  <a:pt x="872105" y="324280"/>
                </a:cubicBezTo>
                <a:cubicBezTo>
                  <a:pt x="913677" y="382718"/>
                  <a:pt x="927644" y="455621"/>
                  <a:pt x="931385" y="525946"/>
                </a:cubicBezTo>
                <a:cubicBezTo>
                  <a:pt x="934628" y="609323"/>
                  <a:pt x="934795" y="692783"/>
                  <a:pt x="932716" y="776160"/>
                </a:cubicBezTo>
                <a:cubicBezTo>
                  <a:pt x="929973" y="822711"/>
                  <a:pt x="919995" y="873502"/>
                  <a:pt x="883661" y="906005"/>
                </a:cubicBezTo>
                <a:cubicBezTo>
                  <a:pt x="853480" y="939256"/>
                  <a:pt x="804177" y="945324"/>
                  <a:pt x="762689" y="934434"/>
                </a:cubicBezTo>
                <a:cubicBezTo>
                  <a:pt x="725689" y="923212"/>
                  <a:pt x="696257" y="897442"/>
                  <a:pt x="669236" y="871091"/>
                </a:cubicBezTo>
                <a:cubicBezTo>
                  <a:pt x="607959" y="900851"/>
                  <a:pt x="540031" y="937343"/>
                  <a:pt x="469859" y="918972"/>
                </a:cubicBezTo>
                <a:cubicBezTo>
                  <a:pt x="489729" y="941666"/>
                  <a:pt x="508104" y="966687"/>
                  <a:pt x="517333" y="995865"/>
                </a:cubicBezTo>
                <a:cubicBezTo>
                  <a:pt x="528890" y="1028950"/>
                  <a:pt x="523402" y="1064528"/>
                  <a:pt x="523153" y="1098860"/>
                </a:cubicBezTo>
                <a:cubicBezTo>
                  <a:pt x="565140" y="1092708"/>
                  <a:pt x="601307" y="1069184"/>
                  <a:pt x="640967" y="1055634"/>
                </a:cubicBezTo>
                <a:cubicBezTo>
                  <a:pt x="718124" y="1027786"/>
                  <a:pt x="793368" y="994286"/>
                  <a:pt x="871856" y="970012"/>
                </a:cubicBezTo>
                <a:cubicBezTo>
                  <a:pt x="929723" y="964360"/>
                  <a:pt x="985845" y="1030778"/>
                  <a:pt x="972043" y="1086640"/>
                </a:cubicBezTo>
                <a:cubicBezTo>
                  <a:pt x="933049" y="1142335"/>
                  <a:pt x="870442" y="1173757"/>
                  <a:pt x="819225" y="1216568"/>
                </a:cubicBezTo>
                <a:cubicBezTo>
                  <a:pt x="917252" y="1246161"/>
                  <a:pt x="1016026" y="1274757"/>
                  <a:pt x="1109479" y="1317401"/>
                </a:cubicBezTo>
                <a:cubicBezTo>
                  <a:pt x="1168926" y="1345332"/>
                  <a:pt x="1227459" y="1384319"/>
                  <a:pt x="1257307" y="1445085"/>
                </a:cubicBezTo>
                <a:cubicBezTo>
                  <a:pt x="1238281" y="1480372"/>
                  <a:pt x="1101594" y="1541706"/>
                  <a:pt x="995323" y="1529126"/>
                </a:cubicBezTo>
                <a:cubicBezTo>
                  <a:pt x="889052" y="1516546"/>
                  <a:pt x="741320" y="1430870"/>
                  <a:pt x="619682" y="1369605"/>
                </a:cubicBezTo>
                <a:cubicBezTo>
                  <a:pt x="568133" y="1407844"/>
                  <a:pt x="509019" y="1434777"/>
                  <a:pt x="446245" y="1448244"/>
                </a:cubicBezTo>
                <a:cubicBezTo>
                  <a:pt x="357615" y="1467778"/>
                  <a:pt x="269899" y="1497705"/>
                  <a:pt x="178192" y="1496125"/>
                </a:cubicBezTo>
                <a:cubicBezTo>
                  <a:pt x="249944" y="1474512"/>
                  <a:pt x="315877" y="1438102"/>
                  <a:pt x="380480" y="1400695"/>
                </a:cubicBezTo>
                <a:cubicBezTo>
                  <a:pt x="426291" y="1371766"/>
                  <a:pt x="474016" y="1345582"/>
                  <a:pt x="516419" y="1311582"/>
                </a:cubicBezTo>
                <a:cubicBezTo>
                  <a:pt x="484990" y="1290634"/>
                  <a:pt x="456306" y="1266195"/>
                  <a:pt x="426956" y="1242670"/>
                </a:cubicBezTo>
                <a:cubicBezTo>
                  <a:pt x="371333" y="1302355"/>
                  <a:pt x="312967" y="1360461"/>
                  <a:pt x="244706" y="1405766"/>
                </a:cubicBezTo>
                <a:cubicBezTo>
                  <a:pt x="208539" y="1430205"/>
                  <a:pt x="165970" y="1450155"/>
                  <a:pt x="121239" y="1444503"/>
                </a:cubicBezTo>
                <a:cubicBezTo>
                  <a:pt x="49736" y="1430454"/>
                  <a:pt x="-11790" y="1356637"/>
                  <a:pt x="1929" y="1282238"/>
                </a:cubicBezTo>
                <a:cubicBezTo>
                  <a:pt x="8912" y="1242420"/>
                  <a:pt x="52064" y="1231863"/>
                  <a:pt x="78919" y="1208588"/>
                </a:cubicBezTo>
                <a:cubicBezTo>
                  <a:pt x="170626" y="1138262"/>
                  <a:pt x="264161" y="1064944"/>
                  <a:pt x="328266" y="967269"/>
                </a:cubicBezTo>
                <a:cubicBezTo>
                  <a:pt x="352709" y="940253"/>
                  <a:pt x="324607" y="889795"/>
                  <a:pt x="365514" y="875497"/>
                </a:cubicBezTo>
                <a:cubicBezTo>
                  <a:pt x="401764" y="866353"/>
                  <a:pt x="438513" y="890127"/>
                  <a:pt x="463124" y="915730"/>
                </a:cubicBezTo>
                <a:cubicBezTo>
                  <a:pt x="453147" y="895530"/>
                  <a:pt x="441090" y="873003"/>
                  <a:pt x="450569" y="850226"/>
                </a:cubicBezTo>
                <a:cubicBezTo>
                  <a:pt x="468861" y="809493"/>
                  <a:pt x="515254" y="788463"/>
                  <a:pt x="557990" y="785886"/>
                </a:cubicBezTo>
                <a:cubicBezTo>
                  <a:pt x="610703" y="780981"/>
                  <a:pt x="665827" y="765519"/>
                  <a:pt x="704239" y="727115"/>
                </a:cubicBezTo>
                <a:cubicBezTo>
                  <a:pt x="727270" y="699267"/>
                  <a:pt x="730179" y="660862"/>
                  <a:pt x="733339" y="626281"/>
                </a:cubicBezTo>
                <a:cubicBezTo>
                  <a:pt x="739491" y="576238"/>
                  <a:pt x="745229" y="526196"/>
                  <a:pt x="749968" y="476070"/>
                </a:cubicBezTo>
                <a:cubicBezTo>
                  <a:pt x="753543" y="460359"/>
                  <a:pt x="742734" y="448223"/>
                  <a:pt x="736082" y="435421"/>
                </a:cubicBezTo>
                <a:cubicBezTo>
                  <a:pt x="696091" y="442986"/>
                  <a:pt x="654270" y="458115"/>
                  <a:pt x="613945" y="443733"/>
                </a:cubicBezTo>
                <a:cubicBezTo>
                  <a:pt x="570711" y="427524"/>
                  <a:pt x="543107" y="388288"/>
                  <a:pt x="521573" y="349633"/>
                </a:cubicBezTo>
                <a:cubicBezTo>
                  <a:pt x="453562" y="492696"/>
                  <a:pt x="471438" y="655292"/>
                  <a:pt x="455973" y="808330"/>
                </a:cubicBezTo>
                <a:cubicBezTo>
                  <a:pt x="446911" y="825537"/>
                  <a:pt x="436102" y="851140"/>
                  <a:pt x="412656" y="847898"/>
                </a:cubicBezTo>
                <a:cubicBezTo>
                  <a:pt x="379731" y="851473"/>
                  <a:pt x="352543" y="828945"/>
                  <a:pt x="332090" y="806085"/>
                </a:cubicBezTo>
                <a:cubicBezTo>
                  <a:pt x="293927" y="762942"/>
                  <a:pt x="283618" y="700680"/>
                  <a:pt x="296006" y="645567"/>
                </a:cubicBezTo>
                <a:cubicBezTo>
                  <a:pt x="310806" y="565598"/>
                  <a:pt x="334501" y="486212"/>
                  <a:pt x="376654" y="416135"/>
                </a:cubicBezTo>
                <a:cubicBezTo>
                  <a:pt x="404590" y="372909"/>
                  <a:pt x="441174" y="336084"/>
                  <a:pt x="478588" y="301087"/>
                </a:cubicBezTo>
                <a:cubicBezTo>
                  <a:pt x="503531" y="278892"/>
                  <a:pt x="524234" y="252458"/>
                  <a:pt x="544438" y="225940"/>
                </a:cubicBezTo>
                <a:cubicBezTo>
                  <a:pt x="476177" y="247138"/>
                  <a:pt x="411409" y="289865"/>
                  <a:pt x="336830" y="278809"/>
                </a:cubicBezTo>
                <a:cubicBezTo>
                  <a:pt x="289937" y="257113"/>
                  <a:pt x="248614" y="213720"/>
                  <a:pt x="243542" y="160768"/>
                </a:cubicBezTo>
                <a:cubicBezTo>
                  <a:pt x="247367" y="149214"/>
                  <a:pt x="248448" y="130760"/>
                  <a:pt x="264827" y="131674"/>
                </a:cubicBezTo>
                <a:cubicBezTo>
                  <a:pt x="319702" y="127601"/>
                  <a:pt x="371832" y="108647"/>
                  <a:pt x="425211" y="96594"/>
                </a:cubicBezTo>
                <a:cubicBezTo>
                  <a:pt x="505277" y="77641"/>
                  <a:pt x="582600" y="49461"/>
                  <a:pt x="661337" y="26102"/>
                </a:cubicBezTo>
                <a:moveTo>
                  <a:pt x="674307" y="1103931"/>
                </a:moveTo>
                <a:cubicBezTo>
                  <a:pt x="614362" y="1118893"/>
                  <a:pt x="551588" y="1125294"/>
                  <a:pt x="495716" y="1153391"/>
                </a:cubicBezTo>
                <a:cubicBezTo>
                  <a:pt x="557574" y="1149484"/>
                  <a:pt x="617188" y="1168188"/>
                  <a:pt x="677467" y="1177914"/>
                </a:cubicBezTo>
                <a:cubicBezTo>
                  <a:pt x="706234" y="1157631"/>
                  <a:pt x="729930" y="1131196"/>
                  <a:pt x="754374" y="1106175"/>
                </a:cubicBezTo>
                <a:cubicBezTo>
                  <a:pt x="731344" y="1085726"/>
                  <a:pt x="700414" y="1099857"/>
                  <a:pt x="674307" y="1103931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5E6E37E-9F59-2B0F-46EE-69DAB0492B19}"/>
              </a:ext>
            </a:extLst>
          </p:cNvPr>
          <p:cNvSpPr/>
          <p:nvPr/>
        </p:nvSpPr>
        <p:spPr>
          <a:xfrm>
            <a:off x="4779019" y="3824423"/>
            <a:ext cx="190664" cy="298438"/>
          </a:xfrm>
          <a:custGeom>
            <a:avLst/>
            <a:gdLst>
              <a:gd name="csX0" fmla="*/ 13985 w 190664"/>
              <a:gd name="csY0" fmla="*/ 28007 h 298438"/>
              <a:gd name="csX1" fmla="*/ 150339 w 190664"/>
              <a:gd name="csY1" fmla="*/ 26262 h 298438"/>
              <a:gd name="csX2" fmla="*/ 183348 w 190664"/>
              <a:gd name="csY2" fmla="*/ 94343 h 298438"/>
              <a:gd name="csX3" fmla="*/ 121988 w 190664"/>
              <a:gd name="csY3" fmla="*/ 181543 h 298438"/>
              <a:gd name="csX4" fmla="*/ 190664 w 190664"/>
              <a:gd name="csY4" fmla="*/ 183455 h 298438"/>
              <a:gd name="csX5" fmla="*/ 101119 w 190664"/>
              <a:gd name="csY5" fmla="*/ 289609 h 298438"/>
              <a:gd name="csX6" fmla="*/ 2095 w 190664"/>
              <a:gd name="csY6" fmla="*/ 207978 h 298438"/>
              <a:gd name="csX7" fmla="*/ 88398 w 190664"/>
              <a:gd name="csY7" fmla="*/ 118283 h 298438"/>
              <a:gd name="csX8" fmla="*/ 19721 w 190664"/>
              <a:gd name="csY8" fmla="*/ 90935 h 298438"/>
              <a:gd name="csX9" fmla="*/ 13985 w 190664"/>
              <a:gd name="csY9" fmla="*/ 28007 h 2984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90664" h="298438">
                <a:moveTo>
                  <a:pt x="13985" y="28007"/>
                </a:moveTo>
                <a:cubicBezTo>
                  <a:pt x="48905" y="-8236"/>
                  <a:pt x="114422" y="-9815"/>
                  <a:pt x="150339" y="26262"/>
                </a:cubicBezTo>
                <a:cubicBezTo>
                  <a:pt x="168132" y="43802"/>
                  <a:pt x="186839" y="68075"/>
                  <a:pt x="183348" y="94343"/>
                </a:cubicBezTo>
                <a:cubicBezTo>
                  <a:pt x="164224" y="124352"/>
                  <a:pt x="136538" y="148625"/>
                  <a:pt x="121988" y="181543"/>
                </a:cubicBezTo>
                <a:cubicBezTo>
                  <a:pt x="144519" y="187279"/>
                  <a:pt x="167800" y="187030"/>
                  <a:pt x="190664" y="183455"/>
                </a:cubicBezTo>
                <a:cubicBezTo>
                  <a:pt x="164724" y="221777"/>
                  <a:pt x="149009" y="272651"/>
                  <a:pt x="101119" y="289609"/>
                </a:cubicBezTo>
                <a:cubicBezTo>
                  <a:pt x="51814" y="322029"/>
                  <a:pt x="-12455" y="258436"/>
                  <a:pt x="2095" y="207978"/>
                </a:cubicBezTo>
                <a:cubicBezTo>
                  <a:pt x="30862" y="178135"/>
                  <a:pt x="66947" y="154860"/>
                  <a:pt x="88398" y="118283"/>
                </a:cubicBezTo>
                <a:cubicBezTo>
                  <a:pt x="65200" y="110469"/>
                  <a:pt x="36683" y="110885"/>
                  <a:pt x="19721" y="90935"/>
                </a:cubicBezTo>
                <a:cubicBezTo>
                  <a:pt x="4174" y="74475"/>
                  <a:pt x="-4805" y="45547"/>
                  <a:pt x="13985" y="28007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弧形 12">
            <a:extLst>
              <a:ext uri="{FF2B5EF4-FFF2-40B4-BE49-F238E27FC236}">
                <a16:creationId xmlns:a16="http://schemas.microsoft.com/office/drawing/2014/main" id="{E3B45EA6-DA64-2CEA-C7D2-3EDCE88CE025}"/>
              </a:ext>
            </a:extLst>
          </p:cNvPr>
          <p:cNvSpPr/>
          <p:nvPr/>
        </p:nvSpPr>
        <p:spPr>
          <a:xfrm>
            <a:off x="3652108" y="985108"/>
            <a:ext cx="4887784" cy="4887784"/>
          </a:xfrm>
          <a:prstGeom prst="arc">
            <a:avLst>
              <a:gd name="adj1" fmla="val 1922915"/>
              <a:gd name="adj2" fmla="val 20921739"/>
            </a:avLst>
          </a:prstGeom>
          <a:ln w="635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Arc 12+">
            <a:extLst>
              <a:ext uri="{FF2B5EF4-FFF2-40B4-BE49-F238E27FC236}">
                <a16:creationId xmlns:a16="http://schemas.microsoft.com/office/drawing/2014/main" id="{8E4942DE-7A03-2E98-3A93-690A5C754C8B}"/>
              </a:ext>
            </a:extLst>
          </p:cNvPr>
          <p:cNvSpPr/>
          <p:nvPr/>
        </p:nvSpPr>
        <p:spPr>
          <a:xfrm>
            <a:off x="3067050" y="400050"/>
            <a:ext cx="6057900" cy="6057900"/>
          </a:xfrm>
          <a:prstGeom prst="arc">
            <a:avLst>
              <a:gd name="adj1" fmla="val 3600716"/>
              <a:gd name="adj2" fmla="val 12203539"/>
            </a:avLst>
          </a:prstGeom>
          <a:ln w="1016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Arc 12++">
            <a:extLst>
              <a:ext uri="{FF2B5EF4-FFF2-40B4-BE49-F238E27FC236}">
                <a16:creationId xmlns:a16="http://schemas.microsoft.com/office/drawing/2014/main" id="{19A7C068-A406-AFFA-76BC-16FC13024AF1}"/>
              </a:ext>
            </a:extLst>
          </p:cNvPr>
          <p:cNvSpPr/>
          <p:nvPr/>
        </p:nvSpPr>
        <p:spPr>
          <a:xfrm>
            <a:off x="2365829" y="-301171"/>
            <a:ext cx="7460342" cy="7460342"/>
          </a:xfrm>
          <a:prstGeom prst="arc">
            <a:avLst>
              <a:gd name="adj1" fmla="val 9606023"/>
              <a:gd name="adj2" fmla="val 12159905"/>
            </a:avLst>
          </a:prstGeom>
          <a:ln w="127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CA791A6C-EE1E-2683-3A8D-C70F5DE8AA8C}"/>
              </a:ext>
            </a:extLst>
          </p:cNvPr>
          <p:cNvSpPr/>
          <p:nvPr/>
        </p:nvSpPr>
        <p:spPr>
          <a:xfrm>
            <a:off x="4575916" y="1466437"/>
            <a:ext cx="307995" cy="872068"/>
          </a:xfrm>
          <a:custGeom>
            <a:avLst/>
            <a:gdLst>
              <a:gd name="connsiteX0" fmla="*/ 372617 w 380184"/>
              <a:gd name="connsiteY0" fmla="*/ 806419 h 1076464"/>
              <a:gd name="connsiteX1" fmla="*/ 374694 w 380184"/>
              <a:gd name="connsiteY1" fmla="*/ 890781 h 1076464"/>
              <a:gd name="connsiteX2" fmla="*/ 372617 w 380184"/>
              <a:gd name="connsiteY2" fmla="*/ 806419 h 1076464"/>
              <a:gd name="connsiteX3" fmla="*/ 370799 w 380184"/>
              <a:gd name="connsiteY3" fmla="*/ 751214 h 1076464"/>
              <a:gd name="connsiteX4" fmla="*/ 370885 w 380184"/>
              <a:gd name="connsiteY4" fmla="*/ 788592 h 1076464"/>
              <a:gd name="connsiteX5" fmla="*/ 370799 w 380184"/>
              <a:gd name="connsiteY5" fmla="*/ 751214 h 1076464"/>
              <a:gd name="connsiteX6" fmla="*/ 373051 w 380184"/>
              <a:gd name="connsiteY6" fmla="*/ 513789 h 1076464"/>
              <a:gd name="connsiteX7" fmla="*/ 372877 w 380184"/>
              <a:gd name="connsiteY7" fmla="*/ 743514 h 1076464"/>
              <a:gd name="connsiteX8" fmla="*/ 373051 w 380184"/>
              <a:gd name="connsiteY8" fmla="*/ 513789 h 1076464"/>
              <a:gd name="connsiteX9" fmla="*/ 373309 w 380184"/>
              <a:gd name="connsiteY9" fmla="*/ 374914 h 1076464"/>
              <a:gd name="connsiteX10" fmla="*/ 372963 w 380184"/>
              <a:gd name="connsiteY10" fmla="*/ 490598 h 1076464"/>
              <a:gd name="connsiteX11" fmla="*/ 373309 w 380184"/>
              <a:gd name="connsiteY11" fmla="*/ 374914 h 1076464"/>
              <a:gd name="connsiteX12" fmla="*/ 3495 w 380184"/>
              <a:gd name="connsiteY12" fmla="*/ 359600 h 1076464"/>
              <a:gd name="connsiteX13" fmla="*/ 12068 w 380184"/>
              <a:gd name="connsiteY13" fmla="*/ 361158 h 1076464"/>
              <a:gd name="connsiteX14" fmla="*/ 19864 w 380184"/>
              <a:gd name="connsiteY14" fmla="*/ 485927 h 1076464"/>
              <a:gd name="connsiteX15" fmla="*/ 18998 w 380184"/>
              <a:gd name="connsiteY15" fmla="*/ 617272 h 1076464"/>
              <a:gd name="connsiteX16" fmla="*/ 23675 w 380184"/>
              <a:gd name="connsiteY16" fmla="*/ 775529 h 1076464"/>
              <a:gd name="connsiteX17" fmla="*/ 13109 w 380184"/>
              <a:gd name="connsiteY17" fmla="*/ 834972 h 1076464"/>
              <a:gd name="connsiteX18" fmla="*/ 8864 w 380184"/>
              <a:gd name="connsiteY18" fmla="*/ 933956 h 1076464"/>
              <a:gd name="connsiteX19" fmla="*/ 8952 w 380184"/>
              <a:gd name="connsiteY19" fmla="*/ 800794 h 1076464"/>
              <a:gd name="connsiteX20" fmla="*/ 1502 w 380184"/>
              <a:gd name="connsiteY20" fmla="*/ 724478 h 1076464"/>
              <a:gd name="connsiteX21" fmla="*/ 7652 w 380184"/>
              <a:gd name="connsiteY21" fmla="*/ 593480 h 1076464"/>
              <a:gd name="connsiteX22" fmla="*/ 2022 w 380184"/>
              <a:gd name="connsiteY22" fmla="*/ 522009 h 1076464"/>
              <a:gd name="connsiteX23" fmla="*/ 3495 w 380184"/>
              <a:gd name="connsiteY23" fmla="*/ 359600 h 1076464"/>
              <a:gd name="connsiteX24" fmla="*/ 371665 w 380184"/>
              <a:gd name="connsiteY24" fmla="*/ 278005 h 1076464"/>
              <a:gd name="connsiteX25" fmla="*/ 372097 w 380184"/>
              <a:gd name="connsiteY25" fmla="*/ 360638 h 1076464"/>
              <a:gd name="connsiteX26" fmla="*/ 371665 w 380184"/>
              <a:gd name="connsiteY26" fmla="*/ 278005 h 1076464"/>
              <a:gd name="connsiteX27" fmla="*/ 369585 w 380184"/>
              <a:gd name="connsiteY27" fmla="*/ 192087 h 1076464"/>
              <a:gd name="connsiteX28" fmla="*/ 375908 w 380184"/>
              <a:gd name="connsiteY28" fmla="*/ 210171 h 1076464"/>
              <a:gd name="connsiteX29" fmla="*/ 369585 w 380184"/>
              <a:gd name="connsiteY29" fmla="*/ 192087 h 1076464"/>
              <a:gd name="connsiteX30" fmla="*/ 221052 w 380184"/>
              <a:gd name="connsiteY30" fmla="*/ 65931 h 1076464"/>
              <a:gd name="connsiteX31" fmla="*/ 221052 w 380184"/>
              <a:gd name="connsiteY31" fmla="*/ 73807 h 1076464"/>
              <a:gd name="connsiteX32" fmla="*/ 268687 w 380184"/>
              <a:gd name="connsiteY32" fmla="*/ 71471 h 1076464"/>
              <a:gd name="connsiteX33" fmla="*/ 324202 w 380184"/>
              <a:gd name="connsiteY33" fmla="*/ 75104 h 1076464"/>
              <a:gd name="connsiteX34" fmla="*/ 328879 w 380184"/>
              <a:gd name="connsiteY34" fmla="*/ 290641 h 1076464"/>
              <a:gd name="connsiteX35" fmla="*/ 325502 w 380184"/>
              <a:gd name="connsiteY35" fmla="*/ 618484 h 1076464"/>
              <a:gd name="connsiteX36" fmla="*/ 325070 w 380184"/>
              <a:gd name="connsiteY36" fmla="*/ 877976 h 1076464"/>
              <a:gd name="connsiteX37" fmla="*/ 332432 w 380184"/>
              <a:gd name="connsiteY37" fmla="*/ 1022820 h 1076464"/>
              <a:gd name="connsiteX38" fmla="*/ 348625 w 380184"/>
              <a:gd name="connsiteY38" fmla="*/ 1028357 h 1076464"/>
              <a:gd name="connsiteX39" fmla="*/ 373917 w 380184"/>
              <a:gd name="connsiteY39" fmla="*/ 929112 h 1076464"/>
              <a:gd name="connsiteX40" fmla="*/ 365428 w 380184"/>
              <a:gd name="connsiteY40" fmla="*/ 1066948 h 1076464"/>
              <a:gd name="connsiteX41" fmla="*/ 334421 w 380184"/>
              <a:gd name="connsiteY41" fmla="*/ 1073524 h 1076464"/>
              <a:gd name="connsiteX42" fmla="*/ 112879 w 380184"/>
              <a:gd name="connsiteY42" fmla="*/ 1076464 h 1076464"/>
              <a:gd name="connsiteX43" fmla="*/ 195071 w 380184"/>
              <a:gd name="connsiteY43" fmla="*/ 1063485 h 1076464"/>
              <a:gd name="connsiteX44" fmla="*/ 316494 w 380184"/>
              <a:gd name="connsiteY44" fmla="*/ 1056219 h 1076464"/>
              <a:gd name="connsiteX45" fmla="*/ 347933 w 380184"/>
              <a:gd name="connsiteY45" fmla="*/ 1043240 h 1076464"/>
              <a:gd name="connsiteX46" fmla="*/ 237248 w 380184"/>
              <a:gd name="connsiteY46" fmla="*/ 1025760 h 1076464"/>
              <a:gd name="connsiteX47" fmla="*/ 132453 w 380184"/>
              <a:gd name="connsiteY47" fmla="*/ 1023339 h 1076464"/>
              <a:gd name="connsiteX48" fmla="*/ 38657 w 380184"/>
              <a:gd name="connsiteY48" fmla="*/ 1012177 h 1076464"/>
              <a:gd name="connsiteX49" fmla="*/ 50956 w 380184"/>
              <a:gd name="connsiteY49" fmla="*/ 929892 h 1076464"/>
              <a:gd name="connsiteX50" fmla="*/ 53034 w 380184"/>
              <a:gd name="connsiteY50" fmla="*/ 811265 h 1076464"/>
              <a:gd name="connsiteX51" fmla="*/ 37099 w 380184"/>
              <a:gd name="connsiteY51" fmla="*/ 814639 h 1076464"/>
              <a:gd name="connsiteX52" fmla="*/ 52599 w 380184"/>
              <a:gd name="connsiteY52" fmla="*/ 794218 h 1076464"/>
              <a:gd name="connsiteX53" fmla="*/ 52341 w 380184"/>
              <a:gd name="connsiteY53" fmla="*/ 772932 h 1076464"/>
              <a:gd name="connsiteX54" fmla="*/ 35538 w 380184"/>
              <a:gd name="connsiteY54" fmla="*/ 772327 h 1076464"/>
              <a:gd name="connsiteX55" fmla="*/ 52253 w 380184"/>
              <a:gd name="connsiteY55" fmla="*/ 768434 h 1076464"/>
              <a:gd name="connsiteX56" fmla="*/ 53034 w 380184"/>
              <a:gd name="connsiteY56" fmla="*/ 724479 h 1076464"/>
              <a:gd name="connsiteX57" fmla="*/ 41429 w 380184"/>
              <a:gd name="connsiteY57" fmla="*/ 729758 h 1076464"/>
              <a:gd name="connsiteX58" fmla="*/ 49222 w 380184"/>
              <a:gd name="connsiteY58" fmla="*/ 558522 h 1076464"/>
              <a:gd name="connsiteX59" fmla="*/ 44026 w 380184"/>
              <a:gd name="connsiteY59" fmla="*/ 402862 h 1076464"/>
              <a:gd name="connsiteX60" fmla="*/ 50176 w 380184"/>
              <a:gd name="connsiteY60" fmla="*/ 318154 h 1076464"/>
              <a:gd name="connsiteX61" fmla="*/ 52426 w 380184"/>
              <a:gd name="connsiteY61" fmla="*/ 260528 h 1076464"/>
              <a:gd name="connsiteX62" fmla="*/ 11895 w 380184"/>
              <a:gd name="connsiteY62" fmla="*/ 343073 h 1076464"/>
              <a:gd name="connsiteX63" fmla="*/ 376 w 380184"/>
              <a:gd name="connsiteY63" fmla="*/ 308203 h 1076464"/>
              <a:gd name="connsiteX64" fmla="*/ 3407 w 380184"/>
              <a:gd name="connsiteY64" fmla="*/ 241407 h 1076464"/>
              <a:gd name="connsiteX65" fmla="*/ 9730 w 380184"/>
              <a:gd name="connsiteY65" fmla="*/ 96649 h 1076464"/>
              <a:gd name="connsiteX66" fmla="*/ 23326 w 380184"/>
              <a:gd name="connsiteY66" fmla="*/ 256461 h 1076464"/>
              <a:gd name="connsiteX67" fmla="*/ 51907 w 380184"/>
              <a:gd name="connsiteY67" fmla="*/ 258884 h 1076464"/>
              <a:gd name="connsiteX68" fmla="*/ 52168 w 380184"/>
              <a:gd name="connsiteY68" fmla="*/ 69306 h 1076464"/>
              <a:gd name="connsiteX69" fmla="*/ 126391 w 380184"/>
              <a:gd name="connsiteY69" fmla="*/ 67750 h 1076464"/>
              <a:gd name="connsiteX70" fmla="*/ 221052 w 380184"/>
              <a:gd name="connsiteY70" fmla="*/ 65931 h 1076464"/>
              <a:gd name="connsiteX71" fmla="*/ 218886 w 380184"/>
              <a:gd name="connsiteY71" fmla="*/ 0 h 1076464"/>
              <a:gd name="connsiteX72" fmla="*/ 321344 w 380184"/>
              <a:gd name="connsiteY72" fmla="*/ 15057 h 1076464"/>
              <a:gd name="connsiteX73" fmla="*/ 320739 w 380184"/>
              <a:gd name="connsiteY73" fmla="*/ 26217 h 1076464"/>
              <a:gd name="connsiteX74" fmla="*/ 194724 w 380184"/>
              <a:gd name="connsiteY74" fmla="*/ 21979 h 1076464"/>
              <a:gd name="connsiteX75" fmla="*/ 78756 w 380184"/>
              <a:gd name="connsiteY75" fmla="*/ 17046 h 1076464"/>
              <a:gd name="connsiteX76" fmla="*/ 195678 w 380184"/>
              <a:gd name="connsiteY76" fmla="*/ 4240 h 1076464"/>
              <a:gd name="connsiteX77" fmla="*/ 218886 w 380184"/>
              <a:gd name="connsiteY77" fmla="*/ 0 h 1076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80184" h="1076464">
                <a:moveTo>
                  <a:pt x="372617" y="806419"/>
                </a:moveTo>
                <a:cubicBezTo>
                  <a:pt x="375908" y="834282"/>
                  <a:pt x="379024" y="862661"/>
                  <a:pt x="374694" y="890781"/>
                </a:cubicBezTo>
                <a:cubicBezTo>
                  <a:pt x="362743" y="864046"/>
                  <a:pt x="369844" y="834194"/>
                  <a:pt x="372617" y="806419"/>
                </a:cubicBezTo>
                <a:close/>
                <a:moveTo>
                  <a:pt x="370799" y="751214"/>
                </a:moveTo>
                <a:cubicBezTo>
                  <a:pt x="382923" y="753376"/>
                  <a:pt x="382665" y="785825"/>
                  <a:pt x="370885" y="788592"/>
                </a:cubicBezTo>
                <a:cubicBezTo>
                  <a:pt x="364562" y="777603"/>
                  <a:pt x="364215" y="761769"/>
                  <a:pt x="370799" y="751214"/>
                </a:cubicBezTo>
                <a:close/>
                <a:moveTo>
                  <a:pt x="373051" y="513789"/>
                </a:moveTo>
                <a:cubicBezTo>
                  <a:pt x="379459" y="590105"/>
                  <a:pt x="378159" y="667027"/>
                  <a:pt x="372877" y="743514"/>
                </a:cubicBezTo>
                <a:cubicBezTo>
                  <a:pt x="366381" y="667198"/>
                  <a:pt x="365254" y="589931"/>
                  <a:pt x="373051" y="513789"/>
                </a:cubicBezTo>
                <a:close/>
                <a:moveTo>
                  <a:pt x="373309" y="374914"/>
                </a:moveTo>
                <a:cubicBezTo>
                  <a:pt x="379890" y="413070"/>
                  <a:pt x="377813" y="452180"/>
                  <a:pt x="372963" y="490598"/>
                </a:cubicBezTo>
                <a:cubicBezTo>
                  <a:pt x="367505" y="452353"/>
                  <a:pt x="364213" y="412727"/>
                  <a:pt x="373309" y="374914"/>
                </a:cubicBezTo>
                <a:close/>
                <a:moveTo>
                  <a:pt x="3495" y="359600"/>
                </a:moveTo>
                <a:cubicBezTo>
                  <a:pt x="5660" y="360031"/>
                  <a:pt x="9903" y="360812"/>
                  <a:pt x="12068" y="361158"/>
                </a:cubicBezTo>
                <a:cubicBezTo>
                  <a:pt x="32509" y="399834"/>
                  <a:pt x="15621" y="444481"/>
                  <a:pt x="19864" y="485927"/>
                </a:cubicBezTo>
                <a:cubicBezTo>
                  <a:pt x="24802" y="529623"/>
                  <a:pt x="12417" y="573405"/>
                  <a:pt x="18998" y="617272"/>
                </a:cubicBezTo>
                <a:cubicBezTo>
                  <a:pt x="26445" y="669793"/>
                  <a:pt x="21337" y="722835"/>
                  <a:pt x="23675" y="775529"/>
                </a:cubicBezTo>
                <a:cubicBezTo>
                  <a:pt x="29305" y="796293"/>
                  <a:pt x="17440" y="815071"/>
                  <a:pt x="13109" y="834972"/>
                </a:cubicBezTo>
                <a:cubicBezTo>
                  <a:pt x="8345" y="867679"/>
                  <a:pt x="13802" y="901076"/>
                  <a:pt x="8864" y="933956"/>
                </a:cubicBezTo>
                <a:cubicBezTo>
                  <a:pt x="3148" y="889655"/>
                  <a:pt x="9037" y="845096"/>
                  <a:pt x="8952" y="800794"/>
                </a:cubicBezTo>
                <a:cubicBezTo>
                  <a:pt x="9903" y="774921"/>
                  <a:pt x="-3606" y="750175"/>
                  <a:pt x="1502" y="724478"/>
                </a:cubicBezTo>
                <a:cubicBezTo>
                  <a:pt x="11117" y="681474"/>
                  <a:pt x="10425" y="637000"/>
                  <a:pt x="7652" y="593480"/>
                </a:cubicBezTo>
                <a:cubicBezTo>
                  <a:pt x="1071" y="570031"/>
                  <a:pt x="-1702" y="545977"/>
                  <a:pt x="2022" y="522009"/>
                </a:cubicBezTo>
                <a:cubicBezTo>
                  <a:pt x="2802" y="467842"/>
                  <a:pt x="2629" y="413764"/>
                  <a:pt x="3495" y="359600"/>
                </a:cubicBezTo>
                <a:close/>
                <a:moveTo>
                  <a:pt x="371665" y="278005"/>
                </a:moveTo>
                <a:cubicBezTo>
                  <a:pt x="379458" y="305002"/>
                  <a:pt x="377207" y="333208"/>
                  <a:pt x="372097" y="360638"/>
                </a:cubicBezTo>
                <a:cubicBezTo>
                  <a:pt x="368115" y="333208"/>
                  <a:pt x="366642" y="305260"/>
                  <a:pt x="371665" y="278005"/>
                </a:cubicBezTo>
                <a:close/>
                <a:moveTo>
                  <a:pt x="369585" y="192087"/>
                </a:moveTo>
                <a:cubicBezTo>
                  <a:pt x="381104" y="193384"/>
                  <a:pt x="383269" y="199355"/>
                  <a:pt x="375908" y="210171"/>
                </a:cubicBezTo>
                <a:cubicBezTo>
                  <a:pt x="364130" y="208613"/>
                  <a:pt x="362050" y="202557"/>
                  <a:pt x="369585" y="192087"/>
                </a:cubicBezTo>
                <a:close/>
                <a:moveTo>
                  <a:pt x="221052" y="65931"/>
                </a:moveTo>
                <a:lnTo>
                  <a:pt x="221052" y="73807"/>
                </a:lnTo>
                <a:cubicBezTo>
                  <a:pt x="236729" y="70432"/>
                  <a:pt x="253271" y="62644"/>
                  <a:pt x="268687" y="71471"/>
                </a:cubicBezTo>
                <a:cubicBezTo>
                  <a:pt x="286963" y="73546"/>
                  <a:pt x="307660" y="64722"/>
                  <a:pt x="324202" y="75104"/>
                </a:cubicBezTo>
                <a:cubicBezTo>
                  <a:pt x="326801" y="146921"/>
                  <a:pt x="322037" y="218909"/>
                  <a:pt x="328879" y="290641"/>
                </a:cubicBezTo>
                <a:cubicBezTo>
                  <a:pt x="317448" y="399749"/>
                  <a:pt x="338579" y="509288"/>
                  <a:pt x="325502" y="618484"/>
                </a:cubicBezTo>
                <a:cubicBezTo>
                  <a:pt x="330613" y="704665"/>
                  <a:pt x="331910" y="791622"/>
                  <a:pt x="325070" y="877976"/>
                </a:cubicBezTo>
                <a:cubicBezTo>
                  <a:pt x="332778" y="925910"/>
                  <a:pt x="325070" y="975056"/>
                  <a:pt x="332432" y="1022820"/>
                </a:cubicBezTo>
                <a:cubicBezTo>
                  <a:pt x="336413" y="1024202"/>
                  <a:pt x="344555" y="1026972"/>
                  <a:pt x="348625" y="1028357"/>
                </a:cubicBezTo>
                <a:cubicBezTo>
                  <a:pt x="357720" y="995392"/>
                  <a:pt x="368721" y="962943"/>
                  <a:pt x="373917" y="929112"/>
                </a:cubicBezTo>
                <a:cubicBezTo>
                  <a:pt x="371578" y="974971"/>
                  <a:pt x="376860" y="1021869"/>
                  <a:pt x="365428" y="1066948"/>
                </a:cubicBezTo>
                <a:cubicBezTo>
                  <a:pt x="357201" y="1075252"/>
                  <a:pt x="344902" y="1072573"/>
                  <a:pt x="334421" y="1073524"/>
                </a:cubicBezTo>
                <a:cubicBezTo>
                  <a:pt x="260547" y="1073870"/>
                  <a:pt x="186671" y="1069284"/>
                  <a:pt x="112879" y="1076464"/>
                </a:cubicBezTo>
                <a:cubicBezTo>
                  <a:pt x="137822" y="1062881"/>
                  <a:pt x="167617" y="1064785"/>
                  <a:pt x="195071" y="1063485"/>
                </a:cubicBezTo>
                <a:cubicBezTo>
                  <a:pt x="235775" y="1068764"/>
                  <a:pt x="275790" y="1057170"/>
                  <a:pt x="316494" y="1056219"/>
                </a:cubicBezTo>
                <a:cubicBezTo>
                  <a:pt x="328620" y="1056909"/>
                  <a:pt x="338840" y="1050248"/>
                  <a:pt x="347933" y="1043240"/>
                </a:cubicBezTo>
                <a:cubicBezTo>
                  <a:pt x="314502" y="1021435"/>
                  <a:pt x="273883" y="1034933"/>
                  <a:pt x="237248" y="1025760"/>
                </a:cubicBezTo>
                <a:cubicBezTo>
                  <a:pt x="202518" y="1018321"/>
                  <a:pt x="167268" y="1030434"/>
                  <a:pt x="132453" y="1023339"/>
                </a:cubicBezTo>
                <a:cubicBezTo>
                  <a:pt x="101621" y="1016244"/>
                  <a:pt x="66111" y="1030693"/>
                  <a:pt x="38657" y="1012177"/>
                </a:cubicBezTo>
                <a:cubicBezTo>
                  <a:pt x="43334" y="984661"/>
                  <a:pt x="44026" y="956801"/>
                  <a:pt x="50956" y="929892"/>
                </a:cubicBezTo>
                <a:cubicBezTo>
                  <a:pt x="54160" y="890348"/>
                  <a:pt x="50607" y="850721"/>
                  <a:pt x="53034" y="811265"/>
                </a:cubicBezTo>
                <a:lnTo>
                  <a:pt x="37099" y="814639"/>
                </a:lnTo>
                <a:cubicBezTo>
                  <a:pt x="42207" y="807632"/>
                  <a:pt x="47403" y="800794"/>
                  <a:pt x="52599" y="794218"/>
                </a:cubicBezTo>
                <a:cubicBezTo>
                  <a:pt x="52514" y="788854"/>
                  <a:pt x="52426" y="778211"/>
                  <a:pt x="52341" y="772932"/>
                </a:cubicBezTo>
                <a:lnTo>
                  <a:pt x="35538" y="772327"/>
                </a:lnTo>
                <a:cubicBezTo>
                  <a:pt x="39695" y="771377"/>
                  <a:pt x="48096" y="769384"/>
                  <a:pt x="52253" y="768434"/>
                </a:cubicBezTo>
                <a:cubicBezTo>
                  <a:pt x="52341" y="753638"/>
                  <a:pt x="52599" y="739016"/>
                  <a:pt x="53034" y="724479"/>
                </a:cubicBezTo>
                <a:lnTo>
                  <a:pt x="41429" y="729758"/>
                </a:lnTo>
                <a:cubicBezTo>
                  <a:pt x="52860" y="672909"/>
                  <a:pt x="35106" y="614936"/>
                  <a:pt x="49222" y="558522"/>
                </a:cubicBezTo>
                <a:cubicBezTo>
                  <a:pt x="52514" y="506694"/>
                  <a:pt x="57623" y="453393"/>
                  <a:pt x="44026" y="402862"/>
                </a:cubicBezTo>
                <a:cubicBezTo>
                  <a:pt x="41514" y="374395"/>
                  <a:pt x="42987" y="345670"/>
                  <a:pt x="50176" y="318154"/>
                </a:cubicBezTo>
                <a:cubicBezTo>
                  <a:pt x="50607" y="298772"/>
                  <a:pt x="51907" y="279563"/>
                  <a:pt x="52426" y="260528"/>
                </a:cubicBezTo>
                <a:cubicBezTo>
                  <a:pt x="2368" y="252569"/>
                  <a:pt x="28349" y="319885"/>
                  <a:pt x="11895" y="343073"/>
                </a:cubicBezTo>
                <a:cubicBezTo>
                  <a:pt x="-5427" y="341084"/>
                  <a:pt x="1676" y="319712"/>
                  <a:pt x="376" y="308203"/>
                </a:cubicBezTo>
                <a:cubicBezTo>
                  <a:pt x="2022" y="285881"/>
                  <a:pt x="4965" y="263644"/>
                  <a:pt x="3407" y="241407"/>
                </a:cubicBezTo>
                <a:cubicBezTo>
                  <a:pt x="5311" y="193039"/>
                  <a:pt x="-1962" y="144239"/>
                  <a:pt x="9730" y="96649"/>
                </a:cubicBezTo>
                <a:cubicBezTo>
                  <a:pt x="15706" y="149776"/>
                  <a:pt x="10942" y="203767"/>
                  <a:pt x="23326" y="256461"/>
                </a:cubicBezTo>
                <a:cubicBezTo>
                  <a:pt x="30515" y="257068"/>
                  <a:pt x="44806" y="258280"/>
                  <a:pt x="51907" y="258884"/>
                </a:cubicBezTo>
                <a:cubicBezTo>
                  <a:pt x="52426" y="195633"/>
                  <a:pt x="51995" y="132472"/>
                  <a:pt x="52168" y="69306"/>
                </a:cubicBezTo>
                <a:cubicBezTo>
                  <a:pt x="76937" y="67143"/>
                  <a:pt x="102053" y="73892"/>
                  <a:pt x="126391" y="67750"/>
                </a:cubicBezTo>
                <a:cubicBezTo>
                  <a:pt x="157741" y="58404"/>
                  <a:pt x="190394" y="78910"/>
                  <a:pt x="221052" y="65931"/>
                </a:cubicBezTo>
                <a:close/>
                <a:moveTo>
                  <a:pt x="218886" y="0"/>
                </a:moveTo>
                <a:cubicBezTo>
                  <a:pt x="252751" y="7183"/>
                  <a:pt x="288608" y="1470"/>
                  <a:pt x="321344" y="15057"/>
                </a:cubicBezTo>
                <a:lnTo>
                  <a:pt x="320739" y="26217"/>
                </a:lnTo>
                <a:cubicBezTo>
                  <a:pt x="278732" y="25354"/>
                  <a:pt x="236297" y="29418"/>
                  <a:pt x="194724" y="21979"/>
                </a:cubicBezTo>
                <a:cubicBezTo>
                  <a:pt x="156444" y="15315"/>
                  <a:pt x="117471" y="14883"/>
                  <a:pt x="78756" y="17046"/>
                </a:cubicBezTo>
                <a:cubicBezTo>
                  <a:pt x="114525" y="-9432"/>
                  <a:pt x="156790" y="16961"/>
                  <a:pt x="195678" y="4240"/>
                </a:cubicBezTo>
                <a:cubicBezTo>
                  <a:pt x="201479" y="3201"/>
                  <a:pt x="213086" y="1039"/>
                  <a:pt x="218886" y="0"/>
                </a:cubicBezTo>
                <a:close/>
              </a:path>
            </a:pathLst>
          </a:custGeom>
          <a:solidFill>
            <a:srgbClr val="FF0000"/>
          </a:solidFill>
          <a:ln w="331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2400" dirty="0">
              <a:cs typeface="+mn-ea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EE06D71-494D-87F3-D931-012048CB0F6B}"/>
              </a:ext>
            </a:extLst>
          </p:cNvPr>
          <p:cNvSpPr txBox="1"/>
          <p:nvPr/>
        </p:nvSpPr>
        <p:spPr>
          <a:xfrm>
            <a:off x="4664605" y="1619348"/>
            <a:ext cx="140642" cy="137963"/>
          </a:xfrm>
          <a:custGeom>
            <a:avLst/>
            <a:gdLst/>
            <a:ahLst/>
            <a:cxnLst/>
            <a:rect l="l" t="t" r="r" b="b"/>
            <a:pathLst>
              <a:path w="140642" h="137963">
                <a:moveTo>
                  <a:pt x="52834" y="31402"/>
                </a:moveTo>
                <a:lnTo>
                  <a:pt x="55512" y="31402"/>
                </a:lnTo>
                <a:lnTo>
                  <a:pt x="55512" y="32295"/>
                </a:lnTo>
                <a:lnTo>
                  <a:pt x="61763" y="32295"/>
                </a:lnTo>
                <a:lnTo>
                  <a:pt x="61763" y="33188"/>
                </a:lnTo>
                <a:lnTo>
                  <a:pt x="62656" y="33188"/>
                </a:lnTo>
                <a:lnTo>
                  <a:pt x="62656" y="32295"/>
                </a:lnTo>
                <a:lnTo>
                  <a:pt x="65335" y="32295"/>
                </a:lnTo>
                <a:lnTo>
                  <a:pt x="65335" y="33188"/>
                </a:lnTo>
                <a:lnTo>
                  <a:pt x="73521" y="33188"/>
                </a:lnTo>
                <a:lnTo>
                  <a:pt x="73521" y="34081"/>
                </a:lnTo>
                <a:lnTo>
                  <a:pt x="72628" y="34081"/>
                </a:lnTo>
                <a:lnTo>
                  <a:pt x="72628" y="34974"/>
                </a:lnTo>
                <a:lnTo>
                  <a:pt x="71735" y="34974"/>
                </a:lnTo>
                <a:lnTo>
                  <a:pt x="71735" y="35867"/>
                </a:lnTo>
                <a:lnTo>
                  <a:pt x="70842" y="35867"/>
                </a:lnTo>
                <a:lnTo>
                  <a:pt x="70842" y="36760"/>
                </a:lnTo>
                <a:lnTo>
                  <a:pt x="67121" y="36760"/>
                </a:lnTo>
                <a:lnTo>
                  <a:pt x="67121" y="35867"/>
                </a:lnTo>
                <a:lnTo>
                  <a:pt x="65335" y="35867"/>
                </a:lnTo>
                <a:lnTo>
                  <a:pt x="65335" y="36760"/>
                </a:lnTo>
                <a:lnTo>
                  <a:pt x="63549" y="36760"/>
                </a:lnTo>
                <a:lnTo>
                  <a:pt x="63549" y="35867"/>
                </a:lnTo>
                <a:lnTo>
                  <a:pt x="53726" y="35867"/>
                </a:lnTo>
                <a:lnTo>
                  <a:pt x="53726" y="36760"/>
                </a:lnTo>
                <a:lnTo>
                  <a:pt x="52834" y="36760"/>
                </a:lnTo>
                <a:lnTo>
                  <a:pt x="52834" y="35867"/>
                </a:lnTo>
                <a:lnTo>
                  <a:pt x="51941" y="35867"/>
                </a:lnTo>
                <a:lnTo>
                  <a:pt x="51941" y="34974"/>
                </a:lnTo>
                <a:lnTo>
                  <a:pt x="49262" y="34974"/>
                </a:lnTo>
                <a:lnTo>
                  <a:pt x="49262" y="35867"/>
                </a:lnTo>
                <a:lnTo>
                  <a:pt x="43011" y="35867"/>
                </a:lnTo>
                <a:lnTo>
                  <a:pt x="43011" y="34974"/>
                </a:lnTo>
                <a:lnTo>
                  <a:pt x="42118" y="34974"/>
                </a:lnTo>
                <a:lnTo>
                  <a:pt x="42118" y="33188"/>
                </a:lnTo>
                <a:lnTo>
                  <a:pt x="51048" y="33188"/>
                </a:lnTo>
                <a:lnTo>
                  <a:pt x="51048" y="32295"/>
                </a:lnTo>
                <a:lnTo>
                  <a:pt x="52834" y="32295"/>
                </a:lnTo>
                <a:close/>
                <a:moveTo>
                  <a:pt x="120997" y="21431"/>
                </a:moveTo>
                <a:lnTo>
                  <a:pt x="124569" y="21431"/>
                </a:lnTo>
                <a:lnTo>
                  <a:pt x="124569" y="22324"/>
                </a:lnTo>
                <a:lnTo>
                  <a:pt x="127248" y="22324"/>
                </a:lnTo>
                <a:lnTo>
                  <a:pt x="127248" y="23366"/>
                </a:lnTo>
                <a:lnTo>
                  <a:pt x="128141" y="23366"/>
                </a:lnTo>
                <a:lnTo>
                  <a:pt x="128141" y="24259"/>
                </a:lnTo>
                <a:lnTo>
                  <a:pt x="129034" y="24259"/>
                </a:lnTo>
                <a:lnTo>
                  <a:pt x="129034" y="25152"/>
                </a:lnTo>
                <a:lnTo>
                  <a:pt x="129926" y="25152"/>
                </a:lnTo>
                <a:lnTo>
                  <a:pt x="129926" y="26045"/>
                </a:lnTo>
                <a:lnTo>
                  <a:pt x="130819" y="26045"/>
                </a:lnTo>
                <a:lnTo>
                  <a:pt x="130819" y="27831"/>
                </a:lnTo>
                <a:lnTo>
                  <a:pt x="131712" y="27831"/>
                </a:lnTo>
                <a:lnTo>
                  <a:pt x="131712" y="28724"/>
                </a:lnTo>
                <a:lnTo>
                  <a:pt x="132605" y="28724"/>
                </a:lnTo>
                <a:lnTo>
                  <a:pt x="132605" y="29617"/>
                </a:lnTo>
                <a:lnTo>
                  <a:pt x="133498" y="29617"/>
                </a:lnTo>
                <a:lnTo>
                  <a:pt x="133498" y="30509"/>
                </a:lnTo>
                <a:lnTo>
                  <a:pt x="135284" y="30509"/>
                </a:lnTo>
                <a:lnTo>
                  <a:pt x="135284" y="31402"/>
                </a:lnTo>
                <a:lnTo>
                  <a:pt x="136177" y="31402"/>
                </a:lnTo>
                <a:lnTo>
                  <a:pt x="136177" y="34974"/>
                </a:lnTo>
                <a:lnTo>
                  <a:pt x="135284" y="34974"/>
                </a:lnTo>
                <a:lnTo>
                  <a:pt x="135284" y="35867"/>
                </a:lnTo>
                <a:lnTo>
                  <a:pt x="129926" y="35867"/>
                </a:lnTo>
                <a:lnTo>
                  <a:pt x="129926" y="37653"/>
                </a:lnTo>
                <a:lnTo>
                  <a:pt x="129034" y="37653"/>
                </a:lnTo>
                <a:lnTo>
                  <a:pt x="129034" y="38546"/>
                </a:lnTo>
                <a:lnTo>
                  <a:pt x="125462" y="38546"/>
                </a:lnTo>
                <a:lnTo>
                  <a:pt x="125462" y="36760"/>
                </a:lnTo>
                <a:lnTo>
                  <a:pt x="122783" y="36760"/>
                </a:lnTo>
                <a:lnTo>
                  <a:pt x="122783" y="37653"/>
                </a:lnTo>
                <a:lnTo>
                  <a:pt x="120997" y="37653"/>
                </a:lnTo>
                <a:lnTo>
                  <a:pt x="120997" y="36760"/>
                </a:lnTo>
                <a:lnTo>
                  <a:pt x="115639" y="36760"/>
                </a:lnTo>
                <a:lnTo>
                  <a:pt x="115639" y="35867"/>
                </a:lnTo>
                <a:lnTo>
                  <a:pt x="111918" y="35867"/>
                </a:lnTo>
                <a:lnTo>
                  <a:pt x="111918" y="36760"/>
                </a:lnTo>
                <a:lnTo>
                  <a:pt x="110132" y="36760"/>
                </a:lnTo>
                <a:lnTo>
                  <a:pt x="110132" y="37653"/>
                </a:lnTo>
                <a:lnTo>
                  <a:pt x="107453" y="37653"/>
                </a:lnTo>
                <a:lnTo>
                  <a:pt x="107453" y="36760"/>
                </a:lnTo>
                <a:lnTo>
                  <a:pt x="102989" y="36760"/>
                </a:lnTo>
                <a:lnTo>
                  <a:pt x="102989" y="35867"/>
                </a:lnTo>
                <a:lnTo>
                  <a:pt x="100310" y="35867"/>
                </a:lnTo>
                <a:lnTo>
                  <a:pt x="100310" y="34974"/>
                </a:lnTo>
                <a:lnTo>
                  <a:pt x="97631" y="34974"/>
                </a:lnTo>
                <a:lnTo>
                  <a:pt x="97631" y="35867"/>
                </a:lnTo>
                <a:lnTo>
                  <a:pt x="94952" y="35867"/>
                </a:lnTo>
                <a:lnTo>
                  <a:pt x="94952" y="36760"/>
                </a:lnTo>
                <a:lnTo>
                  <a:pt x="91380" y="36760"/>
                </a:lnTo>
                <a:lnTo>
                  <a:pt x="91380" y="35867"/>
                </a:lnTo>
                <a:lnTo>
                  <a:pt x="90487" y="35867"/>
                </a:lnTo>
                <a:lnTo>
                  <a:pt x="90487" y="34974"/>
                </a:lnTo>
                <a:lnTo>
                  <a:pt x="89594" y="34974"/>
                </a:lnTo>
                <a:lnTo>
                  <a:pt x="89594" y="34081"/>
                </a:lnTo>
                <a:lnTo>
                  <a:pt x="90487" y="34081"/>
                </a:lnTo>
                <a:lnTo>
                  <a:pt x="90487" y="33188"/>
                </a:lnTo>
                <a:lnTo>
                  <a:pt x="95845" y="33188"/>
                </a:lnTo>
                <a:lnTo>
                  <a:pt x="95845" y="32295"/>
                </a:lnTo>
                <a:lnTo>
                  <a:pt x="100310" y="32295"/>
                </a:lnTo>
                <a:lnTo>
                  <a:pt x="100310" y="33188"/>
                </a:lnTo>
                <a:lnTo>
                  <a:pt x="103882" y="33188"/>
                </a:lnTo>
                <a:lnTo>
                  <a:pt x="103882" y="32295"/>
                </a:lnTo>
                <a:lnTo>
                  <a:pt x="105667" y="32295"/>
                </a:lnTo>
                <a:lnTo>
                  <a:pt x="105667" y="33188"/>
                </a:lnTo>
                <a:lnTo>
                  <a:pt x="109239" y="33188"/>
                </a:lnTo>
                <a:lnTo>
                  <a:pt x="109239" y="32295"/>
                </a:lnTo>
                <a:lnTo>
                  <a:pt x="111025" y="32295"/>
                </a:lnTo>
                <a:lnTo>
                  <a:pt x="111025" y="31402"/>
                </a:lnTo>
                <a:lnTo>
                  <a:pt x="111918" y="31402"/>
                </a:lnTo>
                <a:lnTo>
                  <a:pt x="111918" y="29617"/>
                </a:lnTo>
                <a:lnTo>
                  <a:pt x="112811" y="29617"/>
                </a:lnTo>
                <a:lnTo>
                  <a:pt x="112811" y="28724"/>
                </a:lnTo>
                <a:lnTo>
                  <a:pt x="115639" y="28724"/>
                </a:lnTo>
                <a:lnTo>
                  <a:pt x="115639" y="27831"/>
                </a:lnTo>
                <a:lnTo>
                  <a:pt x="116532" y="27831"/>
                </a:lnTo>
                <a:lnTo>
                  <a:pt x="116532" y="25152"/>
                </a:lnTo>
                <a:lnTo>
                  <a:pt x="117425" y="25152"/>
                </a:lnTo>
                <a:lnTo>
                  <a:pt x="117425" y="24259"/>
                </a:lnTo>
                <a:lnTo>
                  <a:pt x="118318" y="24259"/>
                </a:lnTo>
                <a:lnTo>
                  <a:pt x="118318" y="23366"/>
                </a:lnTo>
                <a:lnTo>
                  <a:pt x="119211" y="23366"/>
                </a:lnTo>
                <a:lnTo>
                  <a:pt x="119211" y="22324"/>
                </a:lnTo>
                <a:lnTo>
                  <a:pt x="120997" y="22324"/>
                </a:lnTo>
                <a:close/>
                <a:moveTo>
                  <a:pt x="37653" y="893"/>
                </a:moveTo>
                <a:lnTo>
                  <a:pt x="44797" y="893"/>
                </a:lnTo>
                <a:lnTo>
                  <a:pt x="44797" y="1786"/>
                </a:lnTo>
                <a:lnTo>
                  <a:pt x="45690" y="1786"/>
                </a:lnTo>
                <a:lnTo>
                  <a:pt x="45690" y="2679"/>
                </a:lnTo>
                <a:lnTo>
                  <a:pt x="46583" y="2679"/>
                </a:lnTo>
                <a:lnTo>
                  <a:pt x="46583" y="3572"/>
                </a:lnTo>
                <a:lnTo>
                  <a:pt x="47476" y="3572"/>
                </a:lnTo>
                <a:lnTo>
                  <a:pt x="47476" y="4465"/>
                </a:lnTo>
                <a:lnTo>
                  <a:pt x="48369" y="4465"/>
                </a:lnTo>
                <a:lnTo>
                  <a:pt x="48369" y="5358"/>
                </a:lnTo>
                <a:lnTo>
                  <a:pt x="49262" y="5358"/>
                </a:lnTo>
                <a:lnTo>
                  <a:pt x="49262" y="6251"/>
                </a:lnTo>
                <a:lnTo>
                  <a:pt x="50155" y="6251"/>
                </a:lnTo>
                <a:lnTo>
                  <a:pt x="50155" y="7143"/>
                </a:lnTo>
                <a:lnTo>
                  <a:pt x="51048" y="7143"/>
                </a:lnTo>
                <a:lnTo>
                  <a:pt x="51048" y="8036"/>
                </a:lnTo>
                <a:lnTo>
                  <a:pt x="51941" y="8036"/>
                </a:lnTo>
                <a:lnTo>
                  <a:pt x="51941" y="8929"/>
                </a:lnTo>
                <a:lnTo>
                  <a:pt x="52834" y="8929"/>
                </a:lnTo>
                <a:lnTo>
                  <a:pt x="52834" y="14287"/>
                </a:lnTo>
                <a:lnTo>
                  <a:pt x="51941" y="14287"/>
                </a:lnTo>
                <a:lnTo>
                  <a:pt x="51941" y="15180"/>
                </a:lnTo>
                <a:lnTo>
                  <a:pt x="51048" y="15180"/>
                </a:lnTo>
                <a:lnTo>
                  <a:pt x="51048" y="16073"/>
                </a:lnTo>
                <a:lnTo>
                  <a:pt x="50155" y="16073"/>
                </a:lnTo>
                <a:lnTo>
                  <a:pt x="50155" y="16966"/>
                </a:lnTo>
                <a:lnTo>
                  <a:pt x="49262" y="16966"/>
                </a:lnTo>
                <a:lnTo>
                  <a:pt x="49262" y="17859"/>
                </a:lnTo>
                <a:lnTo>
                  <a:pt x="48369" y="17859"/>
                </a:lnTo>
                <a:lnTo>
                  <a:pt x="48369" y="18752"/>
                </a:lnTo>
                <a:lnTo>
                  <a:pt x="47476" y="18752"/>
                </a:lnTo>
                <a:lnTo>
                  <a:pt x="47476" y="19645"/>
                </a:lnTo>
                <a:lnTo>
                  <a:pt x="46583" y="19645"/>
                </a:lnTo>
                <a:lnTo>
                  <a:pt x="46583" y="20538"/>
                </a:lnTo>
                <a:lnTo>
                  <a:pt x="45690" y="20538"/>
                </a:lnTo>
                <a:lnTo>
                  <a:pt x="45690" y="21431"/>
                </a:lnTo>
                <a:lnTo>
                  <a:pt x="44797" y="21431"/>
                </a:lnTo>
                <a:lnTo>
                  <a:pt x="44797" y="22324"/>
                </a:lnTo>
                <a:lnTo>
                  <a:pt x="43011" y="22324"/>
                </a:lnTo>
                <a:lnTo>
                  <a:pt x="43011" y="23366"/>
                </a:lnTo>
                <a:lnTo>
                  <a:pt x="42118" y="23366"/>
                </a:lnTo>
                <a:lnTo>
                  <a:pt x="42118" y="25152"/>
                </a:lnTo>
                <a:lnTo>
                  <a:pt x="41225" y="25152"/>
                </a:lnTo>
                <a:lnTo>
                  <a:pt x="41225" y="27831"/>
                </a:lnTo>
                <a:lnTo>
                  <a:pt x="40332" y="27831"/>
                </a:lnTo>
                <a:lnTo>
                  <a:pt x="40332" y="29617"/>
                </a:lnTo>
                <a:lnTo>
                  <a:pt x="39439" y="29617"/>
                </a:lnTo>
                <a:lnTo>
                  <a:pt x="39439" y="30509"/>
                </a:lnTo>
                <a:lnTo>
                  <a:pt x="38546" y="30509"/>
                </a:lnTo>
                <a:lnTo>
                  <a:pt x="38546" y="31402"/>
                </a:lnTo>
                <a:lnTo>
                  <a:pt x="37653" y="31402"/>
                </a:lnTo>
                <a:lnTo>
                  <a:pt x="37653" y="32295"/>
                </a:lnTo>
                <a:lnTo>
                  <a:pt x="36760" y="32295"/>
                </a:lnTo>
                <a:lnTo>
                  <a:pt x="36760" y="34081"/>
                </a:lnTo>
                <a:lnTo>
                  <a:pt x="35867" y="34081"/>
                </a:lnTo>
                <a:lnTo>
                  <a:pt x="35867" y="36760"/>
                </a:lnTo>
                <a:lnTo>
                  <a:pt x="36760" y="36760"/>
                </a:lnTo>
                <a:lnTo>
                  <a:pt x="36760" y="37653"/>
                </a:lnTo>
                <a:lnTo>
                  <a:pt x="37653" y="37653"/>
                </a:lnTo>
                <a:lnTo>
                  <a:pt x="37653" y="38546"/>
                </a:lnTo>
                <a:lnTo>
                  <a:pt x="38546" y="38546"/>
                </a:lnTo>
                <a:lnTo>
                  <a:pt x="38546" y="43904"/>
                </a:lnTo>
                <a:lnTo>
                  <a:pt x="37653" y="43904"/>
                </a:lnTo>
                <a:lnTo>
                  <a:pt x="37653" y="46583"/>
                </a:lnTo>
                <a:lnTo>
                  <a:pt x="36760" y="46583"/>
                </a:lnTo>
                <a:lnTo>
                  <a:pt x="36760" y="48369"/>
                </a:lnTo>
                <a:lnTo>
                  <a:pt x="35867" y="48369"/>
                </a:lnTo>
                <a:lnTo>
                  <a:pt x="35867" y="51048"/>
                </a:lnTo>
                <a:lnTo>
                  <a:pt x="36760" y="51048"/>
                </a:lnTo>
                <a:lnTo>
                  <a:pt x="36760" y="53727"/>
                </a:lnTo>
                <a:lnTo>
                  <a:pt x="35867" y="53727"/>
                </a:lnTo>
                <a:lnTo>
                  <a:pt x="35867" y="56406"/>
                </a:lnTo>
                <a:lnTo>
                  <a:pt x="34974" y="56406"/>
                </a:lnTo>
                <a:lnTo>
                  <a:pt x="34974" y="60870"/>
                </a:lnTo>
                <a:lnTo>
                  <a:pt x="35867" y="60870"/>
                </a:lnTo>
                <a:lnTo>
                  <a:pt x="35867" y="63549"/>
                </a:lnTo>
                <a:lnTo>
                  <a:pt x="36760" y="63549"/>
                </a:lnTo>
                <a:lnTo>
                  <a:pt x="36760" y="70842"/>
                </a:lnTo>
                <a:lnTo>
                  <a:pt x="35867" y="70842"/>
                </a:lnTo>
                <a:lnTo>
                  <a:pt x="35867" y="89594"/>
                </a:lnTo>
                <a:lnTo>
                  <a:pt x="36760" y="89594"/>
                </a:lnTo>
                <a:lnTo>
                  <a:pt x="36760" y="92273"/>
                </a:lnTo>
                <a:lnTo>
                  <a:pt x="37653" y="92273"/>
                </a:lnTo>
                <a:lnTo>
                  <a:pt x="37653" y="94952"/>
                </a:lnTo>
                <a:lnTo>
                  <a:pt x="36760" y="94952"/>
                </a:lnTo>
                <a:lnTo>
                  <a:pt x="36760" y="102989"/>
                </a:lnTo>
                <a:lnTo>
                  <a:pt x="37653" y="102989"/>
                </a:lnTo>
                <a:lnTo>
                  <a:pt x="37653" y="106561"/>
                </a:lnTo>
                <a:lnTo>
                  <a:pt x="38546" y="106561"/>
                </a:lnTo>
                <a:lnTo>
                  <a:pt x="38546" y="107454"/>
                </a:lnTo>
                <a:lnTo>
                  <a:pt x="39439" y="107454"/>
                </a:lnTo>
                <a:lnTo>
                  <a:pt x="39439" y="108347"/>
                </a:lnTo>
                <a:lnTo>
                  <a:pt x="40332" y="108347"/>
                </a:lnTo>
                <a:lnTo>
                  <a:pt x="40332" y="111026"/>
                </a:lnTo>
                <a:lnTo>
                  <a:pt x="38546" y="111026"/>
                </a:lnTo>
                <a:lnTo>
                  <a:pt x="38546" y="111918"/>
                </a:lnTo>
                <a:lnTo>
                  <a:pt x="37653" y="111918"/>
                </a:lnTo>
                <a:lnTo>
                  <a:pt x="37653" y="124569"/>
                </a:lnTo>
                <a:lnTo>
                  <a:pt x="36760" y="124569"/>
                </a:lnTo>
                <a:lnTo>
                  <a:pt x="36760" y="126355"/>
                </a:lnTo>
                <a:lnTo>
                  <a:pt x="37653" y="126355"/>
                </a:lnTo>
                <a:lnTo>
                  <a:pt x="37653" y="130820"/>
                </a:lnTo>
                <a:lnTo>
                  <a:pt x="38546" y="130820"/>
                </a:lnTo>
                <a:lnTo>
                  <a:pt x="38546" y="134392"/>
                </a:lnTo>
                <a:lnTo>
                  <a:pt x="37653" y="134392"/>
                </a:lnTo>
                <a:lnTo>
                  <a:pt x="37653" y="135285"/>
                </a:lnTo>
                <a:lnTo>
                  <a:pt x="35867" y="135285"/>
                </a:lnTo>
                <a:lnTo>
                  <a:pt x="35867" y="136177"/>
                </a:lnTo>
                <a:lnTo>
                  <a:pt x="34081" y="136177"/>
                </a:lnTo>
                <a:lnTo>
                  <a:pt x="34081" y="137070"/>
                </a:lnTo>
                <a:lnTo>
                  <a:pt x="31402" y="137070"/>
                </a:lnTo>
                <a:lnTo>
                  <a:pt x="31402" y="137963"/>
                </a:lnTo>
                <a:lnTo>
                  <a:pt x="28723" y="137963"/>
                </a:lnTo>
                <a:lnTo>
                  <a:pt x="28723" y="137070"/>
                </a:lnTo>
                <a:lnTo>
                  <a:pt x="25151" y="137070"/>
                </a:lnTo>
                <a:lnTo>
                  <a:pt x="25151" y="136177"/>
                </a:lnTo>
                <a:lnTo>
                  <a:pt x="24259" y="136177"/>
                </a:lnTo>
                <a:lnTo>
                  <a:pt x="24259" y="135285"/>
                </a:lnTo>
                <a:lnTo>
                  <a:pt x="22324" y="135285"/>
                </a:lnTo>
                <a:lnTo>
                  <a:pt x="22324" y="133499"/>
                </a:lnTo>
                <a:lnTo>
                  <a:pt x="21431" y="133499"/>
                </a:lnTo>
                <a:lnTo>
                  <a:pt x="21431" y="129034"/>
                </a:lnTo>
                <a:lnTo>
                  <a:pt x="22324" y="129034"/>
                </a:lnTo>
                <a:lnTo>
                  <a:pt x="22324" y="121890"/>
                </a:lnTo>
                <a:lnTo>
                  <a:pt x="23366" y="121890"/>
                </a:lnTo>
                <a:lnTo>
                  <a:pt x="23366" y="120104"/>
                </a:lnTo>
                <a:lnTo>
                  <a:pt x="24259" y="120104"/>
                </a:lnTo>
                <a:lnTo>
                  <a:pt x="24259" y="119211"/>
                </a:lnTo>
                <a:lnTo>
                  <a:pt x="25151" y="119211"/>
                </a:lnTo>
                <a:lnTo>
                  <a:pt x="25151" y="114597"/>
                </a:lnTo>
                <a:lnTo>
                  <a:pt x="24259" y="114597"/>
                </a:lnTo>
                <a:lnTo>
                  <a:pt x="24259" y="111918"/>
                </a:lnTo>
                <a:lnTo>
                  <a:pt x="25151" y="111918"/>
                </a:lnTo>
                <a:lnTo>
                  <a:pt x="25151" y="107454"/>
                </a:lnTo>
                <a:lnTo>
                  <a:pt x="24259" y="107454"/>
                </a:lnTo>
                <a:lnTo>
                  <a:pt x="24259" y="100310"/>
                </a:lnTo>
                <a:lnTo>
                  <a:pt x="23366" y="100310"/>
                </a:lnTo>
                <a:lnTo>
                  <a:pt x="23366" y="98524"/>
                </a:lnTo>
                <a:lnTo>
                  <a:pt x="24259" y="98524"/>
                </a:lnTo>
                <a:lnTo>
                  <a:pt x="24259" y="96738"/>
                </a:lnTo>
                <a:lnTo>
                  <a:pt x="25151" y="96738"/>
                </a:lnTo>
                <a:lnTo>
                  <a:pt x="25151" y="94059"/>
                </a:lnTo>
                <a:lnTo>
                  <a:pt x="26044" y="94059"/>
                </a:lnTo>
                <a:lnTo>
                  <a:pt x="26044" y="91380"/>
                </a:lnTo>
                <a:lnTo>
                  <a:pt x="25151" y="91380"/>
                </a:lnTo>
                <a:lnTo>
                  <a:pt x="25151" y="71735"/>
                </a:lnTo>
                <a:lnTo>
                  <a:pt x="24259" y="71735"/>
                </a:lnTo>
                <a:lnTo>
                  <a:pt x="24259" y="68014"/>
                </a:lnTo>
                <a:lnTo>
                  <a:pt x="25151" y="68014"/>
                </a:lnTo>
                <a:lnTo>
                  <a:pt x="25151" y="67121"/>
                </a:lnTo>
                <a:lnTo>
                  <a:pt x="24259" y="67121"/>
                </a:lnTo>
                <a:lnTo>
                  <a:pt x="24259" y="65335"/>
                </a:lnTo>
                <a:lnTo>
                  <a:pt x="25151" y="65335"/>
                </a:lnTo>
                <a:lnTo>
                  <a:pt x="25151" y="59084"/>
                </a:lnTo>
                <a:lnTo>
                  <a:pt x="26044" y="59084"/>
                </a:lnTo>
                <a:lnTo>
                  <a:pt x="26044" y="53727"/>
                </a:lnTo>
                <a:lnTo>
                  <a:pt x="26937" y="53727"/>
                </a:lnTo>
                <a:lnTo>
                  <a:pt x="26937" y="52834"/>
                </a:lnTo>
                <a:lnTo>
                  <a:pt x="23366" y="52834"/>
                </a:lnTo>
                <a:lnTo>
                  <a:pt x="23366" y="53727"/>
                </a:lnTo>
                <a:lnTo>
                  <a:pt x="22324" y="53727"/>
                </a:lnTo>
                <a:lnTo>
                  <a:pt x="22324" y="54620"/>
                </a:lnTo>
                <a:lnTo>
                  <a:pt x="20538" y="54620"/>
                </a:lnTo>
                <a:lnTo>
                  <a:pt x="20538" y="56406"/>
                </a:lnTo>
                <a:lnTo>
                  <a:pt x="19645" y="56406"/>
                </a:lnTo>
                <a:lnTo>
                  <a:pt x="19645" y="59084"/>
                </a:lnTo>
                <a:lnTo>
                  <a:pt x="18752" y="59084"/>
                </a:lnTo>
                <a:lnTo>
                  <a:pt x="18752" y="59977"/>
                </a:lnTo>
                <a:lnTo>
                  <a:pt x="16966" y="59977"/>
                </a:lnTo>
                <a:lnTo>
                  <a:pt x="16966" y="60870"/>
                </a:lnTo>
                <a:lnTo>
                  <a:pt x="15180" y="60870"/>
                </a:lnTo>
                <a:lnTo>
                  <a:pt x="15180" y="62656"/>
                </a:lnTo>
                <a:lnTo>
                  <a:pt x="14287" y="62656"/>
                </a:lnTo>
                <a:lnTo>
                  <a:pt x="14287" y="63549"/>
                </a:lnTo>
                <a:lnTo>
                  <a:pt x="13394" y="63549"/>
                </a:lnTo>
                <a:lnTo>
                  <a:pt x="13394" y="65335"/>
                </a:lnTo>
                <a:lnTo>
                  <a:pt x="12501" y="65335"/>
                </a:lnTo>
                <a:lnTo>
                  <a:pt x="12501" y="66228"/>
                </a:lnTo>
                <a:lnTo>
                  <a:pt x="11608" y="66228"/>
                </a:lnTo>
                <a:lnTo>
                  <a:pt x="11608" y="68014"/>
                </a:lnTo>
                <a:lnTo>
                  <a:pt x="10715" y="68014"/>
                </a:lnTo>
                <a:lnTo>
                  <a:pt x="10715" y="68907"/>
                </a:lnTo>
                <a:lnTo>
                  <a:pt x="9822" y="68907"/>
                </a:lnTo>
                <a:lnTo>
                  <a:pt x="9822" y="70842"/>
                </a:lnTo>
                <a:lnTo>
                  <a:pt x="8929" y="70842"/>
                </a:lnTo>
                <a:lnTo>
                  <a:pt x="8929" y="71735"/>
                </a:lnTo>
                <a:lnTo>
                  <a:pt x="5357" y="71735"/>
                </a:lnTo>
                <a:lnTo>
                  <a:pt x="5357" y="70842"/>
                </a:lnTo>
                <a:lnTo>
                  <a:pt x="892" y="70842"/>
                </a:lnTo>
                <a:lnTo>
                  <a:pt x="892" y="68907"/>
                </a:lnTo>
                <a:lnTo>
                  <a:pt x="0" y="68907"/>
                </a:lnTo>
                <a:lnTo>
                  <a:pt x="0" y="67121"/>
                </a:lnTo>
                <a:lnTo>
                  <a:pt x="892" y="67121"/>
                </a:lnTo>
                <a:lnTo>
                  <a:pt x="892" y="66228"/>
                </a:lnTo>
                <a:lnTo>
                  <a:pt x="2678" y="66228"/>
                </a:lnTo>
                <a:lnTo>
                  <a:pt x="2678" y="65335"/>
                </a:lnTo>
                <a:lnTo>
                  <a:pt x="3571" y="65335"/>
                </a:lnTo>
                <a:lnTo>
                  <a:pt x="3571" y="63549"/>
                </a:lnTo>
                <a:lnTo>
                  <a:pt x="4464" y="63549"/>
                </a:lnTo>
                <a:lnTo>
                  <a:pt x="4464" y="62656"/>
                </a:lnTo>
                <a:lnTo>
                  <a:pt x="5357" y="62656"/>
                </a:lnTo>
                <a:lnTo>
                  <a:pt x="5357" y="61763"/>
                </a:lnTo>
                <a:lnTo>
                  <a:pt x="6250" y="61763"/>
                </a:lnTo>
                <a:lnTo>
                  <a:pt x="6250" y="60870"/>
                </a:lnTo>
                <a:lnTo>
                  <a:pt x="7143" y="60870"/>
                </a:lnTo>
                <a:lnTo>
                  <a:pt x="7143" y="59977"/>
                </a:lnTo>
                <a:lnTo>
                  <a:pt x="8036" y="59977"/>
                </a:lnTo>
                <a:lnTo>
                  <a:pt x="8036" y="58192"/>
                </a:lnTo>
                <a:lnTo>
                  <a:pt x="8929" y="58192"/>
                </a:lnTo>
                <a:lnTo>
                  <a:pt x="8929" y="56406"/>
                </a:lnTo>
                <a:lnTo>
                  <a:pt x="9822" y="56406"/>
                </a:lnTo>
                <a:lnTo>
                  <a:pt x="9822" y="55513"/>
                </a:lnTo>
                <a:lnTo>
                  <a:pt x="10715" y="55513"/>
                </a:lnTo>
                <a:lnTo>
                  <a:pt x="10715" y="53727"/>
                </a:lnTo>
                <a:lnTo>
                  <a:pt x="11608" y="53727"/>
                </a:lnTo>
                <a:lnTo>
                  <a:pt x="11608" y="51941"/>
                </a:lnTo>
                <a:lnTo>
                  <a:pt x="12501" y="51941"/>
                </a:lnTo>
                <a:lnTo>
                  <a:pt x="12501" y="51048"/>
                </a:lnTo>
                <a:lnTo>
                  <a:pt x="13394" y="51048"/>
                </a:lnTo>
                <a:lnTo>
                  <a:pt x="13394" y="49262"/>
                </a:lnTo>
                <a:lnTo>
                  <a:pt x="14287" y="49262"/>
                </a:lnTo>
                <a:lnTo>
                  <a:pt x="14287" y="48369"/>
                </a:lnTo>
                <a:lnTo>
                  <a:pt x="15180" y="48369"/>
                </a:lnTo>
                <a:lnTo>
                  <a:pt x="15180" y="46583"/>
                </a:lnTo>
                <a:lnTo>
                  <a:pt x="16073" y="46583"/>
                </a:lnTo>
                <a:lnTo>
                  <a:pt x="16073" y="43011"/>
                </a:lnTo>
                <a:lnTo>
                  <a:pt x="16966" y="43011"/>
                </a:lnTo>
                <a:lnTo>
                  <a:pt x="16966" y="41225"/>
                </a:lnTo>
                <a:lnTo>
                  <a:pt x="19645" y="41225"/>
                </a:lnTo>
                <a:lnTo>
                  <a:pt x="19645" y="40332"/>
                </a:lnTo>
                <a:lnTo>
                  <a:pt x="20538" y="40332"/>
                </a:lnTo>
                <a:lnTo>
                  <a:pt x="20538" y="39439"/>
                </a:lnTo>
                <a:lnTo>
                  <a:pt x="21431" y="39439"/>
                </a:lnTo>
                <a:lnTo>
                  <a:pt x="21431" y="37653"/>
                </a:lnTo>
                <a:lnTo>
                  <a:pt x="22324" y="37653"/>
                </a:lnTo>
                <a:lnTo>
                  <a:pt x="22324" y="34974"/>
                </a:lnTo>
                <a:lnTo>
                  <a:pt x="23366" y="34974"/>
                </a:lnTo>
                <a:lnTo>
                  <a:pt x="23366" y="33188"/>
                </a:lnTo>
                <a:lnTo>
                  <a:pt x="24259" y="33188"/>
                </a:lnTo>
                <a:lnTo>
                  <a:pt x="24259" y="32295"/>
                </a:lnTo>
                <a:lnTo>
                  <a:pt x="26937" y="32295"/>
                </a:lnTo>
                <a:lnTo>
                  <a:pt x="26937" y="31402"/>
                </a:lnTo>
                <a:lnTo>
                  <a:pt x="27830" y="31402"/>
                </a:lnTo>
                <a:lnTo>
                  <a:pt x="27830" y="26045"/>
                </a:lnTo>
                <a:lnTo>
                  <a:pt x="28723" y="26045"/>
                </a:lnTo>
                <a:lnTo>
                  <a:pt x="28723" y="22324"/>
                </a:lnTo>
                <a:lnTo>
                  <a:pt x="29616" y="22324"/>
                </a:lnTo>
                <a:lnTo>
                  <a:pt x="29616" y="20538"/>
                </a:lnTo>
                <a:lnTo>
                  <a:pt x="30509" y="20538"/>
                </a:lnTo>
                <a:lnTo>
                  <a:pt x="30509" y="19645"/>
                </a:lnTo>
                <a:lnTo>
                  <a:pt x="31402" y="19645"/>
                </a:lnTo>
                <a:lnTo>
                  <a:pt x="31402" y="18752"/>
                </a:lnTo>
                <a:lnTo>
                  <a:pt x="32295" y="18752"/>
                </a:lnTo>
                <a:lnTo>
                  <a:pt x="32295" y="17859"/>
                </a:lnTo>
                <a:lnTo>
                  <a:pt x="33188" y="17859"/>
                </a:lnTo>
                <a:lnTo>
                  <a:pt x="33188" y="14287"/>
                </a:lnTo>
                <a:lnTo>
                  <a:pt x="32295" y="14287"/>
                </a:lnTo>
                <a:lnTo>
                  <a:pt x="32295" y="13394"/>
                </a:lnTo>
                <a:lnTo>
                  <a:pt x="33188" y="13394"/>
                </a:lnTo>
                <a:lnTo>
                  <a:pt x="33188" y="8036"/>
                </a:lnTo>
                <a:lnTo>
                  <a:pt x="34974" y="8036"/>
                </a:lnTo>
                <a:lnTo>
                  <a:pt x="34974" y="7143"/>
                </a:lnTo>
                <a:lnTo>
                  <a:pt x="35867" y="7143"/>
                </a:lnTo>
                <a:lnTo>
                  <a:pt x="35867" y="5358"/>
                </a:lnTo>
                <a:lnTo>
                  <a:pt x="36760" y="5358"/>
                </a:lnTo>
                <a:lnTo>
                  <a:pt x="36760" y="2679"/>
                </a:lnTo>
                <a:lnTo>
                  <a:pt x="37653" y="2679"/>
                </a:lnTo>
                <a:close/>
                <a:moveTo>
                  <a:pt x="83343" y="0"/>
                </a:moveTo>
                <a:lnTo>
                  <a:pt x="87808" y="0"/>
                </a:lnTo>
                <a:lnTo>
                  <a:pt x="87808" y="893"/>
                </a:lnTo>
                <a:lnTo>
                  <a:pt x="88701" y="893"/>
                </a:lnTo>
                <a:lnTo>
                  <a:pt x="88701" y="1786"/>
                </a:lnTo>
                <a:lnTo>
                  <a:pt x="90487" y="1786"/>
                </a:lnTo>
                <a:lnTo>
                  <a:pt x="90487" y="2679"/>
                </a:lnTo>
                <a:lnTo>
                  <a:pt x="94952" y="2679"/>
                </a:lnTo>
                <a:lnTo>
                  <a:pt x="94952" y="3572"/>
                </a:lnTo>
                <a:lnTo>
                  <a:pt x="95845" y="3572"/>
                </a:lnTo>
                <a:lnTo>
                  <a:pt x="95845" y="4465"/>
                </a:lnTo>
                <a:lnTo>
                  <a:pt x="96738" y="4465"/>
                </a:lnTo>
                <a:lnTo>
                  <a:pt x="96738" y="5358"/>
                </a:lnTo>
                <a:lnTo>
                  <a:pt x="97631" y="5358"/>
                </a:lnTo>
                <a:lnTo>
                  <a:pt x="97631" y="6251"/>
                </a:lnTo>
                <a:lnTo>
                  <a:pt x="98524" y="6251"/>
                </a:lnTo>
                <a:lnTo>
                  <a:pt x="98524" y="10715"/>
                </a:lnTo>
                <a:lnTo>
                  <a:pt x="97631" y="10715"/>
                </a:lnTo>
                <a:lnTo>
                  <a:pt x="97631" y="11608"/>
                </a:lnTo>
                <a:lnTo>
                  <a:pt x="96738" y="11608"/>
                </a:lnTo>
                <a:lnTo>
                  <a:pt x="96738" y="12501"/>
                </a:lnTo>
                <a:lnTo>
                  <a:pt x="95845" y="12501"/>
                </a:lnTo>
                <a:lnTo>
                  <a:pt x="95845" y="13394"/>
                </a:lnTo>
                <a:lnTo>
                  <a:pt x="94059" y="13394"/>
                </a:lnTo>
                <a:lnTo>
                  <a:pt x="94059" y="14287"/>
                </a:lnTo>
                <a:lnTo>
                  <a:pt x="92273" y="14287"/>
                </a:lnTo>
                <a:lnTo>
                  <a:pt x="92273" y="17859"/>
                </a:lnTo>
                <a:lnTo>
                  <a:pt x="91380" y="17859"/>
                </a:lnTo>
                <a:lnTo>
                  <a:pt x="91380" y="19645"/>
                </a:lnTo>
                <a:lnTo>
                  <a:pt x="90487" y="19645"/>
                </a:lnTo>
                <a:lnTo>
                  <a:pt x="90487" y="22324"/>
                </a:lnTo>
                <a:lnTo>
                  <a:pt x="89594" y="22324"/>
                </a:lnTo>
                <a:lnTo>
                  <a:pt x="89594" y="23366"/>
                </a:lnTo>
                <a:lnTo>
                  <a:pt x="88701" y="23366"/>
                </a:lnTo>
                <a:lnTo>
                  <a:pt x="88701" y="26045"/>
                </a:lnTo>
                <a:lnTo>
                  <a:pt x="89594" y="26045"/>
                </a:lnTo>
                <a:lnTo>
                  <a:pt x="89594" y="27831"/>
                </a:lnTo>
                <a:lnTo>
                  <a:pt x="88701" y="27831"/>
                </a:lnTo>
                <a:lnTo>
                  <a:pt x="88701" y="32295"/>
                </a:lnTo>
                <a:lnTo>
                  <a:pt x="89594" y="32295"/>
                </a:lnTo>
                <a:lnTo>
                  <a:pt x="89594" y="34081"/>
                </a:lnTo>
                <a:lnTo>
                  <a:pt x="86915" y="34081"/>
                </a:lnTo>
                <a:lnTo>
                  <a:pt x="86915" y="34974"/>
                </a:lnTo>
                <a:lnTo>
                  <a:pt x="86022" y="34974"/>
                </a:lnTo>
                <a:lnTo>
                  <a:pt x="86022" y="38546"/>
                </a:lnTo>
                <a:lnTo>
                  <a:pt x="85129" y="38546"/>
                </a:lnTo>
                <a:lnTo>
                  <a:pt x="85129" y="39439"/>
                </a:lnTo>
                <a:lnTo>
                  <a:pt x="84236" y="39439"/>
                </a:lnTo>
                <a:lnTo>
                  <a:pt x="84236" y="43904"/>
                </a:lnTo>
                <a:lnTo>
                  <a:pt x="85129" y="43904"/>
                </a:lnTo>
                <a:lnTo>
                  <a:pt x="85129" y="45690"/>
                </a:lnTo>
                <a:lnTo>
                  <a:pt x="86022" y="45690"/>
                </a:lnTo>
                <a:lnTo>
                  <a:pt x="86022" y="46583"/>
                </a:lnTo>
                <a:lnTo>
                  <a:pt x="85129" y="46583"/>
                </a:lnTo>
                <a:lnTo>
                  <a:pt x="85129" y="48369"/>
                </a:lnTo>
                <a:lnTo>
                  <a:pt x="83343" y="48369"/>
                </a:lnTo>
                <a:lnTo>
                  <a:pt x="83343" y="50155"/>
                </a:lnTo>
                <a:lnTo>
                  <a:pt x="82450" y="50155"/>
                </a:lnTo>
                <a:lnTo>
                  <a:pt x="82450" y="52834"/>
                </a:lnTo>
                <a:lnTo>
                  <a:pt x="81557" y="52834"/>
                </a:lnTo>
                <a:lnTo>
                  <a:pt x="81557" y="54620"/>
                </a:lnTo>
                <a:lnTo>
                  <a:pt x="84236" y="54620"/>
                </a:lnTo>
                <a:lnTo>
                  <a:pt x="84236" y="53727"/>
                </a:lnTo>
                <a:lnTo>
                  <a:pt x="86915" y="53727"/>
                </a:lnTo>
                <a:lnTo>
                  <a:pt x="86915" y="54620"/>
                </a:lnTo>
                <a:lnTo>
                  <a:pt x="87808" y="54620"/>
                </a:lnTo>
                <a:lnTo>
                  <a:pt x="87808" y="55513"/>
                </a:lnTo>
                <a:lnTo>
                  <a:pt x="89594" y="55513"/>
                </a:lnTo>
                <a:lnTo>
                  <a:pt x="89594" y="54620"/>
                </a:lnTo>
                <a:lnTo>
                  <a:pt x="90487" y="54620"/>
                </a:lnTo>
                <a:lnTo>
                  <a:pt x="90487" y="53727"/>
                </a:lnTo>
                <a:lnTo>
                  <a:pt x="94059" y="53727"/>
                </a:lnTo>
                <a:lnTo>
                  <a:pt x="94059" y="54620"/>
                </a:lnTo>
                <a:lnTo>
                  <a:pt x="96738" y="54620"/>
                </a:lnTo>
                <a:lnTo>
                  <a:pt x="96738" y="53727"/>
                </a:lnTo>
                <a:lnTo>
                  <a:pt x="97631" y="53727"/>
                </a:lnTo>
                <a:lnTo>
                  <a:pt x="97631" y="52834"/>
                </a:lnTo>
                <a:lnTo>
                  <a:pt x="98524" y="52834"/>
                </a:lnTo>
                <a:lnTo>
                  <a:pt x="98524" y="53727"/>
                </a:lnTo>
                <a:lnTo>
                  <a:pt x="99417" y="53727"/>
                </a:lnTo>
                <a:lnTo>
                  <a:pt x="99417" y="54620"/>
                </a:lnTo>
                <a:lnTo>
                  <a:pt x="100310" y="54620"/>
                </a:lnTo>
                <a:lnTo>
                  <a:pt x="100310" y="55513"/>
                </a:lnTo>
                <a:lnTo>
                  <a:pt x="104775" y="55513"/>
                </a:lnTo>
                <a:lnTo>
                  <a:pt x="104775" y="54620"/>
                </a:lnTo>
                <a:lnTo>
                  <a:pt x="107453" y="54620"/>
                </a:lnTo>
                <a:lnTo>
                  <a:pt x="107453" y="53727"/>
                </a:lnTo>
                <a:lnTo>
                  <a:pt x="109239" y="53727"/>
                </a:lnTo>
                <a:lnTo>
                  <a:pt x="109239" y="52834"/>
                </a:lnTo>
                <a:lnTo>
                  <a:pt x="112811" y="52834"/>
                </a:lnTo>
                <a:lnTo>
                  <a:pt x="112811" y="51941"/>
                </a:lnTo>
                <a:lnTo>
                  <a:pt x="114597" y="51941"/>
                </a:lnTo>
                <a:lnTo>
                  <a:pt x="114597" y="52834"/>
                </a:lnTo>
                <a:lnTo>
                  <a:pt x="118318" y="52834"/>
                </a:lnTo>
                <a:lnTo>
                  <a:pt x="118318" y="53727"/>
                </a:lnTo>
                <a:lnTo>
                  <a:pt x="119211" y="53727"/>
                </a:lnTo>
                <a:lnTo>
                  <a:pt x="119211" y="54620"/>
                </a:lnTo>
                <a:lnTo>
                  <a:pt x="120997" y="54620"/>
                </a:lnTo>
                <a:lnTo>
                  <a:pt x="120997" y="52834"/>
                </a:lnTo>
                <a:lnTo>
                  <a:pt x="120104" y="52834"/>
                </a:lnTo>
                <a:lnTo>
                  <a:pt x="120104" y="49262"/>
                </a:lnTo>
                <a:lnTo>
                  <a:pt x="120997" y="49262"/>
                </a:lnTo>
                <a:lnTo>
                  <a:pt x="120997" y="48369"/>
                </a:lnTo>
                <a:lnTo>
                  <a:pt x="122783" y="48369"/>
                </a:lnTo>
                <a:lnTo>
                  <a:pt x="122783" y="47476"/>
                </a:lnTo>
                <a:lnTo>
                  <a:pt x="123676" y="47476"/>
                </a:lnTo>
                <a:lnTo>
                  <a:pt x="123676" y="45690"/>
                </a:lnTo>
                <a:lnTo>
                  <a:pt x="124569" y="45690"/>
                </a:lnTo>
                <a:lnTo>
                  <a:pt x="124569" y="44797"/>
                </a:lnTo>
                <a:lnTo>
                  <a:pt x="125462" y="44797"/>
                </a:lnTo>
                <a:lnTo>
                  <a:pt x="125462" y="43904"/>
                </a:lnTo>
                <a:lnTo>
                  <a:pt x="126355" y="43904"/>
                </a:lnTo>
                <a:lnTo>
                  <a:pt x="126355" y="44797"/>
                </a:lnTo>
                <a:lnTo>
                  <a:pt x="127248" y="44797"/>
                </a:lnTo>
                <a:lnTo>
                  <a:pt x="127248" y="45690"/>
                </a:lnTo>
                <a:lnTo>
                  <a:pt x="132605" y="45690"/>
                </a:lnTo>
                <a:lnTo>
                  <a:pt x="132605" y="46583"/>
                </a:lnTo>
                <a:lnTo>
                  <a:pt x="133498" y="46583"/>
                </a:lnTo>
                <a:lnTo>
                  <a:pt x="133498" y="47476"/>
                </a:lnTo>
                <a:lnTo>
                  <a:pt x="134391" y="47476"/>
                </a:lnTo>
                <a:lnTo>
                  <a:pt x="134391" y="49262"/>
                </a:lnTo>
                <a:lnTo>
                  <a:pt x="135284" y="49262"/>
                </a:lnTo>
                <a:lnTo>
                  <a:pt x="135284" y="50155"/>
                </a:lnTo>
                <a:lnTo>
                  <a:pt x="137070" y="50155"/>
                </a:lnTo>
                <a:lnTo>
                  <a:pt x="137070" y="51048"/>
                </a:lnTo>
                <a:lnTo>
                  <a:pt x="137963" y="51048"/>
                </a:lnTo>
                <a:lnTo>
                  <a:pt x="137963" y="51941"/>
                </a:lnTo>
                <a:lnTo>
                  <a:pt x="139749" y="51941"/>
                </a:lnTo>
                <a:lnTo>
                  <a:pt x="139749" y="55513"/>
                </a:lnTo>
                <a:lnTo>
                  <a:pt x="140642" y="55513"/>
                </a:lnTo>
                <a:lnTo>
                  <a:pt x="140642" y="58192"/>
                </a:lnTo>
                <a:lnTo>
                  <a:pt x="138856" y="58192"/>
                </a:lnTo>
                <a:lnTo>
                  <a:pt x="138856" y="59084"/>
                </a:lnTo>
                <a:lnTo>
                  <a:pt x="137963" y="59084"/>
                </a:lnTo>
                <a:lnTo>
                  <a:pt x="137963" y="59977"/>
                </a:lnTo>
                <a:lnTo>
                  <a:pt x="135284" y="59977"/>
                </a:lnTo>
                <a:lnTo>
                  <a:pt x="135284" y="59084"/>
                </a:lnTo>
                <a:lnTo>
                  <a:pt x="134391" y="59084"/>
                </a:lnTo>
                <a:lnTo>
                  <a:pt x="134391" y="58192"/>
                </a:lnTo>
                <a:lnTo>
                  <a:pt x="129926" y="58192"/>
                </a:lnTo>
                <a:lnTo>
                  <a:pt x="129926" y="59084"/>
                </a:lnTo>
                <a:lnTo>
                  <a:pt x="126355" y="59084"/>
                </a:lnTo>
                <a:lnTo>
                  <a:pt x="126355" y="58192"/>
                </a:lnTo>
                <a:lnTo>
                  <a:pt x="116532" y="58192"/>
                </a:lnTo>
                <a:lnTo>
                  <a:pt x="116532" y="59084"/>
                </a:lnTo>
                <a:lnTo>
                  <a:pt x="96738" y="59084"/>
                </a:lnTo>
                <a:lnTo>
                  <a:pt x="96738" y="58192"/>
                </a:lnTo>
                <a:lnTo>
                  <a:pt x="95845" y="58192"/>
                </a:lnTo>
                <a:lnTo>
                  <a:pt x="95845" y="57299"/>
                </a:lnTo>
                <a:lnTo>
                  <a:pt x="93166" y="57299"/>
                </a:lnTo>
                <a:lnTo>
                  <a:pt x="93166" y="58192"/>
                </a:lnTo>
                <a:lnTo>
                  <a:pt x="90487" y="58192"/>
                </a:lnTo>
                <a:lnTo>
                  <a:pt x="90487" y="59084"/>
                </a:lnTo>
                <a:lnTo>
                  <a:pt x="89594" y="59084"/>
                </a:lnTo>
                <a:lnTo>
                  <a:pt x="89594" y="58192"/>
                </a:lnTo>
                <a:lnTo>
                  <a:pt x="88701" y="58192"/>
                </a:lnTo>
                <a:lnTo>
                  <a:pt x="88701" y="57299"/>
                </a:lnTo>
                <a:lnTo>
                  <a:pt x="83343" y="57299"/>
                </a:lnTo>
                <a:lnTo>
                  <a:pt x="83343" y="58192"/>
                </a:lnTo>
                <a:lnTo>
                  <a:pt x="81557" y="58192"/>
                </a:lnTo>
                <a:lnTo>
                  <a:pt x="81557" y="59084"/>
                </a:lnTo>
                <a:lnTo>
                  <a:pt x="79771" y="59084"/>
                </a:lnTo>
                <a:lnTo>
                  <a:pt x="79771" y="64442"/>
                </a:lnTo>
                <a:lnTo>
                  <a:pt x="80664" y="64442"/>
                </a:lnTo>
                <a:lnTo>
                  <a:pt x="80664" y="67121"/>
                </a:lnTo>
                <a:lnTo>
                  <a:pt x="79771" y="67121"/>
                </a:lnTo>
                <a:lnTo>
                  <a:pt x="79771" y="68014"/>
                </a:lnTo>
                <a:lnTo>
                  <a:pt x="77985" y="68014"/>
                </a:lnTo>
                <a:lnTo>
                  <a:pt x="77985" y="69949"/>
                </a:lnTo>
                <a:lnTo>
                  <a:pt x="77092" y="69949"/>
                </a:lnTo>
                <a:lnTo>
                  <a:pt x="77092" y="74414"/>
                </a:lnTo>
                <a:lnTo>
                  <a:pt x="78878" y="74414"/>
                </a:lnTo>
                <a:lnTo>
                  <a:pt x="78878" y="75307"/>
                </a:lnTo>
                <a:lnTo>
                  <a:pt x="86915" y="75307"/>
                </a:lnTo>
                <a:lnTo>
                  <a:pt x="86915" y="76200"/>
                </a:lnTo>
                <a:lnTo>
                  <a:pt x="88701" y="76200"/>
                </a:lnTo>
                <a:lnTo>
                  <a:pt x="88701" y="75307"/>
                </a:lnTo>
                <a:lnTo>
                  <a:pt x="91380" y="75307"/>
                </a:lnTo>
                <a:lnTo>
                  <a:pt x="91380" y="76200"/>
                </a:lnTo>
                <a:lnTo>
                  <a:pt x="93166" y="76200"/>
                </a:lnTo>
                <a:lnTo>
                  <a:pt x="93166" y="75307"/>
                </a:lnTo>
                <a:lnTo>
                  <a:pt x="95845" y="75307"/>
                </a:lnTo>
                <a:lnTo>
                  <a:pt x="95845" y="74414"/>
                </a:lnTo>
                <a:lnTo>
                  <a:pt x="99417" y="74414"/>
                </a:lnTo>
                <a:lnTo>
                  <a:pt x="99417" y="73521"/>
                </a:lnTo>
                <a:lnTo>
                  <a:pt x="102096" y="73521"/>
                </a:lnTo>
                <a:lnTo>
                  <a:pt x="102096" y="74414"/>
                </a:lnTo>
                <a:lnTo>
                  <a:pt x="107453" y="74414"/>
                </a:lnTo>
                <a:lnTo>
                  <a:pt x="107453" y="73521"/>
                </a:lnTo>
                <a:lnTo>
                  <a:pt x="108346" y="73521"/>
                </a:lnTo>
                <a:lnTo>
                  <a:pt x="108346" y="72628"/>
                </a:lnTo>
                <a:lnTo>
                  <a:pt x="110132" y="72628"/>
                </a:lnTo>
                <a:lnTo>
                  <a:pt x="110132" y="71735"/>
                </a:lnTo>
                <a:lnTo>
                  <a:pt x="111025" y="71735"/>
                </a:lnTo>
                <a:lnTo>
                  <a:pt x="111025" y="70842"/>
                </a:lnTo>
                <a:lnTo>
                  <a:pt x="114597" y="70842"/>
                </a:lnTo>
                <a:lnTo>
                  <a:pt x="114597" y="69949"/>
                </a:lnTo>
                <a:lnTo>
                  <a:pt x="115639" y="69949"/>
                </a:lnTo>
                <a:lnTo>
                  <a:pt x="115639" y="70842"/>
                </a:lnTo>
                <a:lnTo>
                  <a:pt x="119211" y="70842"/>
                </a:lnTo>
                <a:lnTo>
                  <a:pt x="119211" y="71735"/>
                </a:lnTo>
                <a:lnTo>
                  <a:pt x="120104" y="71735"/>
                </a:lnTo>
                <a:lnTo>
                  <a:pt x="120104" y="72628"/>
                </a:lnTo>
                <a:lnTo>
                  <a:pt x="121890" y="72628"/>
                </a:lnTo>
                <a:lnTo>
                  <a:pt x="121890" y="73521"/>
                </a:lnTo>
                <a:lnTo>
                  <a:pt x="123676" y="73521"/>
                </a:lnTo>
                <a:lnTo>
                  <a:pt x="123676" y="75307"/>
                </a:lnTo>
                <a:lnTo>
                  <a:pt x="124569" y="75307"/>
                </a:lnTo>
                <a:lnTo>
                  <a:pt x="124569" y="76200"/>
                </a:lnTo>
                <a:lnTo>
                  <a:pt x="125462" y="76200"/>
                </a:lnTo>
                <a:lnTo>
                  <a:pt x="125462" y="77093"/>
                </a:lnTo>
                <a:lnTo>
                  <a:pt x="126355" y="77093"/>
                </a:lnTo>
                <a:lnTo>
                  <a:pt x="126355" y="80665"/>
                </a:lnTo>
                <a:lnTo>
                  <a:pt x="125462" y="80665"/>
                </a:lnTo>
                <a:lnTo>
                  <a:pt x="125462" y="81558"/>
                </a:lnTo>
                <a:lnTo>
                  <a:pt x="124569" y="81558"/>
                </a:lnTo>
                <a:lnTo>
                  <a:pt x="124569" y="82451"/>
                </a:lnTo>
                <a:lnTo>
                  <a:pt x="123676" y="82451"/>
                </a:lnTo>
                <a:lnTo>
                  <a:pt x="123676" y="83343"/>
                </a:lnTo>
                <a:lnTo>
                  <a:pt x="119211" y="83343"/>
                </a:lnTo>
                <a:lnTo>
                  <a:pt x="119211" y="85129"/>
                </a:lnTo>
                <a:lnTo>
                  <a:pt x="118318" y="85129"/>
                </a:lnTo>
                <a:lnTo>
                  <a:pt x="118318" y="86022"/>
                </a:lnTo>
                <a:lnTo>
                  <a:pt x="117425" y="86022"/>
                </a:lnTo>
                <a:lnTo>
                  <a:pt x="117425" y="86915"/>
                </a:lnTo>
                <a:lnTo>
                  <a:pt x="116532" y="86915"/>
                </a:lnTo>
                <a:lnTo>
                  <a:pt x="116532" y="87808"/>
                </a:lnTo>
                <a:lnTo>
                  <a:pt x="115639" y="87808"/>
                </a:lnTo>
                <a:lnTo>
                  <a:pt x="115639" y="89594"/>
                </a:lnTo>
                <a:lnTo>
                  <a:pt x="114597" y="89594"/>
                </a:lnTo>
                <a:lnTo>
                  <a:pt x="114597" y="90487"/>
                </a:lnTo>
                <a:lnTo>
                  <a:pt x="113704" y="90487"/>
                </a:lnTo>
                <a:lnTo>
                  <a:pt x="113704" y="92273"/>
                </a:lnTo>
                <a:lnTo>
                  <a:pt x="112811" y="92273"/>
                </a:lnTo>
                <a:lnTo>
                  <a:pt x="112811" y="93166"/>
                </a:lnTo>
                <a:lnTo>
                  <a:pt x="111918" y="93166"/>
                </a:lnTo>
                <a:lnTo>
                  <a:pt x="111918" y="94059"/>
                </a:lnTo>
                <a:lnTo>
                  <a:pt x="111025" y="94059"/>
                </a:lnTo>
                <a:lnTo>
                  <a:pt x="111025" y="94952"/>
                </a:lnTo>
                <a:lnTo>
                  <a:pt x="110132" y="94952"/>
                </a:lnTo>
                <a:lnTo>
                  <a:pt x="110132" y="96738"/>
                </a:lnTo>
                <a:lnTo>
                  <a:pt x="109239" y="96738"/>
                </a:lnTo>
                <a:lnTo>
                  <a:pt x="109239" y="97631"/>
                </a:lnTo>
                <a:lnTo>
                  <a:pt x="108346" y="97631"/>
                </a:lnTo>
                <a:lnTo>
                  <a:pt x="108346" y="98524"/>
                </a:lnTo>
                <a:lnTo>
                  <a:pt x="107453" y="98524"/>
                </a:lnTo>
                <a:lnTo>
                  <a:pt x="107453" y="100310"/>
                </a:lnTo>
                <a:lnTo>
                  <a:pt x="106560" y="100310"/>
                </a:lnTo>
                <a:lnTo>
                  <a:pt x="106560" y="101203"/>
                </a:lnTo>
                <a:lnTo>
                  <a:pt x="105667" y="101203"/>
                </a:lnTo>
                <a:lnTo>
                  <a:pt x="105667" y="102096"/>
                </a:lnTo>
                <a:lnTo>
                  <a:pt x="103882" y="102096"/>
                </a:lnTo>
                <a:lnTo>
                  <a:pt x="103882" y="102989"/>
                </a:lnTo>
                <a:lnTo>
                  <a:pt x="102096" y="102989"/>
                </a:lnTo>
                <a:lnTo>
                  <a:pt x="102096" y="105668"/>
                </a:lnTo>
                <a:lnTo>
                  <a:pt x="102989" y="105668"/>
                </a:lnTo>
                <a:lnTo>
                  <a:pt x="102989" y="107454"/>
                </a:lnTo>
                <a:lnTo>
                  <a:pt x="103882" y="107454"/>
                </a:lnTo>
                <a:lnTo>
                  <a:pt x="103882" y="108347"/>
                </a:lnTo>
                <a:lnTo>
                  <a:pt x="104775" y="108347"/>
                </a:lnTo>
                <a:lnTo>
                  <a:pt x="104775" y="110133"/>
                </a:lnTo>
                <a:lnTo>
                  <a:pt x="105667" y="110133"/>
                </a:lnTo>
                <a:lnTo>
                  <a:pt x="105667" y="111918"/>
                </a:lnTo>
                <a:lnTo>
                  <a:pt x="106560" y="111918"/>
                </a:lnTo>
                <a:lnTo>
                  <a:pt x="106560" y="112811"/>
                </a:lnTo>
                <a:lnTo>
                  <a:pt x="107453" y="112811"/>
                </a:lnTo>
                <a:lnTo>
                  <a:pt x="107453" y="113704"/>
                </a:lnTo>
                <a:lnTo>
                  <a:pt x="108346" y="113704"/>
                </a:lnTo>
                <a:lnTo>
                  <a:pt x="108346" y="114597"/>
                </a:lnTo>
                <a:lnTo>
                  <a:pt x="109239" y="114597"/>
                </a:lnTo>
                <a:lnTo>
                  <a:pt x="109239" y="116532"/>
                </a:lnTo>
                <a:lnTo>
                  <a:pt x="110132" y="116532"/>
                </a:lnTo>
                <a:lnTo>
                  <a:pt x="110132" y="117425"/>
                </a:lnTo>
                <a:lnTo>
                  <a:pt x="111025" y="117425"/>
                </a:lnTo>
                <a:lnTo>
                  <a:pt x="111025" y="118318"/>
                </a:lnTo>
                <a:lnTo>
                  <a:pt x="111918" y="118318"/>
                </a:lnTo>
                <a:lnTo>
                  <a:pt x="111918" y="120997"/>
                </a:lnTo>
                <a:lnTo>
                  <a:pt x="112811" y="120997"/>
                </a:lnTo>
                <a:lnTo>
                  <a:pt x="112811" y="121890"/>
                </a:lnTo>
                <a:lnTo>
                  <a:pt x="114597" y="121890"/>
                </a:lnTo>
                <a:lnTo>
                  <a:pt x="114597" y="123676"/>
                </a:lnTo>
                <a:lnTo>
                  <a:pt x="115639" y="123676"/>
                </a:lnTo>
                <a:lnTo>
                  <a:pt x="115639" y="129927"/>
                </a:lnTo>
                <a:lnTo>
                  <a:pt x="116532" y="129927"/>
                </a:lnTo>
                <a:lnTo>
                  <a:pt x="116532" y="130820"/>
                </a:lnTo>
                <a:lnTo>
                  <a:pt x="115639" y="130820"/>
                </a:lnTo>
                <a:lnTo>
                  <a:pt x="115639" y="132606"/>
                </a:lnTo>
                <a:lnTo>
                  <a:pt x="114597" y="132606"/>
                </a:lnTo>
                <a:lnTo>
                  <a:pt x="114597" y="134392"/>
                </a:lnTo>
                <a:lnTo>
                  <a:pt x="113704" y="134392"/>
                </a:lnTo>
                <a:lnTo>
                  <a:pt x="113704" y="135285"/>
                </a:lnTo>
                <a:lnTo>
                  <a:pt x="112811" y="135285"/>
                </a:lnTo>
                <a:lnTo>
                  <a:pt x="112811" y="136177"/>
                </a:lnTo>
                <a:lnTo>
                  <a:pt x="111918" y="136177"/>
                </a:lnTo>
                <a:lnTo>
                  <a:pt x="111918" y="137070"/>
                </a:lnTo>
                <a:lnTo>
                  <a:pt x="111025" y="137070"/>
                </a:lnTo>
                <a:lnTo>
                  <a:pt x="111025" y="137963"/>
                </a:lnTo>
                <a:lnTo>
                  <a:pt x="105667" y="137963"/>
                </a:lnTo>
                <a:lnTo>
                  <a:pt x="105667" y="137070"/>
                </a:lnTo>
                <a:lnTo>
                  <a:pt x="104775" y="137070"/>
                </a:lnTo>
                <a:lnTo>
                  <a:pt x="104775" y="136177"/>
                </a:lnTo>
                <a:lnTo>
                  <a:pt x="103882" y="136177"/>
                </a:lnTo>
                <a:lnTo>
                  <a:pt x="103882" y="135285"/>
                </a:lnTo>
                <a:lnTo>
                  <a:pt x="102096" y="135285"/>
                </a:lnTo>
                <a:lnTo>
                  <a:pt x="102096" y="134392"/>
                </a:lnTo>
                <a:lnTo>
                  <a:pt x="101203" y="134392"/>
                </a:lnTo>
                <a:lnTo>
                  <a:pt x="101203" y="133499"/>
                </a:lnTo>
                <a:lnTo>
                  <a:pt x="100310" y="133499"/>
                </a:lnTo>
                <a:lnTo>
                  <a:pt x="100310" y="129927"/>
                </a:lnTo>
                <a:lnTo>
                  <a:pt x="99417" y="129927"/>
                </a:lnTo>
                <a:lnTo>
                  <a:pt x="99417" y="128141"/>
                </a:lnTo>
                <a:lnTo>
                  <a:pt x="100310" y="128141"/>
                </a:lnTo>
                <a:lnTo>
                  <a:pt x="100310" y="127248"/>
                </a:lnTo>
                <a:lnTo>
                  <a:pt x="99417" y="127248"/>
                </a:lnTo>
                <a:lnTo>
                  <a:pt x="99417" y="125462"/>
                </a:lnTo>
                <a:lnTo>
                  <a:pt x="98524" y="125462"/>
                </a:lnTo>
                <a:lnTo>
                  <a:pt x="98524" y="123676"/>
                </a:lnTo>
                <a:lnTo>
                  <a:pt x="97631" y="123676"/>
                </a:lnTo>
                <a:lnTo>
                  <a:pt x="97631" y="122783"/>
                </a:lnTo>
                <a:lnTo>
                  <a:pt x="96738" y="122783"/>
                </a:lnTo>
                <a:lnTo>
                  <a:pt x="96738" y="120104"/>
                </a:lnTo>
                <a:lnTo>
                  <a:pt x="95845" y="120104"/>
                </a:lnTo>
                <a:lnTo>
                  <a:pt x="95845" y="119211"/>
                </a:lnTo>
                <a:lnTo>
                  <a:pt x="94952" y="119211"/>
                </a:lnTo>
                <a:lnTo>
                  <a:pt x="94952" y="118318"/>
                </a:lnTo>
                <a:lnTo>
                  <a:pt x="94059" y="118318"/>
                </a:lnTo>
                <a:lnTo>
                  <a:pt x="94059" y="115639"/>
                </a:lnTo>
                <a:lnTo>
                  <a:pt x="93166" y="115639"/>
                </a:lnTo>
                <a:lnTo>
                  <a:pt x="93166" y="114597"/>
                </a:lnTo>
                <a:lnTo>
                  <a:pt x="91380" y="114597"/>
                </a:lnTo>
                <a:lnTo>
                  <a:pt x="91380" y="111918"/>
                </a:lnTo>
                <a:lnTo>
                  <a:pt x="90487" y="111918"/>
                </a:lnTo>
                <a:lnTo>
                  <a:pt x="90487" y="111026"/>
                </a:lnTo>
                <a:lnTo>
                  <a:pt x="89594" y="111026"/>
                </a:lnTo>
                <a:lnTo>
                  <a:pt x="89594" y="110133"/>
                </a:lnTo>
                <a:lnTo>
                  <a:pt x="88701" y="110133"/>
                </a:lnTo>
                <a:lnTo>
                  <a:pt x="88701" y="109240"/>
                </a:lnTo>
                <a:lnTo>
                  <a:pt x="86915" y="109240"/>
                </a:lnTo>
                <a:lnTo>
                  <a:pt x="86915" y="108347"/>
                </a:lnTo>
                <a:lnTo>
                  <a:pt x="86022" y="108347"/>
                </a:lnTo>
                <a:lnTo>
                  <a:pt x="86022" y="107454"/>
                </a:lnTo>
                <a:lnTo>
                  <a:pt x="85129" y="107454"/>
                </a:lnTo>
                <a:lnTo>
                  <a:pt x="85129" y="106561"/>
                </a:lnTo>
                <a:lnTo>
                  <a:pt x="84236" y="106561"/>
                </a:lnTo>
                <a:lnTo>
                  <a:pt x="84236" y="105668"/>
                </a:lnTo>
                <a:lnTo>
                  <a:pt x="82450" y="105668"/>
                </a:lnTo>
                <a:lnTo>
                  <a:pt x="82450" y="103882"/>
                </a:lnTo>
                <a:lnTo>
                  <a:pt x="81557" y="103882"/>
                </a:lnTo>
                <a:lnTo>
                  <a:pt x="81557" y="102989"/>
                </a:lnTo>
                <a:lnTo>
                  <a:pt x="79771" y="102989"/>
                </a:lnTo>
                <a:lnTo>
                  <a:pt x="79771" y="102096"/>
                </a:lnTo>
                <a:lnTo>
                  <a:pt x="77092" y="102096"/>
                </a:lnTo>
                <a:lnTo>
                  <a:pt x="77092" y="101203"/>
                </a:lnTo>
                <a:lnTo>
                  <a:pt x="75307" y="101203"/>
                </a:lnTo>
                <a:lnTo>
                  <a:pt x="75307" y="98524"/>
                </a:lnTo>
                <a:lnTo>
                  <a:pt x="76200" y="98524"/>
                </a:lnTo>
                <a:lnTo>
                  <a:pt x="76200" y="97631"/>
                </a:lnTo>
                <a:lnTo>
                  <a:pt x="81557" y="97631"/>
                </a:lnTo>
                <a:lnTo>
                  <a:pt x="81557" y="98524"/>
                </a:lnTo>
                <a:lnTo>
                  <a:pt x="84236" y="98524"/>
                </a:lnTo>
                <a:lnTo>
                  <a:pt x="84236" y="99417"/>
                </a:lnTo>
                <a:lnTo>
                  <a:pt x="86915" y="99417"/>
                </a:lnTo>
                <a:lnTo>
                  <a:pt x="86915" y="100310"/>
                </a:lnTo>
                <a:lnTo>
                  <a:pt x="87808" y="100310"/>
                </a:lnTo>
                <a:lnTo>
                  <a:pt x="87808" y="101203"/>
                </a:lnTo>
                <a:lnTo>
                  <a:pt x="90487" y="101203"/>
                </a:lnTo>
                <a:lnTo>
                  <a:pt x="90487" y="102096"/>
                </a:lnTo>
                <a:lnTo>
                  <a:pt x="92273" y="102096"/>
                </a:lnTo>
                <a:lnTo>
                  <a:pt x="92273" y="102989"/>
                </a:lnTo>
                <a:lnTo>
                  <a:pt x="94952" y="102989"/>
                </a:lnTo>
                <a:lnTo>
                  <a:pt x="94952" y="104775"/>
                </a:lnTo>
                <a:lnTo>
                  <a:pt x="95845" y="104775"/>
                </a:lnTo>
                <a:lnTo>
                  <a:pt x="95845" y="105668"/>
                </a:lnTo>
                <a:lnTo>
                  <a:pt x="97631" y="105668"/>
                </a:lnTo>
                <a:lnTo>
                  <a:pt x="97631" y="101203"/>
                </a:lnTo>
                <a:lnTo>
                  <a:pt x="98524" y="101203"/>
                </a:lnTo>
                <a:lnTo>
                  <a:pt x="98524" y="100310"/>
                </a:lnTo>
                <a:lnTo>
                  <a:pt x="99417" y="100310"/>
                </a:lnTo>
                <a:lnTo>
                  <a:pt x="99417" y="95845"/>
                </a:lnTo>
                <a:lnTo>
                  <a:pt x="100310" y="95845"/>
                </a:lnTo>
                <a:lnTo>
                  <a:pt x="100310" y="94059"/>
                </a:lnTo>
                <a:lnTo>
                  <a:pt x="101203" y="94059"/>
                </a:lnTo>
                <a:lnTo>
                  <a:pt x="101203" y="92273"/>
                </a:lnTo>
                <a:lnTo>
                  <a:pt x="102096" y="92273"/>
                </a:lnTo>
                <a:lnTo>
                  <a:pt x="102096" y="88701"/>
                </a:lnTo>
                <a:lnTo>
                  <a:pt x="103882" y="88701"/>
                </a:lnTo>
                <a:lnTo>
                  <a:pt x="103882" y="86915"/>
                </a:lnTo>
                <a:lnTo>
                  <a:pt x="104775" y="86915"/>
                </a:lnTo>
                <a:lnTo>
                  <a:pt x="104775" y="84236"/>
                </a:lnTo>
                <a:lnTo>
                  <a:pt x="105667" y="84236"/>
                </a:lnTo>
                <a:lnTo>
                  <a:pt x="105667" y="82451"/>
                </a:lnTo>
                <a:lnTo>
                  <a:pt x="106560" y="82451"/>
                </a:lnTo>
                <a:lnTo>
                  <a:pt x="106560" y="81558"/>
                </a:lnTo>
                <a:lnTo>
                  <a:pt x="107453" y="81558"/>
                </a:lnTo>
                <a:lnTo>
                  <a:pt x="107453" y="79772"/>
                </a:lnTo>
                <a:lnTo>
                  <a:pt x="106560" y="79772"/>
                </a:lnTo>
                <a:lnTo>
                  <a:pt x="106560" y="78879"/>
                </a:lnTo>
                <a:lnTo>
                  <a:pt x="96738" y="78879"/>
                </a:lnTo>
                <a:lnTo>
                  <a:pt x="96738" y="79772"/>
                </a:lnTo>
                <a:lnTo>
                  <a:pt x="94952" y="79772"/>
                </a:lnTo>
                <a:lnTo>
                  <a:pt x="94952" y="78879"/>
                </a:lnTo>
                <a:lnTo>
                  <a:pt x="90487" y="78879"/>
                </a:lnTo>
                <a:lnTo>
                  <a:pt x="90487" y="77986"/>
                </a:lnTo>
                <a:lnTo>
                  <a:pt x="86915" y="77986"/>
                </a:lnTo>
                <a:lnTo>
                  <a:pt x="86915" y="78879"/>
                </a:lnTo>
                <a:lnTo>
                  <a:pt x="77985" y="78879"/>
                </a:lnTo>
                <a:lnTo>
                  <a:pt x="77985" y="79772"/>
                </a:lnTo>
                <a:lnTo>
                  <a:pt x="77092" y="79772"/>
                </a:lnTo>
                <a:lnTo>
                  <a:pt x="77092" y="80665"/>
                </a:lnTo>
                <a:lnTo>
                  <a:pt x="76200" y="80665"/>
                </a:lnTo>
                <a:lnTo>
                  <a:pt x="76200" y="81558"/>
                </a:lnTo>
                <a:lnTo>
                  <a:pt x="75307" y="81558"/>
                </a:lnTo>
                <a:lnTo>
                  <a:pt x="75307" y="82451"/>
                </a:lnTo>
                <a:lnTo>
                  <a:pt x="74414" y="82451"/>
                </a:lnTo>
                <a:lnTo>
                  <a:pt x="74414" y="83343"/>
                </a:lnTo>
                <a:lnTo>
                  <a:pt x="72628" y="83343"/>
                </a:lnTo>
                <a:lnTo>
                  <a:pt x="72628" y="84236"/>
                </a:lnTo>
                <a:lnTo>
                  <a:pt x="69949" y="84236"/>
                </a:lnTo>
                <a:lnTo>
                  <a:pt x="69949" y="83343"/>
                </a:lnTo>
                <a:lnTo>
                  <a:pt x="67121" y="83343"/>
                </a:lnTo>
                <a:lnTo>
                  <a:pt x="67121" y="82451"/>
                </a:lnTo>
                <a:lnTo>
                  <a:pt x="65335" y="82451"/>
                </a:lnTo>
                <a:lnTo>
                  <a:pt x="65335" y="79772"/>
                </a:lnTo>
                <a:lnTo>
                  <a:pt x="66228" y="79772"/>
                </a:lnTo>
                <a:lnTo>
                  <a:pt x="66228" y="78879"/>
                </a:lnTo>
                <a:lnTo>
                  <a:pt x="67121" y="78879"/>
                </a:lnTo>
                <a:lnTo>
                  <a:pt x="67121" y="77093"/>
                </a:lnTo>
                <a:lnTo>
                  <a:pt x="66228" y="77093"/>
                </a:lnTo>
                <a:lnTo>
                  <a:pt x="66228" y="72628"/>
                </a:lnTo>
                <a:lnTo>
                  <a:pt x="67121" y="72628"/>
                </a:lnTo>
                <a:lnTo>
                  <a:pt x="67121" y="71735"/>
                </a:lnTo>
                <a:lnTo>
                  <a:pt x="68014" y="71735"/>
                </a:lnTo>
                <a:lnTo>
                  <a:pt x="68014" y="70842"/>
                </a:lnTo>
                <a:lnTo>
                  <a:pt x="69056" y="70842"/>
                </a:lnTo>
                <a:lnTo>
                  <a:pt x="69056" y="69949"/>
                </a:lnTo>
                <a:lnTo>
                  <a:pt x="69949" y="69949"/>
                </a:lnTo>
                <a:lnTo>
                  <a:pt x="69949" y="68907"/>
                </a:lnTo>
                <a:lnTo>
                  <a:pt x="70842" y="68907"/>
                </a:lnTo>
                <a:lnTo>
                  <a:pt x="70842" y="67121"/>
                </a:lnTo>
                <a:lnTo>
                  <a:pt x="69949" y="67121"/>
                </a:lnTo>
                <a:lnTo>
                  <a:pt x="69949" y="63549"/>
                </a:lnTo>
                <a:lnTo>
                  <a:pt x="72628" y="63549"/>
                </a:lnTo>
                <a:lnTo>
                  <a:pt x="72628" y="62656"/>
                </a:lnTo>
                <a:lnTo>
                  <a:pt x="73521" y="62656"/>
                </a:lnTo>
                <a:lnTo>
                  <a:pt x="73521" y="60870"/>
                </a:lnTo>
                <a:lnTo>
                  <a:pt x="71735" y="60870"/>
                </a:lnTo>
                <a:lnTo>
                  <a:pt x="71735" y="59977"/>
                </a:lnTo>
                <a:lnTo>
                  <a:pt x="70842" y="59977"/>
                </a:lnTo>
                <a:lnTo>
                  <a:pt x="70842" y="59084"/>
                </a:lnTo>
                <a:lnTo>
                  <a:pt x="69949" y="59084"/>
                </a:lnTo>
                <a:lnTo>
                  <a:pt x="69949" y="58192"/>
                </a:lnTo>
                <a:lnTo>
                  <a:pt x="67121" y="58192"/>
                </a:lnTo>
                <a:lnTo>
                  <a:pt x="67121" y="59084"/>
                </a:lnTo>
                <a:lnTo>
                  <a:pt x="66228" y="59084"/>
                </a:lnTo>
                <a:lnTo>
                  <a:pt x="66228" y="58192"/>
                </a:lnTo>
                <a:lnTo>
                  <a:pt x="65335" y="58192"/>
                </a:lnTo>
                <a:lnTo>
                  <a:pt x="65335" y="59084"/>
                </a:lnTo>
                <a:lnTo>
                  <a:pt x="58191" y="59084"/>
                </a:lnTo>
                <a:lnTo>
                  <a:pt x="58191" y="58192"/>
                </a:lnTo>
                <a:lnTo>
                  <a:pt x="54619" y="58192"/>
                </a:lnTo>
                <a:lnTo>
                  <a:pt x="54619" y="59084"/>
                </a:lnTo>
                <a:lnTo>
                  <a:pt x="52834" y="59084"/>
                </a:lnTo>
                <a:lnTo>
                  <a:pt x="52834" y="58192"/>
                </a:lnTo>
                <a:lnTo>
                  <a:pt x="50155" y="58192"/>
                </a:lnTo>
                <a:lnTo>
                  <a:pt x="50155" y="59084"/>
                </a:lnTo>
                <a:lnTo>
                  <a:pt x="48369" y="59084"/>
                </a:lnTo>
                <a:lnTo>
                  <a:pt x="48369" y="58192"/>
                </a:lnTo>
                <a:lnTo>
                  <a:pt x="46583" y="58192"/>
                </a:lnTo>
                <a:lnTo>
                  <a:pt x="46583" y="57299"/>
                </a:lnTo>
                <a:lnTo>
                  <a:pt x="45690" y="57299"/>
                </a:lnTo>
                <a:lnTo>
                  <a:pt x="45690" y="56406"/>
                </a:lnTo>
                <a:lnTo>
                  <a:pt x="44797" y="56406"/>
                </a:lnTo>
                <a:lnTo>
                  <a:pt x="44797" y="57299"/>
                </a:lnTo>
                <a:lnTo>
                  <a:pt x="43904" y="57299"/>
                </a:lnTo>
                <a:lnTo>
                  <a:pt x="43904" y="58192"/>
                </a:lnTo>
                <a:lnTo>
                  <a:pt x="42118" y="58192"/>
                </a:lnTo>
                <a:lnTo>
                  <a:pt x="42118" y="57299"/>
                </a:lnTo>
                <a:lnTo>
                  <a:pt x="41225" y="57299"/>
                </a:lnTo>
                <a:lnTo>
                  <a:pt x="41225" y="55513"/>
                </a:lnTo>
                <a:lnTo>
                  <a:pt x="42118" y="55513"/>
                </a:lnTo>
                <a:lnTo>
                  <a:pt x="42118" y="54620"/>
                </a:lnTo>
                <a:lnTo>
                  <a:pt x="44797" y="54620"/>
                </a:lnTo>
                <a:lnTo>
                  <a:pt x="44797" y="55513"/>
                </a:lnTo>
                <a:lnTo>
                  <a:pt x="46583" y="55513"/>
                </a:lnTo>
                <a:lnTo>
                  <a:pt x="46583" y="54620"/>
                </a:lnTo>
                <a:lnTo>
                  <a:pt x="51941" y="54620"/>
                </a:lnTo>
                <a:lnTo>
                  <a:pt x="51941" y="55513"/>
                </a:lnTo>
                <a:lnTo>
                  <a:pt x="54619" y="55513"/>
                </a:lnTo>
                <a:lnTo>
                  <a:pt x="54619" y="54620"/>
                </a:lnTo>
                <a:lnTo>
                  <a:pt x="62656" y="54620"/>
                </a:lnTo>
                <a:lnTo>
                  <a:pt x="62656" y="55513"/>
                </a:lnTo>
                <a:lnTo>
                  <a:pt x="65335" y="55513"/>
                </a:lnTo>
                <a:lnTo>
                  <a:pt x="65335" y="56406"/>
                </a:lnTo>
                <a:lnTo>
                  <a:pt x="66228" y="56406"/>
                </a:lnTo>
                <a:lnTo>
                  <a:pt x="66228" y="55513"/>
                </a:lnTo>
                <a:lnTo>
                  <a:pt x="67121" y="55513"/>
                </a:lnTo>
                <a:lnTo>
                  <a:pt x="67121" y="54620"/>
                </a:lnTo>
                <a:lnTo>
                  <a:pt x="69949" y="54620"/>
                </a:lnTo>
                <a:lnTo>
                  <a:pt x="69949" y="55513"/>
                </a:lnTo>
                <a:lnTo>
                  <a:pt x="70842" y="55513"/>
                </a:lnTo>
                <a:lnTo>
                  <a:pt x="70842" y="56406"/>
                </a:lnTo>
                <a:lnTo>
                  <a:pt x="71735" y="56406"/>
                </a:lnTo>
                <a:lnTo>
                  <a:pt x="71735" y="53727"/>
                </a:lnTo>
                <a:lnTo>
                  <a:pt x="72628" y="53727"/>
                </a:lnTo>
                <a:lnTo>
                  <a:pt x="72628" y="49262"/>
                </a:lnTo>
                <a:lnTo>
                  <a:pt x="73521" y="49262"/>
                </a:lnTo>
                <a:lnTo>
                  <a:pt x="73521" y="40332"/>
                </a:lnTo>
                <a:lnTo>
                  <a:pt x="74414" y="40332"/>
                </a:lnTo>
                <a:lnTo>
                  <a:pt x="74414" y="38546"/>
                </a:lnTo>
                <a:lnTo>
                  <a:pt x="75307" y="38546"/>
                </a:lnTo>
                <a:lnTo>
                  <a:pt x="75307" y="37653"/>
                </a:lnTo>
                <a:lnTo>
                  <a:pt x="78878" y="37653"/>
                </a:lnTo>
                <a:lnTo>
                  <a:pt x="78878" y="35867"/>
                </a:lnTo>
                <a:lnTo>
                  <a:pt x="77985" y="35867"/>
                </a:lnTo>
                <a:lnTo>
                  <a:pt x="77985" y="33188"/>
                </a:lnTo>
                <a:lnTo>
                  <a:pt x="77092" y="33188"/>
                </a:lnTo>
                <a:lnTo>
                  <a:pt x="77092" y="29617"/>
                </a:lnTo>
                <a:lnTo>
                  <a:pt x="77985" y="29617"/>
                </a:lnTo>
                <a:lnTo>
                  <a:pt x="77985" y="27831"/>
                </a:lnTo>
                <a:lnTo>
                  <a:pt x="78878" y="27831"/>
                </a:lnTo>
                <a:lnTo>
                  <a:pt x="78878" y="26045"/>
                </a:lnTo>
                <a:lnTo>
                  <a:pt x="79771" y="26045"/>
                </a:lnTo>
                <a:lnTo>
                  <a:pt x="79771" y="16966"/>
                </a:lnTo>
                <a:lnTo>
                  <a:pt x="80664" y="16966"/>
                </a:lnTo>
                <a:lnTo>
                  <a:pt x="80664" y="14287"/>
                </a:lnTo>
                <a:lnTo>
                  <a:pt x="81557" y="14287"/>
                </a:lnTo>
                <a:lnTo>
                  <a:pt x="81557" y="11608"/>
                </a:lnTo>
                <a:lnTo>
                  <a:pt x="82450" y="11608"/>
                </a:lnTo>
                <a:lnTo>
                  <a:pt x="82450" y="9822"/>
                </a:lnTo>
                <a:lnTo>
                  <a:pt x="81557" y="9822"/>
                </a:lnTo>
                <a:lnTo>
                  <a:pt x="81557" y="7143"/>
                </a:lnTo>
                <a:lnTo>
                  <a:pt x="79771" y="7143"/>
                </a:lnTo>
                <a:lnTo>
                  <a:pt x="79771" y="6251"/>
                </a:lnTo>
                <a:lnTo>
                  <a:pt x="78878" y="6251"/>
                </a:lnTo>
                <a:lnTo>
                  <a:pt x="78878" y="1786"/>
                </a:lnTo>
                <a:lnTo>
                  <a:pt x="79771" y="1786"/>
                </a:lnTo>
                <a:lnTo>
                  <a:pt x="79771" y="893"/>
                </a:lnTo>
                <a:lnTo>
                  <a:pt x="83343" y="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52CDF65-B124-7015-1220-3FE69D89F67B}"/>
              </a:ext>
            </a:extLst>
          </p:cNvPr>
          <p:cNvSpPr txBox="1"/>
          <p:nvPr/>
        </p:nvSpPr>
        <p:spPr>
          <a:xfrm>
            <a:off x="4665647" y="1772342"/>
            <a:ext cx="137369" cy="136624"/>
          </a:xfrm>
          <a:custGeom>
            <a:avLst/>
            <a:gdLst/>
            <a:ahLst/>
            <a:cxnLst/>
            <a:rect l="l" t="t" r="r" b="b"/>
            <a:pathLst>
              <a:path w="137369" h="136624">
                <a:moveTo>
                  <a:pt x="40928" y="98227"/>
                </a:moveTo>
                <a:lnTo>
                  <a:pt x="46732" y="98227"/>
                </a:lnTo>
                <a:lnTo>
                  <a:pt x="46732" y="99268"/>
                </a:lnTo>
                <a:lnTo>
                  <a:pt x="47774" y="99268"/>
                </a:lnTo>
                <a:lnTo>
                  <a:pt x="47774" y="100608"/>
                </a:lnTo>
                <a:lnTo>
                  <a:pt x="46732" y="100608"/>
                </a:lnTo>
                <a:lnTo>
                  <a:pt x="46732" y="102543"/>
                </a:lnTo>
                <a:lnTo>
                  <a:pt x="42863" y="102543"/>
                </a:lnTo>
                <a:lnTo>
                  <a:pt x="42863" y="103584"/>
                </a:lnTo>
                <a:lnTo>
                  <a:pt x="41970" y="103584"/>
                </a:lnTo>
                <a:lnTo>
                  <a:pt x="41970" y="105519"/>
                </a:lnTo>
                <a:lnTo>
                  <a:pt x="40928" y="105519"/>
                </a:lnTo>
                <a:lnTo>
                  <a:pt x="40928" y="104477"/>
                </a:lnTo>
                <a:lnTo>
                  <a:pt x="38993" y="104477"/>
                </a:lnTo>
                <a:lnTo>
                  <a:pt x="38993" y="102543"/>
                </a:lnTo>
                <a:lnTo>
                  <a:pt x="36017" y="102543"/>
                </a:lnTo>
                <a:lnTo>
                  <a:pt x="36017" y="104477"/>
                </a:lnTo>
                <a:lnTo>
                  <a:pt x="35124" y="104477"/>
                </a:lnTo>
                <a:lnTo>
                  <a:pt x="35124" y="105519"/>
                </a:lnTo>
                <a:lnTo>
                  <a:pt x="34082" y="105519"/>
                </a:lnTo>
                <a:lnTo>
                  <a:pt x="34082" y="107454"/>
                </a:lnTo>
                <a:lnTo>
                  <a:pt x="33189" y="107454"/>
                </a:lnTo>
                <a:lnTo>
                  <a:pt x="33189" y="108347"/>
                </a:lnTo>
                <a:lnTo>
                  <a:pt x="32147" y="108347"/>
                </a:lnTo>
                <a:lnTo>
                  <a:pt x="32147" y="109389"/>
                </a:lnTo>
                <a:lnTo>
                  <a:pt x="30212" y="109389"/>
                </a:lnTo>
                <a:lnTo>
                  <a:pt x="30212" y="110282"/>
                </a:lnTo>
                <a:lnTo>
                  <a:pt x="29319" y="110282"/>
                </a:lnTo>
                <a:lnTo>
                  <a:pt x="29319" y="111323"/>
                </a:lnTo>
                <a:lnTo>
                  <a:pt x="28278" y="111323"/>
                </a:lnTo>
                <a:lnTo>
                  <a:pt x="28278" y="112365"/>
                </a:lnTo>
                <a:lnTo>
                  <a:pt x="27385" y="112365"/>
                </a:lnTo>
                <a:lnTo>
                  <a:pt x="27385" y="113258"/>
                </a:lnTo>
                <a:lnTo>
                  <a:pt x="23366" y="113258"/>
                </a:lnTo>
                <a:lnTo>
                  <a:pt x="23366" y="114300"/>
                </a:lnTo>
                <a:lnTo>
                  <a:pt x="22473" y="114300"/>
                </a:lnTo>
                <a:lnTo>
                  <a:pt x="22473" y="115193"/>
                </a:lnTo>
                <a:lnTo>
                  <a:pt x="21432" y="115193"/>
                </a:lnTo>
                <a:lnTo>
                  <a:pt x="21432" y="116235"/>
                </a:lnTo>
                <a:lnTo>
                  <a:pt x="19497" y="116235"/>
                </a:lnTo>
                <a:lnTo>
                  <a:pt x="19497" y="117128"/>
                </a:lnTo>
                <a:lnTo>
                  <a:pt x="18604" y="117128"/>
                </a:lnTo>
                <a:lnTo>
                  <a:pt x="18604" y="118170"/>
                </a:lnTo>
                <a:lnTo>
                  <a:pt x="15627" y="118170"/>
                </a:lnTo>
                <a:lnTo>
                  <a:pt x="15627" y="119063"/>
                </a:lnTo>
                <a:lnTo>
                  <a:pt x="14734" y="119063"/>
                </a:lnTo>
                <a:lnTo>
                  <a:pt x="14734" y="120104"/>
                </a:lnTo>
                <a:lnTo>
                  <a:pt x="13693" y="120104"/>
                </a:lnTo>
                <a:lnTo>
                  <a:pt x="13693" y="120997"/>
                </a:lnTo>
                <a:lnTo>
                  <a:pt x="12800" y="120997"/>
                </a:lnTo>
                <a:lnTo>
                  <a:pt x="12800" y="122039"/>
                </a:lnTo>
                <a:lnTo>
                  <a:pt x="11758" y="122039"/>
                </a:lnTo>
                <a:lnTo>
                  <a:pt x="11758" y="122932"/>
                </a:lnTo>
                <a:lnTo>
                  <a:pt x="6846" y="122932"/>
                </a:lnTo>
                <a:lnTo>
                  <a:pt x="6846" y="122039"/>
                </a:lnTo>
                <a:lnTo>
                  <a:pt x="5805" y="122039"/>
                </a:lnTo>
                <a:lnTo>
                  <a:pt x="5805" y="120997"/>
                </a:lnTo>
                <a:lnTo>
                  <a:pt x="3870" y="120997"/>
                </a:lnTo>
                <a:lnTo>
                  <a:pt x="3870" y="120104"/>
                </a:lnTo>
                <a:lnTo>
                  <a:pt x="2977" y="120104"/>
                </a:lnTo>
                <a:lnTo>
                  <a:pt x="2977" y="116235"/>
                </a:lnTo>
                <a:lnTo>
                  <a:pt x="1935" y="116235"/>
                </a:lnTo>
                <a:lnTo>
                  <a:pt x="1935" y="114300"/>
                </a:lnTo>
                <a:lnTo>
                  <a:pt x="1042" y="114300"/>
                </a:lnTo>
                <a:lnTo>
                  <a:pt x="1042" y="112365"/>
                </a:lnTo>
                <a:lnTo>
                  <a:pt x="0" y="112365"/>
                </a:lnTo>
                <a:lnTo>
                  <a:pt x="0" y="111919"/>
                </a:lnTo>
                <a:lnTo>
                  <a:pt x="1042" y="111919"/>
                </a:lnTo>
                <a:lnTo>
                  <a:pt x="1042" y="109389"/>
                </a:lnTo>
                <a:lnTo>
                  <a:pt x="0" y="109389"/>
                </a:lnTo>
                <a:lnTo>
                  <a:pt x="0" y="108049"/>
                </a:lnTo>
                <a:lnTo>
                  <a:pt x="1042" y="108049"/>
                </a:lnTo>
                <a:lnTo>
                  <a:pt x="1042" y="105073"/>
                </a:lnTo>
                <a:lnTo>
                  <a:pt x="2977" y="105073"/>
                </a:lnTo>
                <a:lnTo>
                  <a:pt x="2977" y="104180"/>
                </a:lnTo>
                <a:lnTo>
                  <a:pt x="8781" y="104180"/>
                </a:lnTo>
                <a:lnTo>
                  <a:pt x="8781" y="103138"/>
                </a:lnTo>
                <a:lnTo>
                  <a:pt x="10716" y="103138"/>
                </a:lnTo>
                <a:lnTo>
                  <a:pt x="10716" y="104180"/>
                </a:lnTo>
                <a:lnTo>
                  <a:pt x="14734" y="104180"/>
                </a:lnTo>
                <a:lnTo>
                  <a:pt x="14734" y="105073"/>
                </a:lnTo>
                <a:lnTo>
                  <a:pt x="16520" y="105073"/>
                </a:lnTo>
                <a:lnTo>
                  <a:pt x="16520" y="104180"/>
                </a:lnTo>
                <a:lnTo>
                  <a:pt x="18455" y="104180"/>
                </a:lnTo>
                <a:lnTo>
                  <a:pt x="18455" y="103138"/>
                </a:lnTo>
                <a:lnTo>
                  <a:pt x="21432" y="103138"/>
                </a:lnTo>
                <a:lnTo>
                  <a:pt x="21432" y="102245"/>
                </a:lnTo>
                <a:lnTo>
                  <a:pt x="22325" y="102245"/>
                </a:lnTo>
                <a:lnTo>
                  <a:pt x="22325" y="101203"/>
                </a:lnTo>
                <a:lnTo>
                  <a:pt x="22473" y="101203"/>
                </a:lnTo>
                <a:lnTo>
                  <a:pt x="22473" y="102245"/>
                </a:lnTo>
                <a:lnTo>
                  <a:pt x="24408" y="102245"/>
                </a:lnTo>
                <a:lnTo>
                  <a:pt x="24408" y="103138"/>
                </a:lnTo>
                <a:lnTo>
                  <a:pt x="28278" y="103138"/>
                </a:lnTo>
                <a:lnTo>
                  <a:pt x="28278" y="102245"/>
                </a:lnTo>
                <a:lnTo>
                  <a:pt x="34082" y="102245"/>
                </a:lnTo>
                <a:lnTo>
                  <a:pt x="34082" y="101203"/>
                </a:lnTo>
                <a:lnTo>
                  <a:pt x="36017" y="101203"/>
                </a:lnTo>
                <a:lnTo>
                  <a:pt x="36017" y="100310"/>
                </a:lnTo>
                <a:lnTo>
                  <a:pt x="36910" y="100310"/>
                </a:lnTo>
                <a:lnTo>
                  <a:pt x="36910" y="99268"/>
                </a:lnTo>
                <a:lnTo>
                  <a:pt x="40928" y="99268"/>
                </a:lnTo>
                <a:close/>
                <a:moveTo>
                  <a:pt x="99269" y="52536"/>
                </a:moveTo>
                <a:lnTo>
                  <a:pt x="103287" y="52536"/>
                </a:lnTo>
                <a:lnTo>
                  <a:pt x="103287" y="53578"/>
                </a:lnTo>
                <a:lnTo>
                  <a:pt x="106115" y="53578"/>
                </a:lnTo>
                <a:lnTo>
                  <a:pt x="106115" y="54471"/>
                </a:lnTo>
                <a:lnTo>
                  <a:pt x="107157" y="54471"/>
                </a:lnTo>
                <a:lnTo>
                  <a:pt x="107157" y="55513"/>
                </a:lnTo>
                <a:lnTo>
                  <a:pt x="108050" y="55513"/>
                </a:lnTo>
                <a:lnTo>
                  <a:pt x="108050" y="56406"/>
                </a:lnTo>
                <a:lnTo>
                  <a:pt x="112068" y="56406"/>
                </a:lnTo>
                <a:lnTo>
                  <a:pt x="112068" y="57448"/>
                </a:lnTo>
                <a:lnTo>
                  <a:pt x="116830" y="57448"/>
                </a:lnTo>
                <a:lnTo>
                  <a:pt x="116830" y="58341"/>
                </a:lnTo>
                <a:lnTo>
                  <a:pt x="117872" y="58341"/>
                </a:lnTo>
                <a:lnTo>
                  <a:pt x="117872" y="58787"/>
                </a:lnTo>
                <a:lnTo>
                  <a:pt x="116830" y="58787"/>
                </a:lnTo>
                <a:lnTo>
                  <a:pt x="116830" y="60275"/>
                </a:lnTo>
                <a:lnTo>
                  <a:pt x="119807" y="60275"/>
                </a:lnTo>
                <a:lnTo>
                  <a:pt x="119807" y="61317"/>
                </a:lnTo>
                <a:lnTo>
                  <a:pt x="120700" y="61317"/>
                </a:lnTo>
                <a:lnTo>
                  <a:pt x="120700" y="62210"/>
                </a:lnTo>
                <a:lnTo>
                  <a:pt x="121742" y="62210"/>
                </a:lnTo>
                <a:lnTo>
                  <a:pt x="121742" y="63252"/>
                </a:lnTo>
                <a:lnTo>
                  <a:pt x="122635" y="63252"/>
                </a:lnTo>
                <a:lnTo>
                  <a:pt x="122635" y="64294"/>
                </a:lnTo>
                <a:lnTo>
                  <a:pt x="124718" y="64294"/>
                </a:lnTo>
                <a:lnTo>
                  <a:pt x="124718" y="66229"/>
                </a:lnTo>
                <a:lnTo>
                  <a:pt x="125611" y="66229"/>
                </a:lnTo>
                <a:lnTo>
                  <a:pt x="125611" y="68461"/>
                </a:lnTo>
                <a:lnTo>
                  <a:pt x="123676" y="68461"/>
                </a:lnTo>
                <a:lnTo>
                  <a:pt x="123676" y="69503"/>
                </a:lnTo>
                <a:lnTo>
                  <a:pt x="122635" y="69503"/>
                </a:lnTo>
                <a:lnTo>
                  <a:pt x="122635" y="70991"/>
                </a:lnTo>
                <a:lnTo>
                  <a:pt x="123676" y="70991"/>
                </a:lnTo>
                <a:lnTo>
                  <a:pt x="123676" y="72033"/>
                </a:lnTo>
                <a:lnTo>
                  <a:pt x="124718" y="72033"/>
                </a:lnTo>
                <a:lnTo>
                  <a:pt x="124718" y="75307"/>
                </a:lnTo>
                <a:lnTo>
                  <a:pt x="123676" y="75307"/>
                </a:lnTo>
                <a:lnTo>
                  <a:pt x="123676" y="76349"/>
                </a:lnTo>
                <a:lnTo>
                  <a:pt x="122635" y="76349"/>
                </a:lnTo>
                <a:lnTo>
                  <a:pt x="122635" y="77242"/>
                </a:lnTo>
                <a:lnTo>
                  <a:pt x="121742" y="77242"/>
                </a:lnTo>
                <a:lnTo>
                  <a:pt x="121742" y="78284"/>
                </a:lnTo>
                <a:lnTo>
                  <a:pt x="119807" y="78284"/>
                </a:lnTo>
                <a:lnTo>
                  <a:pt x="119807" y="79177"/>
                </a:lnTo>
                <a:lnTo>
                  <a:pt x="116830" y="79177"/>
                </a:lnTo>
                <a:lnTo>
                  <a:pt x="116830" y="78284"/>
                </a:lnTo>
                <a:lnTo>
                  <a:pt x="114896" y="78284"/>
                </a:lnTo>
                <a:lnTo>
                  <a:pt x="114896" y="77242"/>
                </a:lnTo>
                <a:lnTo>
                  <a:pt x="112961" y="77242"/>
                </a:lnTo>
                <a:lnTo>
                  <a:pt x="112961" y="76349"/>
                </a:lnTo>
                <a:lnTo>
                  <a:pt x="111919" y="76349"/>
                </a:lnTo>
                <a:lnTo>
                  <a:pt x="111919" y="74414"/>
                </a:lnTo>
                <a:lnTo>
                  <a:pt x="110877" y="74414"/>
                </a:lnTo>
                <a:lnTo>
                  <a:pt x="110877" y="73372"/>
                </a:lnTo>
                <a:lnTo>
                  <a:pt x="108050" y="73372"/>
                </a:lnTo>
                <a:lnTo>
                  <a:pt x="108050" y="72331"/>
                </a:lnTo>
                <a:lnTo>
                  <a:pt x="107008" y="72331"/>
                </a:lnTo>
                <a:lnTo>
                  <a:pt x="107008" y="70991"/>
                </a:lnTo>
                <a:lnTo>
                  <a:pt x="108050" y="70991"/>
                </a:lnTo>
                <a:lnTo>
                  <a:pt x="108050" y="69056"/>
                </a:lnTo>
                <a:lnTo>
                  <a:pt x="108943" y="69056"/>
                </a:lnTo>
                <a:lnTo>
                  <a:pt x="108943" y="65633"/>
                </a:lnTo>
                <a:lnTo>
                  <a:pt x="108050" y="65633"/>
                </a:lnTo>
                <a:lnTo>
                  <a:pt x="108050" y="64591"/>
                </a:lnTo>
                <a:lnTo>
                  <a:pt x="107008" y="64591"/>
                </a:lnTo>
                <a:lnTo>
                  <a:pt x="107008" y="60722"/>
                </a:lnTo>
                <a:lnTo>
                  <a:pt x="106115" y="60722"/>
                </a:lnTo>
                <a:lnTo>
                  <a:pt x="106115" y="59680"/>
                </a:lnTo>
                <a:lnTo>
                  <a:pt x="104180" y="59680"/>
                </a:lnTo>
                <a:lnTo>
                  <a:pt x="104180" y="58787"/>
                </a:lnTo>
                <a:lnTo>
                  <a:pt x="103138" y="58787"/>
                </a:lnTo>
                <a:lnTo>
                  <a:pt x="103138" y="57745"/>
                </a:lnTo>
                <a:lnTo>
                  <a:pt x="98227" y="57745"/>
                </a:lnTo>
                <a:lnTo>
                  <a:pt x="98227" y="56852"/>
                </a:lnTo>
                <a:lnTo>
                  <a:pt x="97334" y="56852"/>
                </a:lnTo>
                <a:lnTo>
                  <a:pt x="97334" y="54471"/>
                </a:lnTo>
                <a:lnTo>
                  <a:pt x="98227" y="54471"/>
                </a:lnTo>
                <a:lnTo>
                  <a:pt x="98227" y="53578"/>
                </a:lnTo>
                <a:lnTo>
                  <a:pt x="99269" y="53578"/>
                </a:lnTo>
                <a:close/>
                <a:moveTo>
                  <a:pt x="29171" y="0"/>
                </a:moveTo>
                <a:lnTo>
                  <a:pt x="32147" y="0"/>
                </a:lnTo>
                <a:lnTo>
                  <a:pt x="32147" y="1042"/>
                </a:lnTo>
                <a:lnTo>
                  <a:pt x="33189" y="1042"/>
                </a:lnTo>
                <a:lnTo>
                  <a:pt x="33189" y="1935"/>
                </a:lnTo>
                <a:lnTo>
                  <a:pt x="35124" y="1935"/>
                </a:lnTo>
                <a:lnTo>
                  <a:pt x="35124" y="2977"/>
                </a:lnTo>
                <a:lnTo>
                  <a:pt x="37059" y="2977"/>
                </a:lnTo>
                <a:lnTo>
                  <a:pt x="37059" y="3870"/>
                </a:lnTo>
                <a:lnTo>
                  <a:pt x="38993" y="3870"/>
                </a:lnTo>
                <a:lnTo>
                  <a:pt x="38993" y="4911"/>
                </a:lnTo>
                <a:lnTo>
                  <a:pt x="40035" y="4911"/>
                </a:lnTo>
                <a:lnTo>
                  <a:pt x="40035" y="5804"/>
                </a:lnTo>
                <a:lnTo>
                  <a:pt x="40928" y="5804"/>
                </a:lnTo>
                <a:lnTo>
                  <a:pt x="40928" y="8781"/>
                </a:lnTo>
                <a:lnTo>
                  <a:pt x="41970" y="8781"/>
                </a:lnTo>
                <a:lnTo>
                  <a:pt x="41970" y="17859"/>
                </a:lnTo>
                <a:lnTo>
                  <a:pt x="40035" y="17859"/>
                </a:lnTo>
                <a:lnTo>
                  <a:pt x="40035" y="18901"/>
                </a:lnTo>
                <a:lnTo>
                  <a:pt x="38100" y="18901"/>
                </a:lnTo>
                <a:lnTo>
                  <a:pt x="38100" y="19794"/>
                </a:lnTo>
                <a:lnTo>
                  <a:pt x="36017" y="19794"/>
                </a:lnTo>
                <a:lnTo>
                  <a:pt x="36017" y="20836"/>
                </a:lnTo>
                <a:lnTo>
                  <a:pt x="35124" y="20836"/>
                </a:lnTo>
                <a:lnTo>
                  <a:pt x="35124" y="21729"/>
                </a:lnTo>
                <a:lnTo>
                  <a:pt x="34082" y="21729"/>
                </a:lnTo>
                <a:lnTo>
                  <a:pt x="34082" y="22771"/>
                </a:lnTo>
                <a:lnTo>
                  <a:pt x="32147" y="22771"/>
                </a:lnTo>
                <a:lnTo>
                  <a:pt x="32147" y="25747"/>
                </a:lnTo>
                <a:lnTo>
                  <a:pt x="31254" y="25747"/>
                </a:lnTo>
                <a:lnTo>
                  <a:pt x="31254" y="26640"/>
                </a:lnTo>
                <a:lnTo>
                  <a:pt x="30212" y="26640"/>
                </a:lnTo>
                <a:lnTo>
                  <a:pt x="30212" y="30510"/>
                </a:lnTo>
                <a:lnTo>
                  <a:pt x="28278" y="30510"/>
                </a:lnTo>
                <a:lnTo>
                  <a:pt x="28278" y="32445"/>
                </a:lnTo>
                <a:lnTo>
                  <a:pt x="27385" y="32445"/>
                </a:lnTo>
                <a:lnTo>
                  <a:pt x="27385" y="33486"/>
                </a:lnTo>
                <a:lnTo>
                  <a:pt x="26343" y="33486"/>
                </a:lnTo>
                <a:lnTo>
                  <a:pt x="26343" y="34379"/>
                </a:lnTo>
                <a:lnTo>
                  <a:pt x="25450" y="34379"/>
                </a:lnTo>
                <a:lnTo>
                  <a:pt x="25450" y="36314"/>
                </a:lnTo>
                <a:lnTo>
                  <a:pt x="24408" y="36314"/>
                </a:lnTo>
                <a:lnTo>
                  <a:pt x="24408" y="38398"/>
                </a:lnTo>
                <a:lnTo>
                  <a:pt x="23366" y="38398"/>
                </a:lnTo>
                <a:lnTo>
                  <a:pt x="23366" y="39291"/>
                </a:lnTo>
                <a:lnTo>
                  <a:pt x="22473" y="39291"/>
                </a:lnTo>
                <a:lnTo>
                  <a:pt x="22473" y="40332"/>
                </a:lnTo>
                <a:lnTo>
                  <a:pt x="21432" y="40332"/>
                </a:lnTo>
                <a:lnTo>
                  <a:pt x="21432" y="41225"/>
                </a:lnTo>
                <a:lnTo>
                  <a:pt x="20539" y="41225"/>
                </a:lnTo>
                <a:lnTo>
                  <a:pt x="20539" y="42267"/>
                </a:lnTo>
                <a:lnTo>
                  <a:pt x="18604" y="42267"/>
                </a:lnTo>
                <a:lnTo>
                  <a:pt x="18604" y="43160"/>
                </a:lnTo>
                <a:lnTo>
                  <a:pt x="17562" y="43160"/>
                </a:lnTo>
                <a:lnTo>
                  <a:pt x="17562" y="44202"/>
                </a:lnTo>
                <a:lnTo>
                  <a:pt x="16669" y="44202"/>
                </a:lnTo>
                <a:lnTo>
                  <a:pt x="16669" y="47625"/>
                </a:lnTo>
                <a:lnTo>
                  <a:pt x="17562" y="47625"/>
                </a:lnTo>
                <a:lnTo>
                  <a:pt x="17562" y="48667"/>
                </a:lnTo>
                <a:lnTo>
                  <a:pt x="21432" y="48667"/>
                </a:lnTo>
                <a:lnTo>
                  <a:pt x="21432" y="49560"/>
                </a:lnTo>
                <a:lnTo>
                  <a:pt x="26343" y="49560"/>
                </a:lnTo>
                <a:lnTo>
                  <a:pt x="26343" y="50602"/>
                </a:lnTo>
                <a:lnTo>
                  <a:pt x="27385" y="50602"/>
                </a:lnTo>
                <a:lnTo>
                  <a:pt x="27385" y="51643"/>
                </a:lnTo>
                <a:lnTo>
                  <a:pt x="30212" y="51643"/>
                </a:lnTo>
                <a:lnTo>
                  <a:pt x="30212" y="48667"/>
                </a:lnTo>
                <a:lnTo>
                  <a:pt x="31105" y="48667"/>
                </a:lnTo>
                <a:lnTo>
                  <a:pt x="31105" y="47625"/>
                </a:lnTo>
                <a:lnTo>
                  <a:pt x="32147" y="47625"/>
                </a:lnTo>
                <a:lnTo>
                  <a:pt x="32147" y="46732"/>
                </a:lnTo>
                <a:lnTo>
                  <a:pt x="34975" y="46732"/>
                </a:lnTo>
                <a:lnTo>
                  <a:pt x="34975" y="45690"/>
                </a:lnTo>
                <a:lnTo>
                  <a:pt x="36017" y="45690"/>
                </a:lnTo>
                <a:lnTo>
                  <a:pt x="36017" y="41821"/>
                </a:lnTo>
                <a:lnTo>
                  <a:pt x="36910" y="41821"/>
                </a:lnTo>
                <a:lnTo>
                  <a:pt x="36910" y="38993"/>
                </a:lnTo>
                <a:lnTo>
                  <a:pt x="37951" y="38993"/>
                </a:lnTo>
                <a:lnTo>
                  <a:pt x="37951" y="36909"/>
                </a:lnTo>
                <a:lnTo>
                  <a:pt x="38993" y="36909"/>
                </a:lnTo>
                <a:lnTo>
                  <a:pt x="38993" y="34975"/>
                </a:lnTo>
                <a:lnTo>
                  <a:pt x="39886" y="34975"/>
                </a:lnTo>
                <a:lnTo>
                  <a:pt x="39886" y="34082"/>
                </a:lnTo>
                <a:lnTo>
                  <a:pt x="40928" y="34082"/>
                </a:lnTo>
                <a:lnTo>
                  <a:pt x="40928" y="33040"/>
                </a:lnTo>
                <a:lnTo>
                  <a:pt x="41821" y="33040"/>
                </a:lnTo>
                <a:lnTo>
                  <a:pt x="41821" y="31105"/>
                </a:lnTo>
                <a:lnTo>
                  <a:pt x="44798" y="31105"/>
                </a:lnTo>
                <a:lnTo>
                  <a:pt x="44798" y="32147"/>
                </a:lnTo>
                <a:lnTo>
                  <a:pt x="45839" y="32147"/>
                </a:lnTo>
                <a:lnTo>
                  <a:pt x="45839" y="33040"/>
                </a:lnTo>
                <a:lnTo>
                  <a:pt x="46732" y="33040"/>
                </a:lnTo>
                <a:lnTo>
                  <a:pt x="46732" y="34082"/>
                </a:lnTo>
                <a:lnTo>
                  <a:pt x="47774" y="34082"/>
                </a:lnTo>
                <a:lnTo>
                  <a:pt x="47774" y="34975"/>
                </a:lnTo>
                <a:lnTo>
                  <a:pt x="48667" y="34975"/>
                </a:lnTo>
                <a:lnTo>
                  <a:pt x="48667" y="38993"/>
                </a:lnTo>
                <a:lnTo>
                  <a:pt x="49709" y="38993"/>
                </a:lnTo>
                <a:lnTo>
                  <a:pt x="49709" y="39886"/>
                </a:lnTo>
                <a:lnTo>
                  <a:pt x="51644" y="39886"/>
                </a:lnTo>
                <a:lnTo>
                  <a:pt x="51644" y="42267"/>
                </a:lnTo>
                <a:lnTo>
                  <a:pt x="50751" y="42267"/>
                </a:lnTo>
                <a:lnTo>
                  <a:pt x="50751" y="43160"/>
                </a:lnTo>
                <a:lnTo>
                  <a:pt x="49709" y="43160"/>
                </a:lnTo>
                <a:lnTo>
                  <a:pt x="49709" y="44202"/>
                </a:lnTo>
                <a:lnTo>
                  <a:pt x="48667" y="44202"/>
                </a:lnTo>
                <a:lnTo>
                  <a:pt x="48667" y="45095"/>
                </a:lnTo>
                <a:lnTo>
                  <a:pt x="46732" y="45095"/>
                </a:lnTo>
                <a:lnTo>
                  <a:pt x="46732" y="46137"/>
                </a:lnTo>
                <a:lnTo>
                  <a:pt x="45839" y="46137"/>
                </a:lnTo>
                <a:lnTo>
                  <a:pt x="45839" y="48965"/>
                </a:lnTo>
                <a:lnTo>
                  <a:pt x="44798" y="48965"/>
                </a:lnTo>
                <a:lnTo>
                  <a:pt x="44798" y="50006"/>
                </a:lnTo>
                <a:lnTo>
                  <a:pt x="42863" y="50006"/>
                </a:lnTo>
                <a:lnTo>
                  <a:pt x="42863" y="51941"/>
                </a:lnTo>
                <a:lnTo>
                  <a:pt x="40928" y="51941"/>
                </a:lnTo>
                <a:lnTo>
                  <a:pt x="40928" y="52983"/>
                </a:lnTo>
                <a:lnTo>
                  <a:pt x="40035" y="52983"/>
                </a:lnTo>
                <a:lnTo>
                  <a:pt x="40035" y="54918"/>
                </a:lnTo>
                <a:lnTo>
                  <a:pt x="38993" y="54918"/>
                </a:lnTo>
                <a:lnTo>
                  <a:pt x="38993" y="55811"/>
                </a:lnTo>
                <a:lnTo>
                  <a:pt x="38100" y="55811"/>
                </a:lnTo>
                <a:lnTo>
                  <a:pt x="38100" y="56852"/>
                </a:lnTo>
                <a:lnTo>
                  <a:pt x="37059" y="56852"/>
                </a:lnTo>
                <a:lnTo>
                  <a:pt x="37059" y="57745"/>
                </a:lnTo>
                <a:lnTo>
                  <a:pt x="36017" y="57745"/>
                </a:lnTo>
                <a:lnTo>
                  <a:pt x="36017" y="58787"/>
                </a:lnTo>
                <a:lnTo>
                  <a:pt x="35124" y="58787"/>
                </a:lnTo>
                <a:lnTo>
                  <a:pt x="35124" y="60722"/>
                </a:lnTo>
                <a:lnTo>
                  <a:pt x="34082" y="60722"/>
                </a:lnTo>
                <a:lnTo>
                  <a:pt x="34082" y="61615"/>
                </a:lnTo>
                <a:lnTo>
                  <a:pt x="32147" y="61615"/>
                </a:lnTo>
                <a:lnTo>
                  <a:pt x="32147" y="62657"/>
                </a:lnTo>
                <a:lnTo>
                  <a:pt x="31254" y="62657"/>
                </a:lnTo>
                <a:lnTo>
                  <a:pt x="31254" y="64591"/>
                </a:lnTo>
                <a:lnTo>
                  <a:pt x="30212" y="64591"/>
                </a:lnTo>
                <a:lnTo>
                  <a:pt x="30212" y="66526"/>
                </a:lnTo>
                <a:lnTo>
                  <a:pt x="29319" y="66526"/>
                </a:lnTo>
                <a:lnTo>
                  <a:pt x="29319" y="68461"/>
                </a:lnTo>
                <a:lnTo>
                  <a:pt x="28278" y="68461"/>
                </a:lnTo>
                <a:lnTo>
                  <a:pt x="28278" y="69503"/>
                </a:lnTo>
                <a:lnTo>
                  <a:pt x="26343" y="69503"/>
                </a:lnTo>
                <a:lnTo>
                  <a:pt x="26343" y="72033"/>
                </a:lnTo>
                <a:lnTo>
                  <a:pt x="27385" y="72033"/>
                </a:lnTo>
                <a:lnTo>
                  <a:pt x="27385" y="75902"/>
                </a:lnTo>
                <a:lnTo>
                  <a:pt x="28278" y="75902"/>
                </a:lnTo>
                <a:lnTo>
                  <a:pt x="28278" y="76944"/>
                </a:lnTo>
                <a:lnTo>
                  <a:pt x="30212" y="76944"/>
                </a:lnTo>
                <a:lnTo>
                  <a:pt x="30212" y="75902"/>
                </a:lnTo>
                <a:lnTo>
                  <a:pt x="37951" y="75902"/>
                </a:lnTo>
                <a:lnTo>
                  <a:pt x="37951" y="75009"/>
                </a:lnTo>
                <a:lnTo>
                  <a:pt x="40928" y="75009"/>
                </a:lnTo>
                <a:lnTo>
                  <a:pt x="40928" y="73968"/>
                </a:lnTo>
                <a:lnTo>
                  <a:pt x="45691" y="73968"/>
                </a:lnTo>
                <a:lnTo>
                  <a:pt x="45691" y="72926"/>
                </a:lnTo>
                <a:lnTo>
                  <a:pt x="46732" y="72926"/>
                </a:lnTo>
                <a:lnTo>
                  <a:pt x="46732" y="68163"/>
                </a:lnTo>
                <a:lnTo>
                  <a:pt x="47625" y="68163"/>
                </a:lnTo>
                <a:lnTo>
                  <a:pt x="47625" y="67122"/>
                </a:lnTo>
                <a:lnTo>
                  <a:pt x="48667" y="67122"/>
                </a:lnTo>
                <a:lnTo>
                  <a:pt x="48667" y="66229"/>
                </a:lnTo>
                <a:lnTo>
                  <a:pt x="49560" y="66229"/>
                </a:lnTo>
                <a:lnTo>
                  <a:pt x="49560" y="65187"/>
                </a:lnTo>
                <a:lnTo>
                  <a:pt x="52685" y="65187"/>
                </a:lnTo>
                <a:lnTo>
                  <a:pt x="52685" y="66229"/>
                </a:lnTo>
                <a:lnTo>
                  <a:pt x="54620" y="66229"/>
                </a:lnTo>
                <a:lnTo>
                  <a:pt x="54620" y="69056"/>
                </a:lnTo>
                <a:lnTo>
                  <a:pt x="58341" y="69056"/>
                </a:lnTo>
                <a:lnTo>
                  <a:pt x="58341" y="68163"/>
                </a:lnTo>
                <a:lnTo>
                  <a:pt x="59383" y="68163"/>
                </a:lnTo>
                <a:lnTo>
                  <a:pt x="59383" y="67122"/>
                </a:lnTo>
                <a:lnTo>
                  <a:pt x="60276" y="67122"/>
                </a:lnTo>
                <a:lnTo>
                  <a:pt x="60276" y="66229"/>
                </a:lnTo>
                <a:lnTo>
                  <a:pt x="61318" y="66229"/>
                </a:lnTo>
                <a:lnTo>
                  <a:pt x="61318" y="65187"/>
                </a:lnTo>
                <a:lnTo>
                  <a:pt x="62210" y="65187"/>
                </a:lnTo>
                <a:lnTo>
                  <a:pt x="62210" y="63698"/>
                </a:lnTo>
                <a:lnTo>
                  <a:pt x="61318" y="63698"/>
                </a:lnTo>
                <a:lnTo>
                  <a:pt x="61318" y="62657"/>
                </a:lnTo>
                <a:lnTo>
                  <a:pt x="60276" y="62657"/>
                </a:lnTo>
                <a:lnTo>
                  <a:pt x="60276" y="61615"/>
                </a:lnTo>
                <a:lnTo>
                  <a:pt x="59383" y="61615"/>
                </a:lnTo>
                <a:lnTo>
                  <a:pt x="59383" y="60275"/>
                </a:lnTo>
                <a:lnTo>
                  <a:pt x="60276" y="60275"/>
                </a:lnTo>
                <a:lnTo>
                  <a:pt x="60276" y="59382"/>
                </a:lnTo>
                <a:lnTo>
                  <a:pt x="61318" y="59382"/>
                </a:lnTo>
                <a:lnTo>
                  <a:pt x="61318" y="58341"/>
                </a:lnTo>
                <a:lnTo>
                  <a:pt x="62210" y="58341"/>
                </a:lnTo>
                <a:lnTo>
                  <a:pt x="62210" y="57448"/>
                </a:lnTo>
                <a:lnTo>
                  <a:pt x="64294" y="57448"/>
                </a:lnTo>
                <a:lnTo>
                  <a:pt x="64294" y="56406"/>
                </a:lnTo>
                <a:lnTo>
                  <a:pt x="65187" y="56406"/>
                </a:lnTo>
                <a:lnTo>
                  <a:pt x="65187" y="55513"/>
                </a:lnTo>
                <a:lnTo>
                  <a:pt x="66229" y="55513"/>
                </a:lnTo>
                <a:lnTo>
                  <a:pt x="66229" y="54471"/>
                </a:lnTo>
                <a:lnTo>
                  <a:pt x="67122" y="54471"/>
                </a:lnTo>
                <a:lnTo>
                  <a:pt x="67122" y="53578"/>
                </a:lnTo>
                <a:lnTo>
                  <a:pt x="67271" y="53578"/>
                </a:lnTo>
                <a:lnTo>
                  <a:pt x="67271" y="54471"/>
                </a:lnTo>
                <a:lnTo>
                  <a:pt x="68164" y="54471"/>
                </a:lnTo>
                <a:lnTo>
                  <a:pt x="68164" y="56406"/>
                </a:lnTo>
                <a:lnTo>
                  <a:pt x="70991" y="56406"/>
                </a:lnTo>
                <a:lnTo>
                  <a:pt x="70991" y="55513"/>
                </a:lnTo>
                <a:lnTo>
                  <a:pt x="72033" y="55513"/>
                </a:lnTo>
                <a:lnTo>
                  <a:pt x="72033" y="53876"/>
                </a:lnTo>
                <a:lnTo>
                  <a:pt x="70991" y="53876"/>
                </a:lnTo>
                <a:lnTo>
                  <a:pt x="70991" y="52983"/>
                </a:lnTo>
                <a:lnTo>
                  <a:pt x="68164" y="52983"/>
                </a:lnTo>
                <a:lnTo>
                  <a:pt x="68164" y="51643"/>
                </a:lnTo>
                <a:lnTo>
                  <a:pt x="69057" y="51643"/>
                </a:lnTo>
                <a:lnTo>
                  <a:pt x="69057" y="49560"/>
                </a:lnTo>
                <a:lnTo>
                  <a:pt x="70098" y="49560"/>
                </a:lnTo>
                <a:lnTo>
                  <a:pt x="70098" y="47625"/>
                </a:lnTo>
                <a:lnTo>
                  <a:pt x="70991" y="47625"/>
                </a:lnTo>
                <a:lnTo>
                  <a:pt x="70991" y="45690"/>
                </a:lnTo>
                <a:lnTo>
                  <a:pt x="72033" y="45690"/>
                </a:lnTo>
                <a:lnTo>
                  <a:pt x="72033" y="44797"/>
                </a:lnTo>
                <a:lnTo>
                  <a:pt x="72926" y="44797"/>
                </a:lnTo>
                <a:lnTo>
                  <a:pt x="72926" y="43756"/>
                </a:lnTo>
                <a:lnTo>
                  <a:pt x="73968" y="43756"/>
                </a:lnTo>
                <a:lnTo>
                  <a:pt x="73968" y="42863"/>
                </a:lnTo>
                <a:lnTo>
                  <a:pt x="75010" y="42863"/>
                </a:lnTo>
                <a:lnTo>
                  <a:pt x="75010" y="41821"/>
                </a:lnTo>
                <a:lnTo>
                  <a:pt x="75903" y="41821"/>
                </a:lnTo>
                <a:lnTo>
                  <a:pt x="75903" y="40928"/>
                </a:lnTo>
                <a:lnTo>
                  <a:pt x="76944" y="40928"/>
                </a:lnTo>
                <a:lnTo>
                  <a:pt x="76944" y="36909"/>
                </a:lnTo>
                <a:lnTo>
                  <a:pt x="77837" y="36909"/>
                </a:lnTo>
                <a:lnTo>
                  <a:pt x="77837" y="36016"/>
                </a:lnTo>
                <a:lnTo>
                  <a:pt x="78879" y="36016"/>
                </a:lnTo>
                <a:lnTo>
                  <a:pt x="78879" y="34975"/>
                </a:lnTo>
                <a:lnTo>
                  <a:pt x="79772" y="34975"/>
                </a:lnTo>
                <a:lnTo>
                  <a:pt x="79772" y="29617"/>
                </a:lnTo>
                <a:lnTo>
                  <a:pt x="78879" y="29617"/>
                </a:lnTo>
                <a:lnTo>
                  <a:pt x="78879" y="28575"/>
                </a:lnTo>
                <a:lnTo>
                  <a:pt x="75010" y="28575"/>
                </a:lnTo>
                <a:lnTo>
                  <a:pt x="75010" y="29617"/>
                </a:lnTo>
                <a:lnTo>
                  <a:pt x="74117" y="29617"/>
                </a:lnTo>
                <a:lnTo>
                  <a:pt x="74117" y="30510"/>
                </a:lnTo>
                <a:lnTo>
                  <a:pt x="70098" y="30510"/>
                </a:lnTo>
                <a:lnTo>
                  <a:pt x="70098" y="29617"/>
                </a:lnTo>
                <a:lnTo>
                  <a:pt x="66229" y="29617"/>
                </a:lnTo>
                <a:lnTo>
                  <a:pt x="66229" y="30510"/>
                </a:lnTo>
                <a:lnTo>
                  <a:pt x="63252" y="30510"/>
                </a:lnTo>
                <a:lnTo>
                  <a:pt x="63252" y="29617"/>
                </a:lnTo>
                <a:lnTo>
                  <a:pt x="61318" y="29617"/>
                </a:lnTo>
                <a:lnTo>
                  <a:pt x="61318" y="28575"/>
                </a:lnTo>
                <a:lnTo>
                  <a:pt x="59383" y="28575"/>
                </a:lnTo>
                <a:lnTo>
                  <a:pt x="59383" y="29617"/>
                </a:lnTo>
                <a:lnTo>
                  <a:pt x="58490" y="29617"/>
                </a:lnTo>
                <a:lnTo>
                  <a:pt x="58490" y="30510"/>
                </a:lnTo>
                <a:lnTo>
                  <a:pt x="56555" y="30510"/>
                </a:lnTo>
                <a:lnTo>
                  <a:pt x="56555" y="31552"/>
                </a:lnTo>
                <a:lnTo>
                  <a:pt x="55513" y="31552"/>
                </a:lnTo>
                <a:lnTo>
                  <a:pt x="55513" y="30510"/>
                </a:lnTo>
                <a:lnTo>
                  <a:pt x="52685" y="30510"/>
                </a:lnTo>
                <a:lnTo>
                  <a:pt x="52685" y="31552"/>
                </a:lnTo>
                <a:lnTo>
                  <a:pt x="50602" y="31552"/>
                </a:lnTo>
                <a:lnTo>
                  <a:pt x="50602" y="30510"/>
                </a:lnTo>
                <a:lnTo>
                  <a:pt x="49560" y="30510"/>
                </a:lnTo>
                <a:lnTo>
                  <a:pt x="49560" y="28575"/>
                </a:lnTo>
                <a:lnTo>
                  <a:pt x="48667" y="28575"/>
                </a:lnTo>
                <a:lnTo>
                  <a:pt x="48667" y="26343"/>
                </a:lnTo>
                <a:lnTo>
                  <a:pt x="49560" y="26343"/>
                </a:lnTo>
                <a:lnTo>
                  <a:pt x="49560" y="25301"/>
                </a:lnTo>
                <a:lnTo>
                  <a:pt x="50602" y="25301"/>
                </a:lnTo>
                <a:lnTo>
                  <a:pt x="50602" y="24259"/>
                </a:lnTo>
                <a:lnTo>
                  <a:pt x="54620" y="24259"/>
                </a:lnTo>
                <a:lnTo>
                  <a:pt x="54620" y="25301"/>
                </a:lnTo>
                <a:lnTo>
                  <a:pt x="56406" y="25301"/>
                </a:lnTo>
                <a:lnTo>
                  <a:pt x="56406" y="24259"/>
                </a:lnTo>
                <a:lnTo>
                  <a:pt x="59383" y="24259"/>
                </a:lnTo>
                <a:lnTo>
                  <a:pt x="59383" y="25301"/>
                </a:lnTo>
                <a:lnTo>
                  <a:pt x="62210" y="25301"/>
                </a:lnTo>
                <a:lnTo>
                  <a:pt x="62210" y="24259"/>
                </a:lnTo>
                <a:lnTo>
                  <a:pt x="63401" y="24259"/>
                </a:lnTo>
                <a:lnTo>
                  <a:pt x="63401" y="25301"/>
                </a:lnTo>
                <a:lnTo>
                  <a:pt x="72033" y="25301"/>
                </a:lnTo>
                <a:lnTo>
                  <a:pt x="72033" y="24259"/>
                </a:lnTo>
                <a:lnTo>
                  <a:pt x="75010" y="24259"/>
                </a:lnTo>
                <a:lnTo>
                  <a:pt x="75010" y="25301"/>
                </a:lnTo>
                <a:lnTo>
                  <a:pt x="76944" y="25301"/>
                </a:lnTo>
                <a:lnTo>
                  <a:pt x="76944" y="22324"/>
                </a:lnTo>
                <a:lnTo>
                  <a:pt x="78879" y="22324"/>
                </a:lnTo>
                <a:lnTo>
                  <a:pt x="78879" y="21431"/>
                </a:lnTo>
                <a:lnTo>
                  <a:pt x="79772" y="21431"/>
                </a:lnTo>
                <a:lnTo>
                  <a:pt x="79772" y="20390"/>
                </a:lnTo>
                <a:lnTo>
                  <a:pt x="80814" y="20390"/>
                </a:lnTo>
                <a:lnTo>
                  <a:pt x="80814" y="17859"/>
                </a:lnTo>
                <a:lnTo>
                  <a:pt x="79772" y="17859"/>
                </a:lnTo>
                <a:lnTo>
                  <a:pt x="79772" y="16966"/>
                </a:lnTo>
                <a:lnTo>
                  <a:pt x="78879" y="16966"/>
                </a:lnTo>
                <a:lnTo>
                  <a:pt x="78879" y="15925"/>
                </a:lnTo>
                <a:lnTo>
                  <a:pt x="77837" y="15925"/>
                </a:lnTo>
                <a:lnTo>
                  <a:pt x="77837" y="15032"/>
                </a:lnTo>
                <a:lnTo>
                  <a:pt x="75903" y="15032"/>
                </a:lnTo>
                <a:lnTo>
                  <a:pt x="75903" y="12055"/>
                </a:lnTo>
                <a:lnTo>
                  <a:pt x="72926" y="12055"/>
                </a:lnTo>
                <a:lnTo>
                  <a:pt x="72926" y="11013"/>
                </a:lnTo>
                <a:lnTo>
                  <a:pt x="69205" y="11013"/>
                </a:lnTo>
                <a:lnTo>
                  <a:pt x="69205" y="12055"/>
                </a:lnTo>
                <a:lnTo>
                  <a:pt x="69057" y="12055"/>
                </a:lnTo>
                <a:lnTo>
                  <a:pt x="69057" y="11013"/>
                </a:lnTo>
                <a:lnTo>
                  <a:pt x="68164" y="11013"/>
                </a:lnTo>
                <a:lnTo>
                  <a:pt x="68164" y="4911"/>
                </a:lnTo>
                <a:lnTo>
                  <a:pt x="69057" y="4911"/>
                </a:lnTo>
                <a:lnTo>
                  <a:pt x="69057" y="3870"/>
                </a:lnTo>
                <a:lnTo>
                  <a:pt x="75010" y="3870"/>
                </a:lnTo>
                <a:lnTo>
                  <a:pt x="75010" y="2977"/>
                </a:lnTo>
                <a:lnTo>
                  <a:pt x="77986" y="2977"/>
                </a:lnTo>
                <a:lnTo>
                  <a:pt x="77986" y="3870"/>
                </a:lnTo>
                <a:lnTo>
                  <a:pt x="78879" y="3870"/>
                </a:lnTo>
                <a:lnTo>
                  <a:pt x="78879" y="4911"/>
                </a:lnTo>
                <a:lnTo>
                  <a:pt x="81856" y="4911"/>
                </a:lnTo>
                <a:lnTo>
                  <a:pt x="81856" y="5804"/>
                </a:lnTo>
                <a:lnTo>
                  <a:pt x="84684" y="5804"/>
                </a:lnTo>
                <a:lnTo>
                  <a:pt x="84684" y="6846"/>
                </a:lnTo>
                <a:lnTo>
                  <a:pt x="88702" y="6846"/>
                </a:lnTo>
                <a:lnTo>
                  <a:pt x="88702" y="9674"/>
                </a:lnTo>
                <a:lnTo>
                  <a:pt x="91530" y="9674"/>
                </a:lnTo>
                <a:lnTo>
                  <a:pt x="91530" y="10716"/>
                </a:lnTo>
                <a:lnTo>
                  <a:pt x="92571" y="10716"/>
                </a:lnTo>
                <a:lnTo>
                  <a:pt x="92571" y="11609"/>
                </a:lnTo>
                <a:lnTo>
                  <a:pt x="93464" y="11609"/>
                </a:lnTo>
                <a:lnTo>
                  <a:pt x="93464" y="14585"/>
                </a:lnTo>
                <a:lnTo>
                  <a:pt x="94506" y="14585"/>
                </a:lnTo>
                <a:lnTo>
                  <a:pt x="94506" y="16520"/>
                </a:lnTo>
                <a:lnTo>
                  <a:pt x="95399" y="16520"/>
                </a:lnTo>
                <a:lnTo>
                  <a:pt x="95399" y="20390"/>
                </a:lnTo>
                <a:lnTo>
                  <a:pt x="96441" y="20390"/>
                </a:lnTo>
                <a:lnTo>
                  <a:pt x="96441" y="24259"/>
                </a:lnTo>
                <a:lnTo>
                  <a:pt x="97334" y="24259"/>
                </a:lnTo>
                <a:lnTo>
                  <a:pt x="97334" y="25301"/>
                </a:lnTo>
                <a:lnTo>
                  <a:pt x="99269" y="25301"/>
                </a:lnTo>
                <a:lnTo>
                  <a:pt x="99269" y="24259"/>
                </a:lnTo>
                <a:lnTo>
                  <a:pt x="99418" y="24259"/>
                </a:lnTo>
                <a:lnTo>
                  <a:pt x="99418" y="25301"/>
                </a:lnTo>
                <a:lnTo>
                  <a:pt x="101203" y="25301"/>
                </a:lnTo>
                <a:lnTo>
                  <a:pt x="101203" y="24259"/>
                </a:lnTo>
                <a:lnTo>
                  <a:pt x="109984" y="24259"/>
                </a:lnTo>
                <a:lnTo>
                  <a:pt x="109984" y="23366"/>
                </a:lnTo>
                <a:lnTo>
                  <a:pt x="111919" y="23366"/>
                </a:lnTo>
                <a:lnTo>
                  <a:pt x="111919" y="22324"/>
                </a:lnTo>
                <a:lnTo>
                  <a:pt x="112961" y="22324"/>
                </a:lnTo>
                <a:lnTo>
                  <a:pt x="112961" y="21431"/>
                </a:lnTo>
                <a:lnTo>
                  <a:pt x="113854" y="21431"/>
                </a:lnTo>
                <a:lnTo>
                  <a:pt x="113854" y="20390"/>
                </a:lnTo>
                <a:lnTo>
                  <a:pt x="114896" y="20390"/>
                </a:lnTo>
                <a:lnTo>
                  <a:pt x="114896" y="19497"/>
                </a:lnTo>
                <a:lnTo>
                  <a:pt x="115789" y="19497"/>
                </a:lnTo>
                <a:lnTo>
                  <a:pt x="115789" y="17562"/>
                </a:lnTo>
                <a:lnTo>
                  <a:pt x="116830" y="17562"/>
                </a:lnTo>
                <a:lnTo>
                  <a:pt x="116830" y="16520"/>
                </a:lnTo>
                <a:lnTo>
                  <a:pt x="117723" y="16520"/>
                </a:lnTo>
                <a:lnTo>
                  <a:pt x="117723" y="15627"/>
                </a:lnTo>
                <a:lnTo>
                  <a:pt x="120700" y="15627"/>
                </a:lnTo>
                <a:lnTo>
                  <a:pt x="120700" y="14585"/>
                </a:lnTo>
                <a:lnTo>
                  <a:pt x="124718" y="14585"/>
                </a:lnTo>
                <a:lnTo>
                  <a:pt x="124718" y="15627"/>
                </a:lnTo>
                <a:lnTo>
                  <a:pt x="126653" y="15627"/>
                </a:lnTo>
                <a:lnTo>
                  <a:pt x="126653" y="16520"/>
                </a:lnTo>
                <a:lnTo>
                  <a:pt x="128588" y="16520"/>
                </a:lnTo>
                <a:lnTo>
                  <a:pt x="128588" y="19497"/>
                </a:lnTo>
                <a:lnTo>
                  <a:pt x="129481" y="19497"/>
                </a:lnTo>
                <a:lnTo>
                  <a:pt x="129481" y="21431"/>
                </a:lnTo>
                <a:lnTo>
                  <a:pt x="130523" y="21431"/>
                </a:lnTo>
                <a:lnTo>
                  <a:pt x="130523" y="23366"/>
                </a:lnTo>
                <a:lnTo>
                  <a:pt x="131416" y="23366"/>
                </a:lnTo>
                <a:lnTo>
                  <a:pt x="131416" y="24259"/>
                </a:lnTo>
                <a:lnTo>
                  <a:pt x="133350" y="24259"/>
                </a:lnTo>
                <a:lnTo>
                  <a:pt x="133350" y="25301"/>
                </a:lnTo>
                <a:lnTo>
                  <a:pt x="134392" y="25301"/>
                </a:lnTo>
                <a:lnTo>
                  <a:pt x="134392" y="27682"/>
                </a:lnTo>
                <a:lnTo>
                  <a:pt x="133350" y="27682"/>
                </a:lnTo>
                <a:lnTo>
                  <a:pt x="133350" y="28575"/>
                </a:lnTo>
                <a:lnTo>
                  <a:pt x="132457" y="28575"/>
                </a:lnTo>
                <a:lnTo>
                  <a:pt x="132457" y="31552"/>
                </a:lnTo>
                <a:lnTo>
                  <a:pt x="131416" y="31552"/>
                </a:lnTo>
                <a:lnTo>
                  <a:pt x="131416" y="32445"/>
                </a:lnTo>
                <a:lnTo>
                  <a:pt x="130523" y="32445"/>
                </a:lnTo>
                <a:lnTo>
                  <a:pt x="130523" y="33486"/>
                </a:lnTo>
                <a:lnTo>
                  <a:pt x="129481" y="33486"/>
                </a:lnTo>
                <a:lnTo>
                  <a:pt x="129481" y="32445"/>
                </a:lnTo>
                <a:lnTo>
                  <a:pt x="127546" y="32445"/>
                </a:lnTo>
                <a:lnTo>
                  <a:pt x="127546" y="31552"/>
                </a:lnTo>
                <a:lnTo>
                  <a:pt x="120700" y="31552"/>
                </a:lnTo>
                <a:lnTo>
                  <a:pt x="120700" y="32445"/>
                </a:lnTo>
                <a:lnTo>
                  <a:pt x="111919" y="32445"/>
                </a:lnTo>
                <a:lnTo>
                  <a:pt x="111919" y="31552"/>
                </a:lnTo>
                <a:lnTo>
                  <a:pt x="108943" y="31552"/>
                </a:lnTo>
                <a:lnTo>
                  <a:pt x="108943" y="30510"/>
                </a:lnTo>
                <a:lnTo>
                  <a:pt x="103138" y="30510"/>
                </a:lnTo>
                <a:lnTo>
                  <a:pt x="103138" y="29617"/>
                </a:lnTo>
                <a:lnTo>
                  <a:pt x="99418" y="29617"/>
                </a:lnTo>
                <a:lnTo>
                  <a:pt x="99418" y="31552"/>
                </a:lnTo>
                <a:lnTo>
                  <a:pt x="98376" y="31552"/>
                </a:lnTo>
                <a:lnTo>
                  <a:pt x="98376" y="32445"/>
                </a:lnTo>
                <a:lnTo>
                  <a:pt x="97334" y="32445"/>
                </a:lnTo>
                <a:lnTo>
                  <a:pt x="97334" y="33486"/>
                </a:lnTo>
                <a:lnTo>
                  <a:pt x="96292" y="33486"/>
                </a:lnTo>
                <a:lnTo>
                  <a:pt x="96292" y="32445"/>
                </a:lnTo>
                <a:lnTo>
                  <a:pt x="93464" y="32445"/>
                </a:lnTo>
                <a:lnTo>
                  <a:pt x="93464" y="34379"/>
                </a:lnTo>
                <a:lnTo>
                  <a:pt x="92571" y="34379"/>
                </a:lnTo>
                <a:lnTo>
                  <a:pt x="92571" y="40332"/>
                </a:lnTo>
                <a:lnTo>
                  <a:pt x="91530" y="40332"/>
                </a:lnTo>
                <a:lnTo>
                  <a:pt x="91530" y="39291"/>
                </a:lnTo>
                <a:lnTo>
                  <a:pt x="89595" y="39291"/>
                </a:lnTo>
                <a:lnTo>
                  <a:pt x="89595" y="40332"/>
                </a:lnTo>
                <a:lnTo>
                  <a:pt x="88702" y="40332"/>
                </a:lnTo>
                <a:lnTo>
                  <a:pt x="88702" y="41225"/>
                </a:lnTo>
                <a:lnTo>
                  <a:pt x="86767" y="41225"/>
                </a:lnTo>
                <a:lnTo>
                  <a:pt x="86767" y="42267"/>
                </a:lnTo>
                <a:lnTo>
                  <a:pt x="85725" y="42267"/>
                </a:lnTo>
                <a:lnTo>
                  <a:pt x="85725" y="44202"/>
                </a:lnTo>
                <a:lnTo>
                  <a:pt x="84684" y="44202"/>
                </a:lnTo>
                <a:lnTo>
                  <a:pt x="84684" y="45095"/>
                </a:lnTo>
                <a:lnTo>
                  <a:pt x="82749" y="45095"/>
                </a:lnTo>
                <a:lnTo>
                  <a:pt x="82749" y="47030"/>
                </a:lnTo>
                <a:lnTo>
                  <a:pt x="81856" y="47030"/>
                </a:lnTo>
                <a:lnTo>
                  <a:pt x="81856" y="48965"/>
                </a:lnTo>
                <a:lnTo>
                  <a:pt x="80814" y="48965"/>
                </a:lnTo>
                <a:lnTo>
                  <a:pt x="80814" y="50006"/>
                </a:lnTo>
                <a:lnTo>
                  <a:pt x="79921" y="50006"/>
                </a:lnTo>
                <a:lnTo>
                  <a:pt x="79921" y="51048"/>
                </a:lnTo>
                <a:lnTo>
                  <a:pt x="78879" y="51048"/>
                </a:lnTo>
                <a:lnTo>
                  <a:pt x="78879" y="51941"/>
                </a:lnTo>
                <a:lnTo>
                  <a:pt x="77986" y="51941"/>
                </a:lnTo>
                <a:lnTo>
                  <a:pt x="77986" y="55811"/>
                </a:lnTo>
                <a:lnTo>
                  <a:pt x="75903" y="55811"/>
                </a:lnTo>
                <a:lnTo>
                  <a:pt x="75903" y="54918"/>
                </a:lnTo>
                <a:lnTo>
                  <a:pt x="74117" y="54918"/>
                </a:lnTo>
                <a:lnTo>
                  <a:pt x="74117" y="55811"/>
                </a:lnTo>
                <a:lnTo>
                  <a:pt x="73075" y="55811"/>
                </a:lnTo>
                <a:lnTo>
                  <a:pt x="73075" y="58787"/>
                </a:lnTo>
                <a:lnTo>
                  <a:pt x="72033" y="58787"/>
                </a:lnTo>
                <a:lnTo>
                  <a:pt x="72033" y="59680"/>
                </a:lnTo>
                <a:lnTo>
                  <a:pt x="71140" y="59680"/>
                </a:lnTo>
                <a:lnTo>
                  <a:pt x="71140" y="66229"/>
                </a:lnTo>
                <a:lnTo>
                  <a:pt x="75010" y="66229"/>
                </a:lnTo>
                <a:lnTo>
                  <a:pt x="75010" y="67122"/>
                </a:lnTo>
                <a:lnTo>
                  <a:pt x="77837" y="67122"/>
                </a:lnTo>
                <a:lnTo>
                  <a:pt x="77837" y="66229"/>
                </a:lnTo>
                <a:lnTo>
                  <a:pt x="80814" y="66229"/>
                </a:lnTo>
                <a:lnTo>
                  <a:pt x="80814" y="65187"/>
                </a:lnTo>
                <a:lnTo>
                  <a:pt x="83642" y="65187"/>
                </a:lnTo>
                <a:lnTo>
                  <a:pt x="83642" y="64294"/>
                </a:lnTo>
                <a:lnTo>
                  <a:pt x="86618" y="64294"/>
                </a:lnTo>
                <a:lnTo>
                  <a:pt x="86618" y="62210"/>
                </a:lnTo>
                <a:lnTo>
                  <a:pt x="87660" y="62210"/>
                </a:lnTo>
                <a:lnTo>
                  <a:pt x="88702" y="62210"/>
                </a:lnTo>
                <a:lnTo>
                  <a:pt x="88702" y="63252"/>
                </a:lnTo>
                <a:lnTo>
                  <a:pt x="89595" y="63252"/>
                </a:lnTo>
                <a:lnTo>
                  <a:pt x="89595" y="65187"/>
                </a:lnTo>
                <a:lnTo>
                  <a:pt x="92423" y="65187"/>
                </a:lnTo>
                <a:lnTo>
                  <a:pt x="92423" y="64294"/>
                </a:lnTo>
                <a:lnTo>
                  <a:pt x="96292" y="64294"/>
                </a:lnTo>
                <a:lnTo>
                  <a:pt x="96292" y="61317"/>
                </a:lnTo>
                <a:lnTo>
                  <a:pt x="97334" y="61317"/>
                </a:lnTo>
                <a:lnTo>
                  <a:pt x="97334" y="63252"/>
                </a:lnTo>
                <a:lnTo>
                  <a:pt x="100310" y="63252"/>
                </a:lnTo>
                <a:lnTo>
                  <a:pt x="101352" y="63252"/>
                </a:lnTo>
                <a:lnTo>
                  <a:pt x="101352" y="66229"/>
                </a:lnTo>
                <a:lnTo>
                  <a:pt x="102245" y="66229"/>
                </a:lnTo>
                <a:lnTo>
                  <a:pt x="102245" y="67568"/>
                </a:lnTo>
                <a:lnTo>
                  <a:pt x="101352" y="67568"/>
                </a:lnTo>
                <a:lnTo>
                  <a:pt x="101352" y="68461"/>
                </a:lnTo>
                <a:lnTo>
                  <a:pt x="100310" y="68461"/>
                </a:lnTo>
                <a:lnTo>
                  <a:pt x="100310" y="70098"/>
                </a:lnTo>
                <a:lnTo>
                  <a:pt x="101352" y="70098"/>
                </a:lnTo>
                <a:lnTo>
                  <a:pt x="101352" y="70991"/>
                </a:lnTo>
                <a:lnTo>
                  <a:pt x="102245" y="70991"/>
                </a:lnTo>
                <a:lnTo>
                  <a:pt x="102245" y="72331"/>
                </a:lnTo>
                <a:lnTo>
                  <a:pt x="101352" y="72331"/>
                </a:lnTo>
                <a:lnTo>
                  <a:pt x="101352" y="74414"/>
                </a:lnTo>
                <a:lnTo>
                  <a:pt x="100310" y="74414"/>
                </a:lnTo>
                <a:lnTo>
                  <a:pt x="100310" y="76349"/>
                </a:lnTo>
                <a:lnTo>
                  <a:pt x="99418" y="76349"/>
                </a:lnTo>
                <a:lnTo>
                  <a:pt x="99418" y="79177"/>
                </a:lnTo>
                <a:lnTo>
                  <a:pt x="97334" y="79177"/>
                </a:lnTo>
                <a:lnTo>
                  <a:pt x="97334" y="84683"/>
                </a:lnTo>
                <a:lnTo>
                  <a:pt x="98376" y="84683"/>
                </a:lnTo>
                <a:lnTo>
                  <a:pt x="98376" y="85576"/>
                </a:lnTo>
                <a:lnTo>
                  <a:pt x="99418" y="85576"/>
                </a:lnTo>
                <a:lnTo>
                  <a:pt x="99418" y="93464"/>
                </a:lnTo>
                <a:lnTo>
                  <a:pt x="100310" y="93464"/>
                </a:lnTo>
                <a:lnTo>
                  <a:pt x="100310" y="93762"/>
                </a:lnTo>
                <a:lnTo>
                  <a:pt x="99418" y="93762"/>
                </a:lnTo>
                <a:lnTo>
                  <a:pt x="99418" y="103138"/>
                </a:lnTo>
                <a:lnTo>
                  <a:pt x="100310" y="103138"/>
                </a:lnTo>
                <a:lnTo>
                  <a:pt x="100310" y="107454"/>
                </a:lnTo>
                <a:lnTo>
                  <a:pt x="99418" y="107454"/>
                </a:lnTo>
                <a:lnTo>
                  <a:pt x="99418" y="113854"/>
                </a:lnTo>
                <a:lnTo>
                  <a:pt x="100310" y="113854"/>
                </a:lnTo>
                <a:lnTo>
                  <a:pt x="100310" y="117723"/>
                </a:lnTo>
                <a:lnTo>
                  <a:pt x="104180" y="117723"/>
                </a:lnTo>
                <a:lnTo>
                  <a:pt x="104180" y="118765"/>
                </a:lnTo>
                <a:lnTo>
                  <a:pt x="105222" y="118765"/>
                </a:lnTo>
                <a:lnTo>
                  <a:pt x="105222" y="122634"/>
                </a:lnTo>
                <a:lnTo>
                  <a:pt x="108943" y="122634"/>
                </a:lnTo>
                <a:lnTo>
                  <a:pt x="108943" y="121593"/>
                </a:lnTo>
                <a:lnTo>
                  <a:pt x="110877" y="121593"/>
                </a:lnTo>
                <a:lnTo>
                  <a:pt x="110877" y="120700"/>
                </a:lnTo>
                <a:lnTo>
                  <a:pt x="111919" y="120700"/>
                </a:lnTo>
                <a:lnTo>
                  <a:pt x="111919" y="119658"/>
                </a:lnTo>
                <a:lnTo>
                  <a:pt x="115789" y="119658"/>
                </a:lnTo>
                <a:lnTo>
                  <a:pt x="115789" y="118765"/>
                </a:lnTo>
                <a:lnTo>
                  <a:pt x="118765" y="118765"/>
                </a:lnTo>
                <a:lnTo>
                  <a:pt x="118765" y="117723"/>
                </a:lnTo>
                <a:lnTo>
                  <a:pt x="121593" y="117723"/>
                </a:lnTo>
                <a:lnTo>
                  <a:pt x="121593" y="116830"/>
                </a:lnTo>
                <a:lnTo>
                  <a:pt x="122635" y="116830"/>
                </a:lnTo>
                <a:lnTo>
                  <a:pt x="122635" y="115193"/>
                </a:lnTo>
                <a:lnTo>
                  <a:pt x="121593" y="115193"/>
                </a:lnTo>
                <a:lnTo>
                  <a:pt x="121593" y="113854"/>
                </a:lnTo>
                <a:lnTo>
                  <a:pt x="122635" y="113854"/>
                </a:lnTo>
                <a:lnTo>
                  <a:pt x="122635" y="108347"/>
                </a:lnTo>
                <a:lnTo>
                  <a:pt x="121593" y="108347"/>
                </a:lnTo>
                <a:lnTo>
                  <a:pt x="121593" y="107007"/>
                </a:lnTo>
                <a:lnTo>
                  <a:pt x="122635" y="107007"/>
                </a:lnTo>
                <a:lnTo>
                  <a:pt x="122635" y="105073"/>
                </a:lnTo>
                <a:lnTo>
                  <a:pt x="123528" y="105073"/>
                </a:lnTo>
                <a:lnTo>
                  <a:pt x="123528" y="101203"/>
                </a:lnTo>
                <a:lnTo>
                  <a:pt x="124569" y="101203"/>
                </a:lnTo>
                <a:lnTo>
                  <a:pt x="124569" y="100310"/>
                </a:lnTo>
                <a:lnTo>
                  <a:pt x="125611" y="100310"/>
                </a:lnTo>
                <a:lnTo>
                  <a:pt x="125611" y="99268"/>
                </a:lnTo>
                <a:lnTo>
                  <a:pt x="129481" y="99268"/>
                </a:lnTo>
                <a:lnTo>
                  <a:pt x="129481" y="100310"/>
                </a:lnTo>
                <a:lnTo>
                  <a:pt x="131416" y="100310"/>
                </a:lnTo>
                <a:lnTo>
                  <a:pt x="131416" y="103138"/>
                </a:lnTo>
                <a:lnTo>
                  <a:pt x="132457" y="103138"/>
                </a:lnTo>
                <a:lnTo>
                  <a:pt x="132457" y="108049"/>
                </a:lnTo>
                <a:lnTo>
                  <a:pt x="133350" y="108049"/>
                </a:lnTo>
                <a:lnTo>
                  <a:pt x="133350" y="109389"/>
                </a:lnTo>
                <a:lnTo>
                  <a:pt x="132457" y="109389"/>
                </a:lnTo>
                <a:lnTo>
                  <a:pt x="132457" y="111919"/>
                </a:lnTo>
                <a:lnTo>
                  <a:pt x="133350" y="111919"/>
                </a:lnTo>
                <a:lnTo>
                  <a:pt x="133350" y="114300"/>
                </a:lnTo>
                <a:lnTo>
                  <a:pt x="132457" y="114300"/>
                </a:lnTo>
                <a:lnTo>
                  <a:pt x="132457" y="115788"/>
                </a:lnTo>
                <a:lnTo>
                  <a:pt x="133350" y="115788"/>
                </a:lnTo>
                <a:lnTo>
                  <a:pt x="133350" y="117723"/>
                </a:lnTo>
                <a:lnTo>
                  <a:pt x="134392" y="117723"/>
                </a:lnTo>
                <a:lnTo>
                  <a:pt x="134392" y="118765"/>
                </a:lnTo>
                <a:lnTo>
                  <a:pt x="135285" y="118765"/>
                </a:lnTo>
                <a:lnTo>
                  <a:pt x="135285" y="121593"/>
                </a:lnTo>
                <a:lnTo>
                  <a:pt x="136327" y="121593"/>
                </a:lnTo>
                <a:lnTo>
                  <a:pt x="136327" y="122634"/>
                </a:lnTo>
                <a:lnTo>
                  <a:pt x="137369" y="122634"/>
                </a:lnTo>
                <a:lnTo>
                  <a:pt x="137369" y="125016"/>
                </a:lnTo>
                <a:lnTo>
                  <a:pt x="136327" y="125016"/>
                </a:lnTo>
                <a:lnTo>
                  <a:pt x="136327" y="126950"/>
                </a:lnTo>
                <a:lnTo>
                  <a:pt x="135285" y="126950"/>
                </a:lnTo>
                <a:lnTo>
                  <a:pt x="135285" y="127843"/>
                </a:lnTo>
                <a:lnTo>
                  <a:pt x="133350" y="127843"/>
                </a:lnTo>
                <a:lnTo>
                  <a:pt x="133350" y="129778"/>
                </a:lnTo>
                <a:lnTo>
                  <a:pt x="132457" y="129778"/>
                </a:lnTo>
                <a:lnTo>
                  <a:pt x="132457" y="130820"/>
                </a:lnTo>
                <a:lnTo>
                  <a:pt x="129481" y="130820"/>
                </a:lnTo>
                <a:lnTo>
                  <a:pt x="129481" y="131713"/>
                </a:lnTo>
                <a:lnTo>
                  <a:pt x="126653" y="131713"/>
                </a:lnTo>
                <a:lnTo>
                  <a:pt x="126653" y="132755"/>
                </a:lnTo>
                <a:lnTo>
                  <a:pt x="124718" y="132755"/>
                </a:lnTo>
                <a:lnTo>
                  <a:pt x="124718" y="133648"/>
                </a:lnTo>
                <a:lnTo>
                  <a:pt x="121742" y="133648"/>
                </a:lnTo>
                <a:lnTo>
                  <a:pt x="121742" y="134689"/>
                </a:lnTo>
                <a:lnTo>
                  <a:pt x="119807" y="134689"/>
                </a:lnTo>
                <a:lnTo>
                  <a:pt x="119807" y="135582"/>
                </a:lnTo>
                <a:lnTo>
                  <a:pt x="109984" y="135582"/>
                </a:lnTo>
                <a:lnTo>
                  <a:pt x="109984" y="136624"/>
                </a:lnTo>
                <a:lnTo>
                  <a:pt x="107008" y="136624"/>
                </a:lnTo>
                <a:lnTo>
                  <a:pt x="107008" y="135582"/>
                </a:lnTo>
                <a:lnTo>
                  <a:pt x="106115" y="135582"/>
                </a:lnTo>
                <a:lnTo>
                  <a:pt x="106115" y="134689"/>
                </a:lnTo>
                <a:lnTo>
                  <a:pt x="105073" y="134689"/>
                </a:lnTo>
                <a:lnTo>
                  <a:pt x="105073" y="133648"/>
                </a:lnTo>
                <a:lnTo>
                  <a:pt x="100310" y="133648"/>
                </a:lnTo>
                <a:lnTo>
                  <a:pt x="100310" y="132755"/>
                </a:lnTo>
                <a:lnTo>
                  <a:pt x="94357" y="132755"/>
                </a:lnTo>
                <a:lnTo>
                  <a:pt x="94357" y="130820"/>
                </a:lnTo>
                <a:lnTo>
                  <a:pt x="93464" y="130820"/>
                </a:lnTo>
                <a:lnTo>
                  <a:pt x="93464" y="129778"/>
                </a:lnTo>
                <a:lnTo>
                  <a:pt x="92423" y="129778"/>
                </a:lnTo>
                <a:lnTo>
                  <a:pt x="92423" y="128885"/>
                </a:lnTo>
                <a:lnTo>
                  <a:pt x="91530" y="128885"/>
                </a:lnTo>
                <a:lnTo>
                  <a:pt x="91530" y="127843"/>
                </a:lnTo>
                <a:lnTo>
                  <a:pt x="89595" y="127843"/>
                </a:lnTo>
                <a:lnTo>
                  <a:pt x="89595" y="126950"/>
                </a:lnTo>
                <a:lnTo>
                  <a:pt x="87660" y="126950"/>
                </a:lnTo>
                <a:lnTo>
                  <a:pt x="87660" y="125016"/>
                </a:lnTo>
                <a:lnTo>
                  <a:pt x="86618" y="125016"/>
                </a:lnTo>
                <a:lnTo>
                  <a:pt x="86618" y="122932"/>
                </a:lnTo>
                <a:lnTo>
                  <a:pt x="85576" y="122932"/>
                </a:lnTo>
                <a:lnTo>
                  <a:pt x="85576" y="122634"/>
                </a:lnTo>
                <a:lnTo>
                  <a:pt x="86618" y="122634"/>
                </a:lnTo>
                <a:lnTo>
                  <a:pt x="86618" y="113854"/>
                </a:lnTo>
                <a:lnTo>
                  <a:pt x="87660" y="113854"/>
                </a:lnTo>
                <a:lnTo>
                  <a:pt x="87660" y="108942"/>
                </a:lnTo>
                <a:lnTo>
                  <a:pt x="88553" y="108942"/>
                </a:lnTo>
                <a:lnTo>
                  <a:pt x="88553" y="108049"/>
                </a:lnTo>
                <a:lnTo>
                  <a:pt x="89595" y="108049"/>
                </a:lnTo>
                <a:lnTo>
                  <a:pt x="89595" y="106412"/>
                </a:lnTo>
                <a:lnTo>
                  <a:pt x="88553" y="106412"/>
                </a:lnTo>
                <a:lnTo>
                  <a:pt x="88553" y="105519"/>
                </a:lnTo>
                <a:lnTo>
                  <a:pt x="87660" y="105519"/>
                </a:lnTo>
                <a:lnTo>
                  <a:pt x="87660" y="99268"/>
                </a:lnTo>
                <a:lnTo>
                  <a:pt x="88553" y="99268"/>
                </a:lnTo>
                <a:lnTo>
                  <a:pt x="88553" y="94804"/>
                </a:lnTo>
                <a:lnTo>
                  <a:pt x="87660" y="94804"/>
                </a:lnTo>
                <a:lnTo>
                  <a:pt x="87660" y="83641"/>
                </a:lnTo>
                <a:lnTo>
                  <a:pt x="88553" y="83641"/>
                </a:lnTo>
                <a:lnTo>
                  <a:pt x="88553" y="82748"/>
                </a:lnTo>
                <a:lnTo>
                  <a:pt x="90488" y="82748"/>
                </a:lnTo>
                <a:lnTo>
                  <a:pt x="90488" y="80218"/>
                </a:lnTo>
                <a:lnTo>
                  <a:pt x="89595" y="80218"/>
                </a:lnTo>
                <a:lnTo>
                  <a:pt x="89595" y="76944"/>
                </a:lnTo>
                <a:lnTo>
                  <a:pt x="90488" y="76944"/>
                </a:lnTo>
                <a:lnTo>
                  <a:pt x="90488" y="73372"/>
                </a:lnTo>
                <a:lnTo>
                  <a:pt x="85576" y="73372"/>
                </a:lnTo>
                <a:lnTo>
                  <a:pt x="85576" y="72331"/>
                </a:lnTo>
                <a:lnTo>
                  <a:pt x="83791" y="72331"/>
                </a:lnTo>
                <a:lnTo>
                  <a:pt x="83791" y="74414"/>
                </a:lnTo>
                <a:lnTo>
                  <a:pt x="82749" y="74414"/>
                </a:lnTo>
                <a:lnTo>
                  <a:pt x="82749" y="76349"/>
                </a:lnTo>
                <a:lnTo>
                  <a:pt x="80814" y="76349"/>
                </a:lnTo>
                <a:lnTo>
                  <a:pt x="80814" y="74414"/>
                </a:lnTo>
                <a:lnTo>
                  <a:pt x="79772" y="74414"/>
                </a:lnTo>
                <a:lnTo>
                  <a:pt x="79772" y="73372"/>
                </a:lnTo>
                <a:lnTo>
                  <a:pt x="77986" y="73372"/>
                </a:lnTo>
                <a:lnTo>
                  <a:pt x="77986" y="74414"/>
                </a:lnTo>
                <a:lnTo>
                  <a:pt x="76944" y="74414"/>
                </a:lnTo>
                <a:lnTo>
                  <a:pt x="76944" y="76944"/>
                </a:lnTo>
                <a:lnTo>
                  <a:pt x="77986" y="76944"/>
                </a:lnTo>
                <a:lnTo>
                  <a:pt x="77986" y="79772"/>
                </a:lnTo>
                <a:lnTo>
                  <a:pt x="78879" y="79772"/>
                </a:lnTo>
                <a:lnTo>
                  <a:pt x="78879" y="82153"/>
                </a:lnTo>
                <a:lnTo>
                  <a:pt x="77986" y="82153"/>
                </a:lnTo>
                <a:lnTo>
                  <a:pt x="77986" y="83641"/>
                </a:lnTo>
                <a:lnTo>
                  <a:pt x="78879" y="83641"/>
                </a:lnTo>
                <a:lnTo>
                  <a:pt x="78879" y="84683"/>
                </a:lnTo>
                <a:lnTo>
                  <a:pt x="80814" y="84683"/>
                </a:lnTo>
                <a:lnTo>
                  <a:pt x="80814" y="87065"/>
                </a:lnTo>
                <a:lnTo>
                  <a:pt x="76944" y="87065"/>
                </a:lnTo>
                <a:lnTo>
                  <a:pt x="76944" y="87957"/>
                </a:lnTo>
                <a:lnTo>
                  <a:pt x="76051" y="87957"/>
                </a:lnTo>
                <a:lnTo>
                  <a:pt x="76051" y="91529"/>
                </a:lnTo>
                <a:lnTo>
                  <a:pt x="76944" y="91529"/>
                </a:lnTo>
                <a:lnTo>
                  <a:pt x="76944" y="93762"/>
                </a:lnTo>
                <a:lnTo>
                  <a:pt x="76051" y="93762"/>
                </a:lnTo>
                <a:lnTo>
                  <a:pt x="76051" y="95697"/>
                </a:lnTo>
                <a:lnTo>
                  <a:pt x="75010" y="95697"/>
                </a:lnTo>
                <a:lnTo>
                  <a:pt x="75010" y="97631"/>
                </a:lnTo>
                <a:lnTo>
                  <a:pt x="74117" y="97631"/>
                </a:lnTo>
                <a:lnTo>
                  <a:pt x="74117" y="99715"/>
                </a:lnTo>
                <a:lnTo>
                  <a:pt x="73075" y="99715"/>
                </a:lnTo>
                <a:lnTo>
                  <a:pt x="73075" y="100608"/>
                </a:lnTo>
                <a:lnTo>
                  <a:pt x="72033" y="100608"/>
                </a:lnTo>
                <a:lnTo>
                  <a:pt x="72033" y="101650"/>
                </a:lnTo>
                <a:lnTo>
                  <a:pt x="71140" y="101650"/>
                </a:lnTo>
                <a:lnTo>
                  <a:pt x="71140" y="105519"/>
                </a:lnTo>
                <a:lnTo>
                  <a:pt x="70098" y="105519"/>
                </a:lnTo>
                <a:lnTo>
                  <a:pt x="70098" y="107454"/>
                </a:lnTo>
                <a:lnTo>
                  <a:pt x="69205" y="107454"/>
                </a:lnTo>
                <a:lnTo>
                  <a:pt x="69205" y="108347"/>
                </a:lnTo>
                <a:lnTo>
                  <a:pt x="68164" y="108347"/>
                </a:lnTo>
                <a:lnTo>
                  <a:pt x="68164" y="110282"/>
                </a:lnTo>
                <a:lnTo>
                  <a:pt x="67271" y="110282"/>
                </a:lnTo>
                <a:lnTo>
                  <a:pt x="67271" y="111323"/>
                </a:lnTo>
                <a:lnTo>
                  <a:pt x="66229" y="111323"/>
                </a:lnTo>
                <a:lnTo>
                  <a:pt x="66229" y="113258"/>
                </a:lnTo>
                <a:lnTo>
                  <a:pt x="65336" y="113258"/>
                </a:lnTo>
                <a:lnTo>
                  <a:pt x="65336" y="114300"/>
                </a:lnTo>
                <a:lnTo>
                  <a:pt x="64294" y="114300"/>
                </a:lnTo>
                <a:lnTo>
                  <a:pt x="64294" y="115193"/>
                </a:lnTo>
                <a:lnTo>
                  <a:pt x="61318" y="115193"/>
                </a:lnTo>
                <a:lnTo>
                  <a:pt x="61318" y="116235"/>
                </a:lnTo>
                <a:lnTo>
                  <a:pt x="60425" y="116235"/>
                </a:lnTo>
                <a:lnTo>
                  <a:pt x="60425" y="117128"/>
                </a:lnTo>
                <a:lnTo>
                  <a:pt x="59383" y="117128"/>
                </a:lnTo>
                <a:lnTo>
                  <a:pt x="59383" y="118170"/>
                </a:lnTo>
                <a:lnTo>
                  <a:pt x="58490" y="118170"/>
                </a:lnTo>
                <a:lnTo>
                  <a:pt x="58490" y="119063"/>
                </a:lnTo>
                <a:lnTo>
                  <a:pt x="57448" y="119063"/>
                </a:lnTo>
                <a:lnTo>
                  <a:pt x="57448" y="120997"/>
                </a:lnTo>
                <a:lnTo>
                  <a:pt x="56555" y="120997"/>
                </a:lnTo>
                <a:lnTo>
                  <a:pt x="56555" y="122039"/>
                </a:lnTo>
                <a:lnTo>
                  <a:pt x="55513" y="122039"/>
                </a:lnTo>
                <a:lnTo>
                  <a:pt x="55513" y="123974"/>
                </a:lnTo>
                <a:lnTo>
                  <a:pt x="53578" y="123974"/>
                </a:lnTo>
                <a:lnTo>
                  <a:pt x="53578" y="125016"/>
                </a:lnTo>
                <a:lnTo>
                  <a:pt x="52685" y="125016"/>
                </a:lnTo>
                <a:lnTo>
                  <a:pt x="52685" y="125909"/>
                </a:lnTo>
                <a:lnTo>
                  <a:pt x="51644" y="125909"/>
                </a:lnTo>
                <a:lnTo>
                  <a:pt x="51644" y="126950"/>
                </a:lnTo>
                <a:lnTo>
                  <a:pt x="48667" y="126950"/>
                </a:lnTo>
                <a:lnTo>
                  <a:pt x="48667" y="127843"/>
                </a:lnTo>
                <a:lnTo>
                  <a:pt x="47774" y="127843"/>
                </a:lnTo>
                <a:lnTo>
                  <a:pt x="47774" y="128885"/>
                </a:lnTo>
                <a:lnTo>
                  <a:pt x="44798" y="128885"/>
                </a:lnTo>
                <a:lnTo>
                  <a:pt x="44798" y="129778"/>
                </a:lnTo>
                <a:lnTo>
                  <a:pt x="43905" y="129778"/>
                </a:lnTo>
                <a:lnTo>
                  <a:pt x="43905" y="130820"/>
                </a:lnTo>
                <a:lnTo>
                  <a:pt x="40035" y="130820"/>
                </a:lnTo>
                <a:lnTo>
                  <a:pt x="40035" y="131713"/>
                </a:lnTo>
                <a:lnTo>
                  <a:pt x="38993" y="131713"/>
                </a:lnTo>
                <a:lnTo>
                  <a:pt x="38993" y="132755"/>
                </a:lnTo>
                <a:lnTo>
                  <a:pt x="38100" y="132755"/>
                </a:lnTo>
                <a:lnTo>
                  <a:pt x="38100" y="133648"/>
                </a:lnTo>
                <a:lnTo>
                  <a:pt x="30212" y="133648"/>
                </a:lnTo>
                <a:lnTo>
                  <a:pt x="30212" y="132755"/>
                </a:lnTo>
                <a:lnTo>
                  <a:pt x="28278" y="132755"/>
                </a:lnTo>
                <a:lnTo>
                  <a:pt x="28278" y="131713"/>
                </a:lnTo>
                <a:lnTo>
                  <a:pt x="27236" y="131713"/>
                </a:lnTo>
                <a:lnTo>
                  <a:pt x="27236" y="130820"/>
                </a:lnTo>
                <a:lnTo>
                  <a:pt x="26343" y="130820"/>
                </a:lnTo>
                <a:lnTo>
                  <a:pt x="26343" y="128439"/>
                </a:lnTo>
                <a:lnTo>
                  <a:pt x="27236" y="128439"/>
                </a:lnTo>
                <a:lnTo>
                  <a:pt x="27236" y="125611"/>
                </a:lnTo>
                <a:lnTo>
                  <a:pt x="29171" y="125611"/>
                </a:lnTo>
                <a:lnTo>
                  <a:pt x="29171" y="124569"/>
                </a:lnTo>
                <a:lnTo>
                  <a:pt x="30212" y="124569"/>
                </a:lnTo>
                <a:lnTo>
                  <a:pt x="30212" y="123527"/>
                </a:lnTo>
                <a:lnTo>
                  <a:pt x="33040" y="123527"/>
                </a:lnTo>
                <a:lnTo>
                  <a:pt x="33040" y="122634"/>
                </a:lnTo>
                <a:lnTo>
                  <a:pt x="34975" y="122634"/>
                </a:lnTo>
                <a:lnTo>
                  <a:pt x="34975" y="121593"/>
                </a:lnTo>
                <a:lnTo>
                  <a:pt x="36910" y="121593"/>
                </a:lnTo>
                <a:lnTo>
                  <a:pt x="36910" y="120700"/>
                </a:lnTo>
                <a:lnTo>
                  <a:pt x="39886" y="120700"/>
                </a:lnTo>
                <a:lnTo>
                  <a:pt x="39886" y="119658"/>
                </a:lnTo>
                <a:lnTo>
                  <a:pt x="42863" y="119658"/>
                </a:lnTo>
                <a:lnTo>
                  <a:pt x="42863" y="117723"/>
                </a:lnTo>
                <a:lnTo>
                  <a:pt x="43756" y="117723"/>
                </a:lnTo>
                <a:lnTo>
                  <a:pt x="43756" y="116830"/>
                </a:lnTo>
                <a:lnTo>
                  <a:pt x="44798" y="116830"/>
                </a:lnTo>
                <a:lnTo>
                  <a:pt x="44798" y="115788"/>
                </a:lnTo>
                <a:lnTo>
                  <a:pt x="46732" y="115788"/>
                </a:lnTo>
                <a:lnTo>
                  <a:pt x="46732" y="114895"/>
                </a:lnTo>
                <a:lnTo>
                  <a:pt x="50602" y="114895"/>
                </a:lnTo>
                <a:lnTo>
                  <a:pt x="50602" y="113854"/>
                </a:lnTo>
                <a:lnTo>
                  <a:pt x="52537" y="113854"/>
                </a:lnTo>
                <a:lnTo>
                  <a:pt x="52537" y="112961"/>
                </a:lnTo>
                <a:lnTo>
                  <a:pt x="53578" y="112961"/>
                </a:lnTo>
                <a:lnTo>
                  <a:pt x="53578" y="111919"/>
                </a:lnTo>
                <a:lnTo>
                  <a:pt x="54471" y="111919"/>
                </a:lnTo>
                <a:lnTo>
                  <a:pt x="54471" y="110877"/>
                </a:lnTo>
                <a:lnTo>
                  <a:pt x="56406" y="110877"/>
                </a:lnTo>
                <a:lnTo>
                  <a:pt x="56406" y="108942"/>
                </a:lnTo>
                <a:lnTo>
                  <a:pt x="57448" y="108942"/>
                </a:lnTo>
                <a:lnTo>
                  <a:pt x="57448" y="108049"/>
                </a:lnTo>
                <a:lnTo>
                  <a:pt x="58341" y="108049"/>
                </a:lnTo>
                <a:lnTo>
                  <a:pt x="58341" y="107007"/>
                </a:lnTo>
                <a:lnTo>
                  <a:pt x="59383" y="107007"/>
                </a:lnTo>
                <a:lnTo>
                  <a:pt x="59383" y="105073"/>
                </a:lnTo>
                <a:lnTo>
                  <a:pt x="60276" y="105073"/>
                </a:lnTo>
                <a:lnTo>
                  <a:pt x="60276" y="103138"/>
                </a:lnTo>
                <a:lnTo>
                  <a:pt x="61318" y="103138"/>
                </a:lnTo>
                <a:lnTo>
                  <a:pt x="61318" y="102245"/>
                </a:lnTo>
                <a:lnTo>
                  <a:pt x="62210" y="102245"/>
                </a:lnTo>
                <a:lnTo>
                  <a:pt x="62210" y="100310"/>
                </a:lnTo>
                <a:lnTo>
                  <a:pt x="63252" y="100310"/>
                </a:lnTo>
                <a:lnTo>
                  <a:pt x="63252" y="99268"/>
                </a:lnTo>
                <a:lnTo>
                  <a:pt x="64294" y="99268"/>
                </a:lnTo>
                <a:lnTo>
                  <a:pt x="64294" y="98227"/>
                </a:lnTo>
                <a:lnTo>
                  <a:pt x="66229" y="98227"/>
                </a:lnTo>
                <a:lnTo>
                  <a:pt x="66229" y="97334"/>
                </a:lnTo>
                <a:lnTo>
                  <a:pt x="67122" y="97334"/>
                </a:lnTo>
                <a:lnTo>
                  <a:pt x="67122" y="92869"/>
                </a:lnTo>
                <a:lnTo>
                  <a:pt x="66229" y="92869"/>
                </a:lnTo>
                <a:lnTo>
                  <a:pt x="66229" y="91827"/>
                </a:lnTo>
                <a:lnTo>
                  <a:pt x="65187" y="91827"/>
                </a:lnTo>
                <a:lnTo>
                  <a:pt x="65187" y="90934"/>
                </a:lnTo>
                <a:lnTo>
                  <a:pt x="64294" y="90934"/>
                </a:lnTo>
                <a:lnTo>
                  <a:pt x="64294" y="90488"/>
                </a:lnTo>
                <a:lnTo>
                  <a:pt x="65187" y="90488"/>
                </a:lnTo>
                <a:lnTo>
                  <a:pt x="65187" y="89595"/>
                </a:lnTo>
                <a:lnTo>
                  <a:pt x="66229" y="89595"/>
                </a:lnTo>
                <a:lnTo>
                  <a:pt x="66229" y="88553"/>
                </a:lnTo>
                <a:lnTo>
                  <a:pt x="67122" y="88553"/>
                </a:lnTo>
                <a:lnTo>
                  <a:pt x="67122" y="87660"/>
                </a:lnTo>
                <a:lnTo>
                  <a:pt x="68164" y="87660"/>
                </a:lnTo>
                <a:lnTo>
                  <a:pt x="68164" y="83046"/>
                </a:lnTo>
                <a:lnTo>
                  <a:pt x="67122" y="83046"/>
                </a:lnTo>
                <a:lnTo>
                  <a:pt x="67122" y="77837"/>
                </a:lnTo>
                <a:lnTo>
                  <a:pt x="67271" y="77837"/>
                </a:lnTo>
                <a:lnTo>
                  <a:pt x="67271" y="78879"/>
                </a:lnTo>
                <a:lnTo>
                  <a:pt x="69057" y="78879"/>
                </a:lnTo>
                <a:lnTo>
                  <a:pt x="69057" y="77837"/>
                </a:lnTo>
                <a:lnTo>
                  <a:pt x="70098" y="77837"/>
                </a:lnTo>
                <a:lnTo>
                  <a:pt x="70098" y="76349"/>
                </a:lnTo>
                <a:lnTo>
                  <a:pt x="64294" y="76349"/>
                </a:lnTo>
                <a:lnTo>
                  <a:pt x="64294" y="75307"/>
                </a:lnTo>
                <a:lnTo>
                  <a:pt x="63252" y="75307"/>
                </a:lnTo>
                <a:lnTo>
                  <a:pt x="63252" y="73372"/>
                </a:lnTo>
                <a:lnTo>
                  <a:pt x="61318" y="73372"/>
                </a:lnTo>
                <a:lnTo>
                  <a:pt x="61318" y="74414"/>
                </a:lnTo>
                <a:lnTo>
                  <a:pt x="60425" y="74414"/>
                </a:lnTo>
                <a:lnTo>
                  <a:pt x="60425" y="75307"/>
                </a:lnTo>
                <a:lnTo>
                  <a:pt x="59383" y="75307"/>
                </a:lnTo>
                <a:lnTo>
                  <a:pt x="59383" y="76349"/>
                </a:lnTo>
                <a:lnTo>
                  <a:pt x="56555" y="76349"/>
                </a:lnTo>
                <a:lnTo>
                  <a:pt x="56555" y="77242"/>
                </a:lnTo>
                <a:lnTo>
                  <a:pt x="55513" y="77242"/>
                </a:lnTo>
                <a:lnTo>
                  <a:pt x="55513" y="78284"/>
                </a:lnTo>
                <a:lnTo>
                  <a:pt x="52685" y="78284"/>
                </a:lnTo>
                <a:lnTo>
                  <a:pt x="52685" y="79177"/>
                </a:lnTo>
                <a:lnTo>
                  <a:pt x="51644" y="79177"/>
                </a:lnTo>
                <a:lnTo>
                  <a:pt x="51644" y="78284"/>
                </a:lnTo>
                <a:lnTo>
                  <a:pt x="50602" y="78284"/>
                </a:lnTo>
                <a:lnTo>
                  <a:pt x="50602" y="76349"/>
                </a:lnTo>
                <a:lnTo>
                  <a:pt x="49560" y="76349"/>
                </a:lnTo>
                <a:lnTo>
                  <a:pt x="49560" y="75307"/>
                </a:lnTo>
                <a:lnTo>
                  <a:pt x="45839" y="75307"/>
                </a:lnTo>
                <a:lnTo>
                  <a:pt x="45839" y="79177"/>
                </a:lnTo>
                <a:lnTo>
                  <a:pt x="40035" y="79177"/>
                </a:lnTo>
                <a:lnTo>
                  <a:pt x="40035" y="80218"/>
                </a:lnTo>
                <a:lnTo>
                  <a:pt x="35124" y="80218"/>
                </a:lnTo>
                <a:lnTo>
                  <a:pt x="35124" y="81111"/>
                </a:lnTo>
                <a:lnTo>
                  <a:pt x="33189" y="81111"/>
                </a:lnTo>
                <a:lnTo>
                  <a:pt x="33189" y="82153"/>
                </a:lnTo>
                <a:lnTo>
                  <a:pt x="30212" y="82153"/>
                </a:lnTo>
                <a:lnTo>
                  <a:pt x="30212" y="83046"/>
                </a:lnTo>
                <a:lnTo>
                  <a:pt x="29319" y="83046"/>
                </a:lnTo>
                <a:lnTo>
                  <a:pt x="29319" y="84088"/>
                </a:lnTo>
                <a:lnTo>
                  <a:pt x="26343" y="84088"/>
                </a:lnTo>
                <a:lnTo>
                  <a:pt x="26343" y="84981"/>
                </a:lnTo>
                <a:lnTo>
                  <a:pt x="24408" y="84981"/>
                </a:lnTo>
                <a:lnTo>
                  <a:pt x="24408" y="86023"/>
                </a:lnTo>
                <a:lnTo>
                  <a:pt x="23366" y="86023"/>
                </a:lnTo>
                <a:lnTo>
                  <a:pt x="23366" y="87065"/>
                </a:lnTo>
                <a:lnTo>
                  <a:pt x="17562" y="87065"/>
                </a:lnTo>
                <a:lnTo>
                  <a:pt x="17562" y="87957"/>
                </a:lnTo>
                <a:lnTo>
                  <a:pt x="14734" y="87957"/>
                </a:lnTo>
                <a:lnTo>
                  <a:pt x="14734" y="88999"/>
                </a:lnTo>
                <a:lnTo>
                  <a:pt x="13693" y="88999"/>
                </a:lnTo>
                <a:lnTo>
                  <a:pt x="13693" y="89892"/>
                </a:lnTo>
                <a:lnTo>
                  <a:pt x="11758" y="89892"/>
                </a:lnTo>
                <a:lnTo>
                  <a:pt x="11758" y="90934"/>
                </a:lnTo>
                <a:lnTo>
                  <a:pt x="10716" y="90934"/>
                </a:lnTo>
                <a:lnTo>
                  <a:pt x="10716" y="91827"/>
                </a:lnTo>
                <a:lnTo>
                  <a:pt x="6846" y="91827"/>
                </a:lnTo>
                <a:lnTo>
                  <a:pt x="6846" y="90934"/>
                </a:lnTo>
                <a:lnTo>
                  <a:pt x="4912" y="90934"/>
                </a:lnTo>
                <a:lnTo>
                  <a:pt x="4912" y="89892"/>
                </a:lnTo>
                <a:lnTo>
                  <a:pt x="3870" y="89892"/>
                </a:lnTo>
                <a:lnTo>
                  <a:pt x="3870" y="87065"/>
                </a:lnTo>
                <a:lnTo>
                  <a:pt x="2977" y="87065"/>
                </a:lnTo>
                <a:lnTo>
                  <a:pt x="2977" y="86023"/>
                </a:lnTo>
                <a:lnTo>
                  <a:pt x="1042" y="86023"/>
                </a:lnTo>
                <a:lnTo>
                  <a:pt x="1042" y="84981"/>
                </a:lnTo>
                <a:lnTo>
                  <a:pt x="0" y="84981"/>
                </a:lnTo>
                <a:lnTo>
                  <a:pt x="0" y="77837"/>
                </a:lnTo>
                <a:lnTo>
                  <a:pt x="1042" y="77837"/>
                </a:lnTo>
                <a:lnTo>
                  <a:pt x="1042" y="76944"/>
                </a:lnTo>
                <a:lnTo>
                  <a:pt x="1935" y="76944"/>
                </a:lnTo>
                <a:lnTo>
                  <a:pt x="1935" y="75009"/>
                </a:lnTo>
                <a:lnTo>
                  <a:pt x="2977" y="75009"/>
                </a:lnTo>
                <a:lnTo>
                  <a:pt x="2977" y="73968"/>
                </a:lnTo>
                <a:lnTo>
                  <a:pt x="7888" y="73968"/>
                </a:lnTo>
                <a:lnTo>
                  <a:pt x="7888" y="75009"/>
                </a:lnTo>
                <a:lnTo>
                  <a:pt x="10716" y="75009"/>
                </a:lnTo>
                <a:lnTo>
                  <a:pt x="10716" y="73968"/>
                </a:lnTo>
                <a:lnTo>
                  <a:pt x="14585" y="73968"/>
                </a:lnTo>
                <a:lnTo>
                  <a:pt x="14585" y="70991"/>
                </a:lnTo>
                <a:lnTo>
                  <a:pt x="15627" y="70991"/>
                </a:lnTo>
                <a:lnTo>
                  <a:pt x="15627" y="67122"/>
                </a:lnTo>
                <a:lnTo>
                  <a:pt x="16520" y="67122"/>
                </a:lnTo>
                <a:lnTo>
                  <a:pt x="16520" y="66229"/>
                </a:lnTo>
                <a:lnTo>
                  <a:pt x="18455" y="66229"/>
                </a:lnTo>
                <a:lnTo>
                  <a:pt x="18455" y="65187"/>
                </a:lnTo>
                <a:lnTo>
                  <a:pt x="19497" y="65187"/>
                </a:lnTo>
                <a:lnTo>
                  <a:pt x="19497" y="64294"/>
                </a:lnTo>
                <a:lnTo>
                  <a:pt x="21432" y="64294"/>
                </a:lnTo>
                <a:lnTo>
                  <a:pt x="21432" y="63252"/>
                </a:lnTo>
                <a:lnTo>
                  <a:pt x="22325" y="63252"/>
                </a:lnTo>
                <a:lnTo>
                  <a:pt x="22325" y="62210"/>
                </a:lnTo>
                <a:lnTo>
                  <a:pt x="23366" y="62210"/>
                </a:lnTo>
                <a:lnTo>
                  <a:pt x="23366" y="60275"/>
                </a:lnTo>
                <a:lnTo>
                  <a:pt x="24259" y="60275"/>
                </a:lnTo>
                <a:lnTo>
                  <a:pt x="24259" y="58787"/>
                </a:lnTo>
                <a:lnTo>
                  <a:pt x="23366" y="58787"/>
                </a:lnTo>
                <a:lnTo>
                  <a:pt x="23366" y="57745"/>
                </a:lnTo>
                <a:lnTo>
                  <a:pt x="17562" y="57745"/>
                </a:lnTo>
                <a:lnTo>
                  <a:pt x="17562" y="56852"/>
                </a:lnTo>
                <a:lnTo>
                  <a:pt x="16520" y="56852"/>
                </a:lnTo>
                <a:lnTo>
                  <a:pt x="16520" y="55811"/>
                </a:lnTo>
                <a:lnTo>
                  <a:pt x="13693" y="55811"/>
                </a:lnTo>
                <a:lnTo>
                  <a:pt x="13693" y="56852"/>
                </a:lnTo>
                <a:lnTo>
                  <a:pt x="9823" y="56852"/>
                </a:lnTo>
                <a:lnTo>
                  <a:pt x="9823" y="57745"/>
                </a:lnTo>
                <a:lnTo>
                  <a:pt x="4912" y="57745"/>
                </a:lnTo>
                <a:lnTo>
                  <a:pt x="4912" y="56852"/>
                </a:lnTo>
                <a:lnTo>
                  <a:pt x="3870" y="56852"/>
                </a:lnTo>
                <a:lnTo>
                  <a:pt x="3870" y="54918"/>
                </a:lnTo>
                <a:lnTo>
                  <a:pt x="2977" y="54918"/>
                </a:lnTo>
                <a:lnTo>
                  <a:pt x="2977" y="51941"/>
                </a:lnTo>
                <a:lnTo>
                  <a:pt x="1935" y="51941"/>
                </a:lnTo>
                <a:lnTo>
                  <a:pt x="1935" y="50006"/>
                </a:lnTo>
                <a:lnTo>
                  <a:pt x="1042" y="50006"/>
                </a:lnTo>
                <a:lnTo>
                  <a:pt x="1042" y="46732"/>
                </a:lnTo>
                <a:lnTo>
                  <a:pt x="1935" y="46732"/>
                </a:lnTo>
                <a:lnTo>
                  <a:pt x="1935" y="44797"/>
                </a:lnTo>
                <a:lnTo>
                  <a:pt x="3870" y="44797"/>
                </a:lnTo>
                <a:lnTo>
                  <a:pt x="3870" y="43756"/>
                </a:lnTo>
                <a:lnTo>
                  <a:pt x="4912" y="43756"/>
                </a:lnTo>
                <a:lnTo>
                  <a:pt x="4912" y="42863"/>
                </a:lnTo>
                <a:lnTo>
                  <a:pt x="6846" y="42863"/>
                </a:lnTo>
                <a:lnTo>
                  <a:pt x="6846" y="41821"/>
                </a:lnTo>
                <a:lnTo>
                  <a:pt x="8781" y="41821"/>
                </a:lnTo>
                <a:lnTo>
                  <a:pt x="8781" y="40928"/>
                </a:lnTo>
                <a:lnTo>
                  <a:pt x="9674" y="40928"/>
                </a:lnTo>
                <a:lnTo>
                  <a:pt x="9674" y="39886"/>
                </a:lnTo>
                <a:lnTo>
                  <a:pt x="10716" y="39886"/>
                </a:lnTo>
                <a:lnTo>
                  <a:pt x="10716" y="36909"/>
                </a:lnTo>
                <a:lnTo>
                  <a:pt x="11609" y="36909"/>
                </a:lnTo>
                <a:lnTo>
                  <a:pt x="11609" y="36016"/>
                </a:lnTo>
                <a:lnTo>
                  <a:pt x="12651" y="36016"/>
                </a:lnTo>
                <a:lnTo>
                  <a:pt x="12651" y="33040"/>
                </a:lnTo>
                <a:lnTo>
                  <a:pt x="13693" y="33040"/>
                </a:lnTo>
                <a:lnTo>
                  <a:pt x="13693" y="31105"/>
                </a:lnTo>
                <a:lnTo>
                  <a:pt x="14585" y="31105"/>
                </a:lnTo>
                <a:lnTo>
                  <a:pt x="14585" y="29170"/>
                </a:lnTo>
                <a:lnTo>
                  <a:pt x="15627" y="29170"/>
                </a:lnTo>
                <a:lnTo>
                  <a:pt x="15627" y="27236"/>
                </a:lnTo>
                <a:lnTo>
                  <a:pt x="16520" y="27236"/>
                </a:lnTo>
                <a:lnTo>
                  <a:pt x="16520" y="25301"/>
                </a:lnTo>
                <a:lnTo>
                  <a:pt x="17562" y="25301"/>
                </a:lnTo>
                <a:lnTo>
                  <a:pt x="17562" y="23366"/>
                </a:lnTo>
                <a:lnTo>
                  <a:pt x="18455" y="23366"/>
                </a:lnTo>
                <a:lnTo>
                  <a:pt x="18455" y="21431"/>
                </a:lnTo>
                <a:lnTo>
                  <a:pt x="19497" y="21431"/>
                </a:lnTo>
                <a:lnTo>
                  <a:pt x="19497" y="20390"/>
                </a:lnTo>
                <a:lnTo>
                  <a:pt x="20390" y="20390"/>
                </a:lnTo>
                <a:lnTo>
                  <a:pt x="20390" y="18455"/>
                </a:lnTo>
                <a:lnTo>
                  <a:pt x="21432" y="18455"/>
                </a:lnTo>
                <a:lnTo>
                  <a:pt x="21432" y="16520"/>
                </a:lnTo>
                <a:lnTo>
                  <a:pt x="22325" y="16520"/>
                </a:lnTo>
                <a:lnTo>
                  <a:pt x="22325" y="14585"/>
                </a:lnTo>
                <a:lnTo>
                  <a:pt x="23366" y="14585"/>
                </a:lnTo>
                <a:lnTo>
                  <a:pt x="23366" y="13692"/>
                </a:lnTo>
                <a:lnTo>
                  <a:pt x="24259" y="13692"/>
                </a:lnTo>
                <a:lnTo>
                  <a:pt x="24259" y="11609"/>
                </a:lnTo>
                <a:lnTo>
                  <a:pt x="25301" y="11609"/>
                </a:lnTo>
                <a:lnTo>
                  <a:pt x="25301" y="10716"/>
                </a:lnTo>
                <a:lnTo>
                  <a:pt x="26343" y="10716"/>
                </a:lnTo>
                <a:lnTo>
                  <a:pt x="26343" y="8781"/>
                </a:lnTo>
                <a:lnTo>
                  <a:pt x="27236" y="8781"/>
                </a:lnTo>
                <a:lnTo>
                  <a:pt x="27236" y="7739"/>
                </a:lnTo>
                <a:lnTo>
                  <a:pt x="28278" y="7739"/>
                </a:lnTo>
                <a:lnTo>
                  <a:pt x="28278" y="5804"/>
                </a:lnTo>
                <a:lnTo>
                  <a:pt x="29171" y="58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4E1488AB-5166-FB08-D70D-CA675A7D8BE1}"/>
              </a:ext>
            </a:extLst>
          </p:cNvPr>
          <p:cNvSpPr txBox="1"/>
          <p:nvPr/>
        </p:nvSpPr>
        <p:spPr>
          <a:xfrm>
            <a:off x="4665944" y="1924445"/>
            <a:ext cx="136624" cy="134095"/>
          </a:xfrm>
          <a:custGeom>
            <a:avLst/>
            <a:gdLst/>
            <a:ahLst/>
            <a:cxnLst/>
            <a:rect l="l" t="t" r="r" b="b"/>
            <a:pathLst>
              <a:path w="136624" h="134095">
                <a:moveTo>
                  <a:pt x="102096" y="99566"/>
                </a:moveTo>
                <a:lnTo>
                  <a:pt x="102096" y="101204"/>
                </a:lnTo>
                <a:lnTo>
                  <a:pt x="102840" y="101204"/>
                </a:lnTo>
                <a:lnTo>
                  <a:pt x="102840" y="103734"/>
                </a:lnTo>
                <a:lnTo>
                  <a:pt x="103733" y="103734"/>
                </a:lnTo>
                <a:lnTo>
                  <a:pt x="103733" y="99566"/>
                </a:lnTo>
                <a:close/>
                <a:moveTo>
                  <a:pt x="46434" y="15181"/>
                </a:moveTo>
                <a:lnTo>
                  <a:pt x="46434" y="16074"/>
                </a:lnTo>
                <a:lnTo>
                  <a:pt x="47178" y="16074"/>
                </a:lnTo>
                <a:lnTo>
                  <a:pt x="47178" y="15181"/>
                </a:lnTo>
                <a:close/>
                <a:moveTo>
                  <a:pt x="45541" y="7591"/>
                </a:moveTo>
                <a:lnTo>
                  <a:pt x="45541" y="8484"/>
                </a:lnTo>
                <a:lnTo>
                  <a:pt x="44648" y="8484"/>
                </a:lnTo>
                <a:lnTo>
                  <a:pt x="44648" y="9228"/>
                </a:lnTo>
                <a:lnTo>
                  <a:pt x="46434" y="9228"/>
                </a:lnTo>
                <a:lnTo>
                  <a:pt x="46434" y="7591"/>
                </a:lnTo>
                <a:close/>
                <a:moveTo>
                  <a:pt x="85130" y="0"/>
                </a:moveTo>
                <a:lnTo>
                  <a:pt x="86023" y="0"/>
                </a:lnTo>
                <a:lnTo>
                  <a:pt x="86023" y="893"/>
                </a:lnTo>
                <a:lnTo>
                  <a:pt x="93613" y="893"/>
                </a:lnTo>
                <a:lnTo>
                  <a:pt x="93613" y="1637"/>
                </a:lnTo>
                <a:lnTo>
                  <a:pt x="94506" y="1637"/>
                </a:lnTo>
                <a:lnTo>
                  <a:pt x="94506" y="3423"/>
                </a:lnTo>
                <a:lnTo>
                  <a:pt x="95250" y="3423"/>
                </a:lnTo>
                <a:lnTo>
                  <a:pt x="95250" y="5954"/>
                </a:lnTo>
                <a:lnTo>
                  <a:pt x="94506" y="5954"/>
                </a:lnTo>
                <a:lnTo>
                  <a:pt x="94506" y="7591"/>
                </a:lnTo>
                <a:lnTo>
                  <a:pt x="93613" y="7591"/>
                </a:lnTo>
                <a:lnTo>
                  <a:pt x="93613" y="9228"/>
                </a:lnTo>
                <a:lnTo>
                  <a:pt x="92720" y="9228"/>
                </a:lnTo>
                <a:lnTo>
                  <a:pt x="92720" y="14288"/>
                </a:lnTo>
                <a:lnTo>
                  <a:pt x="91976" y="14288"/>
                </a:lnTo>
                <a:lnTo>
                  <a:pt x="91976" y="16074"/>
                </a:lnTo>
                <a:lnTo>
                  <a:pt x="92720" y="16074"/>
                </a:lnTo>
                <a:lnTo>
                  <a:pt x="92720" y="21878"/>
                </a:lnTo>
                <a:lnTo>
                  <a:pt x="93613" y="21878"/>
                </a:lnTo>
                <a:lnTo>
                  <a:pt x="93613" y="22771"/>
                </a:lnTo>
                <a:lnTo>
                  <a:pt x="96143" y="22771"/>
                </a:lnTo>
                <a:lnTo>
                  <a:pt x="96143" y="23664"/>
                </a:lnTo>
                <a:lnTo>
                  <a:pt x="101203" y="23664"/>
                </a:lnTo>
                <a:lnTo>
                  <a:pt x="101203" y="24408"/>
                </a:lnTo>
                <a:lnTo>
                  <a:pt x="104626" y="24408"/>
                </a:lnTo>
                <a:lnTo>
                  <a:pt x="104626" y="23664"/>
                </a:lnTo>
                <a:lnTo>
                  <a:pt x="107156" y="23664"/>
                </a:lnTo>
                <a:lnTo>
                  <a:pt x="107156" y="22771"/>
                </a:lnTo>
                <a:lnTo>
                  <a:pt x="108793" y="22771"/>
                </a:lnTo>
                <a:lnTo>
                  <a:pt x="108793" y="23664"/>
                </a:lnTo>
                <a:lnTo>
                  <a:pt x="112216" y="23664"/>
                </a:lnTo>
                <a:lnTo>
                  <a:pt x="112216" y="22771"/>
                </a:lnTo>
                <a:lnTo>
                  <a:pt x="113853" y="22771"/>
                </a:lnTo>
                <a:lnTo>
                  <a:pt x="113853" y="21134"/>
                </a:lnTo>
                <a:lnTo>
                  <a:pt x="114746" y="21134"/>
                </a:lnTo>
                <a:lnTo>
                  <a:pt x="114746" y="20241"/>
                </a:lnTo>
                <a:lnTo>
                  <a:pt x="116384" y="20241"/>
                </a:lnTo>
                <a:lnTo>
                  <a:pt x="116384" y="19348"/>
                </a:lnTo>
                <a:lnTo>
                  <a:pt x="118021" y="19348"/>
                </a:lnTo>
                <a:lnTo>
                  <a:pt x="118021" y="18604"/>
                </a:lnTo>
                <a:lnTo>
                  <a:pt x="119807" y="18604"/>
                </a:lnTo>
                <a:lnTo>
                  <a:pt x="119807" y="17711"/>
                </a:lnTo>
                <a:lnTo>
                  <a:pt x="123974" y="17711"/>
                </a:lnTo>
                <a:lnTo>
                  <a:pt x="123974" y="18604"/>
                </a:lnTo>
                <a:lnTo>
                  <a:pt x="124867" y="18604"/>
                </a:lnTo>
                <a:lnTo>
                  <a:pt x="124867" y="17711"/>
                </a:lnTo>
                <a:lnTo>
                  <a:pt x="126504" y="17711"/>
                </a:lnTo>
                <a:lnTo>
                  <a:pt x="126504" y="18604"/>
                </a:lnTo>
                <a:lnTo>
                  <a:pt x="128141" y="18604"/>
                </a:lnTo>
                <a:lnTo>
                  <a:pt x="128141" y="19348"/>
                </a:lnTo>
                <a:lnTo>
                  <a:pt x="129034" y="19348"/>
                </a:lnTo>
                <a:lnTo>
                  <a:pt x="129034" y="21878"/>
                </a:lnTo>
                <a:lnTo>
                  <a:pt x="129927" y="21878"/>
                </a:lnTo>
                <a:lnTo>
                  <a:pt x="129927" y="22771"/>
                </a:lnTo>
                <a:lnTo>
                  <a:pt x="133201" y="22771"/>
                </a:lnTo>
                <a:lnTo>
                  <a:pt x="133201" y="23664"/>
                </a:lnTo>
                <a:lnTo>
                  <a:pt x="134987" y="23664"/>
                </a:lnTo>
                <a:lnTo>
                  <a:pt x="134987" y="24408"/>
                </a:lnTo>
                <a:lnTo>
                  <a:pt x="136624" y="24408"/>
                </a:lnTo>
                <a:lnTo>
                  <a:pt x="136624" y="26938"/>
                </a:lnTo>
                <a:lnTo>
                  <a:pt x="135731" y="26938"/>
                </a:lnTo>
                <a:lnTo>
                  <a:pt x="135731" y="27831"/>
                </a:lnTo>
                <a:lnTo>
                  <a:pt x="134987" y="27831"/>
                </a:lnTo>
                <a:lnTo>
                  <a:pt x="134987" y="28724"/>
                </a:lnTo>
                <a:lnTo>
                  <a:pt x="134094" y="28724"/>
                </a:lnTo>
                <a:lnTo>
                  <a:pt x="134094" y="31998"/>
                </a:lnTo>
                <a:lnTo>
                  <a:pt x="133201" y="31998"/>
                </a:lnTo>
                <a:lnTo>
                  <a:pt x="133201" y="32891"/>
                </a:lnTo>
                <a:lnTo>
                  <a:pt x="129034" y="32891"/>
                </a:lnTo>
                <a:lnTo>
                  <a:pt x="129034" y="31998"/>
                </a:lnTo>
                <a:lnTo>
                  <a:pt x="125611" y="31998"/>
                </a:lnTo>
                <a:lnTo>
                  <a:pt x="125611" y="32891"/>
                </a:lnTo>
                <a:lnTo>
                  <a:pt x="124867" y="32891"/>
                </a:lnTo>
                <a:lnTo>
                  <a:pt x="124867" y="31998"/>
                </a:lnTo>
                <a:lnTo>
                  <a:pt x="119807" y="31998"/>
                </a:lnTo>
                <a:lnTo>
                  <a:pt x="119807" y="31254"/>
                </a:lnTo>
                <a:lnTo>
                  <a:pt x="116384" y="31254"/>
                </a:lnTo>
                <a:lnTo>
                  <a:pt x="116384" y="30361"/>
                </a:lnTo>
                <a:lnTo>
                  <a:pt x="114746" y="30361"/>
                </a:lnTo>
                <a:lnTo>
                  <a:pt x="114746" y="31254"/>
                </a:lnTo>
                <a:lnTo>
                  <a:pt x="108793" y="31254"/>
                </a:lnTo>
                <a:lnTo>
                  <a:pt x="108793" y="30361"/>
                </a:lnTo>
                <a:lnTo>
                  <a:pt x="96143" y="30361"/>
                </a:lnTo>
                <a:lnTo>
                  <a:pt x="96143" y="31254"/>
                </a:lnTo>
                <a:lnTo>
                  <a:pt x="93613" y="31254"/>
                </a:lnTo>
                <a:lnTo>
                  <a:pt x="93613" y="31998"/>
                </a:lnTo>
                <a:lnTo>
                  <a:pt x="92720" y="31998"/>
                </a:lnTo>
                <a:lnTo>
                  <a:pt x="92720" y="32891"/>
                </a:lnTo>
                <a:lnTo>
                  <a:pt x="91976" y="32891"/>
                </a:lnTo>
                <a:lnTo>
                  <a:pt x="91976" y="39589"/>
                </a:lnTo>
                <a:lnTo>
                  <a:pt x="92720" y="39589"/>
                </a:lnTo>
                <a:lnTo>
                  <a:pt x="92720" y="43012"/>
                </a:lnTo>
                <a:lnTo>
                  <a:pt x="93613" y="43012"/>
                </a:lnTo>
                <a:lnTo>
                  <a:pt x="93613" y="46435"/>
                </a:lnTo>
                <a:lnTo>
                  <a:pt x="92720" y="46435"/>
                </a:lnTo>
                <a:lnTo>
                  <a:pt x="92720" y="48072"/>
                </a:lnTo>
                <a:lnTo>
                  <a:pt x="89446" y="48072"/>
                </a:lnTo>
                <a:lnTo>
                  <a:pt x="89446" y="48965"/>
                </a:lnTo>
                <a:lnTo>
                  <a:pt x="86023" y="48965"/>
                </a:lnTo>
                <a:lnTo>
                  <a:pt x="86023" y="49709"/>
                </a:lnTo>
                <a:lnTo>
                  <a:pt x="80070" y="49709"/>
                </a:lnTo>
                <a:lnTo>
                  <a:pt x="80070" y="48965"/>
                </a:lnTo>
                <a:lnTo>
                  <a:pt x="79325" y="48965"/>
                </a:lnTo>
                <a:lnTo>
                  <a:pt x="79325" y="37059"/>
                </a:lnTo>
                <a:lnTo>
                  <a:pt x="80070" y="37059"/>
                </a:lnTo>
                <a:lnTo>
                  <a:pt x="80070" y="34529"/>
                </a:lnTo>
                <a:lnTo>
                  <a:pt x="79325" y="34529"/>
                </a:lnTo>
                <a:lnTo>
                  <a:pt x="79325" y="30361"/>
                </a:lnTo>
                <a:lnTo>
                  <a:pt x="78432" y="30361"/>
                </a:lnTo>
                <a:lnTo>
                  <a:pt x="78432" y="27831"/>
                </a:lnTo>
                <a:lnTo>
                  <a:pt x="61615" y="27831"/>
                </a:lnTo>
                <a:lnTo>
                  <a:pt x="61615" y="28724"/>
                </a:lnTo>
                <a:lnTo>
                  <a:pt x="59085" y="28724"/>
                </a:lnTo>
                <a:lnTo>
                  <a:pt x="59085" y="29468"/>
                </a:lnTo>
                <a:lnTo>
                  <a:pt x="55662" y="29468"/>
                </a:lnTo>
                <a:lnTo>
                  <a:pt x="55662" y="30361"/>
                </a:lnTo>
                <a:lnTo>
                  <a:pt x="54769" y="30361"/>
                </a:lnTo>
                <a:lnTo>
                  <a:pt x="54769" y="31254"/>
                </a:lnTo>
                <a:lnTo>
                  <a:pt x="54025" y="31254"/>
                </a:lnTo>
                <a:lnTo>
                  <a:pt x="54025" y="31998"/>
                </a:lnTo>
                <a:lnTo>
                  <a:pt x="55662" y="31998"/>
                </a:lnTo>
                <a:lnTo>
                  <a:pt x="55662" y="32891"/>
                </a:lnTo>
                <a:lnTo>
                  <a:pt x="56555" y="32891"/>
                </a:lnTo>
                <a:lnTo>
                  <a:pt x="56555" y="37952"/>
                </a:lnTo>
                <a:lnTo>
                  <a:pt x="57299" y="37952"/>
                </a:lnTo>
                <a:lnTo>
                  <a:pt x="57299" y="42119"/>
                </a:lnTo>
                <a:lnTo>
                  <a:pt x="56555" y="42119"/>
                </a:lnTo>
                <a:lnTo>
                  <a:pt x="56555" y="43012"/>
                </a:lnTo>
                <a:lnTo>
                  <a:pt x="57299" y="43012"/>
                </a:lnTo>
                <a:lnTo>
                  <a:pt x="57299" y="46435"/>
                </a:lnTo>
                <a:lnTo>
                  <a:pt x="56555" y="46435"/>
                </a:lnTo>
                <a:lnTo>
                  <a:pt x="56555" y="49709"/>
                </a:lnTo>
                <a:lnTo>
                  <a:pt x="57299" y="49709"/>
                </a:lnTo>
                <a:lnTo>
                  <a:pt x="57299" y="50602"/>
                </a:lnTo>
                <a:lnTo>
                  <a:pt x="59829" y="50602"/>
                </a:lnTo>
                <a:lnTo>
                  <a:pt x="59829" y="51495"/>
                </a:lnTo>
                <a:lnTo>
                  <a:pt x="61615" y="51495"/>
                </a:lnTo>
                <a:lnTo>
                  <a:pt x="61615" y="52239"/>
                </a:lnTo>
                <a:lnTo>
                  <a:pt x="70842" y="52239"/>
                </a:lnTo>
                <a:lnTo>
                  <a:pt x="70842" y="53132"/>
                </a:lnTo>
                <a:lnTo>
                  <a:pt x="71735" y="53132"/>
                </a:lnTo>
                <a:lnTo>
                  <a:pt x="71735" y="54025"/>
                </a:lnTo>
                <a:lnTo>
                  <a:pt x="73372" y="54025"/>
                </a:lnTo>
                <a:lnTo>
                  <a:pt x="73372" y="53132"/>
                </a:lnTo>
                <a:lnTo>
                  <a:pt x="74265" y="53132"/>
                </a:lnTo>
                <a:lnTo>
                  <a:pt x="74265" y="52239"/>
                </a:lnTo>
                <a:lnTo>
                  <a:pt x="79325" y="52239"/>
                </a:lnTo>
                <a:lnTo>
                  <a:pt x="79325" y="51495"/>
                </a:lnTo>
                <a:lnTo>
                  <a:pt x="80962" y="51495"/>
                </a:lnTo>
                <a:lnTo>
                  <a:pt x="80962" y="52239"/>
                </a:lnTo>
                <a:lnTo>
                  <a:pt x="82600" y="52239"/>
                </a:lnTo>
                <a:lnTo>
                  <a:pt x="82600" y="53132"/>
                </a:lnTo>
                <a:lnTo>
                  <a:pt x="86023" y="53132"/>
                </a:lnTo>
                <a:lnTo>
                  <a:pt x="86023" y="54025"/>
                </a:lnTo>
                <a:lnTo>
                  <a:pt x="86916" y="54025"/>
                </a:lnTo>
                <a:lnTo>
                  <a:pt x="86916" y="54769"/>
                </a:lnTo>
                <a:lnTo>
                  <a:pt x="88553" y="54769"/>
                </a:lnTo>
                <a:lnTo>
                  <a:pt x="88553" y="54025"/>
                </a:lnTo>
                <a:lnTo>
                  <a:pt x="89446" y="54025"/>
                </a:lnTo>
                <a:lnTo>
                  <a:pt x="89446" y="53132"/>
                </a:lnTo>
                <a:lnTo>
                  <a:pt x="91976" y="53132"/>
                </a:lnTo>
                <a:lnTo>
                  <a:pt x="91976" y="54025"/>
                </a:lnTo>
                <a:lnTo>
                  <a:pt x="97036" y="54025"/>
                </a:lnTo>
                <a:lnTo>
                  <a:pt x="97036" y="54769"/>
                </a:lnTo>
                <a:lnTo>
                  <a:pt x="97780" y="54769"/>
                </a:lnTo>
                <a:lnTo>
                  <a:pt x="97780" y="54025"/>
                </a:lnTo>
                <a:lnTo>
                  <a:pt x="99566" y="54025"/>
                </a:lnTo>
                <a:lnTo>
                  <a:pt x="99566" y="53132"/>
                </a:lnTo>
                <a:lnTo>
                  <a:pt x="100310" y="53132"/>
                </a:lnTo>
                <a:lnTo>
                  <a:pt x="100310" y="51495"/>
                </a:lnTo>
                <a:lnTo>
                  <a:pt x="101203" y="51495"/>
                </a:lnTo>
                <a:lnTo>
                  <a:pt x="101203" y="50602"/>
                </a:lnTo>
                <a:lnTo>
                  <a:pt x="102096" y="50602"/>
                </a:lnTo>
                <a:lnTo>
                  <a:pt x="102096" y="49709"/>
                </a:lnTo>
                <a:lnTo>
                  <a:pt x="102840" y="49709"/>
                </a:lnTo>
                <a:lnTo>
                  <a:pt x="102840" y="48072"/>
                </a:lnTo>
                <a:lnTo>
                  <a:pt x="103733" y="48072"/>
                </a:lnTo>
                <a:lnTo>
                  <a:pt x="103733" y="47179"/>
                </a:lnTo>
                <a:lnTo>
                  <a:pt x="105370" y="47179"/>
                </a:lnTo>
                <a:lnTo>
                  <a:pt x="105370" y="45542"/>
                </a:lnTo>
                <a:lnTo>
                  <a:pt x="107900" y="45542"/>
                </a:lnTo>
                <a:lnTo>
                  <a:pt x="107900" y="46435"/>
                </a:lnTo>
                <a:lnTo>
                  <a:pt x="111323" y="46435"/>
                </a:lnTo>
                <a:lnTo>
                  <a:pt x="111323" y="47179"/>
                </a:lnTo>
                <a:lnTo>
                  <a:pt x="112216" y="47179"/>
                </a:lnTo>
                <a:lnTo>
                  <a:pt x="112216" y="48072"/>
                </a:lnTo>
                <a:lnTo>
                  <a:pt x="113853" y="48072"/>
                </a:lnTo>
                <a:lnTo>
                  <a:pt x="113853" y="48965"/>
                </a:lnTo>
                <a:lnTo>
                  <a:pt x="116384" y="48965"/>
                </a:lnTo>
                <a:lnTo>
                  <a:pt x="116384" y="49709"/>
                </a:lnTo>
                <a:lnTo>
                  <a:pt x="118021" y="49709"/>
                </a:lnTo>
                <a:lnTo>
                  <a:pt x="118021" y="50602"/>
                </a:lnTo>
                <a:lnTo>
                  <a:pt x="118914" y="50602"/>
                </a:lnTo>
                <a:lnTo>
                  <a:pt x="118914" y="51495"/>
                </a:lnTo>
                <a:lnTo>
                  <a:pt x="120551" y="51495"/>
                </a:lnTo>
                <a:lnTo>
                  <a:pt x="120551" y="52239"/>
                </a:lnTo>
                <a:lnTo>
                  <a:pt x="121444" y="52239"/>
                </a:lnTo>
                <a:lnTo>
                  <a:pt x="121444" y="53132"/>
                </a:lnTo>
                <a:lnTo>
                  <a:pt x="122337" y="53132"/>
                </a:lnTo>
                <a:lnTo>
                  <a:pt x="122337" y="54025"/>
                </a:lnTo>
                <a:lnTo>
                  <a:pt x="123081" y="54025"/>
                </a:lnTo>
                <a:lnTo>
                  <a:pt x="123081" y="59829"/>
                </a:lnTo>
                <a:lnTo>
                  <a:pt x="122337" y="59829"/>
                </a:lnTo>
                <a:lnTo>
                  <a:pt x="122337" y="60722"/>
                </a:lnTo>
                <a:lnTo>
                  <a:pt x="121444" y="60722"/>
                </a:lnTo>
                <a:lnTo>
                  <a:pt x="121444" y="61615"/>
                </a:lnTo>
                <a:lnTo>
                  <a:pt x="120551" y="61615"/>
                </a:lnTo>
                <a:lnTo>
                  <a:pt x="120551" y="62359"/>
                </a:lnTo>
                <a:lnTo>
                  <a:pt x="119807" y="62359"/>
                </a:lnTo>
                <a:lnTo>
                  <a:pt x="119807" y="63252"/>
                </a:lnTo>
                <a:lnTo>
                  <a:pt x="118914" y="63252"/>
                </a:lnTo>
                <a:lnTo>
                  <a:pt x="118914" y="64145"/>
                </a:lnTo>
                <a:lnTo>
                  <a:pt x="118021" y="64145"/>
                </a:lnTo>
                <a:lnTo>
                  <a:pt x="118021" y="64889"/>
                </a:lnTo>
                <a:lnTo>
                  <a:pt x="117277" y="64889"/>
                </a:lnTo>
                <a:lnTo>
                  <a:pt x="117277" y="69950"/>
                </a:lnTo>
                <a:lnTo>
                  <a:pt x="118021" y="69950"/>
                </a:lnTo>
                <a:lnTo>
                  <a:pt x="118021" y="71736"/>
                </a:lnTo>
                <a:lnTo>
                  <a:pt x="118914" y="71736"/>
                </a:lnTo>
                <a:lnTo>
                  <a:pt x="118914" y="80963"/>
                </a:lnTo>
                <a:lnTo>
                  <a:pt x="118021" y="80963"/>
                </a:lnTo>
                <a:lnTo>
                  <a:pt x="118021" y="85130"/>
                </a:lnTo>
                <a:lnTo>
                  <a:pt x="117277" y="85130"/>
                </a:lnTo>
                <a:lnTo>
                  <a:pt x="117277" y="86023"/>
                </a:lnTo>
                <a:lnTo>
                  <a:pt x="116384" y="86023"/>
                </a:lnTo>
                <a:lnTo>
                  <a:pt x="116384" y="86916"/>
                </a:lnTo>
                <a:lnTo>
                  <a:pt x="117277" y="86916"/>
                </a:lnTo>
                <a:lnTo>
                  <a:pt x="117277" y="93613"/>
                </a:lnTo>
                <a:lnTo>
                  <a:pt x="116384" y="93613"/>
                </a:lnTo>
                <a:lnTo>
                  <a:pt x="116384" y="97036"/>
                </a:lnTo>
                <a:lnTo>
                  <a:pt x="115491" y="97036"/>
                </a:lnTo>
                <a:lnTo>
                  <a:pt x="115491" y="98673"/>
                </a:lnTo>
                <a:lnTo>
                  <a:pt x="116384" y="98673"/>
                </a:lnTo>
                <a:lnTo>
                  <a:pt x="116384" y="102096"/>
                </a:lnTo>
                <a:lnTo>
                  <a:pt x="115491" y="102096"/>
                </a:lnTo>
                <a:lnTo>
                  <a:pt x="115491" y="103734"/>
                </a:lnTo>
                <a:lnTo>
                  <a:pt x="114746" y="103734"/>
                </a:lnTo>
                <a:lnTo>
                  <a:pt x="114746" y="104627"/>
                </a:lnTo>
                <a:lnTo>
                  <a:pt x="113853" y="104627"/>
                </a:lnTo>
                <a:lnTo>
                  <a:pt x="113853" y="105371"/>
                </a:lnTo>
                <a:lnTo>
                  <a:pt x="112961" y="105371"/>
                </a:lnTo>
                <a:lnTo>
                  <a:pt x="112961" y="107157"/>
                </a:lnTo>
                <a:lnTo>
                  <a:pt x="112216" y="107157"/>
                </a:lnTo>
                <a:lnTo>
                  <a:pt x="112216" y="107901"/>
                </a:lnTo>
                <a:lnTo>
                  <a:pt x="111323" y="107901"/>
                </a:lnTo>
                <a:lnTo>
                  <a:pt x="111323" y="108794"/>
                </a:lnTo>
                <a:lnTo>
                  <a:pt x="110430" y="108794"/>
                </a:lnTo>
                <a:lnTo>
                  <a:pt x="110430" y="109687"/>
                </a:lnTo>
                <a:lnTo>
                  <a:pt x="107900" y="109687"/>
                </a:lnTo>
                <a:lnTo>
                  <a:pt x="107900" y="110431"/>
                </a:lnTo>
                <a:lnTo>
                  <a:pt x="106263" y="110431"/>
                </a:lnTo>
                <a:lnTo>
                  <a:pt x="106263" y="111324"/>
                </a:lnTo>
                <a:lnTo>
                  <a:pt x="105370" y="111324"/>
                </a:lnTo>
                <a:lnTo>
                  <a:pt x="105370" y="112217"/>
                </a:lnTo>
                <a:lnTo>
                  <a:pt x="104626" y="112217"/>
                </a:lnTo>
                <a:lnTo>
                  <a:pt x="104626" y="113854"/>
                </a:lnTo>
                <a:lnTo>
                  <a:pt x="102840" y="113854"/>
                </a:lnTo>
                <a:lnTo>
                  <a:pt x="102840" y="114747"/>
                </a:lnTo>
                <a:lnTo>
                  <a:pt x="100310" y="114747"/>
                </a:lnTo>
                <a:lnTo>
                  <a:pt x="100310" y="113854"/>
                </a:lnTo>
                <a:lnTo>
                  <a:pt x="99566" y="113854"/>
                </a:lnTo>
                <a:lnTo>
                  <a:pt x="99566" y="114747"/>
                </a:lnTo>
                <a:lnTo>
                  <a:pt x="97780" y="114747"/>
                </a:lnTo>
                <a:lnTo>
                  <a:pt x="97780" y="115491"/>
                </a:lnTo>
                <a:lnTo>
                  <a:pt x="97036" y="115491"/>
                </a:lnTo>
                <a:lnTo>
                  <a:pt x="97036" y="116384"/>
                </a:lnTo>
                <a:lnTo>
                  <a:pt x="94506" y="116384"/>
                </a:lnTo>
                <a:lnTo>
                  <a:pt x="94506" y="117277"/>
                </a:lnTo>
                <a:lnTo>
                  <a:pt x="89446" y="117277"/>
                </a:lnTo>
                <a:lnTo>
                  <a:pt x="89446" y="116384"/>
                </a:lnTo>
                <a:lnTo>
                  <a:pt x="88553" y="116384"/>
                </a:lnTo>
                <a:lnTo>
                  <a:pt x="88553" y="115491"/>
                </a:lnTo>
                <a:lnTo>
                  <a:pt x="87660" y="115491"/>
                </a:lnTo>
                <a:lnTo>
                  <a:pt x="87660" y="114747"/>
                </a:lnTo>
                <a:lnTo>
                  <a:pt x="86916" y="114747"/>
                </a:lnTo>
                <a:lnTo>
                  <a:pt x="86916" y="113854"/>
                </a:lnTo>
                <a:lnTo>
                  <a:pt x="85130" y="113854"/>
                </a:lnTo>
                <a:lnTo>
                  <a:pt x="85130" y="112961"/>
                </a:lnTo>
                <a:lnTo>
                  <a:pt x="84386" y="112961"/>
                </a:lnTo>
                <a:lnTo>
                  <a:pt x="84386" y="112217"/>
                </a:lnTo>
                <a:lnTo>
                  <a:pt x="82600" y="112217"/>
                </a:lnTo>
                <a:lnTo>
                  <a:pt x="82600" y="111324"/>
                </a:lnTo>
                <a:lnTo>
                  <a:pt x="81855" y="111324"/>
                </a:lnTo>
                <a:lnTo>
                  <a:pt x="81855" y="110431"/>
                </a:lnTo>
                <a:lnTo>
                  <a:pt x="80962" y="110431"/>
                </a:lnTo>
                <a:lnTo>
                  <a:pt x="80962" y="109687"/>
                </a:lnTo>
                <a:lnTo>
                  <a:pt x="76795" y="109687"/>
                </a:lnTo>
                <a:lnTo>
                  <a:pt x="76795" y="108794"/>
                </a:lnTo>
                <a:lnTo>
                  <a:pt x="75902" y="108794"/>
                </a:lnTo>
                <a:lnTo>
                  <a:pt x="75902" y="107901"/>
                </a:lnTo>
                <a:lnTo>
                  <a:pt x="75009" y="107901"/>
                </a:lnTo>
                <a:lnTo>
                  <a:pt x="75009" y="106264"/>
                </a:lnTo>
                <a:lnTo>
                  <a:pt x="75902" y="106264"/>
                </a:lnTo>
                <a:lnTo>
                  <a:pt x="75902" y="105371"/>
                </a:lnTo>
                <a:lnTo>
                  <a:pt x="76795" y="105371"/>
                </a:lnTo>
                <a:lnTo>
                  <a:pt x="76795" y="104627"/>
                </a:lnTo>
                <a:lnTo>
                  <a:pt x="77539" y="104627"/>
                </a:lnTo>
                <a:lnTo>
                  <a:pt x="77539" y="103734"/>
                </a:lnTo>
                <a:lnTo>
                  <a:pt x="80070" y="103734"/>
                </a:lnTo>
                <a:lnTo>
                  <a:pt x="80070" y="102841"/>
                </a:lnTo>
                <a:lnTo>
                  <a:pt x="81855" y="102841"/>
                </a:lnTo>
                <a:lnTo>
                  <a:pt x="81855" y="102096"/>
                </a:lnTo>
                <a:lnTo>
                  <a:pt x="82600" y="102096"/>
                </a:lnTo>
                <a:lnTo>
                  <a:pt x="82600" y="102841"/>
                </a:lnTo>
                <a:lnTo>
                  <a:pt x="86916" y="102841"/>
                </a:lnTo>
                <a:lnTo>
                  <a:pt x="86916" y="102096"/>
                </a:lnTo>
                <a:lnTo>
                  <a:pt x="87660" y="102096"/>
                </a:lnTo>
                <a:lnTo>
                  <a:pt x="87660" y="101204"/>
                </a:lnTo>
                <a:lnTo>
                  <a:pt x="88553" y="101204"/>
                </a:lnTo>
                <a:lnTo>
                  <a:pt x="88553" y="102096"/>
                </a:lnTo>
                <a:lnTo>
                  <a:pt x="90190" y="102096"/>
                </a:lnTo>
                <a:lnTo>
                  <a:pt x="90190" y="102841"/>
                </a:lnTo>
                <a:lnTo>
                  <a:pt x="97036" y="102841"/>
                </a:lnTo>
                <a:lnTo>
                  <a:pt x="97036" y="100311"/>
                </a:lnTo>
                <a:lnTo>
                  <a:pt x="97780" y="100311"/>
                </a:lnTo>
                <a:lnTo>
                  <a:pt x="97780" y="99566"/>
                </a:lnTo>
                <a:lnTo>
                  <a:pt x="99566" y="99566"/>
                </a:lnTo>
                <a:lnTo>
                  <a:pt x="99566" y="98673"/>
                </a:lnTo>
                <a:lnTo>
                  <a:pt x="100310" y="98673"/>
                </a:lnTo>
                <a:lnTo>
                  <a:pt x="100310" y="97780"/>
                </a:lnTo>
                <a:lnTo>
                  <a:pt x="101203" y="97780"/>
                </a:lnTo>
                <a:lnTo>
                  <a:pt x="101203" y="97036"/>
                </a:lnTo>
                <a:lnTo>
                  <a:pt x="102096" y="97036"/>
                </a:lnTo>
                <a:lnTo>
                  <a:pt x="102096" y="95250"/>
                </a:lnTo>
                <a:lnTo>
                  <a:pt x="102840" y="95250"/>
                </a:lnTo>
                <a:lnTo>
                  <a:pt x="102840" y="94506"/>
                </a:lnTo>
                <a:lnTo>
                  <a:pt x="103733" y="94506"/>
                </a:lnTo>
                <a:lnTo>
                  <a:pt x="103733" y="91083"/>
                </a:lnTo>
                <a:lnTo>
                  <a:pt x="104626" y="91083"/>
                </a:lnTo>
                <a:lnTo>
                  <a:pt x="104626" y="90190"/>
                </a:lnTo>
                <a:lnTo>
                  <a:pt x="105370" y="90190"/>
                </a:lnTo>
                <a:lnTo>
                  <a:pt x="105370" y="83493"/>
                </a:lnTo>
                <a:lnTo>
                  <a:pt x="106263" y="83493"/>
                </a:lnTo>
                <a:lnTo>
                  <a:pt x="106263" y="81856"/>
                </a:lnTo>
                <a:lnTo>
                  <a:pt x="107156" y="81856"/>
                </a:lnTo>
                <a:lnTo>
                  <a:pt x="107156" y="78433"/>
                </a:lnTo>
                <a:lnTo>
                  <a:pt x="107900" y="78433"/>
                </a:lnTo>
                <a:lnTo>
                  <a:pt x="107900" y="76796"/>
                </a:lnTo>
                <a:lnTo>
                  <a:pt x="107156" y="76796"/>
                </a:lnTo>
                <a:lnTo>
                  <a:pt x="107156" y="75010"/>
                </a:lnTo>
                <a:lnTo>
                  <a:pt x="106263" y="75010"/>
                </a:lnTo>
                <a:lnTo>
                  <a:pt x="106263" y="74266"/>
                </a:lnTo>
                <a:lnTo>
                  <a:pt x="105370" y="74266"/>
                </a:lnTo>
                <a:lnTo>
                  <a:pt x="105370" y="64889"/>
                </a:lnTo>
                <a:lnTo>
                  <a:pt x="106263" y="64889"/>
                </a:lnTo>
                <a:lnTo>
                  <a:pt x="106263" y="62359"/>
                </a:lnTo>
                <a:lnTo>
                  <a:pt x="105370" y="62359"/>
                </a:lnTo>
                <a:lnTo>
                  <a:pt x="105370" y="60722"/>
                </a:lnTo>
                <a:lnTo>
                  <a:pt x="104626" y="60722"/>
                </a:lnTo>
                <a:lnTo>
                  <a:pt x="104626" y="59829"/>
                </a:lnTo>
                <a:lnTo>
                  <a:pt x="103733" y="59829"/>
                </a:lnTo>
                <a:lnTo>
                  <a:pt x="103733" y="59085"/>
                </a:lnTo>
                <a:lnTo>
                  <a:pt x="102096" y="59085"/>
                </a:lnTo>
                <a:lnTo>
                  <a:pt x="102096" y="58192"/>
                </a:lnTo>
                <a:lnTo>
                  <a:pt x="100310" y="58192"/>
                </a:lnTo>
                <a:lnTo>
                  <a:pt x="100310" y="57299"/>
                </a:lnTo>
                <a:lnTo>
                  <a:pt x="98673" y="57299"/>
                </a:lnTo>
                <a:lnTo>
                  <a:pt x="98673" y="58192"/>
                </a:lnTo>
                <a:lnTo>
                  <a:pt x="97036" y="58192"/>
                </a:lnTo>
                <a:lnTo>
                  <a:pt x="97036" y="59085"/>
                </a:lnTo>
                <a:lnTo>
                  <a:pt x="96143" y="59085"/>
                </a:lnTo>
                <a:lnTo>
                  <a:pt x="96143" y="58192"/>
                </a:lnTo>
                <a:lnTo>
                  <a:pt x="86023" y="58192"/>
                </a:lnTo>
                <a:lnTo>
                  <a:pt x="86023" y="57299"/>
                </a:lnTo>
                <a:lnTo>
                  <a:pt x="84386" y="57299"/>
                </a:lnTo>
                <a:lnTo>
                  <a:pt x="84386" y="58192"/>
                </a:lnTo>
                <a:lnTo>
                  <a:pt x="81855" y="58192"/>
                </a:lnTo>
                <a:lnTo>
                  <a:pt x="81855" y="59085"/>
                </a:lnTo>
                <a:lnTo>
                  <a:pt x="76795" y="59085"/>
                </a:lnTo>
                <a:lnTo>
                  <a:pt x="76795" y="59829"/>
                </a:lnTo>
                <a:lnTo>
                  <a:pt x="75009" y="59829"/>
                </a:lnTo>
                <a:lnTo>
                  <a:pt x="75009" y="61615"/>
                </a:lnTo>
                <a:lnTo>
                  <a:pt x="74265" y="61615"/>
                </a:lnTo>
                <a:lnTo>
                  <a:pt x="74265" y="64145"/>
                </a:lnTo>
                <a:lnTo>
                  <a:pt x="72479" y="64145"/>
                </a:lnTo>
                <a:lnTo>
                  <a:pt x="72479" y="65782"/>
                </a:lnTo>
                <a:lnTo>
                  <a:pt x="71735" y="65782"/>
                </a:lnTo>
                <a:lnTo>
                  <a:pt x="71735" y="66675"/>
                </a:lnTo>
                <a:lnTo>
                  <a:pt x="70842" y="66675"/>
                </a:lnTo>
                <a:lnTo>
                  <a:pt x="70842" y="68312"/>
                </a:lnTo>
                <a:lnTo>
                  <a:pt x="69949" y="68312"/>
                </a:lnTo>
                <a:lnTo>
                  <a:pt x="69949" y="71736"/>
                </a:lnTo>
                <a:lnTo>
                  <a:pt x="69205" y="71736"/>
                </a:lnTo>
                <a:lnTo>
                  <a:pt x="69205" y="73373"/>
                </a:lnTo>
                <a:lnTo>
                  <a:pt x="68312" y="73373"/>
                </a:lnTo>
                <a:lnTo>
                  <a:pt x="68312" y="76796"/>
                </a:lnTo>
                <a:lnTo>
                  <a:pt x="69205" y="76796"/>
                </a:lnTo>
                <a:lnTo>
                  <a:pt x="69205" y="77540"/>
                </a:lnTo>
                <a:lnTo>
                  <a:pt x="69949" y="77540"/>
                </a:lnTo>
                <a:lnTo>
                  <a:pt x="69949" y="81856"/>
                </a:lnTo>
                <a:lnTo>
                  <a:pt x="69205" y="81856"/>
                </a:lnTo>
                <a:lnTo>
                  <a:pt x="69205" y="84386"/>
                </a:lnTo>
                <a:lnTo>
                  <a:pt x="69949" y="84386"/>
                </a:lnTo>
                <a:lnTo>
                  <a:pt x="69949" y="91976"/>
                </a:lnTo>
                <a:lnTo>
                  <a:pt x="69205" y="91976"/>
                </a:lnTo>
                <a:lnTo>
                  <a:pt x="69205" y="94506"/>
                </a:lnTo>
                <a:lnTo>
                  <a:pt x="69949" y="94506"/>
                </a:lnTo>
                <a:lnTo>
                  <a:pt x="69949" y="101204"/>
                </a:lnTo>
                <a:lnTo>
                  <a:pt x="69205" y="101204"/>
                </a:lnTo>
                <a:lnTo>
                  <a:pt x="69205" y="104627"/>
                </a:lnTo>
                <a:lnTo>
                  <a:pt x="69949" y="104627"/>
                </a:lnTo>
                <a:lnTo>
                  <a:pt x="69949" y="106264"/>
                </a:lnTo>
                <a:lnTo>
                  <a:pt x="69205" y="106264"/>
                </a:lnTo>
                <a:lnTo>
                  <a:pt x="69205" y="108794"/>
                </a:lnTo>
                <a:lnTo>
                  <a:pt x="69949" y="108794"/>
                </a:lnTo>
                <a:lnTo>
                  <a:pt x="69949" y="109687"/>
                </a:lnTo>
                <a:lnTo>
                  <a:pt x="70842" y="109687"/>
                </a:lnTo>
                <a:lnTo>
                  <a:pt x="70842" y="112217"/>
                </a:lnTo>
                <a:lnTo>
                  <a:pt x="69949" y="112217"/>
                </a:lnTo>
                <a:lnTo>
                  <a:pt x="69949" y="125611"/>
                </a:lnTo>
                <a:lnTo>
                  <a:pt x="70842" y="125611"/>
                </a:lnTo>
                <a:lnTo>
                  <a:pt x="70842" y="128141"/>
                </a:lnTo>
                <a:lnTo>
                  <a:pt x="69949" y="128141"/>
                </a:lnTo>
                <a:lnTo>
                  <a:pt x="69949" y="131564"/>
                </a:lnTo>
                <a:lnTo>
                  <a:pt x="69205" y="131564"/>
                </a:lnTo>
                <a:lnTo>
                  <a:pt x="69205" y="132457"/>
                </a:lnTo>
                <a:lnTo>
                  <a:pt x="66675" y="132457"/>
                </a:lnTo>
                <a:lnTo>
                  <a:pt x="66675" y="133202"/>
                </a:lnTo>
                <a:lnTo>
                  <a:pt x="59829" y="133202"/>
                </a:lnTo>
                <a:lnTo>
                  <a:pt x="59829" y="134095"/>
                </a:lnTo>
                <a:lnTo>
                  <a:pt x="57299" y="134095"/>
                </a:lnTo>
                <a:lnTo>
                  <a:pt x="57299" y="133202"/>
                </a:lnTo>
                <a:lnTo>
                  <a:pt x="55662" y="133202"/>
                </a:lnTo>
                <a:lnTo>
                  <a:pt x="55662" y="132457"/>
                </a:lnTo>
                <a:lnTo>
                  <a:pt x="54769" y="132457"/>
                </a:lnTo>
                <a:lnTo>
                  <a:pt x="54769" y="131564"/>
                </a:lnTo>
                <a:lnTo>
                  <a:pt x="54025" y="131564"/>
                </a:lnTo>
                <a:lnTo>
                  <a:pt x="54025" y="129927"/>
                </a:lnTo>
                <a:lnTo>
                  <a:pt x="53132" y="129927"/>
                </a:lnTo>
                <a:lnTo>
                  <a:pt x="53132" y="129034"/>
                </a:lnTo>
                <a:lnTo>
                  <a:pt x="54025" y="129034"/>
                </a:lnTo>
                <a:lnTo>
                  <a:pt x="54025" y="124867"/>
                </a:lnTo>
                <a:lnTo>
                  <a:pt x="53132" y="124867"/>
                </a:lnTo>
                <a:lnTo>
                  <a:pt x="53132" y="121444"/>
                </a:lnTo>
                <a:lnTo>
                  <a:pt x="54025" y="121444"/>
                </a:lnTo>
                <a:lnTo>
                  <a:pt x="54025" y="118914"/>
                </a:lnTo>
                <a:lnTo>
                  <a:pt x="53132" y="118914"/>
                </a:lnTo>
                <a:lnTo>
                  <a:pt x="53132" y="112217"/>
                </a:lnTo>
                <a:lnTo>
                  <a:pt x="54025" y="112217"/>
                </a:lnTo>
                <a:lnTo>
                  <a:pt x="54025" y="110431"/>
                </a:lnTo>
                <a:lnTo>
                  <a:pt x="54769" y="110431"/>
                </a:lnTo>
                <a:lnTo>
                  <a:pt x="54769" y="107901"/>
                </a:lnTo>
                <a:lnTo>
                  <a:pt x="55662" y="107901"/>
                </a:lnTo>
                <a:lnTo>
                  <a:pt x="55662" y="101204"/>
                </a:lnTo>
                <a:lnTo>
                  <a:pt x="54769" y="101204"/>
                </a:lnTo>
                <a:lnTo>
                  <a:pt x="54769" y="91083"/>
                </a:lnTo>
                <a:lnTo>
                  <a:pt x="55662" y="91083"/>
                </a:lnTo>
                <a:lnTo>
                  <a:pt x="55662" y="86916"/>
                </a:lnTo>
                <a:lnTo>
                  <a:pt x="56555" y="86916"/>
                </a:lnTo>
                <a:lnTo>
                  <a:pt x="56555" y="80070"/>
                </a:lnTo>
                <a:lnTo>
                  <a:pt x="57299" y="80070"/>
                </a:lnTo>
                <a:lnTo>
                  <a:pt x="57299" y="79326"/>
                </a:lnTo>
                <a:lnTo>
                  <a:pt x="56555" y="79326"/>
                </a:lnTo>
                <a:lnTo>
                  <a:pt x="56555" y="77540"/>
                </a:lnTo>
                <a:lnTo>
                  <a:pt x="55662" y="77540"/>
                </a:lnTo>
                <a:lnTo>
                  <a:pt x="55662" y="75903"/>
                </a:lnTo>
                <a:lnTo>
                  <a:pt x="56555" y="75903"/>
                </a:lnTo>
                <a:lnTo>
                  <a:pt x="56555" y="74266"/>
                </a:lnTo>
                <a:lnTo>
                  <a:pt x="55662" y="74266"/>
                </a:lnTo>
                <a:lnTo>
                  <a:pt x="55662" y="72480"/>
                </a:lnTo>
                <a:lnTo>
                  <a:pt x="56555" y="72480"/>
                </a:lnTo>
                <a:lnTo>
                  <a:pt x="56555" y="69950"/>
                </a:lnTo>
                <a:lnTo>
                  <a:pt x="57299" y="69950"/>
                </a:lnTo>
                <a:lnTo>
                  <a:pt x="57299" y="63252"/>
                </a:lnTo>
                <a:lnTo>
                  <a:pt x="56555" y="63252"/>
                </a:lnTo>
                <a:lnTo>
                  <a:pt x="56555" y="62359"/>
                </a:lnTo>
                <a:lnTo>
                  <a:pt x="55662" y="62359"/>
                </a:lnTo>
                <a:lnTo>
                  <a:pt x="55662" y="60722"/>
                </a:lnTo>
                <a:lnTo>
                  <a:pt x="54769" y="60722"/>
                </a:lnTo>
                <a:lnTo>
                  <a:pt x="54769" y="59829"/>
                </a:lnTo>
                <a:lnTo>
                  <a:pt x="48964" y="59829"/>
                </a:lnTo>
                <a:lnTo>
                  <a:pt x="48964" y="60722"/>
                </a:lnTo>
                <a:lnTo>
                  <a:pt x="48071" y="60722"/>
                </a:lnTo>
                <a:lnTo>
                  <a:pt x="48071" y="59829"/>
                </a:lnTo>
                <a:lnTo>
                  <a:pt x="45541" y="59829"/>
                </a:lnTo>
                <a:lnTo>
                  <a:pt x="45541" y="60722"/>
                </a:lnTo>
                <a:lnTo>
                  <a:pt x="42118" y="60722"/>
                </a:lnTo>
                <a:lnTo>
                  <a:pt x="42118" y="59829"/>
                </a:lnTo>
                <a:lnTo>
                  <a:pt x="37951" y="59829"/>
                </a:lnTo>
                <a:lnTo>
                  <a:pt x="37951" y="60722"/>
                </a:lnTo>
                <a:lnTo>
                  <a:pt x="36314" y="60722"/>
                </a:lnTo>
                <a:lnTo>
                  <a:pt x="36314" y="59829"/>
                </a:lnTo>
                <a:lnTo>
                  <a:pt x="31998" y="59829"/>
                </a:lnTo>
                <a:lnTo>
                  <a:pt x="31998" y="60722"/>
                </a:lnTo>
                <a:lnTo>
                  <a:pt x="26938" y="60722"/>
                </a:lnTo>
                <a:lnTo>
                  <a:pt x="26938" y="61615"/>
                </a:lnTo>
                <a:lnTo>
                  <a:pt x="25301" y="61615"/>
                </a:lnTo>
                <a:lnTo>
                  <a:pt x="25301" y="60722"/>
                </a:lnTo>
                <a:lnTo>
                  <a:pt x="21878" y="60722"/>
                </a:lnTo>
                <a:lnTo>
                  <a:pt x="21878" y="61615"/>
                </a:lnTo>
                <a:lnTo>
                  <a:pt x="17711" y="61615"/>
                </a:lnTo>
                <a:lnTo>
                  <a:pt x="17711" y="62359"/>
                </a:lnTo>
                <a:lnTo>
                  <a:pt x="11757" y="62359"/>
                </a:lnTo>
                <a:lnTo>
                  <a:pt x="11757" y="63252"/>
                </a:lnTo>
                <a:lnTo>
                  <a:pt x="8483" y="63252"/>
                </a:lnTo>
                <a:lnTo>
                  <a:pt x="8483" y="62359"/>
                </a:lnTo>
                <a:lnTo>
                  <a:pt x="7590" y="62359"/>
                </a:lnTo>
                <a:lnTo>
                  <a:pt x="7590" y="60722"/>
                </a:lnTo>
                <a:lnTo>
                  <a:pt x="6697" y="60722"/>
                </a:lnTo>
                <a:lnTo>
                  <a:pt x="6697" y="59829"/>
                </a:lnTo>
                <a:lnTo>
                  <a:pt x="5953" y="59829"/>
                </a:lnTo>
                <a:lnTo>
                  <a:pt x="5953" y="59085"/>
                </a:lnTo>
                <a:lnTo>
                  <a:pt x="5060" y="59085"/>
                </a:lnTo>
                <a:lnTo>
                  <a:pt x="5060" y="58192"/>
                </a:lnTo>
                <a:lnTo>
                  <a:pt x="4167" y="58192"/>
                </a:lnTo>
                <a:lnTo>
                  <a:pt x="4167" y="56555"/>
                </a:lnTo>
                <a:lnTo>
                  <a:pt x="3423" y="56555"/>
                </a:lnTo>
                <a:lnTo>
                  <a:pt x="3423" y="55662"/>
                </a:lnTo>
                <a:lnTo>
                  <a:pt x="2530" y="55662"/>
                </a:lnTo>
                <a:lnTo>
                  <a:pt x="2530" y="54769"/>
                </a:lnTo>
                <a:lnTo>
                  <a:pt x="1637" y="54769"/>
                </a:lnTo>
                <a:lnTo>
                  <a:pt x="1637" y="53132"/>
                </a:lnTo>
                <a:lnTo>
                  <a:pt x="893" y="53132"/>
                </a:lnTo>
                <a:lnTo>
                  <a:pt x="893" y="48965"/>
                </a:lnTo>
                <a:lnTo>
                  <a:pt x="7590" y="48965"/>
                </a:lnTo>
                <a:lnTo>
                  <a:pt x="7590" y="49709"/>
                </a:lnTo>
                <a:lnTo>
                  <a:pt x="15180" y="49709"/>
                </a:lnTo>
                <a:lnTo>
                  <a:pt x="15180" y="50602"/>
                </a:lnTo>
                <a:lnTo>
                  <a:pt x="18603" y="50602"/>
                </a:lnTo>
                <a:lnTo>
                  <a:pt x="18603" y="51495"/>
                </a:lnTo>
                <a:lnTo>
                  <a:pt x="31254" y="51495"/>
                </a:lnTo>
                <a:lnTo>
                  <a:pt x="31254" y="52239"/>
                </a:lnTo>
                <a:lnTo>
                  <a:pt x="32891" y="52239"/>
                </a:lnTo>
                <a:lnTo>
                  <a:pt x="32891" y="51495"/>
                </a:lnTo>
                <a:lnTo>
                  <a:pt x="34528" y="51495"/>
                </a:lnTo>
                <a:lnTo>
                  <a:pt x="34528" y="52239"/>
                </a:lnTo>
                <a:lnTo>
                  <a:pt x="39588" y="52239"/>
                </a:lnTo>
                <a:lnTo>
                  <a:pt x="39588" y="53132"/>
                </a:lnTo>
                <a:lnTo>
                  <a:pt x="41374" y="53132"/>
                </a:lnTo>
                <a:lnTo>
                  <a:pt x="41374" y="52239"/>
                </a:lnTo>
                <a:lnTo>
                  <a:pt x="42118" y="52239"/>
                </a:lnTo>
                <a:lnTo>
                  <a:pt x="42118" y="51495"/>
                </a:lnTo>
                <a:lnTo>
                  <a:pt x="43011" y="51495"/>
                </a:lnTo>
                <a:lnTo>
                  <a:pt x="43011" y="50602"/>
                </a:lnTo>
                <a:lnTo>
                  <a:pt x="43904" y="50602"/>
                </a:lnTo>
                <a:lnTo>
                  <a:pt x="43904" y="49709"/>
                </a:lnTo>
                <a:lnTo>
                  <a:pt x="44648" y="49709"/>
                </a:lnTo>
                <a:lnTo>
                  <a:pt x="44648" y="48965"/>
                </a:lnTo>
                <a:lnTo>
                  <a:pt x="43904" y="48965"/>
                </a:lnTo>
                <a:lnTo>
                  <a:pt x="43904" y="45542"/>
                </a:lnTo>
                <a:lnTo>
                  <a:pt x="44648" y="45542"/>
                </a:lnTo>
                <a:lnTo>
                  <a:pt x="44648" y="44649"/>
                </a:lnTo>
                <a:lnTo>
                  <a:pt x="45541" y="44649"/>
                </a:lnTo>
                <a:lnTo>
                  <a:pt x="45541" y="43905"/>
                </a:lnTo>
                <a:lnTo>
                  <a:pt x="44648" y="43905"/>
                </a:lnTo>
                <a:lnTo>
                  <a:pt x="44648" y="40482"/>
                </a:lnTo>
                <a:lnTo>
                  <a:pt x="43904" y="40482"/>
                </a:lnTo>
                <a:lnTo>
                  <a:pt x="43904" y="37952"/>
                </a:lnTo>
                <a:lnTo>
                  <a:pt x="43011" y="37952"/>
                </a:lnTo>
                <a:lnTo>
                  <a:pt x="43011" y="37059"/>
                </a:lnTo>
                <a:lnTo>
                  <a:pt x="42118" y="37059"/>
                </a:lnTo>
                <a:lnTo>
                  <a:pt x="42118" y="35421"/>
                </a:lnTo>
                <a:lnTo>
                  <a:pt x="43011" y="35421"/>
                </a:lnTo>
                <a:lnTo>
                  <a:pt x="43011" y="32891"/>
                </a:lnTo>
                <a:lnTo>
                  <a:pt x="42118" y="32891"/>
                </a:lnTo>
                <a:lnTo>
                  <a:pt x="42118" y="31254"/>
                </a:lnTo>
                <a:lnTo>
                  <a:pt x="41374" y="31254"/>
                </a:lnTo>
                <a:lnTo>
                  <a:pt x="41374" y="30361"/>
                </a:lnTo>
                <a:lnTo>
                  <a:pt x="38844" y="30361"/>
                </a:lnTo>
                <a:lnTo>
                  <a:pt x="38844" y="31254"/>
                </a:lnTo>
                <a:lnTo>
                  <a:pt x="37058" y="31254"/>
                </a:lnTo>
                <a:lnTo>
                  <a:pt x="37058" y="30361"/>
                </a:lnTo>
                <a:lnTo>
                  <a:pt x="28724" y="30361"/>
                </a:lnTo>
                <a:lnTo>
                  <a:pt x="28724" y="31254"/>
                </a:lnTo>
                <a:lnTo>
                  <a:pt x="22771" y="31254"/>
                </a:lnTo>
                <a:lnTo>
                  <a:pt x="22771" y="30361"/>
                </a:lnTo>
                <a:lnTo>
                  <a:pt x="20241" y="30361"/>
                </a:lnTo>
                <a:lnTo>
                  <a:pt x="20241" y="31254"/>
                </a:lnTo>
                <a:lnTo>
                  <a:pt x="12650" y="31254"/>
                </a:lnTo>
                <a:lnTo>
                  <a:pt x="12650" y="30361"/>
                </a:lnTo>
                <a:lnTo>
                  <a:pt x="9227" y="30361"/>
                </a:lnTo>
                <a:lnTo>
                  <a:pt x="9227" y="31254"/>
                </a:lnTo>
                <a:lnTo>
                  <a:pt x="5953" y="31254"/>
                </a:lnTo>
                <a:lnTo>
                  <a:pt x="5953" y="30361"/>
                </a:lnTo>
                <a:lnTo>
                  <a:pt x="4167" y="30361"/>
                </a:lnTo>
                <a:lnTo>
                  <a:pt x="4167" y="29468"/>
                </a:lnTo>
                <a:lnTo>
                  <a:pt x="1637" y="29468"/>
                </a:lnTo>
                <a:lnTo>
                  <a:pt x="1637" y="28724"/>
                </a:lnTo>
                <a:lnTo>
                  <a:pt x="893" y="28724"/>
                </a:lnTo>
                <a:lnTo>
                  <a:pt x="893" y="27831"/>
                </a:lnTo>
                <a:lnTo>
                  <a:pt x="0" y="27831"/>
                </a:lnTo>
                <a:lnTo>
                  <a:pt x="0" y="22771"/>
                </a:lnTo>
                <a:lnTo>
                  <a:pt x="893" y="22771"/>
                </a:lnTo>
                <a:lnTo>
                  <a:pt x="893" y="21878"/>
                </a:lnTo>
                <a:lnTo>
                  <a:pt x="1637" y="21878"/>
                </a:lnTo>
                <a:lnTo>
                  <a:pt x="1637" y="21134"/>
                </a:lnTo>
                <a:lnTo>
                  <a:pt x="3423" y="21134"/>
                </a:lnTo>
                <a:lnTo>
                  <a:pt x="3423" y="22771"/>
                </a:lnTo>
                <a:lnTo>
                  <a:pt x="4167" y="22771"/>
                </a:lnTo>
                <a:lnTo>
                  <a:pt x="4167" y="23664"/>
                </a:lnTo>
                <a:lnTo>
                  <a:pt x="5060" y="23664"/>
                </a:lnTo>
                <a:lnTo>
                  <a:pt x="5060" y="22771"/>
                </a:lnTo>
                <a:lnTo>
                  <a:pt x="5953" y="22771"/>
                </a:lnTo>
                <a:lnTo>
                  <a:pt x="5953" y="21878"/>
                </a:lnTo>
                <a:lnTo>
                  <a:pt x="6697" y="21878"/>
                </a:lnTo>
                <a:lnTo>
                  <a:pt x="6697" y="21134"/>
                </a:lnTo>
                <a:lnTo>
                  <a:pt x="9227" y="21134"/>
                </a:lnTo>
                <a:lnTo>
                  <a:pt x="9227" y="21878"/>
                </a:lnTo>
                <a:lnTo>
                  <a:pt x="12650" y="21878"/>
                </a:lnTo>
                <a:lnTo>
                  <a:pt x="12650" y="22771"/>
                </a:lnTo>
                <a:lnTo>
                  <a:pt x="13543" y="22771"/>
                </a:lnTo>
                <a:lnTo>
                  <a:pt x="13543" y="21878"/>
                </a:lnTo>
                <a:lnTo>
                  <a:pt x="17711" y="21878"/>
                </a:lnTo>
                <a:lnTo>
                  <a:pt x="17711" y="22771"/>
                </a:lnTo>
                <a:lnTo>
                  <a:pt x="20241" y="22771"/>
                </a:lnTo>
                <a:lnTo>
                  <a:pt x="20241" y="21878"/>
                </a:lnTo>
                <a:lnTo>
                  <a:pt x="26938" y="21878"/>
                </a:lnTo>
                <a:lnTo>
                  <a:pt x="26938" y="22771"/>
                </a:lnTo>
                <a:lnTo>
                  <a:pt x="28724" y="22771"/>
                </a:lnTo>
                <a:lnTo>
                  <a:pt x="28724" y="21878"/>
                </a:lnTo>
                <a:lnTo>
                  <a:pt x="29468" y="21878"/>
                </a:lnTo>
                <a:lnTo>
                  <a:pt x="29468" y="22771"/>
                </a:lnTo>
                <a:lnTo>
                  <a:pt x="32891" y="22771"/>
                </a:lnTo>
                <a:lnTo>
                  <a:pt x="32891" y="21878"/>
                </a:lnTo>
                <a:lnTo>
                  <a:pt x="34528" y="21878"/>
                </a:lnTo>
                <a:lnTo>
                  <a:pt x="34528" y="22771"/>
                </a:lnTo>
                <a:lnTo>
                  <a:pt x="37951" y="22771"/>
                </a:lnTo>
                <a:lnTo>
                  <a:pt x="37951" y="21878"/>
                </a:lnTo>
                <a:lnTo>
                  <a:pt x="40481" y="21878"/>
                </a:lnTo>
                <a:lnTo>
                  <a:pt x="40481" y="21134"/>
                </a:lnTo>
                <a:lnTo>
                  <a:pt x="41374" y="21134"/>
                </a:lnTo>
                <a:lnTo>
                  <a:pt x="41374" y="20241"/>
                </a:lnTo>
                <a:lnTo>
                  <a:pt x="42118" y="20241"/>
                </a:lnTo>
                <a:lnTo>
                  <a:pt x="42118" y="19348"/>
                </a:lnTo>
                <a:lnTo>
                  <a:pt x="43011" y="19348"/>
                </a:lnTo>
                <a:lnTo>
                  <a:pt x="43011" y="16074"/>
                </a:lnTo>
                <a:lnTo>
                  <a:pt x="42118" y="16074"/>
                </a:lnTo>
                <a:lnTo>
                  <a:pt x="42118" y="2530"/>
                </a:lnTo>
                <a:lnTo>
                  <a:pt x="43011" y="2530"/>
                </a:lnTo>
                <a:lnTo>
                  <a:pt x="43011" y="1637"/>
                </a:lnTo>
                <a:lnTo>
                  <a:pt x="47178" y="1637"/>
                </a:lnTo>
                <a:lnTo>
                  <a:pt x="47178" y="893"/>
                </a:lnTo>
                <a:lnTo>
                  <a:pt x="52239" y="893"/>
                </a:lnTo>
                <a:lnTo>
                  <a:pt x="52239" y="1637"/>
                </a:lnTo>
                <a:lnTo>
                  <a:pt x="55662" y="1637"/>
                </a:lnTo>
                <a:lnTo>
                  <a:pt x="55662" y="893"/>
                </a:lnTo>
                <a:lnTo>
                  <a:pt x="59085" y="893"/>
                </a:lnTo>
                <a:lnTo>
                  <a:pt x="59085" y="1637"/>
                </a:lnTo>
                <a:lnTo>
                  <a:pt x="61615" y="1637"/>
                </a:lnTo>
                <a:lnTo>
                  <a:pt x="61615" y="2530"/>
                </a:lnTo>
                <a:lnTo>
                  <a:pt x="62359" y="2530"/>
                </a:lnTo>
                <a:lnTo>
                  <a:pt x="62359" y="5954"/>
                </a:lnTo>
                <a:lnTo>
                  <a:pt x="61615" y="5954"/>
                </a:lnTo>
                <a:lnTo>
                  <a:pt x="61615" y="6698"/>
                </a:lnTo>
                <a:lnTo>
                  <a:pt x="59829" y="6698"/>
                </a:lnTo>
                <a:lnTo>
                  <a:pt x="59829" y="8484"/>
                </a:lnTo>
                <a:lnTo>
                  <a:pt x="59085" y="8484"/>
                </a:lnTo>
                <a:lnTo>
                  <a:pt x="59085" y="10121"/>
                </a:lnTo>
                <a:lnTo>
                  <a:pt x="58192" y="10121"/>
                </a:lnTo>
                <a:lnTo>
                  <a:pt x="58192" y="12651"/>
                </a:lnTo>
                <a:lnTo>
                  <a:pt x="57299" y="12651"/>
                </a:lnTo>
                <a:lnTo>
                  <a:pt x="57299" y="13544"/>
                </a:lnTo>
                <a:lnTo>
                  <a:pt x="56555" y="13544"/>
                </a:lnTo>
                <a:lnTo>
                  <a:pt x="56555" y="14288"/>
                </a:lnTo>
                <a:lnTo>
                  <a:pt x="55662" y="14288"/>
                </a:lnTo>
                <a:lnTo>
                  <a:pt x="55662" y="16818"/>
                </a:lnTo>
                <a:lnTo>
                  <a:pt x="56555" y="16818"/>
                </a:lnTo>
                <a:lnTo>
                  <a:pt x="56555" y="19348"/>
                </a:lnTo>
                <a:lnTo>
                  <a:pt x="57299" y="19348"/>
                </a:lnTo>
                <a:lnTo>
                  <a:pt x="57299" y="21134"/>
                </a:lnTo>
                <a:lnTo>
                  <a:pt x="58192" y="21134"/>
                </a:lnTo>
                <a:lnTo>
                  <a:pt x="58192" y="21878"/>
                </a:lnTo>
                <a:lnTo>
                  <a:pt x="59829" y="21878"/>
                </a:lnTo>
                <a:lnTo>
                  <a:pt x="59829" y="22771"/>
                </a:lnTo>
                <a:lnTo>
                  <a:pt x="61615" y="22771"/>
                </a:lnTo>
                <a:lnTo>
                  <a:pt x="61615" y="23664"/>
                </a:lnTo>
                <a:lnTo>
                  <a:pt x="64889" y="23664"/>
                </a:lnTo>
                <a:lnTo>
                  <a:pt x="64889" y="22771"/>
                </a:lnTo>
                <a:lnTo>
                  <a:pt x="66675" y="22771"/>
                </a:lnTo>
                <a:lnTo>
                  <a:pt x="66675" y="21878"/>
                </a:lnTo>
                <a:lnTo>
                  <a:pt x="72479" y="21878"/>
                </a:lnTo>
                <a:lnTo>
                  <a:pt x="72479" y="22771"/>
                </a:lnTo>
                <a:lnTo>
                  <a:pt x="73372" y="22771"/>
                </a:lnTo>
                <a:lnTo>
                  <a:pt x="73372" y="23664"/>
                </a:lnTo>
                <a:lnTo>
                  <a:pt x="75009" y="23664"/>
                </a:lnTo>
                <a:lnTo>
                  <a:pt x="75009" y="22771"/>
                </a:lnTo>
                <a:lnTo>
                  <a:pt x="75902" y="22771"/>
                </a:lnTo>
                <a:lnTo>
                  <a:pt x="75902" y="21878"/>
                </a:lnTo>
                <a:lnTo>
                  <a:pt x="77539" y="21878"/>
                </a:lnTo>
                <a:lnTo>
                  <a:pt x="77539" y="21134"/>
                </a:lnTo>
                <a:lnTo>
                  <a:pt x="78432" y="21134"/>
                </a:lnTo>
                <a:lnTo>
                  <a:pt x="78432" y="16818"/>
                </a:lnTo>
                <a:lnTo>
                  <a:pt x="79325" y="16818"/>
                </a:lnTo>
                <a:lnTo>
                  <a:pt x="79325" y="10121"/>
                </a:lnTo>
                <a:lnTo>
                  <a:pt x="78432" y="10121"/>
                </a:lnTo>
                <a:lnTo>
                  <a:pt x="78432" y="9228"/>
                </a:lnTo>
                <a:lnTo>
                  <a:pt x="77539" y="9228"/>
                </a:lnTo>
                <a:lnTo>
                  <a:pt x="77539" y="7591"/>
                </a:lnTo>
                <a:lnTo>
                  <a:pt x="76795" y="7591"/>
                </a:lnTo>
                <a:lnTo>
                  <a:pt x="76795" y="5061"/>
                </a:lnTo>
                <a:lnTo>
                  <a:pt x="77539" y="5061"/>
                </a:lnTo>
                <a:lnTo>
                  <a:pt x="77539" y="3423"/>
                </a:lnTo>
                <a:lnTo>
                  <a:pt x="78432" y="3423"/>
                </a:lnTo>
                <a:lnTo>
                  <a:pt x="78432" y="2530"/>
                </a:lnTo>
                <a:lnTo>
                  <a:pt x="80070" y="2530"/>
                </a:lnTo>
                <a:lnTo>
                  <a:pt x="80070" y="3423"/>
                </a:lnTo>
                <a:lnTo>
                  <a:pt x="80962" y="3423"/>
                </a:lnTo>
                <a:lnTo>
                  <a:pt x="80962" y="1637"/>
                </a:lnTo>
                <a:lnTo>
                  <a:pt x="81855" y="1637"/>
                </a:lnTo>
                <a:lnTo>
                  <a:pt x="81855" y="893"/>
                </a:lnTo>
                <a:lnTo>
                  <a:pt x="85130" y="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C6DD504-C26B-1CA9-EE64-35977DFD73CC}"/>
              </a:ext>
            </a:extLst>
          </p:cNvPr>
          <p:cNvSpPr txBox="1"/>
          <p:nvPr/>
        </p:nvSpPr>
        <p:spPr>
          <a:xfrm>
            <a:off x="4664010" y="2078185"/>
            <a:ext cx="134987" cy="132159"/>
          </a:xfrm>
          <a:custGeom>
            <a:avLst/>
            <a:gdLst/>
            <a:ahLst/>
            <a:cxnLst/>
            <a:rect l="l" t="t" r="r" b="b"/>
            <a:pathLst>
              <a:path w="134987" h="132159">
                <a:moveTo>
                  <a:pt x="98971" y="32593"/>
                </a:moveTo>
                <a:lnTo>
                  <a:pt x="99566" y="32593"/>
                </a:lnTo>
                <a:cubicBezTo>
                  <a:pt x="101848" y="32593"/>
                  <a:pt x="105271" y="34330"/>
                  <a:pt x="109835" y="37802"/>
                </a:cubicBezTo>
                <a:cubicBezTo>
                  <a:pt x="112812" y="41076"/>
                  <a:pt x="114300" y="42962"/>
                  <a:pt x="114300" y="43458"/>
                </a:cubicBezTo>
                <a:cubicBezTo>
                  <a:pt x="113705" y="45244"/>
                  <a:pt x="112564" y="46583"/>
                  <a:pt x="110877" y="47476"/>
                </a:cubicBezTo>
                <a:lnTo>
                  <a:pt x="109240" y="47476"/>
                </a:lnTo>
                <a:cubicBezTo>
                  <a:pt x="107653" y="47476"/>
                  <a:pt x="105569" y="47327"/>
                  <a:pt x="102989" y="47030"/>
                </a:cubicBezTo>
                <a:cubicBezTo>
                  <a:pt x="102196" y="47327"/>
                  <a:pt x="101600" y="47476"/>
                  <a:pt x="101203" y="47476"/>
                </a:cubicBezTo>
                <a:cubicBezTo>
                  <a:pt x="100410" y="46583"/>
                  <a:pt x="100013" y="45641"/>
                  <a:pt x="100013" y="44648"/>
                </a:cubicBezTo>
                <a:lnTo>
                  <a:pt x="98971" y="44648"/>
                </a:lnTo>
                <a:cubicBezTo>
                  <a:pt x="98475" y="45244"/>
                  <a:pt x="96193" y="45839"/>
                  <a:pt x="92125" y="46434"/>
                </a:cubicBezTo>
                <a:cubicBezTo>
                  <a:pt x="92125" y="46831"/>
                  <a:pt x="91926" y="47030"/>
                  <a:pt x="91530" y="47030"/>
                </a:cubicBezTo>
                <a:lnTo>
                  <a:pt x="88702" y="47030"/>
                </a:lnTo>
                <a:cubicBezTo>
                  <a:pt x="87313" y="47030"/>
                  <a:pt x="85775" y="46236"/>
                  <a:pt x="84088" y="44648"/>
                </a:cubicBezTo>
                <a:lnTo>
                  <a:pt x="83493" y="44648"/>
                </a:lnTo>
                <a:cubicBezTo>
                  <a:pt x="82005" y="46236"/>
                  <a:pt x="79524" y="47030"/>
                  <a:pt x="76051" y="47030"/>
                </a:cubicBezTo>
                <a:lnTo>
                  <a:pt x="76051" y="46434"/>
                </a:lnTo>
                <a:lnTo>
                  <a:pt x="74861" y="47030"/>
                </a:lnTo>
                <a:lnTo>
                  <a:pt x="71438" y="47030"/>
                </a:lnTo>
                <a:lnTo>
                  <a:pt x="72033" y="44053"/>
                </a:lnTo>
                <a:cubicBezTo>
                  <a:pt x="71636" y="44053"/>
                  <a:pt x="69156" y="44847"/>
                  <a:pt x="64592" y="46434"/>
                </a:cubicBezTo>
                <a:lnTo>
                  <a:pt x="62359" y="46434"/>
                </a:lnTo>
                <a:cubicBezTo>
                  <a:pt x="58887" y="46434"/>
                  <a:pt x="55612" y="46037"/>
                  <a:pt x="52537" y="45244"/>
                </a:cubicBezTo>
                <a:cubicBezTo>
                  <a:pt x="51842" y="45244"/>
                  <a:pt x="50552" y="45641"/>
                  <a:pt x="48667" y="46434"/>
                </a:cubicBezTo>
                <a:lnTo>
                  <a:pt x="47476" y="45839"/>
                </a:lnTo>
                <a:cubicBezTo>
                  <a:pt x="44797" y="46633"/>
                  <a:pt x="42515" y="47030"/>
                  <a:pt x="40630" y="47030"/>
                </a:cubicBezTo>
                <a:cubicBezTo>
                  <a:pt x="37158" y="47030"/>
                  <a:pt x="34280" y="46633"/>
                  <a:pt x="31998" y="45839"/>
                </a:cubicBezTo>
                <a:lnTo>
                  <a:pt x="28575" y="46434"/>
                </a:lnTo>
                <a:cubicBezTo>
                  <a:pt x="24011" y="45144"/>
                  <a:pt x="21729" y="44003"/>
                  <a:pt x="21729" y="43011"/>
                </a:cubicBezTo>
                <a:lnTo>
                  <a:pt x="21729" y="41821"/>
                </a:lnTo>
                <a:cubicBezTo>
                  <a:pt x="22324" y="40332"/>
                  <a:pt x="23664" y="39588"/>
                  <a:pt x="25747" y="39588"/>
                </a:cubicBezTo>
                <a:cubicBezTo>
                  <a:pt x="27732" y="39886"/>
                  <a:pt x="28873" y="40035"/>
                  <a:pt x="29171" y="40035"/>
                </a:cubicBezTo>
                <a:lnTo>
                  <a:pt x="30361" y="39588"/>
                </a:lnTo>
                <a:cubicBezTo>
                  <a:pt x="32643" y="40283"/>
                  <a:pt x="33784" y="41225"/>
                  <a:pt x="33784" y="42416"/>
                </a:cubicBezTo>
                <a:cubicBezTo>
                  <a:pt x="35868" y="40630"/>
                  <a:pt x="38348" y="39687"/>
                  <a:pt x="41226" y="39588"/>
                </a:cubicBezTo>
                <a:lnTo>
                  <a:pt x="59531" y="41225"/>
                </a:lnTo>
                <a:cubicBezTo>
                  <a:pt x="59829" y="41225"/>
                  <a:pt x="59978" y="41027"/>
                  <a:pt x="59978" y="40630"/>
                </a:cubicBezTo>
                <a:lnTo>
                  <a:pt x="65782" y="41225"/>
                </a:lnTo>
                <a:lnTo>
                  <a:pt x="66378" y="41225"/>
                </a:lnTo>
                <a:cubicBezTo>
                  <a:pt x="71338" y="41225"/>
                  <a:pt x="77788" y="40828"/>
                  <a:pt x="85725" y="40035"/>
                </a:cubicBezTo>
                <a:cubicBezTo>
                  <a:pt x="85924" y="40828"/>
                  <a:pt x="86321" y="41225"/>
                  <a:pt x="86916" y="41225"/>
                </a:cubicBezTo>
                <a:cubicBezTo>
                  <a:pt x="93365" y="40233"/>
                  <a:pt x="96590" y="39092"/>
                  <a:pt x="96590" y="37802"/>
                </a:cubicBezTo>
                <a:cubicBezTo>
                  <a:pt x="96590" y="34826"/>
                  <a:pt x="97383" y="33089"/>
                  <a:pt x="98971" y="32593"/>
                </a:cubicBezTo>
                <a:close/>
                <a:moveTo>
                  <a:pt x="30361" y="0"/>
                </a:moveTo>
                <a:cubicBezTo>
                  <a:pt x="37803" y="3472"/>
                  <a:pt x="42367" y="5209"/>
                  <a:pt x="44053" y="5209"/>
                </a:cubicBezTo>
                <a:lnTo>
                  <a:pt x="45690" y="7441"/>
                </a:lnTo>
                <a:cubicBezTo>
                  <a:pt x="45690" y="8334"/>
                  <a:pt x="42267" y="11956"/>
                  <a:pt x="35421" y="18306"/>
                </a:cubicBezTo>
                <a:cubicBezTo>
                  <a:pt x="33933" y="20389"/>
                  <a:pt x="33189" y="22126"/>
                  <a:pt x="33189" y="23515"/>
                </a:cubicBezTo>
                <a:lnTo>
                  <a:pt x="34380" y="24110"/>
                </a:lnTo>
                <a:cubicBezTo>
                  <a:pt x="38646" y="23316"/>
                  <a:pt x="41672" y="22919"/>
                  <a:pt x="43458" y="22919"/>
                </a:cubicBezTo>
                <a:lnTo>
                  <a:pt x="44649" y="22919"/>
                </a:lnTo>
                <a:cubicBezTo>
                  <a:pt x="46236" y="22919"/>
                  <a:pt x="50403" y="23316"/>
                  <a:pt x="57150" y="24110"/>
                </a:cubicBezTo>
                <a:cubicBezTo>
                  <a:pt x="59432" y="22919"/>
                  <a:pt x="61367" y="22324"/>
                  <a:pt x="62955" y="22324"/>
                </a:cubicBezTo>
                <a:lnTo>
                  <a:pt x="62955" y="22919"/>
                </a:lnTo>
                <a:cubicBezTo>
                  <a:pt x="63252" y="22919"/>
                  <a:pt x="63401" y="22721"/>
                  <a:pt x="63401" y="22324"/>
                </a:cubicBezTo>
                <a:lnTo>
                  <a:pt x="67419" y="22919"/>
                </a:lnTo>
                <a:lnTo>
                  <a:pt x="72628" y="22919"/>
                </a:lnTo>
                <a:lnTo>
                  <a:pt x="76051" y="22324"/>
                </a:lnTo>
                <a:lnTo>
                  <a:pt x="77242" y="22919"/>
                </a:lnTo>
                <a:cubicBezTo>
                  <a:pt x="79028" y="22126"/>
                  <a:pt x="87213" y="21580"/>
                  <a:pt x="101799" y="21282"/>
                </a:cubicBezTo>
                <a:cubicBezTo>
                  <a:pt x="105569" y="20191"/>
                  <a:pt x="107454" y="17909"/>
                  <a:pt x="107454" y="14436"/>
                </a:cubicBezTo>
                <a:cubicBezTo>
                  <a:pt x="108347" y="12055"/>
                  <a:pt x="109141" y="10864"/>
                  <a:pt x="109835" y="10864"/>
                </a:cubicBezTo>
                <a:lnTo>
                  <a:pt x="112663" y="10864"/>
                </a:lnTo>
                <a:cubicBezTo>
                  <a:pt x="114449" y="12749"/>
                  <a:pt x="118467" y="15230"/>
                  <a:pt x="124718" y="18306"/>
                </a:cubicBezTo>
                <a:lnTo>
                  <a:pt x="126951" y="26342"/>
                </a:lnTo>
                <a:cubicBezTo>
                  <a:pt x="125760" y="28625"/>
                  <a:pt x="123875" y="29766"/>
                  <a:pt x="121295" y="29766"/>
                </a:cubicBezTo>
                <a:cubicBezTo>
                  <a:pt x="120303" y="29766"/>
                  <a:pt x="118765" y="29567"/>
                  <a:pt x="116681" y="29170"/>
                </a:cubicBezTo>
                <a:lnTo>
                  <a:pt x="113258" y="29766"/>
                </a:lnTo>
                <a:cubicBezTo>
                  <a:pt x="112465" y="29766"/>
                  <a:pt x="110728" y="29021"/>
                  <a:pt x="108049" y="27533"/>
                </a:cubicBezTo>
                <a:cubicBezTo>
                  <a:pt x="107256" y="28128"/>
                  <a:pt x="104428" y="28674"/>
                  <a:pt x="99566" y="29170"/>
                </a:cubicBezTo>
                <a:cubicBezTo>
                  <a:pt x="97483" y="28873"/>
                  <a:pt x="95548" y="28724"/>
                  <a:pt x="93762" y="28724"/>
                </a:cubicBezTo>
                <a:cubicBezTo>
                  <a:pt x="92472" y="29418"/>
                  <a:pt x="91331" y="29766"/>
                  <a:pt x="90339" y="29766"/>
                </a:cubicBezTo>
                <a:lnTo>
                  <a:pt x="85130" y="29766"/>
                </a:lnTo>
                <a:cubicBezTo>
                  <a:pt x="82550" y="29766"/>
                  <a:pt x="81260" y="29418"/>
                  <a:pt x="81260" y="28724"/>
                </a:cubicBezTo>
                <a:lnTo>
                  <a:pt x="72033" y="29766"/>
                </a:lnTo>
                <a:cubicBezTo>
                  <a:pt x="67568" y="28674"/>
                  <a:pt x="64542" y="28128"/>
                  <a:pt x="62955" y="28128"/>
                </a:cubicBezTo>
                <a:lnTo>
                  <a:pt x="60573" y="29170"/>
                </a:lnTo>
                <a:cubicBezTo>
                  <a:pt x="58490" y="28873"/>
                  <a:pt x="56803" y="28724"/>
                  <a:pt x="55513" y="28724"/>
                </a:cubicBezTo>
                <a:cubicBezTo>
                  <a:pt x="54819" y="28724"/>
                  <a:pt x="53678" y="29071"/>
                  <a:pt x="52090" y="29766"/>
                </a:cubicBezTo>
                <a:cubicBezTo>
                  <a:pt x="45442" y="29369"/>
                  <a:pt x="39688" y="28625"/>
                  <a:pt x="34826" y="27533"/>
                </a:cubicBezTo>
                <a:lnTo>
                  <a:pt x="33784" y="28128"/>
                </a:lnTo>
                <a:cubicBezTo>
                  <a:pt x="32197" y="27732"/>
                  <a:pt x="30857" y="27533"/>
                  <a:pt x="29766" y="27533"/>
                </a:cubicBezTo>
                <a:cubicBezTo>
                  <a:pt x="28079" y="27533"/>
                  <a:pt x="26541" y="28476"/>
                  <a:pt x="25152" y="30361"/>
                </a:cubicBezTo>
                <a:lnTo>
                  <a:pt x="25747" y="31551"/>
                </a:lnTo>
                <a:lnTo>
                  <a:pt x="25747" y="32147"/>
                </a:lnTo>
                <a:cubicBezTo>
                  <a:pt x="25747" y="34032"/>
                  <a:pt x="23813" y="36512"/>
                  <a:pt x="19943" y="39588"/>
                </a:cubicBezTo>
                <a:cubicBezTo>
                  <a:pt x="19943" y="42466"/>
                  <a:pt x="16917" y="45492"/>
                  <a:pt x="10865" y="48667"/>
                </a:cubicBezTo>
                <a:cubicBezTo>
                  <a:pt x="10865" y="49659"/>
                  <a:pt x="8980" y="51544"/>
                  <a:pt x="5209" y="54322"/>
                </a:cubicBezTo>
                <a:lnTo>
                  <a:pt x="5209" y="56703"/>
                </a:lnTo>
                <a:lnTo>
                  <a:pt x="8037" y="57299"/>
                </a:lnTo>
                <a:cubicBezTo>
                  <a:pt x="8831" y="57299"/>
                  <a:pt x="9575" y="57100"/>
                  <a:pt x="10269" y="56703"/>
                </a:cubicBezTo>
                <a:cubicBezTo>
                  <a:pt x="11658" y="57795"/>
                  <a:pt x="16074" y="58539"/>
                  <a:pt x="23515" y="58936"/>
                </a:cubicBezTo>
                <a:lnTo>
                  <a:pt x="23515" y="59531"/>
                </a:lnTo>
                <a:lnTo>
                  <a:pt x="26343" y="58936"/>
                </a:lnTo>
                <a:cubicBezTo>
                  <a:pt x="27037" y="58936"/>
                  <a:pt x="28922" y="59333"/>
                  <a:pt x="31998" y="60126"/>
                </a:cubicBezTo>
                <a:cubicBezTo>
                  <a:pt x="33288" y="59333"/>
                  <a:pt x="34429" y="58936"/>
                  <a:pt x="35421" y="58936"/>
                </a:cubicBezTo>
                <a:lnTo>
                  <a:pt x="38249" y="58936"/>
                </a:lnTo>
                <a:cubicBezTo>
                  <a:pt x="39539" y="58936"/>
                  <a:pt x="40531" y="59134"/>
                  <a:pt x="41226" y="59531"/>
                </a:cubicBezTo>
                <a:cubicBezTo>
                  <a:pt x="44599" y="59035"/>
                  <a:pt x="46683" y="58638"/>
                  <a:pt x="47476" y="58341"/>
                </a:cubicBezTo>
                <a:lnTo>
                  <a:pt x="50304" y="59531"/>
                </a:lnTo>
                <a:cubicBezTo>
                  <a:pt x="52586" y="58440"/>
                  <a:pt x="56009" y="57894"/>
                  <a:pt x="60573" y="57894"/>
                </a:cubicBezTo>
                <a:cubicBezTo>
                  <a:pt x="60672" y="58589"/>
                  <a:pt x="61069" y="58936"/>
                  <a:pt x="61764" y="58936"/>
                </a:cubicBezTo>
                <a:lnTo>
                  <a:pt x="66378" y="58936"/>
                </a:lnTo>
                <a:cubicBezTo>
                  <a:pt x="67965" y="58936"/>
                  <a:pt x="70049" y="59134"/>
                  <a:pt x="72628" y="59531"/>
                </a:cubicBezTo>
                <a:lnTo>
                  <a:pt x="73819" y="58936"/>
                </a:lnTo>
                <a:cubicBezTo>
                  <a:pt x="75803" y="59333"/>
                  <a:pt x="77490" y="59531"/>
                  <a:pt x="78879" y="59531"/>
                </a:cubicBezTo>
                <a:lnTo>
                  <a:pt x="84088" y="59531"/>
                </a:lnTo>
                <a:cubicBezTo>
                  <a:pt x="86866" y="59531"/>
                  <a:pt x="88950" y="57249"/>
                  <a:pt x="90339" y="52685"/>
                </a:cubicBezTo>
                <a:lnTo>
                  <a:pt x="92125" y="51494"/>
                </a:lnTo>
                <a:cubicBezTo>
                  <a:pt x="98276" y="54173"/>
                  <a:pt x="101898" y="55513"/>
                  <a:pt x="102989" y="55513"/>
                </a:cubicBezTo>
                <a:cubicBezTo>
                  <a:pt x="107553" y="57696"/>
                  <a:pt x="110183" y="59432"/>
                  <a:pt x="110877" y="60722"/>
                </a:cubicBezTo>
                <a:lnTo>
                  <a:pt x="110877" y="61317"/>
                </a:lnTo>
                <a:cubicBezTo>
                  <a:pt x="108694" y="63798"/>
                  <a:pt x="105668" y="65683"/>
                  <a:pt x="101799" y="66973"/>
                </a:cubicBezTo>
                <a:lnTo>
                  <a:pt x="102394" y="69800"/>
                </a:lnTo>
                <a:lnTo>
                  <a:pt x="102394" y="72182"/>
                </a:lnTo>
                <a:cubicBezTo>
                  <a:pt x="102394" y="74265"/>
                  <a:pt x="102196" y="76894"/>
                  <a:pt x="101799" y="80069"/>
                </a:cubicBezTo>
                <a:cubicBezTo>
                  <a:pt x="103188" y="86419"/>
                  <a:pt x="104527" y="90438"/>
                  <a:pt x="105817" y="92125"/>
                </a:cubicBezTo>
                <a:lnTo>
                  <a:pt x="104626" y="93910"/>
                </a:lnTo>
                <a:lnTo>
                  <a:pt x="104626" y="94357"/>
                </a:lnTo>
                <a:cubicBezTo>
                  <a:pt x="107305" y="96738"/>
                  <a:pt x="108645" y="100360"/>
                  <a:pt x="108645" y="105221"/>
                </a:cubicBezTo>
                <a:cubicBezTo>
                  <a:pt x="109637" y="105221"/>
                  <a:pt x="110381" y="107355"/>
                  <a:pt x="110877" y="111621"/>
                </a:cubicBezTo>
                <a:cubicBezTo>
                  <a:pt x="112365" y="111621"/>
                  <a:pt x="115044" y="113903"/>
                  <a:pt x="118914" y="118467"/>
                </a:cubicBezTo>
                <a:lnTo>
                  <a:pt x="120105" y="118467"/>
                </a:lnTo>
                <a:cubicBezTo>
                  <a:pt x="120997" y="118467"/>
                  <a:pt x="121742" y="116532"/>
                  <a:pt x="122337" y="112663"/>
                </a:cubicBezTo>
                <a:cubicBezTo>
                  <a:pt x="124817" y="112663"/>
                  <a:pt x="127298" y="109041"/>
                  <a:pt x="129778" y="101798"/>
                </a:cubicBezTo>
                <a:lnTo>
                  <a:pt x="132160" y="100161"/>
                </a:lnTo>
                <a:lnTo>
                  <a:pt x="133201" y="100161"/>
                </a:lnTo>
                <a:cubicBezTo>
                  <a:pt x="133797" y="100161"/>
                  <a:pt x="134392" y="100707"/>
                  <a:pt x="134987" y="101798"/>
                </a:cubicBezTo>
                <a:lnTo>
                  <a:pt x="134987" y="111621"/>
                </a:lnTo>
                <a:cubicBezTo>
                  <a:pt x="131912" y="114300"/>
                  <a:pt x="130374" y="117525"/>
                  <a:pt x="130374" y="121295"/>
                </a:cubicBezTo>
                <a:cubicBezTo>
                  <a:pt x="131564" y="124271"/>
                  <a:pt x="132160" y="126157"/>
                  <a:pt x="132160" y="126950"/>
                </a:cubicBezTo>
                <a:cubicBezTo>
                  <a:pt x="132160" y="130423"/>
                  <a:pt x="130622" y="132159"/>
                  <a:pt x="127546" y="132159"/>
                </a:cubicBezTo>
                <a:cubicBezTo>
                  <a:pt x="124669" y="131366"/>
                  <a:pt x="122932" y="130969"/>
                  <a:pt x="122337" y="130969"/>
                </a:cubicBezTo>
                <a:lnTo>
                  <a:pt x="120105" y="131564"/>
                </a:lnTo>
                <a:cubicBezTo>
                  <a:pt x="116136" y="131564"/>
                  <a:pt x="113060" y="129877"/>
                  <a:pt x="110877" y="126504"/>
                </a:cubicBezTo>
                <a:cubicBezTo>
                  <a:pt x="110282" y="126504"/>
                  <a:pt x="108794" y="125363"/>
                  <a:pt x="106412" y="123081"/>
                </a:cubicBezTo>
                <a:cubicBezTo>
                  <a:pt x="102146" y="118814"/>
                  <a:pt x="100013" y="115342"/>
                  <a:pt x="100013" y="112663"/>
                </a:cubicBezTo>
                <a:cubicBezTo>
                  <a:pt x="97433" y="110282"/>
                  <a:pt x="96094" y="108396"/>
                  <a:pt x="95994" y="107007"/>
                </a:cubicBezTo>
                <a:lnTo>
                  <a:pt x="96590" y="104180"/>
                </a:lnTo>
                <a:cubicBezTo>
                  <a:pt x="94308" y="104180"/>
                  <a:pt x="92819" y="100360"/>
                  <a:pt x="92125" y="92720"/>
                </a:cubicBezTo>
                <a:cubicBezTo>
                  <a:pt x="92422" y="92025"/>
                  <a:pt x="92571" y="91281"/>
                  <a:pt x="92571" y="90487"/>
                </a:cubicBezTo>
                <a:cubicBezTo>
                  <a:pt x="91678" y="90487"/>
                  <a:pt x="91133" y="89694"/>
                  <a:pt x="90934" y="88106"/>
                </a:cubicBezTo>
                <a:cubicBezTo>
                  <a:pt x="90934" y="85328"/>
                  <a:pt x="91331" y="82848"/>
                  <a:pt x="92125" y="80665"/>
                </a:cubicBezTo>
                <a:lnTo>
                  <a:pt x="90339" y="77837"/>
                </a:lnTo>
                <a:lnTo>
                  <a:pt x="90339" y="75009"/>
                </a:lnTo>
                <a:cubicBezTo>
                  <a:pt x="90339" y="74612"/>
                  <a:pt x="90537" y="74414"/>
                  <a:pt x="90934" y="74414"/>
                </a:cubicBezTo>
                <a:lnTo>
                  <a:pt x="90339" y="73223"/>
                </a:lnTo>
                <a:lnTo>
                  <a:pt x="90339" y="71586"/>
                </a:lnTo>
                <a:cubicBezTo>
                  <a:pt x="90339" y="69602"/>
                  <a:pt x="90537" y="66725"/>
                  <a:pt x="90934" y="62954"/>
                </a:cubicBezTo>
                <a:lnTo>
                  <a:pt x="89744" y="62359"/>
                </a:lnTo>
                <a:lnTo>
                  <a:pt x="86916" y="63550"/>
                </a:lnTo>
                <a:lnTo>
                  <a:pt x="84088" y="61764"/>
                </a:lnTo>
                <a:cubicBezTo>
                  <a:pt x="83592" y="63748"/>
                  <a:pt x="82997" y="64740"/>
                  <a:pt x="82302" y="64740"/>
                </a:cubicBezTo>
                <a:lnTo>
                  <a:pt x="80665" y="64740"/>
                </a:lnTo>
                <a:lnTo>
                  <a:pt x="78879" y="63550"/>
                </a:lnTo>
                <a:cubicBezTo>
                  <a:pt x="72827" y="64641"/>
                  <a:pt x="63897" y="65187"/>
                  <a:pt x="52090" y="65187"/>
                </a:cubicBezTo>
                <a:lnTo>
                  <a:pt x="49113" y="65187"/>
                </a:lnTo>
                <a:lnTo>
                  <a:pt x="45244" y="64145"/>
                </a:lnTo>
                <a:cubicBezTo>
                  <a:pt x="45244" y="65137"/>
                  <a:pt x="43706" y="65881"/>
                  <a:pt x="40630" y="66377"/>
                </a:cubicBezTo>
                <a:lnTo>
                  <a:pt x="40035" y="66377"/>
                </a:lnTo>
                <a:cubicBezTo>
                  <a:pt x="39539" y="66377"/>
                  <a:pt x="36463" y="65633"/>
                  <a:pt x="30808" y="64145"/>
                </a:cubicBezTo>
                <a:cubicBezTo>
                  <a:pt x="29419" y="65236"/>
                  <a:pt x="28129" y="65782"/>
                  <a:pt x="26938" y="65782"/>
                </a:cubicBezTo>
                <a:cubicBezTo>
                  <a:pt x="24755" y="65087"/>
                  <a:pt x="22275" y="64542"/>
                  <a:pt x="19497" y="64145"/>
                </a:cubicBezTo>
                <a:cubicBezTo>
                  <a:pt x="17413" y="64542"/>
                  <a:pt x="15478" y="64740"/>
                  <a:pt x="13692" y="64740"/>
                </a:cubicBezTo>
                <a:lnTo>
                  <a:pt x="11460" y="64145"/>
                </a:lnTo>
                <a:cubicBezTo>
                  <a:pt x="10170" y="64839"/>
                  <a:pt x="9029" y="65187"/>
                  <a:pt x="8037" y="65187"/>
                </a:cubicBezTo>
                <a:lnTo>
                  <a:pt x="6251" y="65187"/>
                </a:lnTo>
                <a:cubicBezTo>
                  <a:pt x="5457" y="65187"/>
                  <a:pt x="4713" y="65038"/>
                  <a:pt x="4019" y="64740"/>
                </a:cubicBezTo>
                <a:cubicBezTo>
                  <a:pt x="3324" y="65038"/>
                  <a:pt x="2580" y="65187"/>
                  <a:pt x="1786" y="65187"/>
                </a:cubicBezTo>
                <a:cubicBezTo>
                  <a:pt x="992" y="63798"/>
                  <a:pt x="596" y="62309"/>
                  <a:pt x="596" y="60722"/>
                </a:cubicBezTo>
                <a:lnTo>
                  <a:pt x="596" y="60126"/>
                </a:lnTo>
                <a:lnTo>
                  <a:pt x="4019" y="56703"/>
                </a:lnTo>
                <a:lnTo>
                  <a:pt x="4019" y="56108"/>
                </a:lnTo>
                <a:cubicBezTo>
                  <a:pt x="1340" y="56108"/>
                  <a:pt x="0" y="55513"/>
                  <a:pt x="0" y="54322"/>
                </a:cubicBezTo>
                <a:lnTo>
                  <a:pt x="0" y="53280"/>
                </a:lnTo>
                <a:cubicBezTo>
                  <a:pt x="1191" y="46434"/>
                  <a:pt x="3473" y="43011"/>
                  <a:pt x="6846" y="43011"/>
                </a:cubicBezTo>
                <a:cubicBezTo>
                  <a:pt x="6846" y="42714"/>
                  <a:pt x="8186" y="40432"/>
                  <a:pt x="10865" y="36165"/>
                </a:cubicBezTo>
                <a:cubicBezTo>
                  <a:pt x="14139" y="30807"/>
                  <a:pt x="16619" y="27930"/>
                  <a:pt x="18306" y="27533"/>
                </a:cubicBezTo>
                <a:lnTo>
                  <a:pt x="17711" y="24705"/>
                </a:lnTo>
                <a:lnTo>
                  <a:pt x="17711" y="24110"/>
                </a:lnTo>
                <a:cubicBezTo>
                  <a:pt x="20092" y="21927"/>
                  <a:pt x="21431" y="19447"/>
                  <a:pt x="21729" y="16669"/>
                </a:cubicBezTo>
                <a:cubicBezTo>
                  <a:pt x="22721" y="16669"/>
                  <a:pt x="23862" y="14932"/>
                  <a:pt x="25152" y="11460"/>
                </a:cubicBezTo>
                <a:cubicBezTo>
                  <a:pt x="24358" y="11460"/>
                  <a:pt x="23962" y="11112"/>
                  <a:pt x="23962" y="10418"/>
                </a:cubicBezTo>
                <a:cubicBezTo>
                  <a:pt x="23962" y="3472"/>
                  <a:pt x="26095" y="0"/>
                  <a:pt x="3036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71" name="Arc 12++">
            <a:extLst>
              <a:ext uri="{FF2B5EF4-FFF2-40B4-BE49-F238E27FC236}">
                <a16:creationId xmlns:a16="http://schemas.microsoft.com/office/drawing/2014/main" id="{941CC00A-1835-7E5D-144B-EE78D98C5BE1}"/>
              </a:ext>
            </a:extLst>
          </p:cNvPr>
          <p:cNvSpPr/>
          <p:nvPr/>
        </p:nvSpPr>
        <p:spPr>
          <a:xfrm>
            <a:off x="3067050" y="400050"/>
            <a:ext cx="6057900" cy="6057900"/>
          </a:xfrm>
          <a:prstGeom prst="arc">
            <a:avLst>
              <a:gd name="adj1" fmla="val 14620097"/>
              <a:gd name="adj2" fmla="val 184891"/>
            </a:avLst>
          </a:prstGeom>
          <a:ln w="1016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5E94B90C-27E0-AECE-D1B5-A865E1696666}"/>
              </a:ext>
            </a:extLst>
          </p:cNvPr>
          <p:cNvSpPr/>
          <p:nvPr/>
        </p:nvSpPr>
        <p:spPr>
          <a:xfrm>
            <a:off x="6912077" y="3789649"/>
            <a:ext cx="1156248" cy="1594675"/>
          </a:xfrm>
          <a:custGeom>
            <a:avLst/>
            <a:gdLst>
              <a:gd name="csX0" fmla="*/ 937676 w 1156248"/>
              <a:gd name="csY0" fmla="*/ 154952 h 1594675"/>
              <a:gd name="csX1" fmla="*/ 846879 w 1156248"/>
              <a:gd name="csY1" fmla="*/ 160989 h 1594675"/>
              <a:gd name="csX2" fmla="*/ 672515 w 1156248"/>
              <a:gd name="csY2" fmla="*/ 206092 h 1594675"/>
              <a:gd name="csX3" fmla="*/ 503637 w 1156248"/>
              <a:gd name="csY3" fmla="*/ 290836 h 1594675"/>
              <a:gd name="csX4" fmla="*/ 402786 w 1156248"/>
              <a:gd name="csY4" fmla="*/ 401316 h 1594675"/>
              <a:gd name="csX5" fmla="*/ 334708 w 1156248"/>
              <a:gd name="csY5" fmla="*/ 578167 h 1594675"/>
              <a:gd name="csX6" fmla="*/ 288166 w 1156248"/>
              <a:gd name="csY6" fmla="*/ 811816 h 1594675"/>
              <a:gd name="csX7" fmla="*/ 250221 w 1156248"/>
              <a:gd name="csY7" fmla="*/ 1052817 h 1594675"/>
              <a:gd name="csX8" fmla="*/ 209455 w 1156248"/>
              <a:gd name="csY8" fmla="*/ 1258271 h 1594675"/>
              <a:gd name="csX9" fmla="*/ 161604 w 1156248"/>
              <a:gd name="csY9" fmla="*/ 1415986 h 1594675"/>
              <a:gd name="csX10" fmla="*/ 123828 w 1156248"/>
              <a:gd name="csY10" fmla="*/ 1501151 h 1594675"/>
              <a:gd name="csX11" fmla="*/ 102671 w 1156248"/>
              <a:gd name="csY11" fmla="*/ 1550746 h 1594675"/>
              <a:gd name="csX12" fmla="*/ 52319 w 1156248"/>
              <a:gd name="csY12" fmla="*/ 1479041 h 1594675"/>
              <a:gd name="csX13" fmla="*/ 82006 w 1156248"/>
              <a:gd name="csY13" fmla="*/ 1464194 h 1594675"/>
              <a:gd name="csX14" fmla="*/ 187219 w 1156248"/>
              <a:gd name="csY14" fmla="*/ 1361058 h 1594675"/>
              <a:gd name="csX15" fmla="*/ 343219 w 1156248"/>
              <a:gd name="csY15" fmla="*/ 1217735 h 1594675"/>
              <a:gd name="csX16" fmla="*/ 500448 w 1156248"/>
              <a:gd name="csY16" fmla="*/ 1102597 h 1594675"/>
              <a:gd name="csX17" fmla="*/ 673184 w 1156248"/>
              <a:gd name="csY17" fmla="*/ 977276 h 1594675"/>
              <a:gd name="csX18" fmla="*/ 860151 w 1156248"/>
              <a:gd name="csY18" fmla="*/ 764440 h 1594675"/>
              <a:gd name="csX19" fmla="*/ 977041 w 1156248"/>
              <a:gd name="csY19" fmla="*/ 528430 h 1594675"/>
              <a:gd name="csX20" fmla="*/ 1054205 w 1156248"/>
              <a:gd name="csY20" fmla="*/ 322385 h 1594675"/>
              <a:gd name="csX21" fmla="*/ 1086319 w 1156248"/>
              <a:gd name="csY21" fmla="*/ 227343 h 1594675"/>
              <a:gd name="csX22" fmla="*/ 1113172 w 1156248"/>
              <a:gd name="csY22" fmla="*/ 222921 h 1594675"/>
              <a:gd name="csX23" fmla="*/ 1156065 w 1156248"/>
              <a:gd name="csY23" fmla="*/ 336783 h 1594675"/>
              <a:gd name="csX24" fmla="*/ 1094450 w 1156248"/>
              <a:gd name="csY24" fmla="*/ 581814 h 1594675"/>
              <a:gd name="csX25" fmla="*/ 952814 w 1156248"/>
              <a:gd name="csY25" fmla="*/ 830636 h 1594675"/>
              <a:gd name="csX26" fmla="*/ 755951 w 1156248"/>
              <a:gd name="csY26" fmla="*/ 1065979 h 1594675"/>
              <a:gd name="csX27" fmla="*/ 579376 w 1156248"/>
              <a:gd name="csY27" fmla="*/ 1220856 h 1594675"/>
              <a:gd name="csX28" fmla="*/ 424833 w 1156248"/>
              <a:gd name="csY28" fmla="*/ 1321668 h 1594675"/>
              <a:gd name="csX29" fmla="*/ 279977 w 1156248"/>
              <a:gd name="csY29" fmla="*/ 1454657 h 1594675"/>
              <a:gd name="csX30" fmla="*/ 139922 w 1156248"/>
              <a:gd name="csY30" fmla="*/ 1559193 h 1594675"/>
              <a:gd name="csX31" fmla="*/ 63704 w 1156248"/>
              <a:gd name="csY31" fmla="*/ 1594676 h 1594675"/>
              <a:gd name="csX32" fmla="*/ 8748 w 1156248"/>
              <a:gd name="csY32" fmla="*/ 1500767 h 1594675"/>
              <a:gd name="csX33" fmla="*/ 32515 w 1156248"/>
              <a:gd name="csY33" fmla="*/ 1460101 h 1594675"/>
              <a:gd name="csX34" fmla="*/ 64734 w 1156248"/>
              <a:gd name="csY34" fmla="*/ 1377029 h 1594675"/>
              <a:gd name="csX35" fmla="*/ 124653 w 1156248"/>
              <a:gd name="csY35" fmla="*/ 1234278 h 1594675"/>
              <a:gd name="csX36" fmla="*/ 174553 w 1156248"/>
              <a:gd name="csY36" fmla="*/ 1038568 h 1594675"/>
              <a:gd name="csX37" fmla="*/ 216903 w 1156248"/>
              <a:gd name="csY37" fmla="*/ 799805 h 1594675"/>
              <a:gd name="csX38" fmla="*/ 263393 w 1156248"/>
              <a:gd name="csY38" fmla="*/ 559242 h 1594675"/>
              <a:gd name="csX39" fmla="*/ 332730 w 1156248"/>
              <a:gd name="csY39" fmla="*/ 359760 h 1594675"/>
              <a:gd name="csX40" fmla="*/ 454193 w 1156248"/>
              <a:gd name="csY40" fmla="*/ 219056 h 1594675"/>
              <a:gd name="csX41" fmla="*/ 635559 w 1156248"/>
              <a:gd name="csY41" fmla="*/ 113796 h 1594675"/>
              <a:gd name="csX42" fmla="*/ 814210 w 1156248"/>
              <a:gd name="csY42" fmla="*/ 38743 h 1594675"/>
              <a:gd name="csX43" fmla="*/ 929967 w 1156248"/>
              <a:gd name="csY43" fmla="*/ 2965 h 1594675"/>
              <a:gd name="csX44" fmla="*/ 937675 w 1156248"/>
              <a:gd name="csY44" fmla="*/ 154926 h 15946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1156248" h="1594675">
                <a:moveTo>
                  <a:pt x="937676" y="154952"/>
                </a:moveTo>
                <a:cubicBezTo>
                  <a:pt x="907428" y="146657"/>
                  <a:pt x="877163" y="155933"/>
                  <a:pt x="846879" y="160989"/>
                </a:cubicBezTo>
                <a:cubicBezTo>
                  <a:pt x="787950" y="172912"/>
                  <a:pt x="730522" y="190499"/>
                  <a:pt x="672515" y="206092"/>
                </a:cubicBezTo>
                <a:cubicBezTo>
                  <a:pt x="610857" y="223395"/>
                  <a:pt x="557567" y="257356"/>
                  <a:pt x="503637" y="290836"/>
                </a:cubicBezTo>
                <a:cubicBezTo>
                  <a:pt x="462054" y="321302"/>
                  <a:pt x="431335" y="359528"/>
                  <a:pt x="402786" y="401316"/>
                </a:cubicBezTo>
                <a:cubicBezTo>
                  <a:pt x="369657" y="455729"/>
                  <a:pt x="351450" y="517179"/>
                  <a:pt x="334708" y="578167"/>
                </a:cubicBezTo>
                <a:cubicBezTo>
                  <a:pt x="312098" y="654415"/>
                  <a:pt x="301124" y="733472"/>
                  <a:pt x="288166" y="811816"/>
                </a:cubicBezTo>
                <a:cubicBezTo>
                  <a:pt x="277054" y="892466"/>
                  <a:pt x="263223" y="972559"/>
                  <a:pt x="250221" y="1052817"/>
                </a:cubicBezTo>
                <a:cubicBezTo>
                  <a:pt x="242167" y="1122399"/>
                  <a:pt x="227251" y="1190624"/>
                  <a:pt x="209455" y="1258271"/>
                </a:cubicBezTo>
                <a:cubicBezTo>
                  <a:pt x="194513" y="1311100"/>
                  <a:pt x="176598" y="1363075"/>
                  <a:pt x="161604" y="1415986"/>
                </a:cubicBezTo>
                <a:cubicBezTo>
                  <a:pt x="148340" y="1444222"/>
                  <a:pt x="136312" y="1473344"/>
                  <a:pt x="123828" y="1501151"/>
                </a:cubicBezTo>
                <a:cubicBezTo>
                  <a:pt x="118367" y="1518468"/>
                  <a:pt x="109684" y="1534713"/>
                  <a:pt x="102671" y="1550746"/>
                </a:cubicBezTo>
                <a:cubicBezTo>
                  <a:pt x="119995" y="1508103"/>
                  <a:pt x="96471" y="1491967"/>
                  <a:pt x="52319" y="1479041"/>
                </a:cubicBezTo>
                <a:cubicBezTo>
                  <a:pt x="50090" y="1484553"/>
                  <a:pt x="75216" y="1467589"/>
                  <a:pt x="82006" y="1464194"/>
                </a:cubicBezTo>
                <a:cubicBezTo>
                  <a:pt x="118432" y="1431129"/>
                  <a:pt x="154238" y="1397512"/>
                  <a:pt x="187219" y="1361058"/>
                </a:cubicBezTo>
                <a:cubicBezTo>
                  <a:pt x="234185" y="1308136"/>
                  <a:pt x="288355" y="1262130"/>
                  <a:pt x="343219" y="1217735"/>
                </a:cubicBezTo>
                <a:cubicBezTo>
                  <a:pt x="393729" y="1176937"/>
                  <a:pt x="447547" y="1140021"/>
                  <a:pt x="500448" y="1102597"/>
                </a:cubicBezTo>
                <a:cubicBezTo>
                  <a:pt x="559817" y="1063318"/>
                  <a:pt x="618616" y="1023166"/>
                  <a:pt x="673184" y="977276"/>
                </a:cubicBezTo>
                <a:cubicBezTo>
                  <a:pt x="744987" y="914367"/>
                  <a:pt x="802991" y="840192"/>
                  <a:pt x="860151" y="764440"/>
                </a:cubicBezTo>
                <a:cubicBezTo>
                  <a:pt x="908137" y="690228"/>
                  <a:pt x="944503" y="610297"/>
                  <a:pt x="977041" y="528430"/>
                </a:cubicBezTo>
                <a:cubicBezTo>
                  <a:pt x="1005153" y="460641"/>
                  <a:pt x="1029798" y="391574"/>
                  <a:pt x="1054205" y="322385"/>
                </a:cubicBezTo>
                <a:cubicBezTo>
                  <a:pt x="1085054" y="291985"/>
                  <a:pt x="1078411" y="260172"/>
                  <a:pt x="1086319" y="227343"/>
                </a:cubicBezTo>
                <a:cubicBezTo>
                  <a:pt x="1090826" y="208635"/>
                  <a:pt x="1105805" y="205143"/>
                  <a:pt x="1113172" y="222921"/>
                </a:cubicBezTo>
                <a:cubicBezTo>
                  <a:pt x="1128436" y="259758"/>
                  <a:pt x="1140224" y="298699"/>
                  <a:pt x="1156065" y="336783"/>
                </a:cubicBezTo>
                <a:cubicBezTo>
                  <a:pt x="1158665" y="424089"/>
                  <a:pt x="1133409" y="504014"/>
                  <a:pt x="1094450" y="581814"/>
                </a:cubicBezTo>
                <a:cubicBezTo>
                  <a:pt x="1050972" y="666691"/>
                  <a:pt x="1008836" y="753169"/>
                  <a:pt x="952814" y="830636"/>
                </a:cubicBezTo>
                <a:cubicBezTo>
                  <a:pt x="895372" y="915174"/>
                  <a:pt x="827398" y="993008"/>
                  <a:pt x="755951" y="1065979"/>
                </a:cubicBezTo>
                <a:cubicBezTo>
                  <a:pt x="701129" y="1122230"/>
                  <a:pt x="646833" y="1179441"/>
                  <a:pt x="579376" y="1220856"/>
                </a:cubicBezTo>
                <a:cubicBezTo>
                  <a:pt x="527266" y="1253389"/>
                  <a:pt x="474449" y="1285122"/>
                  <a:pt x="424833" y="1321668"/>
                </a:cubicBezTo>
                <a:cubicBezTo>
                  <a:pt x="374025" y="1363616"/>
                  <a:pt x="325088" y="1406679"/>
                  <a:pt x="279977" y="1454657"/>
                </a:cubicBezTo>
                <a:cubicBezTo>
                  <a:pt x="235768" y="1492541"/>
                  <a:pt x="194105" y="1534566"/>
                  <a:pt x="139922" y="1559193"/>
                </a:cubicBezTo>
                <a:cubicBezTo>
                  <a:pt x="115644" y="1572969"/>
                  <a:pt x="91310" y="1589385"/>
                  <a:pt x="63704" y="1594676"/>
                </a:cubicBezTo>
                <a:cubicBezTo>
                  <a:pt x="2014" y="1579322"/>
                  <a:pt x="-11491" y="1555190"/>
                  <a:pt x="8748" y="1500767"/>
                </a:cubicBezTo>
                <a:cubicBezTo>
                  <a:pt x="16197" y="1488021"/>
                  <a:pt x="24346" y="1473496"/>
                  <a:pt x="32515" y="1460101"/>
                </a:cubicBezTo>
                <a:cubicBezTo>
                  <a:pt x="43244" y="1433008"/>
                  <a:pt x="56127" y="1405576"/>
                  <a:pt x="64734" y="1377029"/>
                </a:cubicBezTo>
                <a:cubicBezTo>
                  <a:pt x="88822" y="1331015"/>
                  <a:pt x="108821" y="1283802"/>
                  <a:pt x="124653" y="1234278"/>
                </a:cubicBezTo>
                <a:cubicBezTo>
                  <a:pt x="143098" y="1169458"/>
                  <a:pt x="161381" y="1104701"/>
                  <a:pt x="174553" y="1038568"/>
                </a:cubicBezTo>
                <a:cubicBezTo>
                  <a:pt x="190455" y="959312"/>
                  <a:pt x="203580" y="879577"/>
                  <a:pt x="216903" y="799805"/>
                </a:cubicBezTo>
                <a:cubicBezTo>
                  <a:pt x="230674" y="719241"/>
                  <a:pt x="247598" y="639395"/>
                  <a:pt x="263393" y="559242"/>
                </a:cubicBezTo>
                <a:cubicBezTo>
                  <a:pt x="282886" y="491332"/>
                  <a:pt x="300007" y="422901"/>
                  <a:pt x="332730" y="359760"/>
                </a:cubicBezTo>
                <a:cubicBezTo>
                  <a:pt x="365732" y="305569"/>
                  <a:pt x="397604" y="251965"/>
                  <a:pt x="454193" y="219056"/>
                </a:cubicBezTo>
                <a:cubicBezTo>
                  <a:pt x="512309" y="179589"/>
                  <a:pt x="572608" y="145090"/>
                  <a:pt x="635559" y="113796"/>
                </a:cubicBezTo>
                <a:cubicBezTo>
                  <a:pt x="693454" y="84710"/>
                  <a:pt x="752373" y="58599"/>
                  <a:pt x="814210" y="38743"/>
                </a:cubicBezTo>
                <a:cubicBezTo>
                  <a:pt x="852529" y="25836"/>
                  <a:pt x="891208" y="14283"/>
                  <a:pt x="929967" y="2965"/>
                </a:cubicBezTo>
                <a:cubicBezTo>
                  <a:pt x="1033246" y="-27196"/>
                  <a:pt x="1041438" y="183387"/>
                  <a:pt x="937675" y="15492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65698678-57F0-4BBE-F4F9-FE1FC76D5BD7}"/>
              </a:ext>
            </a:extLst>
          </p:cNvPr>
          <p:cNvSpPr/>
          <p:nvPr/>
        </p:nvSpPr>
        <p:spPr>
          <a:xfrm>
            <a:off x="7991559" y="3554265"/>
            <a:ext cx="1053170" cy="461119"/>
          </a:xfrm>
          <a:custGeom>
            <a:avLst/>
            <a:gdLst>
              <a:gd name="csX0" fmla="*/ 50599 w 1053170"/>
              <a:gd name="csY0" fmla="*/ 316231 h 461119"/>
              <a:gd name="csX1" fmla="*/ 123124 w 1053170"/>
              <a:gd name="csY1" fmla="*/ 333626 h 461119"/>
              <a:gd name="csX2" fmla="*/ 259532 w 1053170"/>
              <a:gd name="csY2" fmla="*/ 361879 h 461119"/>
              <a:gd name="csX3" fmla="*/ 429515 w 1053170"/>
              <a:gd name="csY3" fmla="*/ 381342 h 461119"/>
              <a:gd name="csX4" fmla="*/ 580515 w 1053170"/>
              <a:gd name="csY4" fmla="*/ 368971 h 461119"/>
              <a:gd name="csX5" fmla="*/ 746507 w 1053170"/>
              <a:gd name="csY5" fmla="*/ 306524 h 461119"/>
              <a:gd name="csX6" fmla="*/ 884515 w 1053170"/>
              <a:gd name="csY6" fmla="*/ 207236 h 461119"/>
              <a:gd name="csX7" fmla="*/ 936550 w 1053170"/>
              <a:gd name="csY7" fmla="*/ 134192 h 461119"/>
              <a:gd name="csX8" fmla="*/ 943221 w 1053170"/>
              <a:gd name="csY8" fmla="*/ 98760 h 461119"/>
              <a:gd name="csX9" fmla="*/ 940162 w 1053170"/>
              <a:gd name="csY9" fmla="*/ 86192 h 461119"/>
              <a:gd name="csX10" fmla="*/ 944156 w 1053170"/>
              <a:gd name="csY10" fmla="*/ 97294 h 461119"/>
              <a:gd name="csX11" fmla="*/ 960898 w 1053170"/>
              <a:gd name="csY11" fmla="*/ 101979 h 461119"/>
              <a:gd name="csX12" fmla="*/ 855170 w 1053170"/>
              <a:gd name="csY12" fmla="*/ 117932 h 461119"/>
              <a:gd name="csX13" fmla="*/ 667766 w 1053170"/>
              <a:gd name="csY13" fmla="*/ 166190 h 461119"/>
              <a:gd name="csX14" fmla="*/ 484257 w 1053170"/>
              <a:gd name="csY14" fmla="*/ 208179 h 461119"/>
              <a:gd name="csX15" fmla="*/ 295233 w 1053170"/>
              <a:gd name="csY15" fmla="*/ 234657 h 461119"/>
              <a:gd name="csX16" fmla="*/ 92923 w 1053170"/>
              <a:gd name="csY16" fmla="*/ 266502 h 461119"/>
              <a:gd name="csX17" fmla="*/ 89893 w 1053170"/>
              <a:gd name="csY17" fmla="*/ 239456 h 461119"/>
              <a:gd name="csX18" fmla="*/ 289108 w 1053170"/>
              <a:gd name="csY18" fmla="*/ 208141 h 461119"/>
              <a:gd name="csX19" fmla="*/ 468121 w 1053170"/>
              <a:gd name="csY19" fmla="*/ 142685 h 461119"/>
              <a:gd name="csX20" fmla="*/ 652363 w 1053170"/>
              <a:gd name="csY20" fmla="*/ 102301 h 461119"/>
              <a:gd name="csX21" fmla="*/ 832919 w 1053170"/>
              <a:gd name="csY21" fmla="*/ 46635 h 461119"/>
              <a:gd name="csX22" fmla="*/ 949133 w 1053170"/>
              <a:gd name="csY22" fmla="*/ 4585 h 461119"/>
              <a:gd name="csX23" fmla="*/ 1025737 w 1053170"/>
              <a:gd name="csY23" fmla="*/ 15471 h 461119"/>
              <a:gd name="csX24" fmla="*/ 1048434 w 1053170"/>
              <a:gd name="csY24" fmla="*/ 60227 h 461119"/>
              <a:gd name="csX25" fmla="*/ 1052584 w 1053170"/>
              <a:gd name="csY25" fmla="*/ 106887 h 461119"/>
              <a:gd name="csX26" fmla="*/ 1030457 w 1053170"/>
              <a:gd name="csY26" fmla="*/ 181423 h 461119"/>
              <a:gd name="csX27" fmla="*/ 940307 w 1053170"/>
              <a:gd name="csY27" fmla="*/ 275475 h 461119"/>
              <a:gd name="csX28" fmla="*/ 780286 w 1053170"/>
              <a:gd name="csY28" fmla="*/ 371916 h 461119"/>
              <a:gd name="csX29" fmla="*/ 596568 w 1053170"/>
              <a:gd name="csY29" fmla="*/ 453611 h 461119"/>
              <a:gd name="csX30" fmla="*/ 425890 w 1053170"/>
              <a:gd name="csY30" fmla="*/ 456959 h 461119"/>
              <a:gd name="csX31" fmla="*/ 245219 w 1053170"/>
              <a:gd name="csY31" fmla="*/ 440588 h 461119"/>
              <a:gd name="csX32" fmla="*/ 105345 w 1053170"/>
              <a:gd name="csY32" fmla="*/ 411966 h 461119"/>
              <a:gd name="csX33" fmla="*/ 23560 w 1053170"/>
              <a:gd name="csY33" fmla="*/ 384679 h 461119"/>
              <a:gd name="csX34" fmla="*/ 50594 w 1053170"/>
              <a:gd name="csY34" fmla="*/ 316234 h 4611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53170" h="461119">
                <a:moveTo>
                  <a:pt x="50599" y="316231"/>
                </a:moveTo>
                <a:cubicBezTo>
                  <a:pt x="75064" y="317211"/>
                  <a:pt x="99473" y="326198"/>
                  <a:pt x="123124" y="333626"/>
                </a:cubicBezTo>
                <a:cubicBezTo>
                  <a:pt x="168224" y="345301"/>
                  <a:pt x="213505" y="354566"/>
                  <a:pt x="259532" y="361879"/>
                </a:cubicBezTo>
                <a:cubicBezTo>
                  <a:pt x="315014" y="376768"/>
                  <a:pt x="372660" y="379252"/>
                  <a:pt x="429515" y="381342"/>
                </a:cubicBezTo>
                <a:cubicBezTo>
                  <a:pt x="480672" y="383028"/>
                  <a:pt x="530432" y="377665"/>
                  <a:pt x="580515" y="368971"/>
                </a:cubicBezTo>
                <a:cubicBezTo>
                  <a:pt x="639512" y="358806"/>
                  <a:pt x="692786" y="331634"/>
                  <a:pt x="746507" y="306524"/>
                </a:cubicBezTo>
                <a:cubicBezTo>
                  <a:pt x="797462" y="279727"/>
                  <a:pt x="841663" y="245089"/>
                  <a:pt x="884515" y="207236"/>
                </a:cubicBezTo>
                <a:cubicBezTo>
                  <a:pt x="908876" y="187294"/>
                  <a:pt x="921700" y="158957"/>
                  <a:pt x="936550" y="134192"/>
                </a:cubicBezTo>
                <a:cubicBezTo>
                  <a:pt x="946957" y="123635"/>
                  <a:pt x="941129" y="109875"/>
                  <a:pt x="943221" y="98760"/>
                </a:cubicBezTo>
                <a:cubicBezTo>
                  <a:pt x="942991" y="93979"/>
                  <a:pt x="941303" y="90879"/>
                  <a:pt x="940162" y="86192"/>
                </a:cubicBezTo>
                <a:cubicBezTo>
                  <a:pt x="938375" y="82688"/>
                  <a:pt x="942825" y="93593"/>
                  <a:pt x="944156" y="97294"/>
                </a:cubicBezTo>
                <a:cubicBezTo>
                  <a:pt x="949148" y="100238"/>
                  <a:pt x="955318" y="100418"/>
                  <a:pt x="960898" y="101979"/>
                </a:cubicBezTo>
                <a:cubicBezTo>
                  <a:pt x="925655" y="100344"/>
                  <a:pt x="889746" y="110429"/>
                  <a:pt x="855170" y="117932"/>
                </a:cubicBezTo>
                <a:cubicBezTo>
                  <a:pt x="793000" y="135140"/>
                  <a:pt x="730155" y="149576"/>
                  <a:pt x="667766" y="166190"/>
                </a:cubicBezTo>
                <a:cubicBezTo>
                  <a:pt x="606667" y="180642"/>
                  <a:pt x="545617" y="194953"/>
                  <a:pt x="484257" y="208179"/>
                </a:cubicBezTo>
                <a:cubicBezTo>
                  <a:pt x="420835" y="231554"/>
                  <a:pt x="358403" y="239252"/>
                  <a:pt x="295233" y="234657"/>
                </a:cubicBezTo>
                <a:cubicBezTo>
                  <a:pt x="228635" y="250297"/>
                  <a:pt x="160740" y="258450"/>
                  <a:pt x="92923" y="266502"/>
                </a:cubicBezTo>
                <a:cubicBezTo>
                  <a:pt x="73813" y="268770"/>
                  <a:pt x="70783" y="241723"/>
                  <a:pt x="89893" y="239456"/>
                </a:cubicBezTo>
                <a:cubicBezTo>
                  <a:pt x="156671" y="231536"/>
                  <a:pt x="223529" y="223532"/>
                  <a:pt x="289108" y="208141"/>
                </a:cubicBezTo>
                <a:cubicBezTo>
                  <a:pt x="342477" y="176375"/>
                  <a:pt x="402456" y="153410"/>
                  <a:pt x="468121" y="142685"/>
                </a:cubicBezTo>
                <a:cubicBezTo>
                  <a:pt x="529096" y="127192"/>
                  <a:pt x="590746" y="115417"/>
                  <a:pt x="652363" y="102301"/>
                </a:cubicBezTo>
                <a:cubicBezTo>
                  <a:pt x="713982" y="87984"/>
                  <a:pt x="774273" y="70534"/>
                  <a:pt x="832919" y="46635"/>
                </a:cubicBezTo>
                <a:cubicBezTo>
                  <a:pt x="871439" y="31865"/>
                  <a:pt x="910169" y="17672"/>
                  <a:pt x="949133" y="4585"/>
                </a:cubicBezTo>
                <a:cubicBezTo>
                  <a:pt x="979779" y="118"/>
                  <a:pt x="999130" y="-6638"/>
                  <a:pt x="1025737" y="15471"/>
                </a:cubicBezTo>
                <a:cubicBezTo>
                  <a:pt x="1033532" y="29982"/>
                  <a:pt x="1049077" y="42285"/>
                  <a:pt x="1048434" y="60227"/>
                </a:cubicBezTo>
                <a:cubicBezTo>
                  <a:pt x="1049805" y="75639"/>
                  <a:pt x="1054876" y="90722"/>
                  <a:pt x="1052584" y="106887"/>
                </a:cubicBezTo>
                <a:cubicBezTo>
                  <a:pt x="1046830" y="132242"/>
                  <a:pt x="1041739" y="157742"/>
                  <a:pt x="1030457" y="181423"/>
                </a:cubicBezTo>
                <a:cubicBezTo>
                  <a:pt x="1003776" y="216416"/>
                  <a:pt x="979899" y="253021"/>
                  <a:pt x="940307" y="275475"/>
                </a:cubicBezTo>
                <a:cubicBezTo>
                  <a:pt x="889357" y="311343"/>
                  <a:pt x="837093" y="345866"/>
                  <a:pt x="780286" y="371916"/>
                </a:cubicBezTo>
                <a:cubicBezTo>
                  <a:pt x="721157" y="403688"/>
                  <a:pt x="661681" y="435743"/>
                  <a:pt x="596568" y="453611"/>
                </a:cubicBezTo>
                <a:cubicBezTo>
                  <a:pt x="539706" y="460926"/>
                  <a:pt x="483144" y="464434"/>
                  <a:pt x="425890" y="456959"/>
                </a:cubicBezTo>
                <a:cubicBezTo>
                  <a:pt x="365887" y="452360"/>
                  <a:pt x="305399" y="447236"/>
                  <a:pt x="245219" y="440588"/>
                </a:cubicBezTo>
                <a:cubicBezTo>
                  <a:pt x="198763" y="430078"/>
                  <a:pt x="152304" y="420107"/>
                  <a:pt x="105345" y="411966"/>
                </a:cubicBezTo>
                <a:cubicBezTo>
                  <a:pt x="76764" y="405857"/>
                  <a:pt x="47677" y="402514"/>
                  <a:pt x="23560" y="384679"/>
                </a:cubicBezTo>
                <a:cubicBezTo>
                  <a:pt x="-18277" y="353737"/>
                  <a:pt x="-1400" y="314151"/>
                  <a:pt x="50594" y="31623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D2F942C7-6279-F30B-8850-FEC91AD4FA3A}"/>
              </a:ext>
            </a:extLst>
          </p:cNvPr>
          <p:cNvSpPr/>
          <p:nvPr/>
        </p:nvSpPr>
        <p:spPr>
          <a:xfrm>
            <a:off x="9117420" y="3574548"/>
            <a:ext cx="1424884" cy="588274"/>
          </a:xfrm>
          <a:custGeom>
            <a:avLst/>
            <a:gdLst>
              <a:gd name="csX0" fmla="*/ 37543 w 1424884"/>
              <a:gd name="csY0" fmla="*/ 6960 h 588274"/>
              <a:gd name="csX1" fmla="*/ 198125 w 1424884"/>
              <a:gd name="csY1" fmla="*/ 104 h 588274"/>
              <a:gd name="csX2" fmla="*/ 486609 w 1424884"/>
              <a:gd name="csY2" fmla="*/ 36390 h 588274"/>
              <a:gd name="csX3" fmla="*/ 815774 w 1424884"/>
              <a:gd name="csY3" fmla="*/ 142831 h 588274"/>
              <a:gd name="csX4" fmla="*/ 1108658 w 1424884"/>
              <a:gd name="csY4" fmla="*/ 269438 h 588274"/>
              <a:gd name="csX5" fmla="*/ 1287880 w 1424884"/>
              <a:gd name="csY5" fmla="*/ 357330 h 588274"/>
              <a:gd name="csX6" fmla="*/ 1379522 w 1424884"/>
              <a:gd name="csY6" fmla="*/ 416909 h 588274"/>
              <a:gd name="csX7" fmla="*/ 1423203 w 1424884"/>
              <a:gd name="csY7" fmla="*/ 540982 h 588274"/>
              <a:gd name="csX8" fmla="*/ 1302236 w 1424884"/>
              <a:gd name="csY8" fmla="*/ 573510 h 588274"/>
              <a:gd name="csX9" fmla="*/ 1285696 w 1424884"/>
              <a:gd name="csY9" fmla="*/ 551898 h 588274"/>
              <a:gd name="csX10" fmla="*/ 1247569 w 1424884"/>
              <a:gd name="csY10" fmla="*/ 500143 h 588274"/>
              <a:gd name="csX11" fmla="*/ 1253984 w 1424884"/>
              <a:gd name="csY11" fmla="*/ 540188 h 588274"/>
              <a:gd name="csX12" fmla="*/ 1201685 w 1424884"/>
              <a:gd name="csY12" fmla="*/ 486101 h 588274"/>
              <a:gd name="csX13" fmla="*/ 1055485 w 1424884"/>
              <a:gd name="csY13" fmla="*/ 372353 h 588274"/>
              <a:gd name="csX14" fmla="*/ 777574 w 1424884"/>
              <a:gd name="csY14" fmla="*/ 235660 h 588274"/>
              <a:gd name="csX15" fmla="*/ 468050 w 1424884"/>
              <a:gd name="csY15" fmla="*/ 123598 h 588274"/>
              <a:gd name="csX16" fmla="*/ 194416 w 1424884"/>
              <a:gd name="csY16" fmla="*/ 91167 h 588274"/>
              <a:gd name="csX17" fmla="*/ 41635 w 1424884"/>
              <a:gd name="csY17" fmla="*/ 82571 h 588274"/>
              <a:gd name="csX18" fmla="*/ 37530 w 1424884"/>
              <a:gd name="csY18" fmla="*/ 6954 h 5882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1424884" h="588274">
                <a:moveTo>
                  <a:pt x="37543" y="6960"/>
                </a:moveTo>
                <a:cubicBezTo>
                  <a:pt x="93442" y="13249"/>
                  <a:pt x="141042" y="-1361"/>
                  <a:pt x="198125" y="104"/>
                </a:cubicBezTo>
                <a:cubicBezTo>
                  <a:pt x="294461" y="11490"/>
                  <a:pt x="390549" y="23311"/>
                  <a:pt x="486609" y="36390"/>
                </a:cubicBezTo>
                <a:cubicBezTo>
                  <a:pt x="599957" y="60180"/>
                  <a:pt x="706370" y="106196"/>
                  <a:pt x="815774" y="142831"/>
                </a:cubicBezTo>
                <a:cubicBezTo>
                  <a:pt x="913081" y="185872"/>
                  <a:pt x="1012408" y="224093"/>
                  <a:pt x="1108658" y="269438"/>
                </a:cubicBezTo>
                <a:cubicBezTo>
                  <a:pt x="1171731" y="291760"/>
                  <a:pt x="1228483" y="327206"/>
                  <a:pt x="1287880" y="357330"/>
                </a:cubicBezTo>
                <a:cubicBezTo>
                  <a:pt x="1323832" y="368565"/>
                  <a:pt x="1351231" y="393340"/>
                  <a:pt x="1379522" y="416909"/>
                </a:cubicBezTo>
                <a:cubicBezTo>
                  <a:pt x="1418353" y="453678"/>
                  <a:pt x="1429592" y="486357"/>
                  <a:pt x="1423203" y="540982"/>
                </a:cubicBezTo>
                <a:cubicBezTo>
                  <a:pt x="1392434" y="602096"/>
                  <a:pt x="1364019" y="593327"/>
                  <a:pt x="1302236" y="573510"/>
                </a:cubicBezTo>
                <a:cubicBezTo>
                  <a:pt x="1283911" y="567633"/>
                  <a:pt x="1290770" y="570461"/>
                  <a:pt x="1285696" y="551898"/>
                </a:cubicBezTo>
                <a:cubicBezTo>
                  <a:pt x="1282655" y="540777"/>
                  <a:pt x="1266254" y="453829"/>
                  <a:pt x="1247569" y="500143"/>
                </a:cubicBezTo>
                <a:cubicBezTo>
                  <a:pt x="1248302" y="507040"/>
                  <a:pt x="1259026" y="574765"/>
                  <a:pt x="1253984" y="540188"/>
                </a:cubicBezTo>
                <a:cubicBezTo>
                  <a:pt x="1236559" y="522572"/>
                  <a:pt x="1220243" y="502966"/>
                  <a:pt x="1201685" y="486101"/>
                </a:cubicBezTo>
                <a:cubicBezTo>
                  <a:pt x="1154701" y="445859"/>
                  <a:pt x="1105082" y="409401"/>
                  <a:pt x="1055485" y="372353"/>
                </a:cubicBezTo>
                <a:cubicBezTo>
                  <a:pt x="965478" y="321405"/>
                  <a:pt x="874729" y="272198"/>
                  <a:pt x="777574" y="235660"/>
                </a:cubicBezTo>
                <a:cubicBezTo>
                  <a:pt x="678924" y="186811"/>
                  <a:pt x="574902" y="150102"/>
                  <a:pt x="468050" y="123598"/>
                </a:cubicBezTo>
                <a:cubicBezTo>
                  <a:pt x="378259" y="96872"/>
                  <a:pt x="288447" y="85988"/>
                  <a:pt x="194416" y="91167"/>
                </a:cubicBezTo>
                <a:cubicBezTo>
                  <a:pt x="140125" y="89201"/>
                  <a:pt x="94299" y="70229"/>
                  <a:pt x="41635" y="82571"/>
                </a:cubicBezTo>
                <a:cubicBezTo>
                  <a:pt x="-10501" y="94790"/>
                  <a:pt x="-15683" y="966"/>
                  <a:pt x="37530" y="695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E01A0E43-710C-7F2B-4184-778FAB8956AF}"/>
              </a:ext>
            </a:extLst>
          </p:cNvPr>
          <p:cNvSpPr/>
          <p:nvPr/>
        </p:nvSpPr>
        <p:spPr>
          <a:xfrm>
            <a:off x="7466635" y="2573941"/>
            <a:ext cx="811458" cy="1203497"/>
          </a:xfrm>
          <a:custGeom>
            <a:avLst/>
            <a:gdLst>
              <a:gd name="csX0" fmla="*/ 615623 w 811458"/>
              <a:gd name="csY0" fmla="*/ 1049192 h 1203497"/>
              <a:gd name="csX1" fmla="*/ 660413 w 811458"/>
              <a:gd name="csY1" fmla="*/ 987364 h 1203497"/>
              <a:gd name="csX2" fmla="*/ 698188 w 811458"/>
              <a:gd name="csY2" fmla="*/ 911382 h 1203497"/>
              <a:gd name="csX3" fmla="*/ 718757 w 811458"/>
              <a:gd name="csY3" fmla="*/ 834642 h 1203497"/>
              <a:gd name="csX4" fmla="*/ 719135 w 811458"/>
              <a:gd name="csY4" fmla="*/ 753393 h 1203497"/>
              <a:gd name="csX5" fmla="*/ 684980 w 811458"/>
              <a:gd name="csY5" fmla="*/ 646246 h 1203497"/>
              <a:gd name="csX6" fmla="*/ 620323 w 811458"/>
              <a:gd name="csY6" fmla="*/ 512020 h 1203497"/>
              <a:gd name="csX7" fmla="*/ 527986 w 811458"/>
              <a:gd name="csY7" fmla="*/ 382289 h 1203497"/>
              <a:gd name="csX8" fmla="*/ 406790 w 811458"/>
              <a:gd name="csY8" fmla="*/ 270370 h 1203497"/>
              <a:gd name="csX9" fmla="*/ 290775 w 811458"/>
              <a:gd name="csY9" fmla="*/ 178893 h 1203497"/>
              <a:gd name="csX10" fmla="*/ 210184 w 811458"/>
              <a:gd name="csY10" fmla="*/ 125992 h 1203497"/>
              <a:gd name="csX11" fmla="*/ 167842 w 811458"/>
              <a:gd name="csY11" fmla="*/ 101079 h 1203497"/>
              <a:gd name="csX12" fmla="*/ 146476 w 811458"/>
              <a:gd name="csY12" fmla="*/ 96269 h 1203497"/>
              <a:gd name="csX13" fmla="*/ 123767 w 811458"/>
              <a:gd name="csY13" fmla="*/ 82256 h 1203497"/>
              <a:gd name="csX14" fmla="*/ 91258 w 811458"/>
              <a:gd name="csY14" fmla="*/ 116553 h 1203497"/>
              <a:gd name="csX15" fmla="*/ 57750 w 811458"/>
              <a:gd name="csY15" fmla="*/ 190145 h 1203497"/>
              <a:gd name="csX16" fmla="*/ 36738 w 811458"/>
              <a:gd name="csY16" fmla="*/ 288481 h 1203497"/>
              <a:gd name="csX17" fmla="*/ 33454 w 811458"/>
              <a:gd name="csY17" fmla="*/ 409563 h 1203497"/>
              <a:gd name="csX18" fmla="*/ 53608 w 811458"/>
              <a:gd name="csY18" fmla="*/ 558762 h 1203497"/>
              <a:gd name="csX19" fmla="*/ 99557 w 811458"/>
              <a:gd name="csY19" fmla="*/ 715734 h 1203497"/>
              <a:gd name="csX20" fmla="*/ 167565 w 811458"/>
              <a:gd name="csY20" fmla="*/ 865067 h 1203497"/>
              <a:gd name="csX21" fmla="*/ 249392 w 811458"/>
              <a:gd name="csY21" fmla="*/ 995693 h 1203497"/>
              <a:gd name="csX22" fmla="*/ 366568 w 811458"/>
              <a:gd name="csY22" fmla="*/ 1117423 h 1203497"/>
              <a:gd name="csX23" fmla="*/ 454003 w 811458"/>
              <a:gd name="csY23" fmla="*/ 1190574 h 1203497"/>
              <a:gd name="csX24" fmla="*/ 447228 w 811458"/>
              <a:gd name="csY24" fmla="*/ 1202374 h 1203497"/>
              <a:gd name="csX25" fmla="*/ 343243 w 811458"/>
              <a:gd name="csY25" fmla="*/ 1145301 h 1203497"/>
              <a:gd name="csX26" fmla="*/ 214227 w 811458"/>
              <a:gd name="csY26" fmla="*/ 1021181 h 1203497"/>
              <a:gd name="csX27" fmla="*/ 133466 w 811458"/>
              <a:gd name="csY27" fmla="*/ 882430 h 1203497"/>
              <a:gd name="csX28" fmla="*/ 67237 w 811458"/>
              <a:gd name="csY28" fmla="*/ 726877 h 1203497"/>
              <a:gd name="csX29" fmla="*/ 24646 w 811458"/>
              <a:gd name="csY29" fmla="*/ 564819 h 1203497"/>
              <a:gd name="csX30" fmla="*/ 645 w 811458"/>
              <a:gd name="csY30" fmla="*/ 410419 h 1203497"/>
              <a:gd name="csX31" fmla="*/ 5641 w 811458"/>
              <a:gd name="csY31" fmla="*/ 284641 h 1203497"/>
              <a:gd name="csX32" fmla="*/ 27157 w 811458"/>
              <a:gd name="csY32" fmla="*/ 179257 h 1203497"/>
              <a:gd name="csX33" fmla="*/ 60758 w 811458"/>
              <a:gd name="csY33" fmla="*/ 99411 h 1203497"/>
              <a:gd name="csX34" fmla="*/ 96830 w 811458"/>
              <a:gd name="csY34" fmla="*/ 43801 h 1203497"/>
              <a:gd name="csX35" fmla="*/ 148248 w 811458"/>
              <a:gd name="csY35" fmla="*/ 0 h 1203497"/>
              <a:gd name="csX36" fmla="*/ 206474 w 811458"/>
              <a:gd name="csY36" fmla="*/ 10105 h 1203497"/>
              <a:gd name="csX37" fmla="*/ 265731 w 811458"/>
              <a:gd name="csY37" fmla="*/ 43812 h 1203497"/>
              <a:gd name="csX38" fmla="*/ 346753 w 811458"/>
              <a:gd name="csY38" fmla="*/ 109083 h 1203497"/>
              <a:gd name="csX39" fmla="*/ 459195 w 811458"/>
              <a:gd name="csY39" fmla="*/ 211743 h 1203497"/>
              <a:gd name="csX40" fmla="*/ 582087 w 811458"/>
              <a:gd name="csY40" fmla="*/ 335654 h 1203497"/>
              <a:gd name="csX41" fmla="*/ 687224 w 811458"/>
              <a:gd name="csY41" fmla="*/ 474395 h 1203497"/>
              <a:gd name="csX42" fmla="*/ 757255 w 811458"/>
              <a:gd name="csY42" fmla="*/ 615270 h 1203497"/>
              <a:gd name="csX43" fmla="*/ 804305 w 811458"/>
              <a:gd name="csY43" fmla="*/ 738009 h 1203497"/>
              <a:gd name="csX44" fmla="*/ 806367 w 811458"/>
              <a:gd name="csY44" fmla="*/ 852090 h 1203497"/>
              <a:gd name="csX45" fmla="*/ 775614 w 811458"/>
              <a:gd name="csY45" fmla="*/ 947579 h 1203497"/>
              <a:gd name="csX46" fmla="*/ 719870 w 811458"/>
              <a:gd name="csY46" fmla="*/ 1030791 h 1203497"/>
              <a:gd name="csX47" fmla="*/ 670986 w 811458"/>
              <a:gd name="csY47" fmla="*/ 1090419 h 1203497"/>
              <a:gd name="csX48" fmla="*/ 615622 w 811458"/>
              <a:gd name="csY48" fmla="*/ 1049185 h 12034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11458" h="1203497">
                <a:moveTo>
                  <a:pt x="615623" y="1049192"/>
                </a:moveTo>
                <a:cubicBezTo>
                  <a:pt x="628126" y="1027284"/>
                  <a:pt x="646433" y="1009090"/>
                  <a:pt x="660413" y="987364"/>
                </a:cubicBezTo>
                <a:cubicBezTo>
                  <a:pt x="677084" y="964084"/>
                  <a:pt x="687585" y="937708"/>
                  <a:pt x="698188" y="911382"/>
                </a:cubicBezTo>
                <a:cubicBezTo>
                  <a:pt x="706591" y="886219"/>
                  <a:pt x="712244" y="860409"/>
                  <a:pt x="718757" y="834642"/>
                </a:cubicBezTo>
                <a:cubicBezTo>
                  <a:pt x="724821" y="807580"/>
                  <a:pt x="721954" y="780608"/>
                  <a:pt x="719135" y="753393"/>
                </a:cubicBezTo>
                <a:cubicBezTo>
                  <a:pt x="711808" y="716480"/>
                  <a:pt x="697414" y="681637"/>
                  <a:pt x="684980" y="646246"/>
                </a:cubicBezTo>
                <a:cubicBezTo>
                  <a:pt x="663649" y="601235"/>
                  <a:pt x="645443" y="555184"/>
                  <a:pt x="620323" y="512020"/>
                </a:cubicBezTo>
                <a:cubicBezTo>
                  <a:pt x="597387" y="463802"/>
                  <a:pt x="561861" y="423125"/>
                  <a:pt x="527986" y="382289"/>
                </a:cubicBezTo>
                <a:cubicBezTo>
                  <a:pt x="492572" y="339686"/>
                  <a:pt x="447076" y="307694"/>
                  <a:pt x="406790" y="270370"/>
                </a:cubicBezTo>
                <a:cubicBezTo>
                  <a:pt x="369285" y="238365"/>
                  <a:pt x="330816" y="207631"/>
                  <a:pt x="290775" y="178893"/>
                </a:cubicBezTo>
                <a:cubicBezTo>
                  <a:pt x="265193" y="159319"/>
                  <a:pt x="237042" y="143555"/>
                  <a:pt x="210184" y="125992"/>
                </a:cubicBezTo>
                <a:cubicBezTo>
                  <a:pt x="195070" y="119217"/>
                  <a:pt x="182044" y="109426"/>
                  <a:pt x="167842" y="101079"/>
                </a:cubicBezTo>
                <a:cubicBezTo>
                  <a:pt x="160642" y="99353"/>
                  <a:pt x="153623" y="97878"/>
                  <a:pt x="146476" y="96269"/>
                </a:cubicBezTo>
                <a:cubicBezTo>
                  <a:pt x="142523" y="77357"/>
                  <a:pt x="137444" y="85852"/>
                  <a:pt x="123767" y="82256"/>
                </a:cubicBezTo>
                <a:cubicBezTo>
                  <a:pt x="110465" y="91196"/>
                  <a:pt x="100498" y="103630"/>
                  <a:pt x="91258" y="116553"/>
                </a:cubicBezTo>
                <a:cubicBezTo>
                  <a:pt x="77713" y="140006"/>
                  <a:pt x="67684" y="165119"/>
                  <a:pt x="57750" y="190145"/>
                </a:cubicBezTo>
                <a:cubicBezTo>
                  <a:pt x="44968" y="221411"/>
                  <a:pt x="40737" y="255141"/>
                  <a:pt x="36738" y="288481"/>
                </a:cubicBezTo>
                <a:cubicBezTo>
                  <a:pt x="33830" y="328589"/>
                  <a:pt x="32353" y="369304"/>
                  <a:pt x="33454" y="409563"/>
                </a:cubicBezTo>
                <a:cubicBezTo>
                  <a:pt x="36023" y="459675"/>
                  <a:pt x="44075" y="509499"/>
                  <a:pt x="53608" y="558762"/>
                </a:cubicBezTo>
                <a:cubicBezTo>
                  <a:pt x="65909" y="611968"/>
                  <a:pt x="83288" y="663671"/>
                  <a:pt x="99557" y="715734"/>
                </a:cubicBezTo>
                <a:cubicBezTo>
                  <a:pt x="120619" y="766376"/>
                  <a:pt x="141802" y="816575"/>
                  <a:pt x="167565" y="865067"/>
                </a:cubicBezTo>
                <a:cubicBezTo>
                  <a:pt x="194994" y="908682"/>
                  <a:pt x="217941" y="954687"/>
                  <a:pt x="249392" y="995693"/>
                </a:cubicBezTo>
                <a:cubicBezTo>
                  <a:pt x="283407" y="1040239"/>
                  <a:pt x="322810" y="1082315"/>
                  <a:pt x="366568" y="1117423"/>
                </a:cubicBezTo>
                <a:cubicBezTo>
                  <a:pt x="397866" y="1140747"/>
                  <a:pt x="420079" y="1171110"/>
                  <a:pt x="454003" y="1190574"/>
                </a:cubicBezTo>
                <a:cubicBezTo>
                  <a:pt x="462349" y="1195362"/>
                  <a:pt x="455570" y="1207168"/>
                  <a:pt x="447228" y="1202374"/>
                </a:cubicBezTo>
                <a:cubicBezTo>
                  <a:pt x="412697" y="1182533"/>
                  <a:pt x="372771" y="1173549"/>
                  <a:pt x="343243" y="1145301"/>
                </a:cubicBezTo>
                <a:cubicBezTo>
                  <a:pt x="298117" y="1106030"/>
                  <a:pt x="251157" y="1068910"/>
                  <a:pt x="214227" y="1021181"/>
                </a:cubicBezTo>
                <a:cubicBezTo>
                  <a:pt x="183912" y="977083"/>
                  <a:pt x="154299" y="931933"/>
                  <a:pt x="133466" y="882430"/>
                </a:cubicBezTo>
                <a:cubicBezTo>
                  <a:pt x="108775" y="831864"/>
                  <a:pt x="83615" y="780799"/>
                  <a:pt x="67237" y="726877"/>
                </a:cubicBezTo>
                <a:cubicBezTo>
                  <a:pt x="47518" y="674485"/>
                  <a:pt x="34425" y="619893"/>
                  <a:pt x="24646" y="564819"/>
                </a:cubicBezTo>
                <a:cubicBezTo>
                  <a:pt x="13186" y="513792"/>
                  <a:pt x="2597" y="462883"/>
                  <a:pt x="645" y="410419"/>
                </a:cubicBezTo>
                <a:cubicBezTo>
                  <a:pt x="-395" y="368204"/>
                  <a:pt x="-1011" y="326566"/>
                  <a:pt x="5641" y="284641"/>
                </a:cubicBezTo>
                <a:cubicBezTo>
                  <a:pt x="11251" y="249080"/>
                  <a:pt x="16330" y="213796"/>
                  <a:pt x="27157" y="179257"/>
                </a:cubicBezTo>
                <a:cubicBezTo>
                  <a:pt x="36747" y="151990"/>
                  <a:pt x="46385" y="124641"/>
                  <a:pt x="60758" y="99411"/>
                </a:cubicBezTo>
                <a:cubicBezTo>
                  <a:pt x="70569" y="79021"/>
                  <a:pt x="77980" y="58530"/>
                  <a:pt x="96830" y="43801"/>
                </a:cubicBezTo>
                <a:cubicBezTo>
                  <a:pt x="113198" y="27908"/>
                  <a:pt x="129282" y="12607"/>
                  <a:pt x="148248" y="0"/>
                </a:cubicBezTo>
                <a:cubicBezTo>
                  <a:pt x="168529" y="405"/>
                  <a:pt x="187943" y="40"/>
                  <a:pt x="206474" y="10105"/>
                </a:cubicBezTo>
                <a:cubicBezTo>
                  <a:pt x="228359" y="18295"/>
                  <a:pt x="248499" y="27568"/>
                  <a:pt x="265731" y="43812"/>
                </a:cubicBezTo>
                <a:cubicBezTo>
                  <a:pt x="294007" y="63992"/>
                  <a:pt x="320345" y="86462"/>
                  <a:pt x="346753" y="109083"/>
                </a:cubicBezTo>
                <a:cubicBezTo>
                  <a:pt x="384708" y="142806"/>
                  <a:pt x="422304" y="176855"/>
                  <a:pt x="459195" y="211743"/>
                </a:cubicBezTo>
                <a:cubicBezTo>
                  <a:pt x="503181" y="249714"/>
                  <a:pt x="542371" y="293220"/>
                  <a:pt x="582087" y="335654"/>
                </a:cubicBezTo>
                <a:cubicBezTo>
                  <a:pt x="620902" y="379119"/>
                  <a:pt x="654527" y="426269"/>
                  <a:pt x="687224" y="474395"/>
                </a:cubicBezTo>
                <a:cubicBezTo>
                  <a:pt x="712280" y="520390"/>
                  <a:pt x="738588" y="566258"/>
                  <a:pt x="757255" y="615270"/>
                </a:cubicBezTo>
                <a:cubicBezTo>
                  <a:pt x="777030" y="654472"/>
                  <a:pt x="794279" y="695143"/>
                  <a:pt x="804305" y="738009"/>
                </a:cubicBezTo>
                <a:cubicBezTo>
                  <a:pt x="811061" y="776130"/>
                  <a:pt x="815326" y="813592"/>
                  <a:pt x="806367" y="852090"/>
                </a:cubicBezTo>
                <a:cubicBezTo>
                  <a:pt x="800073" y="885388"/>
                  <a:pt x="792577" y="917738"/>
                  <a:pt x="775614" y="947579"/>
                </a:cubicBezTo>
                <a:cubicBezTo>
                  <a:pt x="759182" y="976598"/>
                  <a:pt x="741553" y="1005071"/>
                  <a:pt x="719870" y="1030791"/>
                </a:cubicBezTo>
                <a:cubicBezTo>
                  <a:pt x="703164" y="1050320"/>
                  <a:pt x="689671" y="1073888"/>
                  <a:pt x="670986" y="1090419"/>
                </a:cubicBezTo>
                <a:cubicBezTo>
                  <a:pt x="634428" y="1122765"/>
                  <a:pt x="591426" y="1091579"/>
                  <a:pt x="615622" y="104918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21D54A22-8FDF-5215-3ABB-0F01F5BB938B}"/>
              </a:ext>
            </a:extLst>
          </p:cNvPr>
          <p:cNvSpPr/>
          <p:nvPr/>
        </p:nvSpPr>
        <p:spPr>
          <a:xfrm>
            <a:off x="8381130" y="2155529"/>
            <a:ext cx="706066" cy="1559411"/>
          </a:xfrm>
          <a:custGeom>
            <a:avLst/>
            <a:gdLst>
              <a:gd name="csX0" fmla="*/ 171663 w 706066"/>
              <a:gd name="csY0" fmla="*/ 1457793 h 1559411"/>
              <a:gd name="csX1" fmla="*/ 231527 w 706066"/>
              <a:gd name="csY1" fmla="*/ 1442465 h 1559411"/>
              <a:gd name="csX2" fmla="*/ 360467 w 706066"/>
              <a:gd name="csY2" fmla="*/ 1327232 h 1559411"/>
              <a:gd name="csX3" fmla="*/ 489007 w 706066"/>
              <a:gd name="csY3" fmla="*/ 1078172 h 1559411"/>
              <a:gd name="csX4" fmla="*/ 574545 w 706066"/>
              <a:gd name="csY4" fmla="*/ 804252 h 1559411"/>
              <a:gd name="csX5" fmla="*/ 619813 w 706066"/>
              <a:gd name="csY5" fmla="*/ 575243 h 1559411"/>
              <a:gd name="csX6" fmla="*/ 632196 w 706066"/>
              <a:gd name="csY6" fmla="*/ 392667 h 1559411"/>
              <a:gd name="csX7" fmla="*/ 616989 w 706066"/>
              <a:gd name="csY7" fmla="*/ 257165 h 1559411"/>
              <a:gd name="csX8" fmla="*/ 588590 w 706066"/>
              <a:gd name="csY8" fmla="*/ 156104 h 1559411"/>
              <a:gd name="csX9" fmla="*/ 561610 w 706066"/>
              <a:gd name="csY9" fmla="*/ 104586 h 1559411"/>
              <a:gd name="csX10" fmla="*/ 547968 w 706066"/>
              <a:gd name="csY10" fmla="*/ 89340 h 1559411"/>
              <a:gd name="csX11" fmla="*/ 517130 w 706066"/>
              <a:gd name="csY11" fmla="*/ 96564 h 1559411"/>
              <a:gd name="csX12" fmla="*/ 411812 w 706066"/>
              <a:gd name="csY12" fmla="*/ 204415 h 1559411"/>
              <a:gd name="csX13" fmla="*/ 295255 w 706066"/>
              <a:gd name="csY13" fmla="*/ 416671 h 1559411"/>
              <a:gd name="csX14" fmla="*/ 174392 w 706066"/>
              <a:gd name="csY14" fmla="*/ 698601 h 1559411"/>
              <a:gd name="csX15" fmla="*/ 75761 w 706066"/>
              <a:gd name="csY15" fmla="*/ 1016193 h 1559411"/>
              <a:gd name="csX16" fmla="*/ 21365 w 706066"/>
              <a:gd name="csY16" fmla="*/ 1326584 h 1559411"/>
              <a:gd name="csX17" fmla="*/ 17077 w 706066"/>
              <a:gd name="csY17" fmla="*/ 1455696 h 1559411"/>
              <a:gd name="csX18" fmla="*/ 3487 w 706066"/>
              <a:gd name="csY18" fmla="*/ 1456382 h 1559411"/>
              <a:gd name="csX19" fmla="*/ 0 w 706066"/>
              <a:gd name="csY19" fmla="*/ 1324489 h 1559411"/>
              <a:gd name="csX20" fmla="*/ 60747 w 706066"/>
              <a:gd name="csY20" fmla="*/ 1012031 h 1559411"/>
              <a:gd name="csX21" fmla="*/ 161664 w 706066"/>
              <a:gd name="csY21" fmla="*/ 693772 h 1559411"/>
              <a:gd name="csX22" fmla="*/ 282555 w 706066"/>
              <a:gd name="csY22" fmla="*/ 410413 h 1559411"/>
              <a:gd name="csX23" fmla="*/ 390674 w 706066"/>
              <a:gd name="csY23" fmla="*/ 190843 h 1559411"/>
              <a:gd name="csX24" fmla="*/ 484133 w 706066"/>
              <a:gd name="csY24" fmla="*/ 56607 h 1559411"/>
              <a:gd name="csX25" fmla="*/ 584460 w 706066"/>
              <a:gd name="csY25" fmla="*/ 1141 h 1559411"/>
              <a:gd name="csX26" fmla="*/ 644550 w 706066"/>
              <a:gd name="csY26" fmla="*/ 50698 h 1559411"/>
              <a:gd name="csX27" fmla="*/ 675822 w 706066"/>
              <a:gd name="csY27" fmla="*/ 131566 h 1559411"/>
              <a:gd name="csX28" fmla="*/ 696882 w 706066"/>
              <a:gd name="csY28" fmla="*/ 244189 h 1559411"/>
              <a:gd name="csX29" fmla="*/ 705380 w 706066"/>
              <a:gd name="csY29" fmla="*/ 393484 h 1559411"/>
              <a:gd name="csX30" fmla="*/ 683468 w 706066"/>
              <a:gd name="csY30" fmla="*/ 587204 h 1559411"/>
              <a:gd name="csX31" fmla="*/ 620910 w 706066"/>
              <a:gd name="csY31" fmla="*/ 817137 h 1559411"/>
              <a:gd name="csX32" fmla="*/ 530203 w 706066"/>
              <a:gd name="csY32" fmla="*/ 1094372 h 1559411"/>
              <a:gd name="csX33" fmla="*/ 407930 w 706066"/>
              <a:gd name="csY33" fmla="*/ 1359995 h 1559411"/>
              <a:gd name="csX34" fmla="*/ 273456 w 706066"/>
              <a:gd name="csY34" fmla="*/ 1517682 h 1559411"/>
              <a:gd name="csX35" fmla="*/ 191433 w 706066"/>
              <a:gd name="csY35" fmla="*/ 1558375 h 1559411"/>
              <a:gd name="csX36" fmla="*/ 171672 w 706066"/>
              <a:gd name="csY36" fmla="*/ 1457782 h 15594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706066" h="1559411">
                <a:moveTo>
                  <a:pt x="171663" y="1457793"/>
                </a:moveTo>
                <a:cubicBezTo>
                  <a:pt x="192018" y="1456780"/>
                  <a:pt x="211718" y="1449420"/>
                  <a:pt x="231527" y="1442465"/>
                </a:cubicBezTo>
                <a:cubicBezTo>
                  <a:pt x="285337" y="1418312"/>
                  <a:pt x="323948" y="1371894"/>
                  <a:pt x="360467" y="1327232"/>
                </a:cubicBezTo>
                <a:cubicBezTo>
                  <a:pt x="416010" y="1251154"/>
                  <a:pt x="454262" y="1165192"/>
                  <a:pt x="489007" y="1078172"/>
                </a:cubicBezTo>
                <a:cubicBezTo>
                  <a:pt x="523645" y="988869"/>
                  <a:pt x="550029" y="896750"/>
                  <a:pt x="574545" y="804252"/>
                </a:cubicBezTo>
                <a:cubicBezTo>
                  <a:pt x="594055" y="728812"/>
                  <a:pt x="607708" y="652148"/>
                  <a:pt x="619813" y="575243"/>
                </a:cubicBezTo>
                <a:cubicBezTo>
                  <a:pt x="629265" y="514867"/>
                  <a:pt x="633765" y="453751"/>
                  <a:pt x="632196" y="392667"/>
                </a:cubicBezTo>
                <a:cubicBezTo>
                  <a:pt x="632208" y="346902"/>
                  <a:pt x="624527" y="302083"/>
                  <a:pt x="616989" y="257165"/>
                </a:cubicBezTo>
                <a:cubicBezTo>
                  <a:pt x="609681" y="222895"/>
                  <a:pt x="599365" y="189304"/>
                  <a:pt x="588590" y="156104"/>
                </a:cubicBezTo>
                <a:cubicBezTo>
                  <a:pt x="584451" y="136066"/>
                  <a:pt x="573313" y="120513"/>
                  <a:pt x="561610" y="104586"/>
                </a:cubicBezTo>
                <a:cubicBezTo>
                  <a:pt x="558129" y="98722"/>
                  <a:pt x="552516" y="94422"/>
                  <a:pt x="547968" y="89340"/>
                </a:cubicBezTo>
                <a:cubicBezTo>
                  <a:pt x="567806" y="75999"/>
                  <a:pt x="522887" y="93825"/>
                  <a:pt x="517130" y="96564"/>
                </a:cubicBezTo>
                <a:cubicBezTo>
                  <a:pt x="475369" y="125690"/>
                  <a:pt x="442497" y="164158"/>
                  <a:pt x="411812" y="204415"/>
                </a:cubicBezTo>
                <a:cubicBezTo>
                  <a:pt x="365074" y="270742"/>
                  <a:pt x="330461" y="343900"/>
                  <a:pt x="295255" y="416671"/>
                </a:cubicBezTo>
                <a:cubicBezTo>
                  <a:pt x="250172" y="508565"/>
                  <a:pt x="210585" y="602904"/>
                  <a:pt x="174392" y="698601"/>
                </a:cubicBezTo>
                <a:cubicBezTo>
                  <a:pt x="135890" y="802633"/>
                  <a:pt x="103408" y="908799"/>
                  <a:pt x="75761" y="1016193"/>
                </a:cubicBezTo>
                <a:cubicBezTo>
                  <a:pt x="50804" y="1118330"/>
                  <a:pt x="31518" y="1221914"/>
                  <a:pt x="21365" y="1326584"/>
                </a:cubicBezTo>
                <a:cubicBezTo>
                  <a:pt x="12713" y="1369342"/>
                  <a:pt x="14889" y="1412535"/>
                  <a:pt x="17077" y="1455696"/>
                </a:cubicBezTo>
                <a:cubicBezTo>
                  <a:pt x="17564" y="1465306"/>
                  <a:pt x="3970" y="1465991"/>
                  <a:pt x="3487" y="1456382"/>
                </a:cubicBezTo>
                <a:cubicBezTo>
                  <a:pt x="1279" y="1412430"/>
                  <a:pt x="338" y="1368501"/>
                  <a:pt x="0" y="1324489"/>
                </a:cubicBezTo>
                <a:cubicBezTo>
                  <a:pt x="10456" y="1218514"/>
                  <a:pt x="28698" y="1113872"/>
                  <a:pt x="60747" y="1012031"/>
                </a:cubicBezTo>
                <a:cubicBezTo>
                  <a:pt x="92316" y="905303"/>
                  <a:pt x="122009" y="797909"/>
                  <a:pt x="161664" y="693772"/>
                </a:cubicBezTo>
                <a:cubicBezTo>
                  <a:pt x="198014" y="597674"/>
                  <a:pt x="235595" y="501920"/>
                  <a:pt x="282555" y="410413"/>
                </a:cubicBezTo>
                <a:cubicBezTo>
                  <a:pt x="318973" y="337390"/>
                  <a:pt x="353823" y="263595"/>
                  <a:pt x="390674" y="190843"/>
                </a:cubicBezTo>
                <a:cubicBezTo>
                  <a:pt x="416633" y="142482"/>
                  <a:pt x="445320" y="95824"/>
                  <a:pt x="484133" y="56607"/>
                </a:cubicBezTo>
                <a:cubicBezTo>
                  <a:pt x="511916" y="25713"/>
                  <a:pt x="538636" y="-6512"/>
                  <a:pt x="584460" y="1141"/>
                </a:cubicBezTo>
                <a:cubicBezTo>
                  <a:pt x="609233" y="13719"/>
                  <a:pt x="628536" y="26945"/>
                  <a:pt x="644550" y="50698"/>
                </a:cubicBezTo>
                <a:cubicBezTo>
                  <a:pt x="657617" y="76664"/>
                  <a:pt x="668905" y="103106"/>
                  <a:pt x="675822" y="131566"/>
                </a:cubicBezTo>
                <a:cubicBezTo>
                  <a:pt x="683713" y="168928"/>
                  <a:pt x="691273" y="206386"/>
                  <a:pt x="696882" y="244189"/>
                </a:cubicBezTo>
                <a:cubicBezTo>
                  <a:pt x="703642" y="293644"/>
                  <a:pt x="707778" y="343487"/>
                  <a:pt x="705380" y="393484"/>
                </a:cubicBezTo>
                <a:cubicBezTo>
                  <a:pt x="702425" y="458503"/>
                  <a:pt x="697145" y="523405"/>
                  <a:pt x="683468" y="587204"/>
                </a:cubicBezTo>
                <a:cubicBezTo>
                  <a:pt x="666535" y="664864"/>
                  <a:pt x="643945" y="741099"/>
                  <a:pt x="620910" y="817137"/>
                </a:cubicBezTo>
                <a:cubicBezTo>
                  <a:pt x="593689" y="910585"/>
                  <a:pt x="565181" y="1003446"/>
                  <a:pt x="530203" y="1094372"/>
                </a:cubicBezTo>
                <a:cubicBezTo>
                  <a:pt x="494924" y="1185241"/>
                  <a:pt x="457058" y="1275633"/>
                  <a:pt x="407930" y="1359995"/>
                </a:cubicBezTo>
                <a:cubicBezTo>
                  <a:pt x="372244" y="1420749"/>
                  <a:pt x="332206" y="1476982"/>
                  <a:pt x="273456" y="1517682"/>
                </a:cubicBezTo>
                <a:cubicBezTo>
                  <a:pt x="247890" y="1534089"/>
                  <a:pt x="220904" y="1553094"/>
                  <a:pt x="191433" y="1558375"/>
                </a:cubicBezTo>
                <a:cubicBezTo>
                  <a:pt x="120081" y="1571163"/>
                  <a:pt x="99272" y="1461382"/>
                  <a:pt x="171672" y="1457782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8C5A058F-5D89-F389-8FED-B5C7160CAF6B}"/>
              </a:ext>
            </a:extLst>
          </p:cNvPr>
          <p:cNvSpPr/>
          <p:nvPr/>
        </p:nvSpPr>
        <p:spPr>
          <a:xfrm>
            <a:off x="8812551" y="2806612"/>
            <a:ext cx="600087" cy="840122"/>
          </a:xfrm>
          <a:custGeom>
            <a:avLst/>
            <a:gdLst>
              <a:gd name="csX0" fmla="*/ 22468 w 600087"/>
              <a:gd name="csY0" fmla="*/ 758989 h 840122"/>
              <a:gd name="csX1" fmla="*/ 95765 w 600087"/>
              <a:gd name="csY1" fmla="*/ 712523 h 840122"/>
              <a:gd name="csX2" fmla="*/ 246727 w 600087"/>
              <a:gd name="csY2" fmla="*/ 566885 h 840122"/>
              <a:gd name="csX3" fmla="*/ 384516 w 600087"/>
              <a:gd name="csY3" fmla="*/ 385491 h 840122"/>
              <a:gd name="csX4" fmla="*/ 494719 w 600087"/>
              <a:gd name="csY4" fmla="*/ 203945 h 840122"/>
              <a:gd name="csX5" fmla="*/ 578261 w 600087"/>
              <a:gd name="csY5" fmla="*/ 34066 h 840122"/>
              <a:gd name="csX6" fmla="*/ 586660 w 600087"/>
              <a:gd name="csY6" fmla="*/ 5307 h 840122"/>
              <a:gd name="csX7" fmla="*/ 599722 w 600087"/>
              <a:gd name="csY7" fmla="*/ 9122 h 840122"/>
              <a:gd name="csX8" fmla="*/ 591198 w 600087"/>
              <a:gd name="csY8" fmla="*/ 38285 h 840122"/>
              <a:gd name="csX9" fmla="*/ 525282 w 600087"/>
              <a:gd name="csY9" fmla="*/ 220432 h 840122"/>
              <a:gd name="csX10" fmla="*/ 413811 w 600087"/>
              <a:gd name="csY10" fmla="*/ 405483 h 840122"/>
              <a:gd name="csX11" fmla="*/ 275375 w 600087"/>
              <a:gd name="csY11" fmla="*/ 592240 h 840122"/>
              <a:gd name="csX12" fmla="*/ 133272 w 600087"/>
              <a:gd name="csY12" fmla="*/ 751917 h 840122"/>
              <a:gd name="csX13" fmla="*/ 65177 w 600087"/>
              <a:gd name="csY13" fmla="*/ 829797 h 840122"/>
              <a:gd name="csX14" fmla="*/ 22467 w 600087"/>
              <a:gd name="csY14" fmla="*/ 758995 h 840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600087" h="840122">
                <a:moveTo>
                  <a:pt x="22468" y="758989"/>
                </a:moveTo>
                <a:cubicBezTo>
                  <a:pt x="48467" y="747628"/>
                  <a:pt x="72772" y="729570"/>
                  <a:pt x="95765" y="712523"/>
                </a:cubicBezTo>
                <a:cubicBezTo>
                  <a:pt x="150448" y="668753"/>
                  <a:pt x="199092" y="618063"/>
                  <a:pt x="246727" y="566885"/>
                </a:cubicBezTo>
                <a:cubicBezTo>
                  <a:pt x="297206" y="509940"/>
                  <a:pt x="342386" y="448775"/>
                  <a:pt x="384516" y="385491"/>
                </a:cubicBezTo>
                <a:cubicBezTo>
                  <a:pt x="422240" y="325490"/>
                  <a:pt x="459610" y="265515"/>
                  <a:pt x="494719" y="203945"/>
                </a:cubicBezTo>
                <a:cubicBezTo>
                  <a:pt x="527212" y="149396"/>
                  <a:pt x="558423" y="94922"/>
                  <a:pt x="578261" y="34066"/>
                </a:cubicBezTo>
                <a:cubicBezTo>
                  <a:pt x="581061" y="24480"/>
                  <a:pt x="583861" y="14894"/>
                  <a:pt x="586660" y="5307"/>
                </a:cubicBezTo>
                <a:cubicBezTo>
                  <a:pt x="589358" y="-3929"/>
                  <a:pt x="602420" y="-113"/>
                  <a:pt x="599722" y="9122"/>
                </a:cubicBezTo>
                <a:cubicBezTo>
                  <a:pt x="596881" y="18844"/>
                  <a:pt x="594039" y="28564"/>
                  <a:pt x="591198" y="38285"/>
                </a:cubicBezTo>
                <a:cubicBezTo>
                  <a:pt x="571192" y="99596"/>
                  <a:pt x="554392" y="162977"/>
                  <a:pt x="525282" y="220432"/>
                </a:cubicBezTo>
                <a:cubicBezTo>
                  <a:pt x="492587" y="284460"/>
                  <a:pt x="456397" y="347505"/>
                  <a:pt x="413811" y="405483"/>
                </a:cubicBezTo>
                <a:cubicBezTo>
                  <a:pt x="369394" y="468979"/>
                  <a:pt x="326410" y="533747"/>
                  <a:pt x="275375" y="592240"/>
                </a:cubicBezTo>
                <a:cubicBezTo>
                  <a:pt x="229433" y="646751"/>
                  <a:pt x="179506" y="697663"/>
                  <a:pt x="133272" y="751917"/>
                </a:cubicBezTo>
                <a:cubicBezTo>
                  <a:pt x="111247" y="778443"/>
                  <a:pt x="90413" y="806155"/>
                  <a:pt x="65177" y="829797"/>
                </a:cubicBezTo>
                <a:cubicBezTo>
                  <a:pt x="22509" y="869772"/>
                  <a:pt x="-31111" y="782408"/>
                  <a:pt x="22467" y="75899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11E8B837-7E9D-5543-5377-AFBA05A4FD92}"/>
              </a:ext>
            </a:extLst>
          </p:cNvPr>
          <p:cNvSpPr/>
          <p:nvPr/>
        </p:nvSpPr>
        <p:spPr>
          <a:xfrm>
            <a:off x="8951989" y="2107506"/>
            <a:ext cx="579866" cy="821256"/>
          </a:xfrm>
          <a:custGeom>
            <a:avLst/>
            <a:gdLst>
              <a:gd name="csX0" fmla="*/ 524157 w 579866"/>
              <a:gd name="csY0" fmla="*/ 242038 h 821256"/>
              <a:gd name="csX1" fmla="*/ 531629 w 579866"/>
              <a:gd name="csY1" fmla="*/ 195381 h 821256"/>
              <a:gd name="csX2" fmla="*/ 536382 w 579866"/>
              <a:gd name="csY2" fmla="*/ 122180 h 821256"/>
              <a:gd name="csX3" fmla="*/ 532125 w 579866"/>
              <a:gd name="csY3" fmla="*/ 62173 h 821256"/>
              <a:gd name="csX4" fmla="*/ 526167 w 579866"/>
              <a:gd name="csY4" fmla="*/ 41098 h 821256"/>
              <a:gd name="csX5" fmla="*/ 524517 w 579866"/>
              <a:gd name="csY5" fmla="*/ 49658 h 821256"/>
              <a:gd name="csX6" fmla="*/ 441930 w 579866"/>
              <a:gd name="csY6" fmla="*/ 153909 h 821256"/>
              <a:gd name="csX7" fmla="*/ 306780 w 579866"/>
              <a:gd name="csY7" fmla="*/ 361716 h 821256"/>
              <a:gd name="csX8" fmla="*/ 153951 w 579866"/>
              <a:gd name="csY8" fmla="*/ 586458 h 821256"/>
              <a:gd name="csX9" fmla="*/ 12962 w 579866"/>
              <a:gd name="csY9" fmla="*/ 817363 h 821256"/>
              <a:gd name="csX10" fmla="*/ 1069 w 579866"/>
              <a:gd name="csY10" fmla="*/ 810752 h 821256"/>
              <a:gd name="csX11" fmla="*/ 142611 w 579866"/>
              <a:gd name="csY11" fmla="*/ 578942 h 821256"/>
              <a:gd name="csX12" fmla="*/ 295468 w 579866"/>
              <a:gd name="csY12" fmla="*/ 354152 h 821256"/>
              <a:gd name="csX13" fmla="*/ 430275 w 579866"/>
              <a:gd name="csY13" fmla="*/ 146888 h 821256"/>
              <a:gd name="csX14" fmla="*/ 500831 w 579866"/>
              <a:gd name="csY14" fmla="*/ 22815 h 821256"/>
              <a:gd name="csX15" fmla="*/ 564862 w 579866"/>
              <a:gd name="csY15" fmla="*/ 10814 h 821256"/>
              <a:gd name="csX16" fmla="*/ 579576 w 579866"/>
              <a:gd name="csY16" fmla="*/ 58900 h 821256"/>
              <a:gd name="csX17" fmla="*/ 578384 w 579866"/>
              <a:gd name="csY17" fmla="*/ 123851 h 821256"/>
              <a:gd name="csX18" fmla="*/ 569886 w 579866"/>
              <a:gd name="csY18" fmla="*/ 201051 h 821256"/>
              <a:gd name="csX19" fmla="*/ 562260 w 579866"/>
              <a:gd name="csY19" fmla="*/ 251638 h 821256"/>
              <a:gd name="csX20" fmla="*/ 524159 w 579866"/>
              <a:gd name="csY20" fmla="*/ 242033 h 8212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79866" h="821256">
                <a:moveTo>
                  <a:pt x="524157" y="242038"/>
                </a:moveTo>
                <a:cubicBezTo>
                  <a:pt x="521088" y="229310"/>
                  <a:pt x="527929" y="210189"/>
                  <a:pt x="531629" y="195381"/>
                </a:cubicBezTo>
                <a:cubicBezTo>
                  <a:pt x="537265" y="171228"/>
                  <a:pt x="537669" y="146765"/>
                  <a:pt x="536382" y="122180"/>
                </a:cubicBezTo>
                <a:cubicBezTo>
                  <a:pt x="537937" y="102022"/>
                  <a:pt x="534379" y="82073"/>
                  <a:pt x="532125" y="62173"/>
                </a:cubicBezTo>
                <a:cubicBezTo>
                  <a:pt x="533053" y="55495"/>
                  <a:pt x="526875" y="43605"/>
                  <a:pt x="526167" y="41098"/>
                </a:cubicBezTo>
                <a:cubicBezTo>
                  <a:pt x="543747" y="52035"/>
                  <a:pt x="526348" y="40158"/>
                  <a:pt x="524517" y="49658"/>
                </a:cubicBezTo>
                <a:cubicBezTo>
                  <a:pt x="488839" y="77027"/>
                  <a:pt x="464821" y="115900"/>
                  <a:pt x="441930" y="153909"/>
                </a:cubicBezTo>
                <a:cubicBezTo>
                  <a:pt x="398793" y="224405"/>
                  <a:pt x="352720" y="293031"/>
                  <a:pt x="306780" y="361716"/>
                </a:cubicBezTo>
                <a:cubicBezTo>
                  <a:pt x="255871" y="436661"/>
                  <a:pt x="204005" y="510934"/>
                  <a:pt x="153951" y="586458"/>
                </a:cubicBezTo>
                <a:cubicBezTo>
                  <a:pt x="103943" y="661567"/>
                  <a:pt x="56796" y="738506"/>
                  <a:pt x="12962" y="817363"/>
                </a:cubicBezTo>
                <a:cubicBezTo>
                  <a:pt x="8287" y="825773"/>
                  <a:pt x="-3606" y="819161"/>
                  <a:pt x="1069" y="810752"/>
                </a:cubicBezTo>
                <a:cubicBezTo>
                  <a:pt x="45083" y="731585"/>
                  <a:pt x="92405" y="654342"/>
                  <a:pt x="142611" y="578942"/>
                </a:cubicBezTo>
                <a:cubicBezTo>
                  <a:pt x="192673" y="503401"/>
                  <a:pt x="244547" y="429104"/>
                  <a:pt x="295468" y="354152"/>
                </a:cubicBezTo>
                <a:cubicBezTo>
                  <a:pt x="341288" y="285649"/>
                  <a:pt x="387244" y="217201"/>
                  <a:pt x="430275" y="146888"/>
                </a:cubicBezTo>
                <a:cubicBezTo>
                  <a:pt x="454863" y="106064"/>
                  <a:pt x="473981" y="62208"/>
                  <a:pt x="500831" y="22815"/>
                </a:cubicBezTo>
                <a:cubicBezTo>
                  <a:pt x="521922" y="866"/>
                  <a:pt x="537780" y="-9265"/>
                  <a:pt x="564862" y="10814"/>
                </a:cubicBezTo>
                <a:cubicBezTo>
                  <a:pt x="573182" y="26251"/>
                  <a:pt x="581546" y="39425"/>
                  <a:pt x="579576" y="58900"/>
                </a:cubicBezTo>
                <a:cubicBezTo>
                  <a:pt x="579397" y="80562"/>
                  <a:pt x="578373" y="102178"/>
                  <a:pt x="578384" y="123851"/>
                </a:cubicBezTo>
                <a:cubicBezTo>
                  <a:pt x="574574" y="149539"/>
                  <a:pt x="571814" y="175166"/>
                  <a:pt x="569886" y="201051"/>
                </a:cubicBezTo>
                <a:cubicBezTo>
                  <a:pt x="568973" y="217778"/>
                  <a:pt x="570379" y="238874"/>
                  <a:pt x="562260" y="251638"/>
                </a:cubicBezTo>
                <a:cubicBezTo>
                  <a:pt x="547348" y="275081"/>
                  <a:pt x="530672" y="269043"/>
                  <a:pt x="524159" y="242033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7B5A3402-B1AE-D217-5F99-7D075594886D}"/>
              </a:ext>
            </a:extLst>
          </p:cNvPr>
          <p:cNvSpPr/>
          <p:nvPr/>
        </p:nvSpPr>
        <p:spPr>
          <a:xfrm>
            <a:off x="9175602" y="1645294"/>
            <a:ext cx="874831" cy="1760874"/>
          </a:xfrm>
          <a:custGeom>
            <a:avLst/>
            <a:gdLst>
              <a:gd name="csX0" fmla="*/ 4222 w 874831"/>
              <a:gd name="csY0" fmla="*/ 1720853 h 1760874"/>
              <a:gd name="csX1" fmla="*/ 76151 w 874831"/>
              <a:gd name="csY1" fmla="*/ 1631727 h 1760874"/>
              <a:gd name="csX2" fmla="*/ 236828 w 874831"/>
              <a:gd name="csY2" fmla="*/ 1419129 h 1760874"/>
              <a:gd name="csX3" fmla="*/ 438234 w 874831"/>
              <a:gd name="csY3" fmla="*/ 1157496 h 1760874"/>
              <a:gd name="csX4" fmla="*/ 629792 w 874831"/>
              <a:gd name="csY4" fmla="*/ 851439 h 1760874"/>
              <a:gd name="csX5" fmla="*/ 725585 w 874831"/>
              <a:gd name="csY5" fmla="*/ 583263 h 1760874"/>
              <a:gd name="csX6" fmla="*/ 781722 w 874831"/>
              <a:gd name="csY6" fmla="*/ 360797 h 1760874"/>
              <a:gd name="csX7" fmla="*/ 801658 w 874831"/>
              <a:gd name="csY7" fmla="*/ 192995 h 1760874"/>
              <a:gd name="csX8" fmla="*/ 790311 w 874831"/>
              <a:gd name="csY8" fmla="*/ 107831 h 1760874"/>
              <a:gd name="csX9" fmla="*/ 769938 w 874831"/>
              <a:gd name="csY9" fmla="*/ 89490 h 1760874"/>
              <a:gd name="csX10" fmla="*/ 750898 w 874831"/>
              <a:gd name="csY10" fmla="*/ 93555 h 1760874"/>
              <a:gd name="csX11" fmla="*/ 597050 w 874831"/>
              <a:gd name="csY11" fmla="*/ 203130 h 1760874"/>
              <a:gd name="csX12" fmla="*/ 537537 w 874831"/>
              <a:gd name="csY12" fmla="*/ 286484 h 1760874"/>
              <a:gd name="csX13" fmla="*/ 526284 w 874831"/>
              <a:gd name="csY13" fmla="*/ 278835 h 1760874"/>
              <a:gd name="csX14" fmla="*/ 586598 w 874831"/>
              <a:gd name="csY14" fmla="*/ 194419 h 1760874"/>
              <a:gd name="csX15" fmla="*/ 712461 w 874831"/>
              <a:gd name="csY15" fmla="*/ 26208 h 1760874"/>
              <a:gd name="csX16" fmla="*/ 828818 w 874831"/>
              <a:gd name="csY16" fmla="*/ 14517 h 1760874"/>
              <a:gd name="csX17" fmla="*/ 874028 w 874831"/>
              <a:gd name="csY17" fmla="*/ 88384 h 1760874"/>
              <a:gd name="csX18" fmla="*/ 864523 w 874831"/>
              <a:gd name="csY18" fmla="*/ 201675 h 1760874"/>
              <a:gd name="csX19" fmla="*/ 819628 w 874831"/>
              <a:gd name="csY19" fmla="*/ 370000 h 1760874"/>
              <a:gd name="csX20" fmla="*/ 759868 w 874831"/>
              <a:gd name="csY20" fmla="*/ 593657 h 1760874"/>
              <a:gd name="csX21" fmla="*/ 645701 w 874831"/>
              <a:gd name="csY21" fmla="*/ 859652 h 1760874"/>
              <a:gd name="csX22" fmla="*/ 467003 w 874831"/>
              <a:gd name="csY22" fmla="*/ 1177149 h 1760874"/>
              <a:gd name="csX23" fmla="*/ 273121 w 874831"/>
              <a:gd name="csY23" fmla="*/ 1446983 h 1760874"/>
              <a:gd name="csX24" fmla="*/ 113682 w 874831"/>
              <a:gd name="csY24" fmla="*/ 1660771 h 1760874"/>
              <a:gd name="csX25" fmla="*/ 42390 w 874831"/>
              <a:gd name="csY25" fmla="*/ 1752400 h 1760874"/>
              <a:gd name="csX26" fmla="*/ 4232 w 874831"/>
              <a:gd name="csY26" fmla="*/ 1720861 h 17608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74831" h="1760874">
                <a:moveTo>
                  <a:pt x="4222" y="1720853"/>
                </a:moveTo>
                <a:cubicBezTo>
                  <a:pt x="20362" y="1684888"/>
                  <a:pt x="49929" y="1659996"/>
                  <a:pt x="76151" y="1631727"/>
                </a:cubicBezTo>
                <a:cubicBezTo>
                  <a:pt x="137340" y="1566796"/>
                  <a:pt x="182336" y="1489423"/>
                  <a:pt x="236828" y="1419129"/>
                </a:cubicBezTo>
                <a:cubicBezTo>
                  <a:pt x="307350" y="1334506"/>
                  <a:pt x="374331" y="1247184"/>
                  <a:pt x="438234" y="1157496"/>
                </a:cubicBezTo>
                <a:cubicBezTo>
                  <a:pt x="505893" y="1058160"/>
                  <a:pt x="577756" y="960071"/>
                  <a:pt x="629792" y="851439"/>
                </a:cubicBezTo>
                <a:cubicBezTo>
                  <a:pt x="671377" y="765523"/>
                  <a:pt x="700822" y="675160"/>
                  <a:pt x="725585" y="583263"/>
                </a:cubicBezTo>
                <a:cubicBezTo>
                  <a:pt x="748035" y="510098"/>
                  <a:pt x="764357" y="435282"/>
                  <a:pt x="781722" y="360797"/>
                </a:cubicBezTo>
                <a:cubicBezTo>
                  <a:pt x="791472" y="305176"/>
                  <a:pt x="799126" y="249402"/>
                  <a:pt x="801658" y="192995"/>
                </a:cubicBezTo>
                <a:cubicBezTo>
                  <a:pt x="806610" y="163105"/>
                  <a:pt x="797698" y="135300"/>
                  <a:pt x="790311" y="107831"/>
                </a:cubicBezTo>
                <a:cubicBezTo>
                  <a:pt x="786310" y="98345"/>
                  <a:pt x="777268" y="95222"/>
                  <a:pt x="769938" y="89490"/>
                </a:cubicBezTo>
                <a:cubicBezTo>
                  <a:pt x="768984" y="86262"/>
                  <a:pt x="756670" y="92323"/>
                  <a:pt x="750898" y="93555"/>
                </a:cubicBezTo>
                <a:cubicBezTo>
                  <a:pt x="686684" y="114925"/>
                  <a:pt x="639894" y="151711"/>
                  <a:pt x="597050" y="203130"/>
                </a:cubicBezTo>
                <a:cubicBezTo>
                  <a:pt x="557022" y="256247"/>
                  <a:pt x="576931" y="228513"/>
                  <a:pt x="537537" y="286484"/>
                </a:cubicBezTo>
                <a:cubicBezTo>
                  <a:pt x="532129" y="294442"/>
                  <a:pt x="520874" y="286791"/>
                  <a:pt x="526284" y="278835"/>
                </a:cubicBezTo>
                <a:cubicBezTo>
                  <a:pt x="566195" y="220142"/>
                  <a:pt x="546018" y="248230"/>
                  <a:pt x="586598" y="194419"/>
                </a:cubicBezTo>
                <a:cubicBezTo>
                  <a:pt x="631894" y="140081"/>
                  <a:pt x="664650" y="77700"/>
                  <a:pt x="712461" y="26208"/>
                </a:cubicBezTo>
                <a:cubicBezTo>
                  <a:pt x="750255" y="-1237"/>
                  <a:pt x="787139" y="-10314"/>
                  <a:pt x="828818" y="14517"/>
                </a:cubicBezTo>
                <a:cubicBezTo>
                  <a:pt x="850478" y="35680"/>
                  <a:pt x="868697" y="57238"/>
                  <a:pt x="874028" y="88384"/>
                </a:cubicBezTo>
                <a:cubicBezTo>
                  <a:pt x="876201" y="127115"/>
                  <a:pt x="874262" y="163757"/>
                  <a:pt x="864523" y="201675"/>
                </a:cubicBezTo>
                <a:cubicBezTo>
                  <a:pt x="851581" y="258309"/>
                  <a:pt x="836845" y="314431"/>
                  <a:pt x="819628" y="370000"/>
                </a:cubicBezTo>
                <a:cubicBezTo>
                  <a:pt x="800734" y="444828"/>
                  <a:pt x="778785" y="518857"/>
                  <a:pt x="759868" y="593657"/>
                </a:cubicBezTo>
                <a:cubicBezTo>
                  <a:pt x="729023" y="685190"/>
                  <a:pt x="691955" y="774746"/>
                  <a:pt x="645701" y="859652"/>
                </a:cubicBezTo>
                <a:cubicBezTo>
                  <a:pt x="586780" y="965799"/>
                  <a:pt x="535297" y="1076222"/>
                  <a:pt x="467003" y="1177149"/>
                </a:cubicBezTo>
                <a:cubicBezTo>
                  <a:pt x="406238" y="1269912"/>
                  <a:pt x="340406" y="1358867"/>
                  <a:pt x="273121" y="1446983"/>
                </a:cubicBezTo>
                <a:cubicBezTo>
                  <a:pt x="219329" y="1517789"/>
                  <a:pt x="159450" y="1584181"/>
                  <a:pt x="113682" y="1660771"/>
                </a:cubicBezTo>
                <a:cubicBezTo>
                  <a:pt x="92459" y="1693801"/>
                  <a:pt x="74607" y="1728425"/>
                  <a:pt x="42390" y="1752400"/>
                </a:cubicBezTo>
                <a:cubicBezTo>
                  <a:pt x="14307" y="1773298"/>
                  <a:pt x="-10099" y="1752797"/>
                  <a:pt x="4232" y="172086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92C3E325-F6A1-034A-00B9-BE48E622412E}"/>
              </a:ext>
            </a:extLst>
          </p:cNvPr>
          <p:cNvSpPr/>
          <p:nvPr/>
        </p:nvSpPr>
        <p:spPr>
          <a:xfrm>
            <a:off x="6556623" y="2684045"/>
            <a:ext cx="1308942" cy="1142169"/>
          </a:xfrm>
          <a:custGeom>
            <a:avLst/>
            <a:gdLst>
              <a:gd name="csX0" fmla="*/ 1265126 w 1308942"/>
              <a:gd name="csY0" fmla="*/ 1140160 h 1142169"/>
              <a:gd name="csX1" fmla="*/ 1170852 w 1308942"/>
              <a:gd name="csY1" fmla="*/ 1111350 h 1142169"/>
              <a:gd name="csX2" fmla="*/ 921421 w 1308942"/>
              <a:gd name="csY2" fmla="*/ 1022181 h 1142169"/>
              <a:gd name="csX3" fmla="*/ 593980 w 1308942"/>
              <a:gd name="csY3" fmla="*/ 864180 h 1142169"/>
              <a:gd name="csX4" fmla="*/ 315193 w 1308942"/>
              <a:gd name="csY4" fmla="*/ 592089 h 1142169"/>
              <a:gd name="csX5" fmla="*/ 130817 w 1308942"/>
              <a:gd name="csY5" fmla="*/ 328761 h 1142169"/>
              <a:gd name="csX6" fmla="*/ 54251 w 1308942"/>
              <a:gd name="csY6" fmla="*/ 160511 h 1142169"/>
              <a:gd name="csX7" fmla="*/ 20673 w 1308942"/>
              <a:gd name="csY7" fmla="*/ 84043 h 1142169"/>
              <a:gd name="csX8" fmla="*/ 1467 w 1308942"/>
              <a:gd name="csY8" fmla="*/ 49166 h 1142169"/>
              <a:gd name="csX9" fmla="*/ 51244 w 1308942"/>
              <a:gd name="csY9" fmla="*/ 62 h 1142169"/>
              <a:gd name="csX10" fmla="*/ 148999 w 1308942"/>
              <a:gd name="csY10" fmla="*/ 42823 h 1142169"/>
              <a:gd name="csX11" fmla="*/ 342661 w 1308942"/>
              <a:gd name="csY11" fmla="*/ 112206 h 1142169"/>
              <a:gd name="csX12" fmla="*/ 604675 w 1308942"/>
              <a:gd name="csY12" fmla="*/ 256615 h 1142169"/>
              <a:gd name="csX13" fmla="*/ 839828 w 1308942"/>
              <a:gd name="csY13" fmla="*/ 431446 h 1142169"/>
              <a:gd name="csX14" fmla="*/ 942412 w 1308942"/>
              <a:gd name="csY14" fmla="*/ 554871 h 1142169"/>
              <a:gd name="csX15" fmla="*/ 932162 w 1308942"/>
              <a:gd name="csY15" fmla="*/ 563820 h 1142169"/>
              <a:gd name="csX16" fmla="*/ 815548 w 1308942"/>
              <a:gd name="csY16" fmla="*/ 458625 h 1142169"/>
              <a:gd name="csX17" fmla="*/ 590786 w 1308942"/>
              <a:gd name="csY17" fmla="*/ 277993 h 1142169"/>
              <a:gd name="csX18" fmla="*/ 333240 w 1308942"/>
              <a:gd name="csY18" fmla="*/ 138824 h 1142169"/>
              <a:gd name="csX19" fmla="*/ 134653 w 1308942"/>
              <a:gd name="csY19" fmla="*/ 84426 h 1142169"/>
              <a:gd name="csX20" fmla="*/ 40533 w 1308942"/>
              <a:gd name="csY20" fmla="*/ 63207 h 1142169"/>
              <a:gd name="csX21" fmla="*/ 65866 w 1308942"/>
              <a:gd name="csY21" fmla="*/ 28037 h 1142169"/>
              <a:gd name="csX22" fmla="*/ 76475 w 1308942"/>
              <a:gd name="csY22" fmla="*/ 62606 h 1142169"/>
              <a:gd name="csX23" fmla="*/ 94131 w 1308942"/>
              <a:gd name="csY23" fmla="*/ 148215 h 1142169"/>
              <a:gd name="csX24" fmla="*/ 151868 w 1308942"/>
              <a:gd name="csY24" fmla="*/ 317322 h 1142169"/>
              <a:gd name="csX25" fmla="*/ 325709 w 1308942"/>
              <a:gd name="csY25" fmla="*/ 583460 h 1142169"/>
              <a:gd name="csX26" fmla="*/ 601449 w 1308942"/>
              <a:gd name="csY26" fmla="*/ 852818 h 1142169"/>
              <a:gd name="csX27" fmla="*/ 925956 w 1308942"/>
              <a:gd name="csY27" fmla="*/ 1007990 h 1142169"/>
              <a:gd name="csX28" fmla="*/ 1181559 w 1308942"/>
              <a:gd name="csY28" fmla="*/ 1053665 h 1142169"/>
              <a:gd name="csX29" fmla="*/ 1266577 w 1308942"/>
              <a:gd name="csY29" fmla="*/ 1056051 h 1142169"/>
              <a:gd name="csX30" fmla="*/ 1265131 w 1308942"/>
              <a:gd name="csY30" fmla="*/ 1140174 h 11421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1308942" h="1142169">
                <a:moveTo>
                  <a:pt x="1265126" y="1140160"/>
                </a:moveTo>
                <a:cubicBezTo>
                  <a:pt x="1233832" y="1130014"/>
                  <a:pt x="1202587" y="1120260"/>
                  <a:pt x="1170852" y="1111350"/>
                </a:cubicBezTo>
                <a:cubicBezTo>
                  <a:pt x="1086076" y="1086242"/>
                  <a:pt x="1003508" y="1054996"/>
                  <a:pt x="921421" y="1022181"/>
                </a:cubicBezTo>
                <a:cubicBezTo>
                  <a:pt x="804749" y="985158"/>
                  <a:pt x="696079" y="931103"/>
                  <a:pt x="593980" y="864180"/>
                </a:cubicBezTo>
                <a:cubicBezTo>
                  <a:pt x="485976" y="789795"/>
                  <a:pt x="397965" y="692701"/>
                  <a:pt x="315193" y="592089"/>
                </a:cubicBezTo>
                <a:cubicBezTo>
                  <a:pt x="247300" y="508917"/>
                  <a:pt x="188082" y="419391"/>
                  <a:pt x="130817" y="328761"/>
                </a:cubicBezTo>
                <a:cubicBezTo>
                  <a:pt x="99187" y="275508"/>
                  <a:pt x="78002" y="217413"/>
                  <a:pt x="54251" y="160511"/>
                </a:cubicBezTo>
                <a:cubicBezTo>
                  <a:pt x="42218" y="135414"/>
                  <a:pt x="31858" y="109542"/>
                  <a:pt x="20673" y="84043"/>
                </a:cubicBezTo>
                <a:cubicBezTo>
                  <a:pt x="14441" y="72156"/>
                  <a:pt x="8220" y="60767"/>
                  <a:pt x="1467" y="49166"/>
                </a:cubicBezTo>
                <a:cubicBezTo>
                  <a:pt x="-6130" y="10725"/>
                  <a:pt x="16573" y="-975"/>
                  <a:pt x="51244" y="62"/>
                </a:cubicBezTo>
                <a:cubicBezTo>
                  <a:pt x="84408" y="13178"/>
                  <a:pt x="115221" y="31332"/>
                  <a:pt x="148999" y="42823"/>
                </a:cubicBezTo>
                <a:cubicBezTo>
                  <a:pt x="211502" y="71122"/>
                  <a:pt x="277529" y="90928"/>
                  <a:pt x="342661" y="112206"/>
                </a:cubicBezTo>
                <a:cubicBezTo>
                  <a:pt x="434740" y="151001"/>
                  <a:pt x="521893" y="200811"/>
                  <a:pt x="604675" y="256615"/>
                </a:cubicBezTo>
                <a:cubicBezTo>
                  <a:pt x="689075" y="306914"/>
                  <a:pt x="766647" y="366162"/>
                  <a:pt x="839828" y="431446"/>
                </a:cubicBezTo>
                <a:cubicBezTo>
                  <a:pt x="875914" y="471155"/>
                  <a:pt x="907023" y="514340"/>
                  <a:pt x="942412" y="554871"/>
                </a:cubicBezTo>
                <a:cubicBezTo>
                  <a:pt x="948741" y="562119"/>
                  <a:pt x="938489" y="571068"/>
                  <a:pt x="932162" y="563820"/>
                </a:cubicBezTo>
                <a:cubicBezTo>
                  <a:pt x="897046" y="523589"/>
                  <a:pt x="858365" y="490489"/>
                  <a:pt x="815548" y="458625"/>
                </a:cubicBezTo>
                <a:cubicBezTo>
                  <a:pt x="743941" y="394503"/>
                  <a:pt x="668444" y="334610"/>
                  <a:pt x="590786" y="277993"/>
                </a:cubicBezTo>
                <a:cubicBezTo>
                  <a:pt x="507985" y="226159"/>
                  <a:pt x="426480" y="170685"/>
                  <a:pt x="333240" y="138824"/>
                </a:cubicBezTo>
                <a:cubicBezTo>
                  <a:pt x="268933" y="114208"/>
                  <a:pt x="201871" y="99062"/>
                  <a:pt x="134653" y="84426"/>
                </a:cubicBezTo>
                <a:cubicBezTo>
                  <a:pt x="104343" y="73835"/>
                  <a:pt x="72652" y="65324"/>
                  <a:pt x="40533" y="63207"/>
                </a:cubicBezTo>
                <a:cubicBezTo>
                  <a:pt x="49762" y="56515"/>
                  <a:pt x="73237" y="50061"/>
                  <a:pt x="65866" y="28037"/>
                </a:cubicBezTo>
                <a:cubicBezTo>
                  <a:pt x="69083" y="37709"/>
                  <a:pt x="71738" y="51980"/>
                  <a:pt x="76475" y="62606"/>
                </a:cubicBezTo>
                <a:cubicBezTo>
                  <a:pt x="84694" y="90555"/>
                  <a:pt x="91870" y="118996"/>
                  <a:pt x="94131" y="148215"/>
                </a:cubicBezTo>
                <a:cubicBezTo>
                  <a:pt x="105983" y="206852"/>
                  <a:pt x="126963" y="262934"/>
                  <a:pt x="151868" y="317322"/>
                </a:cubicBezTo>
                <a:cubicBezTo>
                  <a:pt x="196521" y="414230"/>
                  <a:pt x="258692" y="500726"/>
                  <a:pt x="325709" y="583460"/>
                </a:cubicBezTo>
                <a:cubicBezTo>
                  <a:pt x="407590" y="683025"/>
                  <a:pt x="494616" y="779161"/>
                  <a:pt x="601449" y="852818"/>
                </a:cubicBezTo>
                <a:cubicBezTo>
                  <a:pt x="702347" y="919013"/>
                  <a:pt x="809818" y="973566"/>
                  <a:pt x="925956" y="1007990"/>
                </a:cubicBezTo>
                <a:cubicBezTo>
                  <a:pt x="1009983" y="1028263"/>
                  <a:pt x="1095101" y="1048229"/>
                  <a:pt x="1181559" y="1053665"/>
                </a:cubicBezTo>
                <a:cubicBezTo>
                  <a:pt x="1209576" y="1056277"/>
                  <a:pt x="1238898" y="1061766"/>
                  <a:pt x="1266577" y="1056051"/>
                </a:cubicBezTo>
                <a:cubicBezTo>
                  <a:pt x="1324841" y="1044021"/>
                  <a:pt x="1321724" y="1158521"/>
                  <a:pt x="1265131" y="114017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6" name="任意多边形: 形状 85">
            <a:extLst>
              <a:ext uri="{FF2B5EF4-FFF2-40B4-BE49-F238E27FC236}">
                <a16:creationId xmlns:a16="http://schemas.microsoft.com/office/drawing/2014/main" id="{A4653D4F-FB3D-F9A8-9735-2BC03BE058D2}"/>
              </a:ext>
            </a:extLst>
          </p:cNvPr>
          <p:cNvSpPr/>
          <p:nvPr/>
        </p:nvSpPr>
        <p:spPr>
          <a:xfrm>
            <a:off x="5348579" y="3118732"/>
            <a:ext cx="2427372" cy="727780"/>
          </a:xfrm>
          <a:custGeom>
            <a:avLst/>
            <a:gdLst>
              <a:gd name="csX0" fmla="*/ 2396589 w 2427372"/>
              <a:gd name="csY0" fmla="*/ 700806 h 727780"/>
              <a:gd name="csX1" fmla="*/ 2326783 w 2427372"/>
              <a:gd name="csY1" fmla="*/ 716880 h 727780"/>
              <a:gd name="csX2" fmla="*/ 2150837 w 2427372"/>
              <a:gd name="csY2" fmla="*/ 727777 h 727780"/>
              <a:gd name="csX3" fmla="*/ 1859886 w 2427372"/>
              <a:gd name="csY3" fmla="*/ 726334 h 727780"/>
              <a:gd name="csX4" fmla="*/ 1492059 w 2427372"/>
              <a:gd name="csY4" fmla="*/ 711264 h 727780"/>
              <a:gd name="csX5" fmla="*/ 1087037 w 2427372"/>
              <a:gd name="csY5" fmla="*/ 653473 h 727780"/>
              <a:gd name="csX6" fmla="*/ 693436 w 2427372"/>
              <a:gd name="csY6" fmla="*/ 539620 h 727780"/>
              <a:gd name="csX7" fmla="*/ 381006 w 2427372"/>
              <a:gd name="csY7" fmla="*/ 411195 h 727780"/>
              <a:gd name="csX8" fmla="*/ 183686 w 2427372"/>
              <a:gd name="csY8" fmla="*/ 308925 h 727780"/>
              <a:gd name="csX9" fmla="*/ 80835 w 2427372"/>
              <a:gd name="csY9" fmla="*/ 241513 h 727780"/>
              <a:gd name="csX10" fmla="*/ 24722 w 2427372"/>
              <a:gd name="csY10" fmla="*/ 175288 h 727780"/>
              <a:gd name="csX11" fmla="*/ 3705 w 2427372"/>
              <a:gd name="csY11" fmla="*/ 110366 h 727780"/>
              <a:gd name="csX12" fmla="*/ 238 w 2427372"/>
              <a:gd name="csY12" fmla="*/ 65193 h 727780"/>
              <a:gd name="csX13" fmla="*/ 29131 w 2427372"/>
              <a:gd name="csY13" fmla="*/ 9226 h 727780"/>
              <a:gd name="csX14" fmla="*/ 106439 w 2427372"/>
              <a:gd name="csY14" fmla="*/ 1885 h 727780"/>
              <a:gd name="csX15" fmla="*/ 224882 w 2427372"/>
              <a:gd name="csY15" fmla="*/ 2747 h 727780"/>
              <a:gd name="csX16" fmla="*/ 411801 w 2427372"/>
              <a:gd name="csY16" fmla="*/ 17559 h 727780"/>
              <a:gd name="csX17" fmla="*/ 630952 w 2427372"/>
              <a:gd name="csY17" fmla="*/ 44529 h 727780"/>
              <a:gd name="csX18" fmla="*/ 854342 w 2427372"/>
              <a:gd name="csY18" fmla="*/ 94500 h 727780"/>
              <a:gd name="csX19" fmla="*/ 1087057 w 2427372"/>
              <a:gd name="csY19" fmla="*/ 164794 h 727780"/>
              <a:gd name="csX20" fmla="*/ 1305113 w 2427372"/>
              <a:gd name="csY20" fmla="*/ 250901 h 727780"/>
              <a:gd name="csX21" fmla="*/ 1300168 w 2427372"/>
              <a:gd name="csY21" fmla="*/ 263579 h 727780"/>
              <a:gd name="csX22" fmla="*/ 1075826 w 2427372"/>
              <a:gd name="csY22" fmla="*/ 203703 h 727780"/>
              <a:gd name="csX23" fmla="*/ 842530 w 2427372"/>
              <a:gd name="csY23" fmla="*/ 136073 h 727780"/>
              <a:gd name="csX24" fmla="*/ 624789 w 2427372"/>
              <a:gd name="csY24" fmla="*/ 88266 h 727780"/>
              <a:gd name="csX25" fmla="*/ 407485 w 2427372"/>
              <a:gd name="csY25" fmla="*/ 64906 h 727780"/>
              <a:gd name="csX26" fmla="*/ 226587 w 2427372"/>
              <a:gd name="csY26" fmla="*/ 61377 h 727780"/>
              <a:gd name="csX27" fmla="*/ 113915 w 2427372"/>
              <a:gd name="csY27" fmla="*/ 76854 h 727780"/>
              <a:gd name="csX28" fmla="*/ 90956 w 2427372"/>
              <a:gd name="csY28" fmla="*/ 87106 h 727780"/>
              <a:gd name="csX29" fmla="*/ 101638 w 2427372"/>
              <a:gd name="csY29" fmla="*/ 69944 h 727780"/>
              <a:gd name="csX30" fmla="*/ 104286 w 2427372"/>
              <a:gd name="csY30" fmla="*/ 92126 h 727780"/>
              <a:gd name="csX31" fmla="*/ 113998 w 2427372"/>
              <a:gd name="csY31" fmla="*/ 124290 h 727780"/>
              <a:gd name="csX32" fmla="*/ 145342 w 2427372"/>
              <a:gd name="csY32" fmla="*/ 160144 h 727780"/>
              <a:gd name="csX33" fmla="*/ 235136 w 2427372"/>
              <a:gd name="csY33" fmla="*/ 229503 h 727780"/>
              <a:gd name="csX34" fmla="*/ 413225 w 2427372"/>
              <a:gd name="csY34" fmla="*/ 350347 h 727780"/>
              <a:gd name="csX35" fmla="*/ 707681 w 2427372"/>
              <a:gd name="csY35" fmla="*/ 499442 h 727780"/>
              <a:gd name="csX36" fmla="*/ 1095482 w 2427372"/>
              <a:gd name="csY36" fmla="*/ 611389 h 727780"/>
              <a:gd name="csX37" fmla="*/ 1495056 w 2427372"/>
              <a:gd name="csY37" fmla="*/ 662748 h 727780"/>
              <a:gd name="csX38" fmla="*/ 1858530 w 2427372"/>
              <a:gd name="csY38" fmla="*/ 662734 h 727780"/>
              <a:gd name="csX39" fmla="*/ 2145985 w 2427372"/>
              <a:gd name="csY39" fmla="*/ 643273 h 727780"/>
              <a:gd name="csX40" fmla="*/ 2317540 w 2427372"/>
              <a:gd name="csY40" fmla="*/ 626729 h 727780"/>
              <a:gd name="csX41" fmla="*/ 2387465 w 2427372"/>
              <a:gd name="csY41" fmla="*/ 630032 h 727780"/>
              <a:gd name="csX42" fmla="*/ 2396590 w 2427372"/>
              <a:gd name="csY42" fmla="*/ 700815 h 7277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2427372" h="727780">
                <a:moveTo>
                  <a:pt x="2396589" y="700806"/>
                </a:moveTo>
                <a:cubicBezTo>
                  <a:pt x="2374843" y="710817"/>
                  <a:pt x="2350615" y="714034"/>
                  <a:pt x="2326783" y="716880"/>
                </a:cubicBezTo>
                <a:cubicBezTo>
                  <a:pt x="2268243" y="722268"/>
                  <a:pt x="2209682" y="727285"/>
                  <a:pt x="2150837" y="727777"/>
                </a:cubicBezTo>
                <a:cubicBezTo>
                  <a:pt x="2053863" y="727879"/>
                  <a:pt x="1956879" y="725885"/>
                  <a:pt x="1859886" y="726334"/>
                </a:cubicBezTo>
                <a:cubicBezTo>
                  <a:pt x="1736928" y="728030"/>
                  <a:pt x="1614665" y="718873"/>
                  <a:pt x="1492059" y="711264"/>
                </a:cubicBezTo>
                <a:cubicBezTo>
                  <a:pt x="1355680" y="701483"/>
                  <a:pt x="1220711" y="681898"/>
                  <a:pt x="1087037" y="653473"/>
                </a:cubicBezTo>
                <a:cubicBezTo>
                  <a:pt x="953030" y="625225"/>
                  <a:pt x="822938" y="583451"/>
                  <a:pt x="693436" y="539620"/>
                </a:cubicBezTo>
                <a:cubicBezTo>
                  <a:pt x="586279" y="504231"/>
                  <a:pt x="482914" y="459313"/>
                  <a:pt x="381006" y="411195"/>
                </a:cubicBezTo>
                <a:cubicBezTo>
                  <a:pt x="315254" y="377335"/>
                  <a:pt x="247732" y="346091"/>
                  <a:pt x="183686" y="308925"/>
                </a:cubicBezTo>
                <a:cubicBezTo>
                  <a:pt x="147261" y="290161"/>
                  <a:pt x="113763" y="265782"/>
                  <a:pt x="80835" y="241513"/>
                </a:cubicBezTo>
                <a:cubicBezTo>
                  <a:pt x="56665" y="223490"/>
                  <a:pt x="39371" y="201039"/>
                  <a:pt x="24722" y="175288"/>
                </a:cubicBezTo>
                <a:cubicBezTo>
                  <a:pt x="13550" y="154943"/>
                  <a:pt x="8853" y="132591"/>
                  <a:pt x="3705" y="110366"/>
                </a:cubicBezTo>
                <a:cubicBezTo>
                  <a:pt x="-320" y="95398"/>
                  <a:pt x="-265" y="80457"/>
                  <a:pt x="238" y="65193"/>
                </a:cubicBezTo>
                <a:cubicBezTo>
                  <a:pt x="1171" y="40712"/>
                  <a:pt x="13969" y="26637"/>
                  <a:pt x="29131" y="9226"/>
                </a:cubicBezTo>
                <a:cubicBezTo>
                  <a:pt x="54255" y="-3630"/>
                  <a:pt x="79697" y="156"/>
                  <a:pt x="106439" y="1885"/>
                </a:cubicBezTo>
                <a:cubicBezTo>
                  <a:pt x="145888" y="48"/>
                  <a:pt x="185384" y="2721"/>
                  <a:pt x="224882" y="2747"/>
                </a:cubicBezTo>
                <a:cubicBezTo>
                  <a:pt x="287282" y="7084"/>
                  <a:pt x="349641" y="10273"/>
                  <a:pt x="411801" y="17559"/>
                </a:cubicBezTo>
                <a:cubicBezTo>
                  <a:pt x="484921" y="26017"/>
                  <a:pt x="557848" y="35896"/>
                  <a:pt x="630952" y="44529"/>
                </a:cubicBezTo>
                <a:cubicBezTo>
                  <a:pt x="707254" y="52100"/>
                  <a:pt x="780895" y="73604"/>
                  <a:pt x="854342" y="94500"/>
                </a:cubicBezTo>
                <a:cubicBezTo>
                  <a:pt x="931783" y="118330"/>
                  <a:pt x="1009190" y="142383"/>
                  <a:pt x="1087057" y="164794"/>
                </a:cubicBezTo>
                <a:cubicBezTo>
                  <a:pt x="1162730" y="186242"/>
                  <a:pt x="1232123" y="222445"/>
                  <a:pt x="1305113" y="250901"/>
                </a:cubicBezTo>
                <a:cubicBezTo>
                  <a:pt x="1314077" y="254396"/>
                  <a:pt x="1309132" y="267074"/>
                  <a:pt x="1300168" y="263579"/>
                </a:cubicBezTo>
                <a:cubicBezTo>
                  <a:pt x="1227106" y="235081"/>
                  <a:pt x="1151283" y="224828"/>
                  <a:pt x="1075826" y="203703"/>
                </a:cubicBezTo>
                <a:cubicBezTo>
                  <a:pt x="998004" y="181171"/>
                  <a:pt x="920273" y="158833"/>
                  <a:pt x="842530" y="136073"/>
                </a:cubicBezTo>
                <a:cubicBezTo>
                  <a:pt x="770919" y="115768"/>
                  <a:pt x="698293" y="100153"/>
                  <a:pt x="624789" y="88266"/>
                </a:cubicBezTo>
                <a:cubicBezTo>
                  <a:pt x="552746" y="76459"/>
                  <a:pt x="480304" y="69822"/>
                  <a:pt x="407485" y="64906"/>
                </a:cubicBezTo>
                <a:cubicBezTo>
                  <a:pt x="347213" y="61028"/>
                  <a:pt x="286927" y="55380"/>
                  <a:pt x="226587" y="61377"/>
                </a:cubicBezTo>
                <a:cubicBezTo>
                  <a:pt x="188573" y="63680"/>
                  <a:pt x="151415" y="70672"/>
                  <a:pt x="113915" y="76854"/>
                </a:cubicBezTo>
                <a:cubicBezTo>
                  <a:pt x="110674" y="77827"/>
                  <a:pt x="68898" y="91125"/>
                  <a:pt x="90956" y="87106"/>
                </a:cubicBezTo>
                <a:cubicBezTo>
                  <a:pt x="93280" y="83299"/>
                  <a:pt x="103334" y="72055"/>
                  <a:pt x="101638" y="69944"/>
                </a:cubicBezTo>
                <a:cubicBezTo>
                  <a:pt x="101893" y="72079"/>
                  <a:pt x="104937" y="85595"/>
                  <a:pt x="104286" y="92126"/>
                </a:cubicBezTo>
                <a:cubicBezTo>
                  <a:pt x="106444" y="103309"/>
                  <a:pt x="107571" y="114566"/>
                  <a:pt x="113998" y="124290"/>
                </a:cubicBezTo>
                <a:cubicBezTo>
                  <a:pt x="123478" y="137228"/>
                  <a:pt x="132289" y="150380"/>
                  <a:pt x="145342" y="160144"/>
                </a:cubicBezTo>
                <a:cubicBezTo>
                  <a:pt x="174738" y="183848"/>
                  <a:pt x="205247" y="206311"/>
                  <a:pt x="235136" y="229503"/>
                </a:cubicBezTo>
                <a:cubicBezTo>
                  <a:pt x="293345" y="271649"/>
                  <a:pt x="350608" y="314761"/>
                  <a:pt x="413225" y="350347"/>
                </a:cubicBezTo>
                <a:cubicBezTo>
                  <a:pt x="507980" y="406371"/>
                  <a:pt x="605316" y="458560"/>
                  <a:pt x="707681" y="499442"/>
                </a:cubicBezTo>
                <a:cubicBezTo>
                  <a:pt x="833887" y="546266"/>
                  <a:pt x="963675" y="583910"/>
                  <a:pt x="1095482" y="611389"/>
                </a:cubicBezTo>
                <a:cubicBezTo>
                  <a:pt x="1227460" y="636296"/>
                  <a:pt x="1360925" y="654891"/>
                  <a:pt x="1495056" y="662748"/>
                </a:cubicBezTo>
                <a:cubicBezTo>
                  <a:pt x="1616061" y="670240"/>
                  <a:pt x="1737457" y="668422"/>
                  <a:pt x="1858530" y="662734"/>
                </a:cubicBezTo>
                <a:cubicBezTo>
                  <a:pt x="1954503" y="659108"/>
                  <a:pt x="2050458" y="652915"/>
                  <a:pt x="2145985" y="643273"/>
                </a:cubicBezTo>
                <a:cubicBezTo>
                  <a:pt x="2203154" y="637085"/>
                  <a:pt x="2260418" y="633143"/>
                  <a:pt x="2317540" y="626729"/>
                </a:cubicBezTo>
                <a:cubicBezTo>
                  <a:pt x="2340963" y="624887"/>
                  <a:pt x="2365093" y="622298"/>
                  <a:pt x="2387465" y="630032"/>
                </a:cubicBezTo>
                <a:cubicBezTo>
                  <a:pt x="2435162" y="646520"/>
                  <a:pt x="2442432" y="679713"/>
                  <a:pt x="2396590" y="70081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A419378B-D0BA-221C-F959-85E9A4916260}"/>
              </a:ext>
            </a:extLst>
          </p:cNvPr>
          <p:cNvSpPr/>
          <p:nvPr/>
        </p:nvSpPr>
        <p:spPr>
          <a:xfrm>
            <a:off x="8041257" y="2409368"/>
            <a:ext cx="597236" cy="455778"/>
          </a:xfrm>
          <a:custGeom>
            <a:avLst/>
            <a:gdLst>
              <a:gd name="csX0" fmla="*/ 1758 w 597236"/>
              <a:gd name="csY0" fmla="*/ 422618 h 455778"/>
              <a:gd name="csX1" fmla="*/ 46687 w 597236"/>
              <a:gd name="csY1" fmla="*/ 352986 h 455778"/>
              <a:gd name="csX2" fmla="*/ 144175 w 597236"/>
              <a:gd name="csY2" fmla="*/ 213655 h 455778"/>
              <a:gd name="csX3" fmla="*/ 251170 w 597236"/>
              <a:gd name="csY3" fmla="*/ 73504 h 455778"/>
              <a:gd name="csX4" fmla="*/ 365936 w 597236"/>
              <a:gd name="csY4" fmla="*/ 1891 h 455778"/>
              <a:gd name="csX5" fmla="*/ 491943 w 597236"/>
              <a:gd name="csY5" fmla="*/ 43867 h 455778"/>
              <a:gd name="csX6" fmla="*/ 584530 w 597236"/>
              <a:gd name="csY6" fmla="*/ 162700 h 455778"/>
              <a:gd name="csX7" fmla="*/ 596081 w 597236"/>
              <a:gd name="csY7" fmla="*/ 182426 h 455778"/>
              <a:gd name="csX8" fmla="*/ 584336 w 597236"/>
              <a:gd name="csY8" fmla="*/ 189296 h 455778"/>
              <a:gd name="csX9" fmla="*/ 573195 w 597236"/>
              <a:gd name="csY9" fmla="*/ 170227 h 455778"/>
              <a:gd name="csX10" fmla="*/ 471401 w 597236"/>
              <a:gd name="csY10" fmla="*/ 73434 h 455778"/>
              <a:gd name="csX11" fmla="*/ 373122 w 597236"/>
              <a:gd name="csY11" fmla="*/ 39580 h 455778"/>
              <a:gd name="csX12" fmla="*/ 269881 w 597236"/>
              <a:gd name="csY12" fmla="*/ 91352 h 455778"/>
              <a:gd name="csX13" fmla="*/ 159781 w 597236"/>
              <a:gd name="csY13" fmla="*/ 224274 h 455778"/>
              <a:gd name="csX14" fmla="*/ 73689 w 597236"/>
              <a:gd name="csY14" fmla="*/ 368397 h 455778"/>
              <a:gd name="csX15" fmla="*/ 55008 w 597236"/>
              <a:gd name="csY15" fmla="*/ 432285 h 455778"/>
              <a:gd name="csX16" fmla="*/ 1763 w 597236"/>
              <a:gd name="csY16" fmla="*/ 422604 h 4557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597236" h="455778">
                <a:moveTo>
                  <a:pt x="1758" y="422618"/>
                </a:moveTo>
                <a:cubicBezTo>
                  <a:pt x="11196" y="396198"/>
                  <a:pt x="28323" y="373927"/>
                  <a:pt x="46687" y="352986"/>
                </a:cubicBezTo>
                <a:cubicBezTo>
                  <a:pt x="78632" y="306201"/>
                  <a:pt x="110709" y="259393"/>
                  <a:pt x="144175" y="213655"/>
                </a:cubicBezTo>
                <a:cubicBezTo>
                  <a:pt x="177427" y="165032"/>
                  <a:pt x="212111" y="117633"/>
                  <a:pt x="251170" y="73504"/>
                </a:cubicBezTo>
                <a:cubicBezTo>
                  <a:pt x="282430" y="37556"/>
                  <a:pt x="320141" y="13764"/>
                  <a:pt x="365936" y="1891"/>
                </a:cubicBezTo>
                <a:cubicBezTo>
                  <a:pt x="414329" y="-6626"/>
                  <a:pt x="455165" y="14732"/>
                  <a:pt x="491943" y="43867"/>
                </a:cubicBezTo>
                <a:cubicBezTo>
                  <a:pt x="538043" y="72476"/>
                  <a:pt x="556262" y="120168"/>
                  <a:pt x="584530" y="162700"/>
                </a:cubicBezTo>
                <a:cubicBezTo>
                  <a:pt x="588381" y="169275"/>
                  <a:pt x="592231" y="175851"/>
                  <a:pt x="596081" y="182426"/>
                </a:cubicBezTo>
                <a:cubicBezTo>
                  <a:pt x="600943" y="190729"/>
                  <a:pt x="589190" y="197604"/>
                  <a:pt x="584336" y="189296"/>
                </a:cubicBezTo>
                <a:cubicBezTo>
                  <a:pt x="580622" y="182940"/>
                  <a:pt x="576909" y="176583"/>
                  <a:pt x="573195" y="170227"/>
                </a:cubicBezTo>
                <a:cubicBezTo>
                  <a:pt x="547548" y="131563"/>
                  <a:pt x="505231" y="104864"/>
                  <a:pt x="471401" y="73434"/>
                </a:cubicBezTo>
                <a:cubicBezTo>
                  <a:pt x="440625" y="55256"/>
                  <a:pt x="409875" y="38392"/>
                  <a:pt x="373122" y="39580"/>
                </a:cubicBezTo>
                <a:cubicBezTo>
                  <a:pt x="333585" y="47334"/>
                  <a:pt x="298985" y="61451"/>
                  <a:pt x="269881" y="91352"/>
                </a:cubicBezTo>
                <a:cubicBezTo>
                  <a:pt x="228449" y="131505"/>
                  <a:pt x="191982" y="176391"/>
                  <a:pt x="159781" y="224274"/>
                </a:cubicBezTo>
                <a:cubicBezTo>
                  <a:pt x="129848" y="271600"/>
                  <a:pt x="99370" y="318553"/>
                  <a:pt x="73689" y="368397"/>
                </a:cubicBezTo>
                <a:cubicBezTo>
                  <a:pt x="66959" y="389687"/>
                  <a:pt x="57578" y="410211"/>
                  <a:pt x="55008" y="432285"/>
                </a:cubicBezTo>
                <a:cubicBezTo>
                  <a:pt x="50582" y="470294"/>
                  <a:pt x="-11110" y="458641"/>
                  <a:pt x="1763" y="42260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293C7195-9F6A-7D1B-85A5-F8DAC7391D99}"/>
              </a:ext>
            </a:extLst>
          </p:cNvPr>
          <p:cNvSpPr/>
          <p:nvPr/>
        </p:nvSpPr>
        <p:spPr>
          <a:xfrm>
            <a:off x="7780724" y="2522268"/>
            <a:ext cx="413494" cy="188045"/>
          </a:xfrm>
          <a:custGeom>
            <a:avLst/>
            <a:gdLst>
              <a:gd name="csX0" fmla="*/ 384306 w 413494"/>
              <a:gd name="csY0" fmla="*/ 113217 h 188045"/>
              <a:gd name="csX1" fmla="*/ 359807 w 413494"/>
              <a:gd name="csY1" fmla="*/ 90265 h 188045"/>
              <a:gd name="csX2" fmla="*/ 313230 w 413494"/>
              <a:gd name="csY2" fmla="*/ 53173 h 188045"/>
              <a:gd name="csX3" fmla="*/ 257905 w 413494"/>
              <a:gd name="csY3" fmla="*/ 33596 h 188045"/>
              <a:gd name="csX4" fmla="*/ 192971 w 413494"/>
              <a:gd name="csY4" fmla="*/ 28948 h 188045"/>
              <a:gd name="csX5" fmla="*/ 133282 w 413494"/>
              <a:gd name="csY5" fmla="*/ 41010 h 188045"/>
              <a:gd name="csX6" fmla="*/ 86479 w 413494"/>
              <a:gd name="csY6" fmla="*/ 71342 h 188045"/>
              <a:gd name="csX7" fmla="*/ 45280 w 413494"/>
              <a:gd name="csY7" fmla="*/ 121428 h 188045"/>
              <a:gd name="csX8" fmla="*/ 17260 w 413494"/>
              <a:gd name="csY8" fmla="*/ 174766 h 188045"/>
              <a:gd name="csX9" fmla="*/ 13107 w 413494"/>
              <a:gd name="csY9" fmla="*/ 183165 h 188045"/>
              <a:gd name="csX10" fmla="*/ 241 w 413494"/>
              <a:gd name="csY10" fmla="*/ 178734 h 188045"/>
              <a:gd name="csX11" fmla="*/ 2180 w 413494"/>
              <a:gd name="csY11" fmla="*/ 169445 h 188045"/>
              <a:gd name="csX12" fmla="*/ 23939 w 413494"/>
              <a:gd name="csY12" fmla="*/ 107523 h 188045"/>
              <a:gd name="csX13" fmla="*/ 67051 w 413494"/>
              <a:gd name="csY13" fmla="*/ 50825 h 188045"/>
              <a:gd name="csX14" fmla="*/ 124124 w 413494"/>
              <a:gd name="csY14" fmla="*/ 12006 h 188045"/>
              <a:gd name="csX15" fmla="*/ 192241 w 413494"/>
              <a:gd name="csY15" fmla="*/ 91 h 188045"/>
              <a:gd name="csX16" fmla="*/ 263627 w 413494"/>
              <a:gd name="csY16" fmla="*/ 6427 h 188045"/>
              <a:gd name="csX17" fmla="*/ 327646 w 413494"/>
              <a:gd name="csY17" fmla="*/ 30027 h 188045"/>
              <a:gd name="csX18" fmla="*/ 380035 w 413494"/>
              <a:gd name="csY18" fmla="*/ 66014 h 188045"/>
              <a:gd name="csX19" fmla="*/ 409758 w 413494"/>
              <a:gd name="csY19" fmla="*/ 95001 h 188045"/>
              <a:gd name="csX20" fmla="*/ 384306 w 413494"/>
              <a:gd name="csY20" fmla="*/ 113216 h 1880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13494" h="188045">
                <a:moveTo>
                  <a:pt x="384306" y="113217"/>
                </a:moveTo>
                <a:cubicBezTo>
                  <a:pt x="378567" y="104317"/>
                  <a:pt x="368157" y="97459"/>
                  <a:pt x="359807" y="90265"/>
                </a:cubicBezTo>
                <a:cubicBezTo>
                  <a:pt x="346458" y="75291"/>
                  <a:pt x="329332" y="64733"/>
                  <a:pt x="313230" y="53173"/>
                </a:cubicBezTo>
                <a:cubicBezTo>
                  <a:pt x="296052" y="43320"/>
                  <a:pt x="276936" y="38406"/>
                  <a:pt x="257905" y="33596"/>
                </a:cubicBezTo>
                <a:cubicBezTo>
                  <a:pt x="236391" y="29502"/>
                  <a:pt x="214709" y="29428"/>
                  <a:pt x="192971" y="28948"/>
                </a:cubicBezTo>
                <a:cubicBezTo>
                  <a:pt x="172374" y="29438"/>
                  <a:pt x="152866" y="35440"/>
                  <a:pt x="133282" y="41010"/>
                </a:cubicBezTo>
                <a:cubicBezTo>
                  <a:pt x="115389" y="47370"/>
                  <a:pt x="101337" y="60084"/>
                  <a:pt x="86479" y="71342"/>
                </a:cubicBezTo>
                <a:cubicBezTo>
                  <a:pt x="70283" y="85930"/>
                  <a:pt x="57485" y="103561"/>
                  <a:pt x="45280" y="121428"/>
                </a:cubicBezTo>
                <a:cubicBezTo>
                  <a:pt x="33729" y="138009"/>
                  <a:pt x="26105" y="156620"/>
                  <a:pt x="17260" y="174766"/>
                </a:cubicBezTo>
                <a:cubicBezTo>
                  <a:pt x="15876" y="177566"/>
                  <a:pt x="14491" y="180365"/>
                  <a:pt x="13107" y="183165"/>
                </a:cubicBezTo>
                <a:cubicBezTo>
                  <a:pt x="8842" y="191790"/>
                  <a:pt x="-1725" y="188153"/>
                  <a:pt x="241" y="178734"/>
                </a:cubicBezTo>
                <a:cubicBezTo>
                  <a:pt x="887" y="175638"/>
                  <a:pt x="1534" y="172541"/>
                  <a:pt x="2180" y="169445"/>
                </a:cubicBezTo>
                <a:cubicBezTo>
                  <a:pt x="7369" y="148184"/>
                  <a:pt x="12526" y="126420"/>
                  <a:pt x="23939" y="107523"/>
                </a:cubicBezTo>
                <a:cubicBezTo>
                  <a:pt x="37097" y="87788"/>
                  <a:pt x="50329" y="67974"/>
                  <a:pt x="67051" y="50825"/>
                </a:cubicBezTo>
                <a:cubicBezTo>
                  <a:pt x="84141" y="34398"/>
                  <a:pt x="100394" y="18490"/>
                  <a:pt x="124124" y="12006"/>
                </a:cubicBezTo>
                <a:cubicBezTo>
                  <a:pt x="146377" y="5362"/>
                  <a:pt x="168957" y="1415"/>
                  <a:pt x="192241" y="91"/>
                </a:cubicBezTo>
                <a:cubicBezTo>
                  <a:pt x="216240" y="-359"/>
                  <a:pt x="240177" y="724"/>
                  <a:pt x="263627" y="6427"/>
                </a:cubicBezTo>
                <a:cubicBezTo>
                  <a:pt x="286239" y="11338"/>
                  <a:pt x="308314" y="16453"/>
                  <a:pt x="327646" y="30027"/>
                </a:cubicBezTo>
                <a:cubicBezTo>
                  <a:pt x="345348" y="41762"/>
                  <a:pt x="363110" y="53266"/>
                  <a:pt x="380035" y="66014"/>
                </a:cubicBezTo>
                <a:cubicBezTo>
                  <a:pt x="390642" y="75205"/>
                  <a:pt x="401148" y="83963"/>
                  <a:pt x="409758" y="95001"/>
                </a:cubicBezTo>
                <a:cubicBezTo>
                  <a:pt x="423371" y="112451"/>
                  <a:pt x="396301" y="131816"/>
                  <a:pt x="384306" y="11321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B9845CFF-AFEA-C735-59B4-6356EB480AE9}"/>
              </a:ext>
            </a:extLst>
          </p:cNvPr>
          <p:cNvSpPr/>
          <p:nvPr/>
        </p:nvSpPr>
        <p:spPr>
          <a:xfrm>
            <a:off x="7258212" y="2288766"/>
            <a:ext cx="339604" cy="784079"/>
          </a:xfrm>
          <a:custGeom>
            <a:avLst/>
            <a:gdLst>
              <a:gd name="csX0" fmla="*/ 82335 w 339604"/>
              <a:gd name="csY0" fmla="*/ 758104 h 784079"/>
              <a:gd name="csX1" fmla="*/ 76006 w 339604"/>
              <a:gd name="csY1" fmla="*/ 715059 h 784079"/>
              <a:gd name="csX2" fmla="*/ 49540 w 339604"/>
              <a:gd name="csY2" fmla="*/ 604311 h 784079"/>
              <a:gd name="csX3" fmla="*/ 15999 w 339604"/>
              <a:gd name="csY3" fmla="*/ 450549 h 784079"/>
              <a:gd name="csX4" fmla="*/ 246 w 339604"/>
              <a:gd name="csY4" fmla="*/ 295625 h 784079"/>
              <a:gd name="csX5" fmla="*/ 16546 w 339604"/>
              <a:gd name="csY5" fmla="*/ 156027 h 784079"/>
              <a:gd name="csX6" fmla="*/ 35125 w 339604"/>
              <a:gd name="csY6" fmla="*/ 57252 h 784079"/>
              <a:gd name="csX7" fmla="*/ 74496 w 339604"/>
              <a:gd name="csY7" fmla="*/ 4322 h 784079"/>
              <a:gd name="csX8" fmla="*/ 149396 w 339604"/>
              <a:gd name="csY8" fmla="*/ 26170 h 784079"/>
              <a:gd name="csX9" fmla="*/ 242403 w 339604"/>
              <a:gd name="csY9" fmla="*/ 126182 h 784079"/>
              <a:gd name="csX10" fmla="*/ 338234 w 339604"/>
              <a:gd name="csY10" fmla="*/ 251074 h 784079"/>
              <a:gd name="csX11" fmla="*/ 326869 w 339604"/>
              <a:gd name="csY11" fmla="*/ 258556 h 784079"/>
              <a:gd name="csX12" fmla="*/ 232464 w 339604"/>
              <a:gd name="csY12" fmla="*/ 135474 h 784079"/>
              <a:gd name="csX13" fmla="*/ 135433 w 339604"/>
              <a:gd name="csY13" fmla="*/ 45608 h 784079"/>
              <a:gd name="csX14" fmla="*/ 89835 w 339604"/>
              <a:gd name="csY14" fmla="*/ 33213 h 784079"/>
              <a:gd name="csX15" fmla="*/ 61037 w 339604"/>
              <a:gd name="csY15" fmla="*/ 65986 h 784079"/>
              <a:gd name="csX16" fmla="*/ 31192 w 339604"/>
              <a:gd name="csY16" fmla="*/ 158897 h 784079"/>
              <a:gd name="csX17" fmla="*/ 17672 w 339604"/>
              <a:gd name="csY17" fmla="*/ 295171 h 784079"/>
              <a:gd name="csX18" fmla="*/ 34429 w 339604"/>
              <a:gd name="csY18" fmla="*/ 446866 h 784079"/>
              <a:gd name="csX19" fmla="*/ 73607 w 339604"/>
              <a:gd name="csY19" fmla="*/ 597237 h 784079"/>
              <a:gd name="csX20" fmla="*/ 119964 w 339604"/>
              <a:gd name="csY20" fmla="*/ 698878 h 784079"/>
              <a:gd name="csX21" fmla="*/ 142593 w 339604"/>
              <a:gd name="csY21" fmla="*/ 745810 h 784079"/>
              <a:gd name="csX22" fmla="*/ 82333 w 339604"/>
              <a:gd name="csY22" fmla="*/ 758111 h 7840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339604" h="784079">
                <a:moveTo>
                  <a:pt x="82335" y="758104"/>
                </a:moveTo>
                <a:cubicBezTo>
                  <a:pt x="83250" y="743592"/>
                  <a:pt x="78817" y="729222"/>
                  <a:pt x="76006" y="715059"/>
                </a:cubicBezTo>
                <a:cubicBezTo>
                  <a:pt x="66406" y="678389"/>
                  <a:pt x="58373" y="641335"/>
                  <a:pt x="49540" y="604311"/>
                </a:cubicBezTo>
                <a:cubicBezTo>
                  <a:pt x="40170" y="552704"/>
                  <a:pt x="26280" y="502041"/>
                  <a:pt x="15999" y="450549"/>
                </a:cubicBezTo>
                <a:cubicBezTo>
                  <a:pt x="8590" y="399054"/>
                  <a:pt x="2250" y="347708"/>
                  <a:pt x="246" y="295625"/>
                </a:cubicBezTo>
                <a:cubicBezTo>
                  <a:pt x="-1740" y="248421"/>
                  <a:pt x="8696" y="202224"/>
                  <a:pt x="16546" y="156027"/>
                </a:cubicBezTo>
                <a:cubicBezTo>
                  <a:pt x="22270" y="122952"/>
                  <a:pt x="27219" y="89802"/>
                  <a:pt x="35125" y="57252"/>
                </a:cubicBezTo>
                <a:cubicBezTo>
                  <a:pt x="39836" y="31576"/>
                  <a:pt x="53959" y="17758"/>
                  <a:pt x="74496" y="4322"/>
                </a:cubicBezTo>
                <a:cubicBezTo>
                  <a:pt x="105870" y="-7304"/>
                  <a:pt x="125934" y="6058"/>
                  <a:pt x="149396" y="26170"/>
                </a:cubicBezTo>
                <a:cubicBezTo>
                  <a:pt x="180217" y="59572"/>
                  <a:pt x="211310" y="92912"/>
                  <a:pt x="242403" y="126182"/>
                </a:cubicBezTo>
                <a:cubicBezTo>
                  <a:pt x="279145" y="164019"/>
                  <a:pt x="309329" y="207171"/>
                  <a:pt x="338234" y="251074"/>
                </a:cubicBezTo>
                <a:cubicBezTo>
                  <a:pt x="343525" y="259110"/>
                  <a:pt x="332159" y="266593"/>
                  <a:pt x="326869" y="258556"/>
                </a:cubicBezTo>
                <a:cubicBezTo>
                  <a:pt x="298391" y="215292"/>
                  <a:pt x="268682" y="172748"/>
                  <a:pt x="232464" y="135474"/>
                </a:cubicBezTo>
                <a:cubicBezTo>
                  <a:pt x="202323" y="103218"/>
                  <a:pt x="172454" y="70183"/>
                  <a:pt x="135433" y="45608"/>
                </a:cubicBezTo>
                <a:cubicBezTo>
                  <a:pt x="120003" y="39372"/>
                  <a:pt x="107194" y="30023"/>
                  <a:pt x="89835" y="33213"/>
                </a:cubicBezTo>
                <a:cubicBezTo>
                  <a:pt x="78459" y="43283"/>
                  <a:pt x="66560" y="50188"/>
                  <a:pt x="61037" y="65986"/>
                </a:cubicBezTo>
                <a:cubicBezTo>
                  <a:pt x="49356" y="96438"/>
                  <a:pt x="37862" y="126822"/>
                  <a:pt x="31192" y="158897"/>
                </a:cubicBezTo>
                <a:cubicBezTo>
                  <a:pt x="21242" y="203598"/>
                  <a:pt x="17648" y="249430"/>
                  <a:pt x="17672" y="295171"/>
                </a:cubicBezTo>
                <a:cubicBezTo>
                  <a:pt x="18353" y="345975"/>
                  <a:pt x="21824" y="397555"/>
                  <a:pt x="34429" y="446866"/>
                </a:cubicBezTo>
                <a:cubicBezTo>
                  <a:pt x="44542" y="497576"/>
                  <a:pt x="54418" y="549126"/>
                  <a:pt x="73607" y="597237"/>
                </a:cubicBezTo>
                <a:cubicBezTo>
                  <a:pt x="86138" y="632745"/>
                  <a:pt x="101914" y="666010"/>
                  <a:pt x="119964" y="698878"/>
                </a:cubicBezTo>
                <a:cubicBezTo>
                  <a:pt x="128095" y="714272"/>
                  <a:pt x="135704" y="729820"/>
                  <a:pt x="142593" y="745810"/>
                </a:cubicBezTo>
                <a:cubicBezTo>
                  <a:pt x="159800" y="785750"/>
                  <a:pt x="79597" y="801513"/>
                  <a:pt x="82333" y="7581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191AD745-00CF-3B2F-56A3-57DBA0D8254D}"/>
              </a:ext>
            </a:extLst>
          </p:cNvPr>
          <p:cNvSpPr/>
          <p:nvPr/>
        </p:nvSpPr>
        <p:spPr>
          <a:xfrm>
            <a:off x="6765785" y="2124328"/>
            <a:ext cx="506534" cy="821353"/>
          </a:xfrm>
          <a:custGeom>
            <a:avLst/>
            <a:gdLst>
              <a:gd name="csX0" fmla="*/ 118038 w 506534"/>
              <a:gd name="csY0" fmla="*/ 656795 h 821353"/>
              <a:gd name="csX1" fmla="*/ 104832 w 506534"/>
              <a:gd name="csY1" fmla="*/ 607997 h 821353"/>
              <a:gd name="csX2" fmla="*/ 83271 w 506534"/>
              <a:gd name="csY2" fmla="*/ 502508 h 821353"/>
              <a:gd name="csX3" fmla="*/ 54483 w 506534"/>
              <a:gd name="csY3" fmla="*/ 347212 h 821353"/>
              <a:gd name="csX4" fmla="*/ 27309 w 506534"/>
              <a:gd name="csY4" fmla="*/ 212024 h 821353"/>
              <a:gd name="csX5" fmla="*/ 9556 w 506534"/>
              <a:gd name="csY5" fmla="*/ 104382 h 821353"/>
              <a:gd name="csX6" fmla="*/ 0 w 506534"/>
              <a:gd name="csY6" fmla="*/ 44405 h 821353"/>
              <a:gd name="csX7" fmla="*/ 38868 w 506534"/>
              <a:gd name="csY7" fmla="*/ 0 h 821353"/>
              <a:gd name="csX8" fmla="*/ 89386 w 506534"/>
              <a:gd name="csY8" fmla="*/ 40796 h 821353"/>
              <a:gd name="csX9" fmla="*/ 159853 w 506534"/>
              <a:gd name="csY9" fmla="*/ 124619 h 821353"/>
              <a:gd name="csX10" fmla="*/ 246494 w 506534"/>
              <a:gd name="csY10" fmla="*/ 236852 h 821353"/>
              <a:gd name="csX11" fmla="*/ 332618 w 506534"/>
              <a:gd name="csY11" fmla="*/ 367821 h 821353"/>
              <a:gd name="csX12" fmla="*/ 406109 w 506534"/>
              <a:gd name="csY12" fmla="*/ 490017 h 821353"/>
              <a:gd name="csX13" fmla="*/ 455434 w 506534"/>
              <a:gd name="csY13" fmla="*/ 612004 h 821353"/>
              <a:gd name="csX14" fmla="*/ 491255 w 506534"/>
              <a:gd name="csY14" fmla="*/ 724228 h 821353"/>
              <a:gd name="csX15" fmla="*/ 506339 w 506534"/>
              <a:gd name="csY15" fmla="*/ 812417 h 821353"/>
              <a:gd name="csX16" fmla="*/ 493193 w 506534"/>
              <a:gd name="csY16" fmla="*/ 815927 h 821353"/>
              <a:gd name="csX17" fmla="*/ 461587 w 506534"/>
              <a:gd name="csY17" fmla="*/ 732826 h 821353"/>
              <a:gd name="csX18" fmla="*/ 428315 w 506534"/>
              <a:gd name="csY18" fmla="*/ 621098 h 821353"/>
              <a:gd name="csX19" fmla="*/ 381812 w 506534"/>
              <a:gd name="csY19" fmla="*/ 502359 h 821353"/>
              <a:gd name="csX20" fmla="*/ 314579 w 506534"/>
              <a:gd name="csY20" fmla="*/ 379191 h 821353"/>
              <a:gd name="csX21" fmla="*/ 228427 w 506534"/>
              <a:gd name="csY21" fmla="*/ 249823 h 821353"/>
              <a:gd name="csX22" fmla="*/ 142620 w 506534"/>
              <a:gd name="csY22" fmla="*/ 139523 h 821353"/>
              <a:gd name="csX23" fmla="*/ 65289 w 506534"/>
              <a:gd name="csY23" fmla="*/ 68620 h 821353"/>
              <a:gd name="csX24" fmla="*/ 39332 w 506534"/>
              <a:gd name="csY24" fmla="*/ 55422 h 821353"/>
              <a:gd name="csX25" fmla="*/ 56968 w 506534"/>
              <a:gd name="csY25" fmla="*/ 44293 h 821353"/>
              <a:gd name="csX26" fmla="*/ 55903 w 506534"/>
              <a:gd name="csY26" fmla="*/ 99152 h 821353"/>
              <a:gd name="csX27" fmla="*/ 65652 w 506534"/>
              <a:gd name="csY27" fmla="*/ 205898 h 821353"/>
              <a:gd name="csX28" fmla="*/ 87968 w 506534"/>
              <a:gd name="csY28" fmla="*/ 340506 h 821353"/>
              <a:gd name="csX29" fmla="*/ 122789 w 506534"/>
              <a:gd name="csY29" fmla="*/ 492325 h 821353"/>
              <a:gd name="csX30" fmla="*/ 160523 w 506534"/>
              <a:gd name="csY30" fmla="*/ 589956 h 821353"/>
              <a:gd name="csX31" fmla="*/ 178794 w 506534"/>
              <a:gd name="csY31" fmla="*/ 637142 h 821353"/>
              <a:gd name="csX32" fmla="*/ 118037 w 506534"/>
              <a:gd name="csY32" fmla="*/ 656779 h 8213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506534" h="821353">
                <a:moveTo>
                  <a:pt x="118038" y="656795"/>
                </a:moveTo>
                <a:cubicBezTo>
                  <a:pt x="110864" y="641547"/>
                  <a:pt x="108516" y="624344"/>
                  <a:pt x="104832" y="607997"/>
                </a:cubicBezTo>
                <a:cubicBezTo>
                  <a:pt x="96601" y="572997"/>
                  <a:pt x="88887" y="538083"/>
                  <a:pt x="83271" y="502508"/>
                </a:cubicBezTo>
                <a:cubicBezTo>
                  <a:pt x="75088" y="450500"/>
                  <a:pt x="66219" y="398552"/>
                  <a:pt x="54483" y="347212"/>
                </a:cubicBezTo>
                <a:cubicBezTo>
                  <a:pt x="46022" y="302035"/>
                  <a:pt x="33887" y="257513"/>
                  <a:pt x="27309" y="212024"/>
                </a:cubicBezTo>
                <a:cubicBezTo>
                  <a:pt x="20717" y="176249"/>
                  <a:pt x="14846" y="140374"/>
                  <a:pt x="9556" y="104382"/>
                </a:cubicBezTo>
                <a:cubicBezTo>
                  <a:pt x="5718" y="84368"/>
                  <a:pt x="2284" y="64616"/>
                  <a:pt x="0" y="44405"/>
                </a:cubicBezTo>
                <a:cubicBezTo>
                  <a:pt x="913" y="15327"/>
                  <a:pt x="13860" y="8805"/>
                  <a:pt x="38868" y="0"/>
                </a:cubicBezTo>
                <a:cubicBezTo>
                  <a:pt x="60309" y="7088"/>
                  <a:pt x="74304" y="24866"/>
                  <a:pt x="89386" y="40796"/>
                </a:cubicBezTo>
                <a:cubicBezTo>
                  <a:pt x="114669" y="67205"/>
                  <a:pt x="136900" y="96224"/>
                  <a:pt x="159853" y="124619"/>
                </a:cubicBezTo>
                <a:cubicBezTo>
                  <a:pt x="191740" y="159811"/>
                  <a:pt x="219400" y="197889"/>
                  <a:pt x="246494" y="236852"/>
                </a:cubicBezTo>
                <a:cubicBezTo>
                  <a:pt x="276140" y="279909"/>
                  <a:pt x="304183" y="323984"/>
                  <a:pt x="332618" y="367821"/>
                </a:cubicBezTo>
                <a:cubicBezTo>
                  <a:pt x="360149" y="406837"/>
                  <a:pt x="383022" y="448362"/>
                  <a:pt x="406109" y="490017"/>
                </a:cubicBezTo>
                <a:cubicBezTo>
                  <a:pt x="422370" y="530803"/>
                  <a:pt x="440707" y="570561"/>
                  <a:pt x="455434" y="612004"/>
                </a:cubicBezTo>
                <a:cubicBezTo>
                  <a:pt x="469179" y="648835"/>
                  <a:pt x="479754" y="686674"/>
                  <a:pt x="491255" y="724228"/>
                </a:cubicBezTo>
                <a:cubicBezTo>
                  <a:pt x="496158" y="753681"/>
                  <a:pt x="500581" y="783128"/>
                  <a:pt x="506339" y="812417"/>
                </a:cubicBezTo>
                <a:cubicBezTo>
                  <a:pt x="508196" y="821858"/>
                  <a:pt x="496270" y="825043"/>
                  <a:pt x="493193" y="815927"/>
                </a:cubicBezTo>
                <a:cubicBezTo>
                  <a:pt x="483700" y="787795"/>
                  <a:pt x="473244" y="760198"/>
                  <a:pt x="461587" y="732826"/>
                </a:cubicBezTo>
                <a:cubicBezTo>
                  <a:pt x="451054" y="695425"/>
                  <a:pt x="439285" y="658391"/>
                  <a:pt x="428315" y="621098"/>
                </a:cubicBezTo>
                <a:cubicBezTo>
                  <a:pt x="414948" y="580723"/>
                  <a:pt x="404163" y="538971"/>
                  <a:pt x="381812" y="502359"/>
                </a:cubicBezTo>
                <a:cubicBezTo>
                  <a:pt x="362192" y="459928"/>
                  <a:pt x="338370" y="419392"/>
                  <a:pt x="314579" y="379191"/>
                </a:cubicBezTo>
                <a:cubicBezTo>
                  <a:pt x="287525" y="334998"/>
                  <a:pt x="259185" y="291553"/>
                  <a:pt x="228427" y="249823"/>
                </a:cubicBezTo>
                <a:cubicBezTo>
                  <a:pt x="200641" y="212352"/>
                  <a:pt x="173078" y="174796"/>
                  <a:pt x="142620" y="139523"/>
                </a:cubicBezTo>
                <a:cubicBezTo>
                  <a:pt x="118775" y="113789"/>
                  <a:pt x="94236" y="88705"/>
                  <a:pt x="65289" y="68620"/>
                </a:cubicBezTo>
                <a:cubicBezTo>
                  <a:pt x="60917" y="65735"/>
                  <a:pt x="35549" y="45844"/>
                  <a:pt x="39332" y="55422"/>
                </a:cubicBezTo>
                <a:cubicBezTo>
                  <a:pt x="40795" y="54396"/>
                  <a:pt x="64797" y="39379"/>
                  <a:pt x="56968" y="44293"/>
                </a:cubicBezTo>
                <a:cubicBezTo>
                  <a:pt x="56065" y="62499"/>
                  <a:pt x="54043" y="80867"/>
                  <a:pt x="55903" y="99152"/>
                </a:cubicBezTo>
                <a:cubicBezTo>
                  <a:pt x="58801" y="134801"/>
                  <a:pt x="61093" y="170388"/>
                  <a:pt x="65652" y="205898"/>
                </a:cubicBezTo>
                <a:cubicBezTo>
                  <a:pt x="73478" y="250672"/>
                  <a:pt x="78158" y="296035"/>
                  <a:pt x="87968" y="340506"/>
                </a:cubicBezTo>
                <a:cubicBezTo>
                  <a:pt x="96760" y="391648"/>
                  <a:pt x="106475" y="442995"/>
                  <a:pt x="122789" y="492325"/>
                </a:cubicBezTo>
                <a:cubicBezTo>
                  <a:pt x="134773" y="525101"/>
                  <a:pt x="146531" y="558029"/>
                  <a:pt x="160523" y="589956"/>
                </a:cubicBezTo>
                <a:cubicBezTo>
                  <a:pt x="167065" y="605453"/>
                  <a:pt x="174680" y="620746"/>
                  <a:pt x="178794" y="637142"/>
                </a:cubicBezTo>
                <a:cubicBezTo>
                  <a:pt x="189783" y="680934"/>
                  <a:pt x="137258" y="697633"/>
                  <a:pt x="118037" y="65677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11AA96FC-1370-1297-CE50-7228184EC199}"/>
              </a:ext>
            </a:extLst>
          </p:cNvPr>
          <p:cNvSpPr/>
          <p:nvPr/>
        </p:nvSpPr>
        <p:spPr>
          <a:xfrm>
            <a:off x="6520520" y="1579866"/>
            <a:ext cx="650490" cy="1218693"/>
          </a:xfrm>
          <a:custGeom>
            <a:avLst/>
            <a:gdLst>
              <a:gd name="csX0" fmla="*/ 353492 w 650490"/>
              <a:gd name="csY0" fmla="*/ 1207162 h 1218693"/>
              <a:gd name="csX1" fmla="*/ 323261 w 650490"/>
              <a:gd name="csY1" fmla="*/ 1150140 h 1218693"/>
              <a:gd name="csX2" fmla="*/ 262324 w 650490"/>
              <a:gd name="csY2" fmla="*/ 1022848 h 1218693"/>
              <a:gd name="csX3" fmla="*/ 186828 w 650490"/>
              <a:gd name="csY3" fmla="*/ 878839 h 1218693"/>
              <a:gd name="csX4" fmla="*/ 127261 w 650490"/>
              <a:gd name="csY4" fmla="*/ 718162 h 1218693"/>
              <a:gd name="csX5" fmla="*/ 76715 w 650490"/>
              <a:gd name="csY5" fmla="*/ 570306 h 1218693"/>
              <a:gd name="csX6" fmla="*/ 39107 w 650490"/>
              <a:gd name="csY6" fmla="*/ 444557 h 1218693"/>
              <a:gd name="csX7" fmla="*/ 21693 w 650490"/>
              <a:gd name="csY7" fmla="*/ 332638 h 1218693"/>
              <a:gd name="csX8" fmla="*/ 9781 w 650490"/>
              <a:gd name="csY8" fmla="*/ 252311 h 1218693"/>
              <a:gd name="csX9" fmla="*/ 3281 w 650490"/>
              <a:gd name="csY9" fmla="*/ 185956 h 1218693"/>
              <a:gd name="csX10" fmla="*/ 9 w 650490"/>
              <a:gd name="csY10" fmla="*/ 143002 h 1218693"/>
              <a:gd name="csX11" fmla="*/ 14228 w 650490"/>
              <a:gd name="csY11" fmla="*/ 85319 h 1218693"/>
              <a:gd name="csX12" fmla="*/ 25947 w 650490"/>
              <a:gd name="csY12" fmla="*/ 46743 h 1218693"/>
              <a:gd name="csX13" fmla="*/ 54404 w 650490"/>
              <a:gd name="csY13" fmla="*/ 9775 h 1218693"/>
              <a:gd name="csX14" fmla="*/ 119146 w 650490"/>
              <a:gd name="csY14" fmla="*/ 2702 h 1218693"/>
              <a:gd name="csX15" fmla="*/ 199732 w 650490"/>
              <a:gd name="csY15" fmla="*/ 56346 h 1218693"/>
              <a:gd name="csX16" fmla="*/ 307107 w 650490"/>
              <a:gd name="csY16" fmla="*/ 147635 h 1218693"/>
              <a:gd name="csX17" fmla="*/ 426912 w 650490"/>
              <a:gd name="csY17" fmla="*/ 274718 h 1218693"/>
              <a:gd name="csX18" fmla="*/ 539479 w 650490"/>
              <a:gd name="csY18" fmla="*/ 416431 h 1218693"/>
              <a:gd name="csX19" fmla="*/ 615938 w 650490"/>
              <a:gd name="csY19" fmla="*/ 566231 h 1218693"/>
              <a:gd name="csX20" fmla="*/ 649835 w 650490"/>
              <a:gd name="csY20" fmla="*/ 644085 h 1218693"/>
              <a:gd name="csX21" fmla="*/ 637243 w 650490"/>
              <a:gd name="csY21" fmla="*/ 649242 h 1218693"/>
              <a:gd name="csX22" fmla="*/ 603661 w 650490"/>
              <a:gd name="csY22" fmla="*/ 572099 h 1218693"/>
              <a:gd name="csX23" fmla="*/ 520222 w 650490"/>
              <a:gd name="csY23" fmla="*/ 429834 h 1218693"/>
              <a:gd name="csX24" fmla="*/ 406532 w 650490"/>
              <a:gd name="csY24" fmla="*/ 294007 h 1218693"/>
              <a:gd name="csX25" fmla="*/ 284288 w 650490"/>
              <a:gd name="csY25" fmla="*/ 173316 h 1218693"/>
              <a:gd name="csX26" fmla="*/ 175941 w 650490"/>
              <a:gd name="csY26" fmla="*/ 93054 h 1218693"/>
              <a:gd name="csX27" fmla="*/ 102983 w 650490"/>
              <a:gd name="csY27" fmla="*/ 66600 h 1218693"/>
              <a:gd name="csX28" fmla="*/ 91672 w 650490"/>
              <a:gd name="csY28" fmla="*/ 62542 h 1218693"/>
              <a:gd name="csX29" fmla="*/ 86488 w 650490"/>
              <a:gd name="csY29" fmla="*/ 69444 h 1218693"/>
              <a:gd name="csX30" fmla="*/ 71769 w 650490"/>
              <a:gd name="csY30" fmla="*/ 104821 h 1218693"/>
              <a:gd name="csX31" fmla="*/ 64881 w 650490"/>
              <a:gd name="csY31" fmla="*/ 140691 h 1218693"/>
              <a:gd name="csX32" fmla="*/ 64194 w 650490"/>
              <a:gd name="csY32" fmla="*/ 184694 h 1218693"/>
              <a:gd name="csX33" fmla="*/ 63981 w 650490"/>
              <a:gd name="csY33" fmla="*/ 248314 h 1218693"/>
              <a:gd name="csX34" fmla="*/ 65170 w 650490"/>
              <a:gd name="csY34" fmla="*/ 328528 h 1218693"/>
              <a:gd name="csX35" fmla="*/ 77237 w 650490"/>
              <a:gd name="csY35" fmla="*/ 436742 h 1218693"/>
              <a:gd name="csX36" fmla="*/ 105342 w 650490"/>
              <a:gd name="csY36" fmla="*/ 561443 h 1218693"/>
              <a:gd name="csX37" fmla="*/ 146838 w 650490"/>
              <a:gd name="csY37" fmla="*/ 711957 h 1218693"/>
              <a:gd name="csX38" fmla="*/ 203849 w 650490"/>
              <a:gd name="csY38" fmla="*/ 870682 h 1218693"/>
              <a:gd name="csX39" fmla="*/ 278346 w 650490"/>
              <a:gd name="csY39" fmla="*/ 1014300 h 1218693"/>
              <a:gd name="csX40" fmla="*/ 353637 w 650490"/>
              <a:gd name="csY40" fmla="*/ 1131048 h 1218693"/>
              <a:gd name="csX41" fmla="*/ 393838 w 650490"/>
              <a:gd name="csY41" fmla="*/ 1179406 h 1218693"/>
              <a:gd name="csX42" fmla="*/ 353486 w 650490"/>
              <a:gd name="csY42" fmla="*/ 1207150 h 1218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650490" h="1218693">
                <a:moveTo>
                  <a:pt x="353492" y="1207162"/>
                </a:moveTo>
                <a:cubicBezTo>
                  <a:pt x="340825" y="1190014"/>
                  <a:pt x="332625" y="1169482"/>
                  <a:pt x="323261" y="1150140"/>
                </a:cubicBezTo>
                <a:cubicBezTo>
                  <a:pt x="304177" y="1107087"/>
                  <a:pt x="281625" y="1065893"/>
                  <a:pt x="262324" y="1022848"/>
                </a:cubicBezTo>
                <a:cubicBezTo>
                  <a:pt x="237981" y="974357"/>
                  <a:pt x="209019" y="928378"/>
                  <a:pt x="186828" y="878839"/>
                </a:cubicBezTo>
                <a:cubicBezTo>
                  <a:pt x="162717" y="826904"/>
                  <a:pt x="143820" y="772903"/>
                  <a:pt x="127261" y="718162"/>
                </a:cubicBezTo>
                <a:cubicBezTo>
                  <a:pt x="112620" y="668038"/>
                  <a:pt x="93251" y="619760"/>
                  <a:pt x="76715" y="570306"/>
                </a:cubicBezTo>
                <a:cubicBezTo>
                  <a:pt x="59465" y="529916"/>
                  <a:pt x="50217" y="486851"/>
                  <a:pt x="39107" y="444557"/>
                </a:cubicBezTo>
                <a:cubicBezTo>
                  <a:pt x="31683" y="407485"/>
                  <a:pt x="27617" y="369963"/>
                  <a:pt x="21693" y="332638"/>
                </a:cubicBezTo>
                <a:cubicBezTo>
                  <a:pt x="19262" y="305336"/>
                  <a:pt x="11530" y="279593"/>
                  <a:pt x="9781" y="252311"/>
                </a:cubicBezTo>
                <a:cubicBezTo>
                  <a:pt x="7030" y="230199"/>
                  <a:pt x="5055" y="208187"/>
                  <a:pt x="3281" y="185956"/>
                </a:cubicBezTo>
                <a:cubicBezTo>
                  <a:pt x="831" y="171735"/>
                  <a:pt x="1006" y="157240"/>
                  <a:pt x="9" y="143002"/>
                </a:cubicBezTo>
                <a:cubicBezTo>
                  <a:pt x="-309" y="122732"/>
                  <a:pt x="8099" y="104002"/>
                  <a:pt x="14228" y="85319"/>
                </a:cubicBezTo>
                <a:cubicBezTo>
                  <a:pt x="18234" y="72118"/>
                  <a:pt x="22013" y="59479"/>
                  <a:pt x="25947" y="46743"/>
                </a:cubicBezTo>
                <a:cubicBezTo>
                  <a:pt x="29525" y="29306"/>
                  <a:pt x="42254" y="20989"/>
                  <a:pt x="54404" y="9775"/>
                </a:cubicBezTo>
                <a:cubicBezTo>
                  <a:pt x="74757" y="-3216"/>
                  <a:pt x="96374" y="-622"/>
                  <a:pt x="119146" y="2702"/>
                </a:cubicBezTo>
                <a:cubicBezTo>
                  <a:pt x="149260" y="15403"/>
                  <a:pt x="174302" y="36236"/>
                  <a:pt x="199732" y="56346"/>
                </a:cubicBezTo>
                <a:cubicBezTo>
                  <a:pt x="236996" y="85008"/>
                  <a:pt x="271311" y="117226"/>
                  <a:pt x="307107" y="147635"/>
                </a:cubicBezTo>
                <a:cubicBezTo>
                  <a:pt x="348462" y="188537"/>
                  <a:pt x="388213" y="231254"/>
                  <a:pt x="426912" y="274718"/>
                </a:cubicBezTo>
                <a:cubicBezTo>
                  <a:pt x="467825" y="319081"/>
                  <a:pt x="503185" y="368196"/>
                  <a:pt x="539479" y="416431"/>
                </a:cubicBezTo>
                <a:cubicBezTo>
                  <a:pt x="572265" y="462463"/>
                  <a:pt x="595963" y="513624"/>
                  <a:pt x="615938" y="566231"/>
                </a:cubicBezTo>
                <a:cubicBezTo>
                  <a:pt x="628267" y="591731"/>
                  <a:pt x="639104" y="617888"/>
                  <a:pt x="649835" y="644085"/>
                </a:cubicBezTo>
                <a:cubicBezTo>
                  <a:pt x="653482" y="652989"/>
                  <a:pt x="640889" y="658147"/>
                  <a:pt x="637243" y="649242"/>
                </a:cubicBezTo>
                <a:cubicBezTo>
                  <a:pt x="626613" y="623285"/>
                  <a:pt x="615877" y="597365"/>
                  <a:pt x="603661" y="572099"/>
                </a:cubicBezTo>
                <a:cubicBezTo>
                  <a:pt x="575841" y="524591"/>
                  <a:pt x="550003" y="476183"/>
                  <a:pt x="520222" y="429834"/>
                </a:cubicBezTo>
                <a:cubicBezTo>
                  <a:pt x="487911" y="379366"/>
                  <a:pt x="449285" y="335923"/>
                  <a:pt x="406532" y="294007"/>
                </a:cubicBezTo>
                <a:cubicBezTo>
                  <a:pt x="365893" y="253609"/>
                  <a:pt x="327956" y="210598"/>
                  <a:pt x="284288" y="173316"/>
                </a:cubicBezTo>
                <a:cubicBezTo>
                  <a:pt x="251268" y="142588"/>
                  <a:pt x="214850" y="115918"/>
                  <a:pt x="175941" y="93054"/>
                </a:cubicBezTo>
                <a:cubicBezTo>
                  <a:pt x="152419" y="82172"/>
                  <a:pt x="129064" y="69985"/>
                  <a:pt x="102983" y="66600"/>
                </a:cubicBezTo>
                <a:cubicBezTo>
                  <a:pt x="98261" y="64905"/>
                  <a:pt x="95307" y="61764"/>
                  <a:pt x="91672" y="62542"/>
                </a:cubicBezTo>
                <a:cubicBezTo>
                  <a:pt x="90143" y="64578"/>
                  <a:pt x="87685" y="66584"/>
                  <a:pt x="86488" y="69444"/>
                </a:cubicBezTo>
                <a:cubicBezTo>
                  <a:pt x="81538" y="81083"/>
                  <a:pt x="76196" y="92501"/>
                  <a:pt x="71769" y="104821"/>
                </a:cubicBezTo>
                <a:cubicBezTo>
                  <a:pt x="68110" y="116680"/>
                  <a:pt x="63923" y="127727"/>
                  <a:pt x="64881" y="140691"/>
                </a:cubicBezTo>
                <a:cubicBezTo>
                  <a:pt x="64942" y="155239"/>
                  <a:pt x="66548" y="170106"/>
                  <a:pt x="64194" y="184694"/>
                </a:cubicBezTo>
                <a:cubicBezTo>
                  <a:pt x="63843" y="205963"/>
                  <a:pt x="62942" y="227069"/>
                  <a:pt x="63981" y="248314"/>
                </a:cubicBezTo>
                <a:cubicBezTo>
                  <a:pt x="66382" y="275193"/>
                  <a:pt x="62723" y="301577"/>
                  <a:pt x="65170" y="328528"/>
                </a:cubicBezTo>
                <a:cubicBezTo>
                  <a:pt x="66606" y="364842"/>
                  <a:pt x="70138" y="401069"/>
                  <a:pt x="77237" y="436742"/>
                </a:cubicBezTo>
                <a:cubicBezTo>
                  <a:pt x="85420" y="478596"/>
                  <a:pt x="94769" y="520067"/>
                  <a:pt x="105342" y="561443"/>
                </a:cubicBezTo>
                <a:cubicBezTo>
                  <a:pt x="119612" y="611540"/>
                  <a:pt x="131019" y="662275"/>
                  <a:pt x="146838" y="711957"/>
                </a:cubicBezTo>
                <a:cubicBezTo>
                  <a:pt x="164468" y="765314"/>
                  <a:pt x="178952" y="820037"/>
                  <a:pt x="203849" y="870682"/>
                </a:cubicBezTo>
                <a:cubicBezTo>
                  <a:pt x="228366" y="918763"/>
                  <a:pt x="250947" y="967723"/>
                  <a:pt x="278346" y="1014300"/>
                </a:cubicBezTo>
                <a:cubicBezTo>
                  <a:pt x="302891" y="1053645"/>
                  <a:pt x="324493" y="1094889"/>
                  <a:pt x="353637" y="1131048"/>
                </a:cubicBezTo>
                <a:cubicBezTo>
                  <a:pt x="367097" y="1147173"/>
                  <a:pt x="381501" y="1162846"/>
                  <a:pt x="393838" y="1179406"/>
                </a:cubicBezTo>
                <a:cubicBezTo>
                  <a:pt x="414524" y="1207174"/>
                  <a:pt x="374060" y="1235002"/>
                  <a:pt x="353486" y="120715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C4854A9B-295F-1E63-294A-415D54DA03A8}"/>
              </a:ext>
            </a:extLst>
          </p:cNvPr>
          <p:cNvSpPr/>
          <p:nvPr/>
        </p:nvSpPr>
        <p:spPr>
          <a:xfrm>
            <a:off x="7040072" y="1528850"/>
            <a:ext cx="428039" cy="945419"/>
          </a:xfrm>
          <a:custGeom>
            <a:avLst/>
            <a:gdLst>
              <a:gd name="csX0" fmla="*/ 170172 w 428039"/>
              <a:gd name="csY0" fmla="*/ 932994 h 945419"/>
              <a:gd name="csX1" fmla="*/ 148137 w 428039"/>
              <a:gd name="csY1" fmla="*/ 859669 h 945419"/>
              <a:gd name="csX2" fmla="*/ 103523 w 428039"/>
              <a:gd name="csY2" fmla="*/ 726119 h 945419"/>
              <a:gd name="csX3" fmla="*/ 58870 w 428039"/>
              <a:gd name="csY3" fmla="*/ 564604 h 945419"/>
              <a:gd name="csX4" fmla="*/ 29199 w 428039"/>
              <a:gd name="csY4" fmla="*/ 398545 h 945419"/>
              <a:gd name="csX5" fmla="*/ 10541 w 428039"/>
              <a:gd name="csY5" fmla="*/ 271996 h 945419"/>
              <a:gd name="csX6" fmla="*/ 3433 w 428039"/>
              <a:gd name="csY6" fmla="*/ 167697 h 945419"/>
              <a:gd name="csX7" fmla="*/ 154 w 428039"/>
              <a:gd name="csY7" fmla="*/ 91149 h 945419"/>
              <a:gd name="csX8" fmla="*/ 9067 w 428039"/>
              <a:gd name="csY8" fmla="*/ 35099 h 945419"/>
              <a:gd name="csX9" fmla="*/ 51836 w 428039"/>
              <a:gd name="csY9" fmla="*/ 0 h 945419"/>
              <a:gd name="csX10" fmla="*/ 135865 w 428039"/>
              <a:gd name="csY10" fmla="*/ 39860 h 945419"/>
              <a:gd name="csX11" fmla="*/ 254289 w 428039"/>
              <a:gd name="csY11" fmla="*/ 131254 h 945419"/>
              <a:gd name="csX12" fmla="*/ 364827 w 428039"/>
              <a:gd name="csY12" fmla="*/ 251326 h 945419"/>
              <a:gd name="csX13" fmla="*/ 426583 w 428039"/>
              <a:gd name="csY13" fmla="*/ 335826 h 945419"/>
              <a:gd name="csX14" fmla="*/ 415521 w 428039"/>
              <a:gd name="csY14" fmla="*/ 343749 h 945419"/>
              <a:gd name="csX15" fmla="*/ 354029 w 428039"/>
              <a:gd name="csY15" fmla="*/ 259606 h 945419"/>
              <a:gd name="csX16" fmla="*/ 245682 w 428039"/>
              <a:gd name="csY16" fmla="*/ 141791 h 945419"/>
              <a:gd name="csX17" fmla="*/ 125296 w 428039"/>
              <a:gd name="csY17" fmla="*/ 57868 h 945419"/>
              <a:gd name="csX18" fmla="*/ 55062 w 428039"/>
              <a:gd name="csY18" fmla="*/ 32950 h 945419"/>
              <a:gd name="csX19" fmla="*/ 39851 w 428039"/>
              <a:gd name="csY19" fmla="*/ 44933 h 945419"/>
              <a:gd name="csX20" fmla="*/ 28389 w 428039"/>
              <a:gd name="csY20" fmla="*/ 92995 h 945419"/>
              <a:gd name="csX21" fmla="*/ 22440 w 428039"/>
              <a:gd name="csY21" fmla="*/ 167645 h 945419"/>
              <a:gd name="csX22" fmla="*/ 24745 w 428039"/>
              <a:gd name="csY22" fmla="*/ 270620 h 945419"/>
              <a:gd name="csX23" fmla="*/ 42597 w 428039"/>
              <a:gd name="csY23" fmla="*/ 396130 h 945419"/>
              <a:gd name="csX24" fmla="*/ 72229 w 428039"/>
              <a:gd name="csY24" fmla="*/ 561970 h 945419"/>
              <a:gd name="csX25" fmla="*/ 116735 w 428039"/>
              <a:gd name="csY25" fmla="*/ 720761 h 945419"/>
              <a:gd name="csX26" fmla="*/ 175184 w 428039"/>
              <a:gd name="csY26" fmla="*/ 849711 h 945419"/>
              <a:gd name="csX27" fmla="*/ 205588 w 428039"/>
              <a:gd name="csY27" fmla="*/ 914204 h 945419"/>
              <a:gd name="csX28" fmla="*/ 170180 w 428039"/>
              <a:gd name="csY28" fmla="*/ 932990 h 945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428039" h="945419">
                <a:moveTo>
                  <a:pt x="170172" y="932994"/>
                </a:moveTo>
                <a:cubicBezTo>
                  <a:pt x="159802" y="909512"/>
                  <a:pt x="154500" y="884307"/>
                  <a:pt x="148137" y="859669"/>
                </a:cubicBezTo>
                <a:cubicBezTo>
                  <a:pt x="134447" y="814790"/>
                  <a:pt x="120582" y="769858"/>
                  <a:pt x="103523" y="726119"/>
                </a:cubicBezTo>
                <a:cubicBezTo>
                  <a:pt x="82578" y="674045"/>
                  <a:pt x="69695" y="619516"/>
                  <a:pt x="58870" y="564604"/>
                </a:cubicBezTo>
                <a:cubicBezTo>
                  <a:pt x="49161" y="509220"/>
                  <a:pt x="39184" y="453885"/>
                  <a:pt x="29199" y="398545"/>
                </a:cubicBezTo>
                <a:cubicBezTo>
                  <a:pt x="20947" y="356655"/>
                  <a:pt x="15487" y="314347"/>
                  <a:pt x="10541" y="271996"/>
                </a:cubicBezTo>
                <a:cubicBezTo>
                  <a:pt x="7877" y="237254"/>
                  <a:pt x="5052" y="202515"/>
                  <a:pt x="3433" y="167697"/>
                </a:cubicBezTo>
                <a:cubicBezTo>
                  <a:pt x="809" y="142327"/>
                  <a:pt x="32" y="116626"/>
                  <a:pt x="154" y="91149"/>
                </a:cubicBezTo>
                <a:cubicBezTo>
                  <a:pt x="-1046" y="71864"/>
                  <a:pt x="5021" y="53650"/>
                  <a:pt x="9067" y="35099"/>
                </a:cubicBezTo>
                <a:cubicBezTo>
                  <a:pt x="18329" y="12394"/>
                  <a:pt x="28844" y="4991"/>
                  <a:pt x="51836" y="0"/>
                </a:cubicBezTo>
                <a:cubicBezTo>
                  <a:pt x="83162" y="5057"/>
                  <a:pt x="109752" y="22779"/>
                  <a:pt x="135865" y="39860"/>
                </a:cubicBezTo>
                <a:cubicBezTo>
                  <a:pt x="175119" y="70647"/>
                  <a:pt x="215644" y="99681"/>
                  <a:pt x="254289" y="131254"/>
                </a:cubicBezTo>
                <a:cubicBezTo>
                  <a:pt x="296668" y="165963"/>
                  <a:pt x="331640" y="208064"/>
                  <a:pt x="364827" y="251326"/>
                </a:cubicBezTo>
                <a:cubicBezTo>
                  <a:pt x="386442" y="278860"/>
                  <a:pt x="407283" y="306649"/>
                  <a:pt x="426583" y="335826"/>
                </a:cubicBezTo>
                <a:cubicBezTo>
                  <a:pt x="431891" y="343851"/>
                  <a:pt x="421423" y="351347"/>
                  <a:pt x="415521" y="343749"/>
                </a:cubicBezTo>
                <a:cubicBezTo>
                  <a:pt x="394189" y="316296"/>
                  <a:pt x="374035" y="288065"/>
                  <a:pt x="354029" y="259606"/>
                </a:cubicBezTo>
                <a:cubicBezTo>
                  <a:pt x="321492" y="217171"/>
                  <a:pt x="287240" y="175839"/>
                  <a:pt x="245682" y="141791"/>
                </a:cubicBezTo>
                <a:cubicBezTo>
                  <a:pt x="207852" y="110871"/>
                  <a:pt x="169587" y="79136"/>
                  <a:pt x="125296" y="57868"/>
                </a:cubicBezTo>
                <a:cubicBezTo>
                  <a:pt x="102410" y="47042"/>
                  <a:pt x="81165" y="31872"/>
                  <a:pt x="55062" y="32950"/>
                </a:cubicBezTo>
                <a:cubicBezTo>
                  <a:pt x="50516" y="36531"/>
                  <a:pt x="36977" y="31717"/>
                  <a:pt x="39851" y="44933"/>
                </a:cubicBezTo>
                <a:cubicBezTo>
                  <a:pt x="34540" y="60714"/>
                  <a:pt x="29671" y="76227"/>
                  <a:pt x="28389" y="92995"/>
                </a:cubicBezTo>
                <a:cubicBezTo>
                  <a:pt x="25761" y="117780"/>
                  <a:pt x="24680" y="142770"/>
                  <a:pt x="22440" y="167645"/>
                </a:cubicBezTo>
                <a:cubicBezTo>
                  <a:pt x="21365" y="202088"/>
                  <a:pt x="20005" y="236332"/>
                  <a:pt x="24745" y="270620"/>
                </a:cubicBezTo>
                <a:cubicBezTo>
                  <a:pt x="28951" y="312708"/>
                  <a:pt x="34356" y="354602"/>
                  <a:pt x="42597" y="396130"/>
                </a:cubicBezTo>
                <a:cubicBezTo>
                  <a:pt x="52570" y="451394"/>
                  <a:pt x="62537" y="506658"/>
                  <a:pt x="72229" y="561970"/>
                </a:cubicBezTo>
                <a:cubicBezTo>
                  <a:pt x="82864" y="615970"/>
                  <a:pt x="95071" y="669936"/>
                  <a:pt x="116735" y="720761"/>
                </a:cubicBezTo>
                <a:cubicBezTo>
                  <a:pt x="135040" y="764278"/>
                  <a:pt x="157362" y="805959"/>
                  <a:pt x="175184" y="849711"/>
                </a:cubicBezTo>
                <a:cubicBezTo>
                  <a:pt x="185487" y="871034"/>
                  <a:pt x="196136" y="892494"/>
                  <a:pt x="205588" y="914204"/>
                </a:cubicBezTo>
                <a:cubicBezTo>
                  <a:pt x="216903" y="940190"/>
                  <a:pt x="181631" y="958916"/>
                  <a:pt x="170180" y="93299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DDA7FE14-3848-32F3-E64B-5AB483800215}"/>
              </a:ext>
            </a:extLst>
          </p:cNvPr>
          <p:cNvSpPr/>
          <p:nvPr/>
        </p:nvSpPr>
        <p:spPr>
          <a:xfrm>
            <a:off x="7226569" y="1937158"/>
            <a:ext cx="390314" cy="523933"/>
          </a:xfrm>
          <a:custGeom>
            <a:avLst/>
            <a:gdLst>
              <a:gd name="csX0" fmla="*/ 11203 w 390314"/>
              <a:gd name="csY0" fmla="*/ 507542 h 523933"/>
              <a:gd name="csX1" fmla="*/ 15175 w 390314"/>
              <a:gd name="csY1" fmla="*/ 445932 h 523933"/>
              <a:gd name="csX2" fmla="*/ 13105 w 390314"/>
              <a:gd name="csY2" fmla="*/ 344519 h 523933"/>
              <a:gd name="csX3" fmla="*/ 12179 w 390314"/>
              <a:gd name="csY3" fmla="*/ 239554 h 523933"/>
              <a:gd name="csX4" fmla="*/ 6147 w 390314"/>
              <a:gd name="csY4" fmla="*/ 164232 h 523933"/>
              <a:gd name="csX5" fmla="*/ 1544 w 390314"/>
              <a:gd name="csY5" fmla="*/ 102402 h 523933"/>
              <a:gd name="csX6" fmla="*/ 4718 w 390314"/>
              <a:gd name="csY6" fmla="*/ 50112 h 523933"/>
              <a:gd name="csX7" fmla="*/ 24308 w 390314"/>
              <a:gd name="csY7" fmla="*/ 15136 h 523933"/>
              <a:gd name="csX8" fmla="*/ 69015 w 390314"/>
              <a:gd name="csY8" fmla="*/ 0 h 523933"/>
              <a:gd name="csX9" fmla="*/ 143148 w 390314"/>
              <a:gd name="csY9" fmla="*/ 37746 h 523933"/>
              <a:gd name="csX10" fmla="*/ 218249 w 390314"/>
              <a:gd name="csY10" fmla="*/ 120516 h 523933"/>
              <a:gd name="csX11" fmla="*/ 284592 w 390314"/>
              <a:gd name="csY11" fmla="*/ 240512 h 523933"/>
              <a:gd name="csX12" fmla="*/ 343375 w 390314"/>
              <a:gd name="csY12" fmla="*/ 363356 h 523933"/>
              <a:gd name="csX13" fmla="*/ 385359 w 390314"/>
              <a:gd name="csY13" fmla="*/ 468369 h 523933"/>
              <a:gd name="csX14" fmla="*/ 389887 w 390314"/>
              <a:gd name="csY14" fmla="*/ 482536 h 523933"/>
              <a:gd name="csX15" fmla="*/ 376925 w 390314"/>
              <a:gd name="csY15" fmla="*/ 486677 h 523933"/>
              <a:gd name="csX16" fmla="*/ 372463 w 390314"/>
              <a:gd name="csY16" fmla="*/ 472709 h 523933"/>
              <a:gd name="csX17" fmla="*/ 331036 w 390314"/>
              <a:gd name="csY17" fmla="*/ 369096 h 523933"/>
              <a:gd name="csX18" fmla="*/ 272518 w 390314"/>
              <a:gd name="csY18" fmla="*/ 246795 h 523933"/>
              <a:gd name="csX19" fmla="*/ 207062 w 390314"/>
              <a:gd name="csY19" fmla="*/ 128266 h 523933"/>
              <a:gd name="csX20" fmla="*/ 134043 w 390314"/>
              <a:gd name="csY20" fmla="*/ 51025 h 523933"/>
              <a:gd name="csX21" fmla="*/ 67779 w 390314"/>
              <a:gd name="csY21" fmla="*/ 25145 h 523933"/>
              <a:gd name="csX22" fmla="*/ 44525 w 390314"/>
              <a:gd name="csY22" fmla="*/ 33136 h 523933"/>
              <a:gd name="csX23" fmla="*/ 28642 w 390314"/>
              <a:gd name="csY23" fmla="*/ 55566 h 523933"/>
              <a:gd name="csX24" fmla="*/ 24873 w 390314"/>
              <a:gd name="csY24" fmla="*/ 101384 h 523933"/>
              <a:gd name="csX25" fmla="*/ 28393 w 390314"/>
              <a:gd name="csY25" fmla="*/ 162695 h 523933"/>
              <a:gd name="csX26" fmla="*/ 25785 w 390314"/>
              <a:gd name="csY26" fmla="*/ 239780 h 523933"/>
              <a:gd name="csX27" fmla="*/ 26703 w 390314"/>
              <a:gd name="csY27" fmla="*/ 344002 h 523933"/>
              <a:gd name="csX28" fmla="*/ 34679 w 390314"/>
              <a:gd name="csY28" fmla="*/ 444739 h 523933"/>
              <a:gd name="csX29" fmla="*/ 47039 w 390314"/>
              <a:gd name="csY29" fmla="*/ 503502 h 523933"/>
              <a:gd name="csX30" fmla="*/ 11204 w 390314"/>
              <a:gd name="csY30" fmla="*/ 507556 h 5239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390314" h="523933">
                <a:moveTo>
                  <a:pt x="11203" y="507542"/>
                </a:moveTo>
                <a:cubicBezTo>
                  <a:pt x="15001" y="487313"/>
                  <a:pt x="14823" y="466496"/>
                  <a:pt x="15175" y="445932"/>
                </a:cubicBezTo>
                <a:cubicBezTo>
                  <a:pt x="16649" y="412191"/>
                  <a:pt x="14497" y="378308"/>
                  <a:pt x="13105" y="344519"/>
                </a:cubicBezTo>
                <a:cubicBezTo>
                  <a:pt x="11442" y="309549"/>
                  <a:pt x="11725" y="274548"/>
                  <a:pt x="12179" y="239554"/>
                </a:cubicBezTo>
                <a:cubicBezTo>
                  <a:pt x="13151" y="214105"/>
                  <a:pt x="9924" y="189221"/>
                  <a:pt x="6147" y="164232"/>
                </a:cubicBezTo>
                <a:cubicBezTo>
                  <a:pt x="4127" y="143476"/>
                  <a:pt x="3237" y="122823"/>
                  <a:pt x="1544" y="102402"/>
                </a:cubicBezTo>
                <a:cubicBezTo>
                  <a:pt x="-2146" y="84580"/>
                  <a:pt x="1531" y="67528"/>
                  <a:pt x="4718" y="50112"/>
                </a:cubicBezTo>
                <a:cubicBezTo>
                  <a:pt x="6003" y="35205"/>
                  <a:pt x="16331" y="26367"/>
                  <a:pt x="24308" y="15136"/>
                </a:cubicBezTo>
                <a:cubicBezTo>
                  <a:pt x="37303" y="-1114"/>
                  <a:pt x="51064" y="1607"/>
                  <a:pt x="69015" y="0"/>
                </a:cubicBezTo>
                <a:cubicBezTo>
                  <a:pt x="97661" y="4698"/>
                  <a:pt x="120564" y="20653"/>
                  <a:pt x="143148" y="37746"/>
                </a:cubicBezTo>
                <a:cubicBezTo>
                  <a:pt x="172209" y="61699"/>
                  <a:pt x="196852" y="89657"/>
                  <a:pt x="218249" y="120516"/>
                </a:cubicBezTo>
                <a:cubicBezTo>
                  <a:pt x="242969" y="159013"/>
                  <a:pt x="263523" y="199962"/>
                  <a:pt x="284592" y="240512"/>
                </a:cubicBezTo>
                <a:cubicBezTo>
                  <a:pt x="304942" y="281090"/>
                  <a:pt x="324244" y="322189"/>
                  <a:pt x="343375" y="363356"/>
                </a:cubicBezTo>
                <a:cubicBezTo>
                  <a:pt x="360410" y="397285"/>
                  <a:pt x="372878" y="432720"/>
                  <a:pt x="385359" y="468369"/>
                </a:cubicBezTo>
                <a:cubicBezTo>
                  <a:pt x="386869" y="473091"/>
                  <a:pt x="388378" y="477814"/>
                  <a:pt x="389887" y="482536"/>
                </a:cubicBezTo>
                <a:cubicBezTo>
                  <a:pt x="392815" y="491701"/>
                  <a:pt x="379852" y="495842"/>
                  <a:pt x="376925" y="486677"/>
                </a:cubicBezTo>
                <a:cubicBezTo>
                  <a:pt x="375438" y="482021"/>
                  <a:pt x="373951" y="477365"/>
                  <a:pt x="372463" y="472709"/>
                </a:cubicBezTo>
                <a:cubicBezTo>
                  <a:pt x="360173" y="437584"/>
                  <a:pt x="346257" y="403094"/>
                  <a:pt x="331036" y="369096"/>
                </a:cubicBezTo>
                <a:cubicBezTo>
                  <a:pt x="311990" y="328113"/>
                  <a:pt x="292772" y="287195"/>
                  <a:pt x="272518" y="246795"/>
                </a:cubicBezTo>
                <a:cubicBezTo>
                  <a:pt x="251713" y="206750"/>
                  <a:pt x="231421" y="166313"/>
                  <a:pt x="207062" y="128266"/>
                </a:cubicBezTo>
                <a:cubicBezTo>
                  <a:pt x="186799" y="98937"/>
                  <a:pt x="164087" y="70811"/>
                  <a:pt x="134043" y="51025"/>
                </a:cubicBezTo>
                <a:cubicBezTo>
                  <a:pt x="112959" y="40008"/>
                  <a:pt x="92583" y="26469"/>
                  <a:pt x="67779" y="25145"/>
                </a:cubicBezTo>
                <a:cubicBezTo>
                  <a:pt x="59436" y="27588"/>
                  <a:pt x="50519" y="25283"/>
                  <a:pt x="44525" y="33136"/>
                </a:cubicBezTo>
                <a:cubicBezTo>
                  <a:pt x="39101" y="40629"/>
                  <a:pt x="32430" y="47014"/>
                  <a:pt x="28642" y="55566"/>
                </a:cubicBezTo>
                <a:cubicBezTo>
                  <a:pt x="27104" y="70793"/>
                  <a:pt x="25177" y="86014"/>
                  <a:pt x="24873" y="101384"/>
                </a:cubicBezTo>
                <a:cubicBezTo>
                  <a:pt x="25551" y="121596"/>
                  <a:pt x="26988" y="142111"/>
                  <a:pt x="28393" y="162695"/>
                </a:cubicBezTo>
                <a:cubicBezTo>
                  <a:pt x="27884" y="188373"/>
                  <a:pt x="27064" y="214092"/>
                  <a:pt x="25785" y="239780"/>
                </a:cubicBezTo>
                <a:cubicBezTo>
                  <a:pt x="25333" y="274523"/>
                  <a:pt x="25051" y="309276"/>
                  <a:pt x="26703" y="344002"/>
                </a:cubicBezTo>
                <a:cubicBezTo>
                  <a:pt x="28089" y="377664"/>
                  <a:pt x="28845" y="411542"/>
                  <a:pt x="34679" y="444739"/>
                </a:cubicBezTo>
                <a:cubicBezTo>
                  <a:pt x="37456" y="464521"/>
                  <a:pt x="39335" y="484984"/>
                  <a:pt x="47039" y="503502"/>
                </a:cubicBezTo>
                <a:cubicBezTo>
                  <a:pt x="56833" y="527047"/>
                  <a:pt x="6497" y="532618"/>
                  <a:pt x="11204" y="50755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4" name="任意多边形: 形状 93">
            <a:extLst>
              <a:ext uri="{FF2B5EF4-FFF2-40B4-BE49-F238E27FC236}">
                <a16:creationId xmlns:a16="http://schemas.microsoft.com/office/drawing/2014/main" id="{5F235FD0-5922-E5A5-1D20-EBBC56ECD1C2}"/>
              </a:ext>
            </a:extLst>
          </p:cNvPr>
          <p:cNvSpPr/>
          <p:nvPr/>
        </p:nvSpPr>
        <p:spPr>
          <a:xfrm>
            <a:off x="7437728" y="1726690"/>
            <a:ext cx="398177" cy="363527"/>
          </a:xfrm>
          <a:custGeom>
            <a:avLst/>
            <a:gdLst>
              <a:gd name="csX0" fmla="*/ 355 w 398177"/>
              <a:gd name="csY0" fmla="*/ 342058 h 363527"/>
              <a:gd name="csX1" fmla="*/ 5770 w 398177"/>
              <a:gd name="csY1" fmla="*/ 288820 h 363527"/>
              <a:gd name="csX2" fmla="*/ 18981 w 398177"/>
              <a:gd name="csY2" fmla="*/ 205706 h 363527"/>
              <a:gd name="csX3" fmla="*/ 47233 w 398177"/>
              <a:gd name="csY3" fmla="*/ 115864 h 363527"/>
              <a:gd name="csX4" fmla="*/ 103685 w 398177"/>
              <a:gd name="csY4" fmla="*/ 50588 h 363527"/>
              <a:gd name="csX5" fmla="*/ 169520 w 398177"/>
              <a:gd name="csY5" fmla="*/ 12767 h 363527"/>
              <a:gd name="csX6" fmla="*/ 244972 w 398177"/>
              <a:gd name="csY6" fmla="*/ 668 h 363527"/>
              <a:gd name="csX7" fmla="*/ 331069 w 398177"/>
              <a:gd name="csY7" fmla="*/ 61124 h 363527"/>
              <a:gd name="csX8" fmla="*/ 397613 w 398177"/>
              <a:gd name="csY8" fmla="*/ 180777 h 363527"/>
              <a:gd name="csX9" fmla="*/ 384870 w 398177"/>
              <a:gd name="csY9" fmla="*/ 185550 h 363527"/>
              <a:gd name="csX10" fmla="*/ 315521 w 398177"/>
              <a:gd name="csY10" fmla="*/ 77955 h 363527"/>
              <a:gd name="csX11" fmla="*/ 239081 w 398177"/>
              <a:gd name="csY11" fmla="*/ 33548 h 363527"/>
              <a:gd name="csX12" fmla="*/ 182829 w 398177"/>
              <a:gd name="csY12" fmla="*/ 41947 h 363527"/>
              <a:gd name="csX13" fmla="*/ 121361 w 398177"/>
              <a:gd name="csY13" fmla="*/ 74791 h 363527"/>
              <a:gd name="csX14" fmla="*/ 75082 w 398177"/>
              <a:gd name="csY14" fmla="*/ 128550 h 363527"/>
              <a:gd name="csX15" fmla="*/ 47094 w 398177"/>
              <a:gd name="csY15" fmla="*/ 211705 h 363527"/>
              <a:gd name="csX16" fmla="*/ 39879 w 398177"/>
              <a:gd name="csY16" fmla="*/ 289399 h 363527"/>
              <a:gd name="csX17" fmla="*/ 45951 w 398177"/>
              <a:gd name="csY17" fmla="*/ 337958 h 363527"/>
              <a:gd name="csX18" fmla="*/ 354 w 398177"/>
              <a:gd name="csY18" fmla="*/ 342051 h 3635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98177" h="363527">
                <a:moveTo>
                  <a:pt x="355" y="342058"/>
                </a:moveTo>
                <a:cubicBezTo>
                  <a:pt x="3416" y="324528"/>
                  <a:pt x="4556" y="306578"/>
                  <a:pt x="5770" y="288820"/>
                </a:cubicBezTo>
                <a:cubicBezTo>
                  <a:pt x="5837" y="260450"/>
                  <a:pt x="12247" y="233069"/>
                  <a:pt x="18981" y="205706"/>
                </a:cubicBezTo>
                <a:cubicBezTo>
                  <a:pt x="24880" y="174767"/>
                  <a:pt x="35608" y="145038"/>
                  <a:pt x="47233" y="115864"/>
                </a:cubicBezTo>
                <a:cubicBezTo>
                  <a:pt x="59953" y="88116"/>
                  <a:pt x="80298" y="69019"/>
                  <a:pt x="103685" y="50588"/>
                </a:cubicBezTo>
                <a:cubicBezTo>
                  <a:pt x="123848" y="34874"/>
                  <a:pt x="147074" y="24606"/>
                  <a:pt x="169520" y="12767"/>
                </a:cubicBezTo>
                <a:cubicBezTo>
                  <a:pt x="194106" y="-398"/>
                  <a:pt x="218431" y="-1004"/>
                  <a:pt x="244972" y="668"/>
                </a:cubicBezTo>
                <a:cubicBezTo>
                  <a:pt x="280131" y="11517"/>
                  <a:pt x="304968" y="36892"/>
                  <a:pt x="331069" y="61124"/>
                </a:cubicBezTo>
                <a:cubicBezTo>
                  <a:pt x="365274" y="93281"/>
                  <a:pt x="381488" y="137817"/>
                  <a:pt x="397613" y="180777"/>
                </a:cubicBezTo>
                <a:cubicBezTo>
                  <a:pt x="400993" y="189785"/>
                  <a:pt x="388239" y="194562"/>
                  <a:pt x="384870" y="185550"/>
                </a:cubicBezTo>
                <a:cubicBezTo>
                  <a:pt x="369453" y="144307"/>
                  <a:pt x="347480" y="108763"/>
                  <a:pt x="315521" y="77955"/>
                </a:cubicBezTo>
                <a:cubicBezTo>
                  <a:pt x="292251" y="59265"/>
                  <a:pt x="268993" y="40038"/>
                  <a:pt x="239081" y="33548"/>
                </a:cubicBezTo>
                <a:cubicBezTo>
                  <a:pt x="218582" y="32127"/>
                  <a:pt x="201759" y="30357"/>
                  <a:pt x="182829" y="41947"/>
                </a:cubicBezTo>
                <a:cubicBezTo>
                  <a:pt x="161363" y="51022"/>
                  <a:pt x="140915" y="61982"/>
                  <a:pt x="121361" y="74791"/>
                </a:cubicBezTo>
                <a:cubicBezTo>
                  <a:pt x="102671" y="89957"/>
                  <a:pt x="84990" y="105898"/>
                  <a:pt x="75082" y="128550"/>
                </a:cubicBezTo>
                <a:cubicBezTo>
                  <a:pt x="63204" y="155524"/>
                  <a:pt x="52099" y="182406"/>
                  <a:pt x="47094" y="211705"/>
                </a:cubicBezTo>
                <a:cubicBezTo>
                  <a:pt x="43530" y="237435"/>
                  <a:pt x="39507" y="263322"/>
                  <a:pt x="39879" y="289399"/>
                </a:cubicBezTo>
                <a:cubicBezTo>
                  <a:pt x="40649" y="305602"/>
                  <a:pt x="40450" y="322607"/>
                  <a:pt x="45951" y="337958"/>
                </a:cubicBezTo>
                <a:cubicBezTo>
                  <a:pt x="56871" y="368431"/>
                  <a:pt x="-5215" y="373939"/>
                  <a:pt x="354" y="34205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id="{506411A2-5055-02AD-B56E-505E883170F5}"/>
              </a:ext>
            </a:extLst>
          </p:cNvPr>
          <p:cNvSpPr/>
          <p:nvPr/>
        </p:nvSpPr>
        <p:spPr>
          <a:xfrm>
            <a:off x="7804231" y="1705313"/>
            <a:ext cx="512132" cy="510196"/>
          </a:xfrm>
          <a:custGeom>
            <a:avLst/>
            <a:gdLst>
              <a:gd name="csX0" fmla="*/ 278 w 512132"/>
              <a:gd name="csY0" fmla="*/ 470114 h 510196"/>
              <a:gd name="csX1" fmla="*/ 6456 w 512132"/>
              <a:gd name="csY1" fmla="*/ 423838 h 510196"/>
              <a:gd name="csX2" fmla="*/ 18179 w 512132"/>
              <a:gd name="csY2" fmla="*/ 329405 h 510196"/>
              <a:gd name="csX3" fmla="*/ 43702 w 512132"/>
              <a:gd name="csY3" fmla="*/ 222497 h 510196"/>
              <a:gd name="csX4" fmla="*/ 69520 w 512132"/>
              <a:gd name="csY4" fmla="*/ 132813 h 510196"/>
              <a:gd name="csX5" fmla="*/ 101688 w 512132"/>
              <a:gd name="csY5" fmla="*/ 67240 h 510196"/>
              <a:gd name="csX6" fmla="*/ 144434 w 512132"/>
              <a:gd name="csY6" fmla="*/ 23579 h 510196"/>
              <a:gd name="csX7" fmla="*/ 199834 w 512132"/>
              <a:gd name="csY7" fmla="*/ 45 h 510196"/>
              <a:gd name="csX8" fmla="*/ 278890 w 512132"/>
              <a:gd name="csY8" fmla="*/ 22437 h 510196"/>
              <a:gd name="csX9" fmla="*/ 355415 w 512132"/>
              <a:gd name="csY9" fmla="*/ 107704 h 510196"/>
              <a:gd name="csX10" fmla="*/ 420589 w 512132"/>
              <a:gd name="csY10" fmla="*/ 234006 h 510196"/>
              <a:gd name="csX11" fmla="*/ 478634 w 512132"/>
              <a:gd name="csY11" fmla="*/ 370251 h 510196"/>
              <a:gd name="csX12" fmla="*/ 511732 w 512132"/>
              <a:gd name="csY12" fmla="*/ 500982 h 510196"/>
              <a:gd name="csX13" fmla="*/ 498726 w 512132"/>
              <a:gd name="csY13" fmla="*/ 504984 h 510196"/>
              <a:gd name="csX14" fmla="*/ 448192 w 512132"/>
              <a:gd name="csY14" fmla="*/ 381550 h 510196"/>
              <a:gd name="csX15" fmla="*/ 391172 w 512132"/>
              <a:gd name="csY15" fmla="*/ 248323 h 510196"/>
              <a:gd name="csX16" fmla="*/ 324684 w 512132"/>
              <a:gd name="csY16" fmla="*/ 129166 h 510196"/>
              <a:gd name="csX17" fmla="*/ 257272 w 512132"/>
              <a:gd name="csY17" fmla="*/ 56051 h 510196"/>
              <a:gd name="csX18" fmla="*/ 202238 w 512132"/>
              <a:gd name="csY18" fmla="*/ 30615 h 510196"/>
              <a:gd name="csX19" fmla="*/ 160740 w 512132"/>
              <a:gd name="csY19" fmla="*/ 44552 h 510196"/>
              <a:gd name="csX20" fmla="*/ 122101 w 512132"/>
              <a:gd name="csY20" fmla="*/ 81544 h 510196"/>
              <a:gd name="csX21" fmla="*/ 88257 w 512132"/>
              <a:gd name="csY21" fmla="*/ 140278 h 510196"/>
              <a:gd name="csX22" fmla="*/ 57457 w 512132"/>
              <a:gd name="csY22" fmla="*/ 226009 h 510196"/>
              <a:gd name="csX23" fmla="*/ 33779 w 512132"/>
              <a:gd name="csY23" fmla="*/ 331889 h 510196"/>
              <a:gd name="csX24" fmla="*/ 25553 w 512132"/>
              <a:gd name="csY24" fmla="*/ 425055 h 510196"/>
              <a:gd name="csX25" fmla="*/ 29146 w 512132"/>
              <a:gd name="csY25" fmla="*/ 470097 h 510196"/>
              <a:gd name="csX26" fmla="*/ 276 w 512132"/>
              <a:gd name="csY26" fmla="*/ 470097 h 5101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512132" h="510196">
                <a:moveTo>
                  <a:pt x="278" y="470114"/>
                </a:moveTo>
                <a:cubicBezTo>
                  <a:pt x="3212" y="454713"/>
                  <a:pt x="4042" y="439346"/>
                  <a:pt x="6456" y="423838"/>
                </a:cubicBezTo>
                <a:cubicBezTo>
                  <a:pt x="8999" y="392079"/>
                  <a:pt x="13043" y="360898"/>
                  <a:pt x="18179" y="329405"/>
                </a:cubicBezTo>
                <a:cubicBezTo>
                  <a:pt x="25647" y="293491"/>
                  <a:pt x="34814" y="258073"/>
                  <a:pt x="43702" y="222497"/>
                </a:cubicBezTo>
                <a:cubicBezTo>
                  <a:pt x="49263" y="191763"/>
                  <a:pt x="58830" y="162031"/>
                  <a:pt x="69520" y="132813"/>
                </a:cubicBezTo>
                <a:cubicBezTo>
                  <a:pt x="77279" y="109377"/>
                  <a:pt x="88397" y="87892"/>
                  <a:pt x="101688" y="67240"/>
                </a:cubicBezTo>
                <a:cubicBezTo>
                  <a:pt x="112444" y="49279"/>
                  <a:pt x="128803" y="36587"/>
                  <a:pt x="144434" y="23579"/>
                </a:cubicBezTo>
                <a:cubicBezTo>
                  <a:pt x="160674" y="7703"/>
                  <a:pt x="178127" y="2983"/>
                  <a:pt x="199834" y="45"/>
                </a:cubicBezTo>
                <a:cubicBezTo>
                  <a:pt x="229044" y="-800"/>
                  <a:pt x="253648" y="10349"/>
                  <a:pt x="278890" y="22437"/>
                </a:cubicBezTo>
                <a:cubicBezTo>
                  <a:pt x="309383" y="46102"/>
                  <a:pt x="334284" y="75494"/>
                  <a:pt x="355415" y="107704"/>
                </a:cubicBezTo>
                <a:cubicBezTo>
                  <a:pt x="383343" y="146509"/>
                  <a:pt x="399786" y="191412"/>
                  <a:pt x="420589" y="234006"/>
                </a:cubicBezTo>
                <a:cubicBezTo>
                  <a:pt x="445466" y="276834"/>
                  <a:pt x="462089" y="323756"/>
                  <a:pt x="478634" y="370251"/>
                </a:cubicBezTo>
                <a:cubicBezTo>
                  <a:pt x="492122" y="413328"/>
                  <a:pt x="498465" y="457873"/>
                  <a:pt x="511732" y="500982"/>
                </a:cubicBezTo>
                <a:cubicBezTo>
                  <a:pt x="514562" y="510178"/>
                  <a:pt x="501556" y="514180"/>
                  <a:pt x="498726" y="504984"/>
                </a:cubicBezTo>
                <a:cubicBezTo>
                  <a:pt x="485569" y="462227"/>
                  <a:pt x="465620" y="422678"/>
                  <a:pt x="448192" y="381550"/>
                </a:cubicBezTo>
                <a:cubicBezTo>
                  <a:pt x="430714" y="336400"/>
                  <a:pt x="410644" y="292603"/>
                  <a:pt x="391172" y="248323"/>
                </a:cubicBezTo>
                <a:cubicBezTo>
                  <a:pt x="371325" y="207435"/>
                  <a:pt x="348460" y="167868"/>
                  <a:pt x="324684" y="129166"/>
                </a:cubicBezTo>
                <a:cubicBezTo>
                  <a:pt x="305079" y="102095"/>
                  <a:pt x="285303" y="74955"/>
                  <a:pt x="257272" y="56051"/>
                </a:cubicBezTo>
                <a:cubicBezTo>
                  <a:pt x="240227" y="43636"/>
                  <a:pt x="224191" y="30853"/>
                  <a:pt x="202238" y="30615"/>
                </a:cubicBezTo>
                <a:cubicBezTo>
                  <a:pt x="188161" y="34100"/>
                  <a:pt x="173180" y="35335"/>
                  <a:pt x="160740" y="44552"/>
                </a:cubicBezTo>
                <a:cubicBezTo>
                  <a:pt x="147367" y="56411"/>
                  <a:pt x="133421" y="67345"/>
                  <a:pt x="122101" y="81544"/>
                </a:cubicBezTo>
                <a:cubicBezTo>
                  <a:pt x="109870" y="100481"/>
                  <a:pt x="96458" y="118998"/>
                  <a:pt x="88257" y="140278"/>
                </a:cubicBezTo>
                <a:cubicBezTo>
                  <a:pt x="77093" y="168596"/>
                  <a:pt x="65801" y="196675"/>
                  <a:pt x="57457" y="226009"/>
                </a:cubicBezTo>
                <a:cubicBezTo>
                  <a:pt x="48123" y="260905"/>
                  <a:pt x="37998" y="295923"/>
                  <a:pt x="33779" y="331889"/>
                </a:cubicBezTo>
                <a:cubicBezTo>
                  <a:pt x="29997" y="362821"/>
                  <a:pt x="25702" y="393793"/>
                  <a:pt x="25553" y="425055"/>
                </a:cubicBezTo>
                <a:cubicBezTo>
                  <a:pt x="26534" y="440124"/>
                  <a:pt x="25772" y="455236"/>
                  <a:pt x="29146" y="470097"/>
                </a:cubicBezTo>
                <a:cubicBezTo>
                  <a:pt x="33666" y="490005"/>
                  <a:pt x="-3545" y="490151"/>
                  <a:pt x="276" y="470097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18483721-3291-AC09-234A-48346AFFC893}"/>
              </a:ext>
            </a:extLst>
          </p:cNvPr>
          <p:cNvSpPr/>
          <p:nvPr/>
        </p:nvSpPr>
        <p:spPr>
          <a:xfrm>
            <a:off x="8139587" y="1242906"/>
            <a:ext cx="515969" cy="474344"/>
          </a:xfrm>
          <a:custGeom>
            <a:avLst/>
            <a:gdLst>
              <a:gd name="csX0" fmla="*/ 2583 w 515969"/>
              <a:gd name="csY0" fmla="*/ 333304 h 474344"/>
              <a:gd name="csX1" fmla="*/ 50856 w 515969"/>
              <a:gd name="csY1" fmla="*/ 254502 h 474344"/>
              <a:gd name="csX2" fmla="*/ 126645 w 515969"/>
              <a:gd name="csY2" fmla="*/ 142240 h 474344"/>
              <a:gd name="csX3" fmla="*/ 196572 w 515969"/>
              <a:gd name="csY3" fmla="*/ 54976 h 474344"/>
              <a:gd name="csX4" fmla="*/ 246209 w 515969"/>
              <a:gd name="csY4" fmla="*/ 6598 h 474344"/>
              <a:gd name="csX5" fmla="*/ 300814 w 515969"/>
              <a:gd name="csY5" fmla="*/ 10685 h 474344"/>
              <a:gd name="csX6" fmla="*/ 352304 w 515969"/>
              <a:gd name="csY6" fmla="*/ 61742 h 474344"/>
              <a:gd name="csX7" fmla="*/ 416678 w 515969"/>
              <a:gd name="csY7" fmla="*/ 165726 h 474344"/>
              <a:gd name="csX8" fmla="*/ 471416 w 515969"/>
              <a:gd name="csY8" fmla="*/ 284265 h 474344"/>
              <a:gd name="csX9" fmla="*/ 507700 w 515969"/>
              <a:gd name="csY9" fmla="*/ 391792 h 474344"/>
              <a:gd name="csX10" fmla="*/ 515969 w 515969"/>
              <a:gd name="csY10" fmla="*/ 465935 h 474344"/>
              <a:gd name="csX11" fmla="*/ 502678 w 515969"/>
              <a:gd name="csY11" fmla="*/ 468851 h 474344"/>
              <a:gd name="csX12" fmla="*/ 474360 w 515969"/>
              <a:gd name="csY12" fmla="*/ 401780 h 474344"/>
              <a:gd name="csX13" fmla="*/ 441229 w 515969"/>
              <a:gd name="csY13" fmla="*/ 295386 h 474344"/>
              <a:gd name="csX14" fmla="*/ 392618 w 515969"/>
              <a:gd name="csY14" fmla="*/ 178333 h 474344"/>
              <a:gd name="csX15" fmla="*/ 330580 w 515969"/>
              <a:gd name="csY15" fmla="*/ 79492 h 474344"/>
              <a:gd name="csX16" fmla="*/ 286765 w 515969"/>
              <a:gd name="csY16" fmla="*/ 33444 h 474344"/>
              <a:gd name="csX17" fmla="*/ 257162 w 515969"/>
              <a:gd name="csY17" fmla="*/ 26497 h 474344"/>
              <a:gd name="csX18" fmla="*/ 206906 w 515969"/>
              <a:gd name="csY18" fmla="*/ 64113 h 474344"/>
              <a:gd name="csX19" fmla="*/ 137631 w 515969"/>
              <a:gd name="csY19" fmla="*/ 150272 h 474344"/>
              <a:gd name="csX20" fmla="*/ 62643 w 515969"/>
              <a:gd name="csY20" fmla="*/ 261305 h 474344"/>
              <a:gd name="csX21" fmla="*/ 21961 w 515969"/>
              <a:gd name="csY21" fmla="*/ 345122 h 474344"/>
              <a:gd name="csX22" fmla="*/ 2583 w 515969"/>
              <a:gd name="csY22" fmla="*/ 333311 h 4743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515969" h="474344">
                <a:moveTo>
                  <a:pt x="2583" y="333304"/>
                </a:moveTo>
                <a:cubicBezTo>
                  <a:pt x="23234" y="310326"/>
                  <a:pt x="35473" y="281186"/>
                  <a:pt x="50856" y="254502"/>
                </a:cubicBezTo>
                <a:cubicBezTo>
                  <a:pt x="73843" y="215586"/>
                  <a:pt x="100005" y="178706"/>
                  <a:pt x="126645" y="142240"/>
                </a:cubicBezTo>
                <a:cubicBezTo>
                  <a:pt x="148103" y="111674"/>
                  <a:pt x="172165" y="83180"/>
                  <a:pt x="196572" y="54976"/>
                </a:cubicBezTo>
                <a:cubicBezTo>
                  <a:pt x="210128" y="35433"/>
                  <a:pt x="227812" y="21019"/>
                  <a:pt x="246209" y="6598"/>
                </a:cubicBezTo>
                <a:cubicBezTo>
                  <a:pt x="268298" y="-5973"/>
                  <a:pt x="280070" y="1708"/>
                  <a:pt x="300814" y="10685"/>
                </a:cubicBezTo>
                <a:cubicBezTo>
                  <a:pt x="318537" y="27171"/>
                  <a:pt x="335531" y="44551"/>
                  <a:pt x="352304" y="61742"/>
                </a:cubicBezTo>
                <a:cubicBezTo>
                  <a:pt x="375378" y="95500"/>
                  <a:pt x="398224" y="129116"/>
                  <a:pt x="416678" y="165726"/>
                </a:cubicBezTo>
                <a:cubicBezTo>
                  <a:pt x="436624" y="204603"/>
                  <a:pt x="456578" y="243031"/>
                  <a:pt x="471416" y="284265"/>
                </a:cubicBezTo>
                <a:cubicBezTo>
                  <a:pt x="485621" y="319376"/>
                  <a:pt x="497015" y="355467"/>
                  <a:pt x="507700" y="391792"/>
                </a:cubicBezTo>
                <a:cubicBezTo>
                  <a:pt x="516784" y="415640"/>
                  <a:pt x="515907" y="441441"/>
                  <a:pt x="515969" y="465935"/>
                </a:cubicBezTo>
                <a:cubicBezTo>
                  <a:pt x="515993" y="475557"/>
                  <a:pt x="506991" y="477451"/>
                  <a:pt x="502678" y="468851"/>
                </a:cubicBezTo>
                <a:cubicBezTo>
                  <a:pt x="492112" y="447781"/>
                  <a:pt x="480612" y="425605"/>
                  <a:pt x="474360" y="401780"/>
                </a:cubicBezTo>
                <a:cubicBezTo>
                  <a:pt x="463032" y="366394"/>
                  <a:pt x="452298" y="330830"/>
                  <a:pt x="441229" y="295386"/>
                </a:cubicBezTo>
                <a:cubicBezTo>
                  <a:pt x="426409" y="255876"/>
                  <a:pt x="412167" y="215709"/>
                  <a:pt x="392618" y="178333"/>
                </a:cubicBezTo>
                <a:cubicBezTo>
                  <a:pt x="374037" y="144211"/>
                  <a:pt x="357240" y="108193"/>
                  <a:pt x="330580" y="79492"/>
                </a:cubicBezTo>
                <a:cubicBezTo>
                  <a:pt x="317783" y="62038"/>
                  <a:pt x="306242" y="44210"/>
                  <a:pt x="286765" y="33444"/>
                </a:cubicBezTo>
                <a:cubicBezTo>
                  <a:pt x="276968" y="30335"/>
                  <a:pt x="268646" y="23043"/>
                  <a:pt x="257162" y="26497"/>
                </a:cubicBezTo>
                <a:cubicBezTo>
                  <a:pt x="239123" y="37184"/>
                  <a:pt x="221190" y="47946"/>
                  <a:pt x="206906" y="64113"/>
                </a:cubicBezTo>
                <a:cubicBezTo>
                  <a:pt x="182611" y="91859"/>
                  <a:pt x="158814" y="120018"/>
                  <a:pt x="137631" y="150272"/>
                </a:cubicBezTo>
                <a:cubicBezTo>
                  <a:pt x="111279" y="186340"/>
                  <a:pt x="85392" y="222816"/>
                  <a:pt x="62643" y="261305"/>
                </a:cubicBezTo>
                <a:cubicBezTo>
                  <a:pt x="47115" y="288234"/>
                  <a:pt x="30185" y="314972"/>
                  <a:pt x="21961" y="345122"/>
                </a:cubicBezTo>
                <a:cubicBezTo>
                  <a:pt x="17738" y="360603"/>
                  <a:pt x="-8144" y="345246"/>
                  <a:pt x="2583" y="3333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76831450-982E-8353-4BEF-D5CA86824653}"/>
              </a:ext>
            </a:extLst>
          </p:cNvPr>
          <p:cNvSpPr/>
          <p:nvPr/>
        </p:nvSpPr>
        <p:spPr>
          <a:xfrm>
            <a:off x="8280736" y="1695034"/>
            <a:ext cx="494143" cy="511476"/>
          </a:xfrm>
          <a:custGeom>
            <a:avLst/>
            <a:gdLst>
              <a:gd name="csX0" fmla="*/ 3928 w 494143"/>
              <a:gd name="csY0" fmla="*/ 464868 h 511476"/>
              <a:gd name="csX1" fmla="*/ 35680 w 494143"/>
              <a:gd name="csY1" fmla="*/ 416016 h 511476"/>
              <a:gd name="csX2" fmla="*/ 111251 w 494143"/>
              <a:gd name="csY2" fmla="*/ 313261 h 511476"/>
              <a:gd name="csX3" fmla="*/ 209216 w 494143"/>
              <a:gd name="csY3" fmla="*/ 198256 h 511476"/>
              <a:gd name="csX4" fmla="*/ 298202 w 494143"/>
              <a:gd name="csY4" fmla="*/ 103473 h 511476"/>
              <a:gd name="csX5" fmla="*/ 366717 w 494143"/>
              <a:gd name="csY5" fmla="*/ 38259 h 511476"/>
              <a:gd name="csX6" fmla="*/ 416251 w 494143"/>
              <a:gd name="csY6" fmla="*/ 2006 h 511476"/>
              <a:gd name="csX7" fmla="*/ 463999 w 494143"/>
              <a:gd name="csY7" fmla="*/ 41412 h 511476"/>
              <a:gd name="csX8" fmla="*/ 480382 w 494143"/>
              <a:gd name="csY8" fmla="*/ 126704 h 511476"/>
              <a:gd name="csX9" fmla="*/ 489779 w 494143"/>
              <a:gd name="csY9" fmla="*/ 251815 h 511476"/>
              <a:gd name="csX10" fmla="*/ 494131 w 494143"/>
              <a:gd name="csY10" fmla="*/ 339361 h 511476"/>
              <a:gd name="csX11" fmla="*/ 480541 w 494143"/>
              <a:gd name="csY11" fmla="*/ 340047 h 511476"/>
              <a:gd name="csX12" fmla="*/ 476184 w 494143"/>
              <a:gd name="csY12" fmla="*/ 252414 h 511476"/>
              <a:gd name="csX13" fmla="*/ 466353 w 494143"/>
              <a:gd name="csY13" fmla="*/ 129123 h 511476"/>
              <a:gd name="csX14" fmla="*/ 440172 w 494143"/>
              <a:gd name="csY14" fmla="*/ 52658 h 511476"/>
              <a:gd name="csX15" fmla="*/ 436956 w 494143"/>
              <a:gd name="csY15" fmla="*/ 53206 h 511476"/>
              <a:gd name="csX16" fmla="*/ 399795 w 494143"/>
              <a:gd name="csY16" fmla="*/ 77817 h 511476"/>
              <a:gd name="csX17" fmla="*/ 326402 w 494143"/>
              <a:gd name="csY17" fmla="*/ 134587 h 511476"/>
              <a:gd name="csX18" fmla="*/ 236428 w 494143"/>
              <a:gd name="csY18" fmla="*/ 221729 h 511476"/>
              <a:gd name="csX19" fmla="*/ 144723 w 494143"/>
              <a:gd name="csY19" fmla="*/ 338553 h 511476"/>
              <a:gd name="csX20" fmla="*/ 84068 w 494143"/>
              <a:gd name="csY20" fmla="*/ 443918 h 511476"/>
              <a:gd name="csX21" fmla="*/ 60570 w 494143"/>
              <a:gd name="csY21" fmla="*/ 492916 h 511476"/>
              <a:gd name="csX22" fmla="*/ 3931 w 494143"/>
              <a:gd name="csY22" fmla="*/ 464872 h 5114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494143" h="511476">
                <a:moveTo>
                  <a:pt x="3928" y="464868"/>
                </a:moveTo>
                <a:cubicBezTo>
                  <a:pt x="11979" y="447096"/>
                  <a:pt x="24967" y="432295"/>
                  <a:pt x="35680" y="416016"/>
                </a:cubicBezTo>
                <a:cubicBezTo>
                  <a:pt x="58904" y="380319"/>
                  <a:pt x="85986" y="347505"/>
                  <a:pt x="111251" y="313261"/>
                </a:cubicBezTo>
                <a:cubicBezTo>
                  <a:pt x="141779" y="273095"/>
                  <a:pt x="177053" y="237033"/>
                  <a:pt x="209216" y="198256"/>
                </a:cubicBezTo>
                <a:cubicBezTo>
                  <a:pt x="236795" y="164700"/>
                  <a:pt x="266967" y="133584"/>
                  <a:pt x="298202" y="103473"/>
                </a:cubicBezTo>
                <a:cubicBezTo>
                  <a:pt x="320661" y="81309"/>
                  <a:pt x="343689" y="59845"/>
                  <a:pt x="366717" y="38259"/>
                </a:cubicBezTo>
                <a:cubicBezTo>
                  <a:pt x="380931" y="23044"/>
                  <a:pt x="398987" y="12783"/>
                  <a:pt x="416251" y="2006"/>
                </a:cubicBezTo>
                <a:cubicBezTo>
                  <a:pt x="448990" y="-6468"/>
                  <a:pt x="459178" y="12902"/>
                  <a:pt x="463999" y="41412"/>
                </a:cubicBezTo>
                <a:cubicBezTo>
                  <a:pt x="473341" y="69044"/>
                  <a:pt x="477209" y="97597"/>
                  <a:pt x="480382" y="126704"/>
                </a:cubicBezTo>
                <a:cubicBezTo>
                  <a:pt x="485918" y="168198"/>
                  <a:pt x="487936" y="210029"/>
                  <a:pt x="489779" y="251815"/>
                </a:cubicBezTo>
                <a:cubicBezTo>
                  <a:pt x="490912" y="281012"/>
                  <a:pt x="492658" y="310180"/>
                  <a:pt x="494131" y="339361"/>
                </a:cubicBezTo>
                <a:cubicBezTo>
                  <a:pt x="494616" y="348971"/>
                  <a:pt x="481027" y="349657"/>
                  <a:pt x="480541" y="340047"/>
                </a:cubicBezTo>
                <a:cubicBezTo>
                  <a:pt x="479067" y="310837"/>
                  <a:pt x="477319" y="281640"/>
                  <a:pt x="476184" y="252414"/>
                </a:cubicBezTo>
                <a:cubicBezTo>
                  <a:pt x="474369" y="211239"/>
                  <a:pt x="472866" y="169874"/>
                  <a:pt x="466353" y="129123"/>
                </a:cubicBezTo>
                <a:cubicBezTo>
                  <a:pt x="459215" y="103389"/>
                  <a:pt x="453408" y="75548"/>
                  <a:pt x="440172" y="52658"/>
                </a:cubicBezTo>
                <a:cubicBezTo>
                  <a:pt x="430494" y="54307"/>
                  <a:pt x="425176" y="51096"/>
                  <a:pt x="436956" y="53206"/>
                </a:cubicBezTo>
                <a:cubicBezTo>
                  <a:pt x="424005" y="60307"/>
                  <a:pt x="410932" y="67231"/>
                  <a:pt x="399795" y="77817"/>
                </a:cubicBezTo>
                <a:cubicBezTo>
                  <a:pt x="374994" y="96384"/>
                  <a:pt x="350587" y="115217"/>
                  <a:pt x="326402" y="134587"/>
                </a:cubicBezTo>
                <a:cubicBezTo>
                  <a:pt x="295126" y="162312"/>
                  <a:pt x="263833" y="190023"/>
                  <a:pt x="236428" y="221729"/>
                </a:cubicBezTo>
                <a:cubicBezTo>
                  <a:pt x="203317" y="258638"/>
                  <a:pt x="174759" y="299140"/>
                  <a:pt x="144723" y="338553"/>
                </a:cubicBezTo>
                <a:cubicBezTo>
                  <a:pt x="119665" y="370911"/>
                  <a:pt x="100918" y="406676"/>
                  <a:pt x="84068" y="443918"/>
                </a:cubicBezTo>
                <a:cubicBezTo>
                  <a:pt x="76062" y="460278"/>
                  <a:pt x="70291" y="477611"/>
                  <a:pt x="60570" y="492916"/>
                </a:cubicBezTo>
                <a:cubicBezTo>
                  <a:pt x="36607" y="530639"/>
                  <a:pt x="-14511" y="505580"/>
                  <a:pt x="3931" y="464872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E0AB8D90-53ED-DD9F-49FE-89DB8B09F2C1}"/>
              </a:ext>
            </a:extLst>
          </p:cNvPr>
          <p:cNvSpPr/>
          <p:nvPr/>
        </p:nvSpPr>
        <p:spPr>
          <a:xfrm>
            <a:off x="8436984" y="2290358"/>
            <a:ext cx="95933" cy="115553"/>
          </a:xfrm>
          <a:custGeom>
            <a:avLst/>
            <a:gdLst>
              <a:gd name="csX0" fmla="*/ 2652 w 95933"/>
              <a:gd name="csY0" fmla="*/ 91476 h 115553"/>
              <a:gd name="csX1" fmla="*/ 37121 w 95933"/>
              <a:gd name="csY1" fmla="*/ 46677 h 115553"/>
              <a:gd name="csX2" fmla="*/ 84939 w 95933"/>
              <a:gd name="csY2" fmla="*/ 1663 h 115553"/>
              <a:gd name="csX3" fmla="*/ 93376 w 95933"/>
              <a:gd name="csY3" fmla="*/ 12338 h 115553"/>
              <a:gd name="csX4" fmla="*/ 52287 w 95933"/>
              <a:gd name="csY4" fmla="*/ 57870 h 115553"/>
              <a:gd name="csX5" fmla="*/ 33505 w 95933"/>
              <a:gd name="csY5" fmla="*/ 104072 h 115553"/>
              <a:gd name="csX6" fmla="*/ 2653 w 95933"/>
              <a:gd name="csY6" fmla="*/ 91476 h 1155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5933" h="115553">
                <a:moveTo>
                  <a:pt x="2652" y="91476"/>
                </a:moveTo>
                <a:cubicBezTo>
                  <a:pt x="13569" y="75945"/>
                  <a:pt x="24463" y="60854"/>
                  <a:pt x="37121" y="46677"/>
                </a:cubicBezTo>
                <a:cubicBezTo>
                  <a:pt x="49214" y="27326"/>
                  <a:pt x="66479" y="14278"/>
                  <a:pt x="84939" y="1663"/>
                </a:cubicBezTo>
                <a:cubicBezTo>
                  <a:pt x="92883" y="-3766"/>
                  <a:pt x="99867" y="5236"/>
                  <a:pt x="93376" y="12338"/>
                </a:cubicBezTo>
                <a:cubicBezTo>
                  <a:pt x="79675" y="27331"/>
                  <a:pt x="65819" y="42521"/>
                  <a:pt x="52287" y="57870"/>
                </a:cubicBezTo>
                <a:cubicBezTo>
                  <a:pt x="44226" y="72616"/>
                  <a:pt x="34749" y="86972"/>
                  <a:pt x="33505" y="104072"/>
                </a:cubicBezTo>
                <a:cubicBezTo>
                  <a:pt x="31796" y="127574"/>
                  <a:pt x="-10899" y="110753"/>
                  <a:pt x="2653" y="9147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9" name="任意多边形: 形状 98">
            <a:extLst>
              <a:ext uri="{FF2B5EF4-FFF2-40B4-BE49-F238E27FC236}">
                <a16:creationId xmlns:a16="http://schemas.microsoft.com/office/drawing/2014/main" id="{6A03C5C3-C9E4-33B4-3B4A-E6C5583DE747}"/>
              </a:ext>
            </a:extLst>
          </p:cNvPr>
          <p:cNvSpPr/>
          <p:nvPr/>
        </p:nvSpPr>
        <p:spPr>
          <a:xfrm>
            <a:off x="8570634" y="2290330"/>
            <a:ext cx="129980" cy="83799"/>
          </a:xfrm>
          <a:custGeom>
            <a:avLst/>
            <a:gdLst>
              <a:gd name="csX0" fmla="*/ 92649 w 129980"/>
              <a:gd name="csY0" fmla="*/ 70740 h 83799"/>
              <a:gd name="csX1" fmla="*/ 75170 w 129980"/>
              <a:gd name="csY1" fmla="*/ 44839 h 83799"/>
              <a:gd name="csX2" fmla="*/ 21000 w 129980"/>
              <a:gd name="csY2" fmla="*/ 14439 h 83799"/>
              <a:gd name="csX3" fmla="*/ 7549 w 129980"/>
              <a:gd name="csY3" fmla="*/ 15157 h 83799"/>
              <a:gd name="csX4" fmla="*/ 6884 w 129980"/>
              <a:gd name="csY4" fmla="*/ 1566 h 83799"/>
              <a:gd name="csX5" fmla="*/ 22138 w 129980"/>
              <a:gd name="csY5" fmla="*/ 880 h 83799"/>
              <a:gd name="csX6" fmla="*/ 98068 w 129980"/>
              <a:gd name="csY6" fmla="*/ 18525 h 83799"/>
              <a:gd name="csX7" fmla="*/ 128427 w 129980"/>
              <a:gd name="csY7" fmla="*/ 54503 h 83799"/>
              <a:gd name="csX8" fmla="*/ 92650 w 129980"/>
              <a:gd name="csY8" fmla="*/ 70741 h 83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9980" h="83799">
                <a:moveTo>
                  <a:pt x="92649" y="70740"/>
                </a:moveTo>
                <a:cubicBezTo>
                  <a:pt x="88545" y="60948"/>
                  <a:pt x="81198" y="53411"/>
                  <a:pt x="75170" y="44839"/>
                </a:cubicBezTo>
                <a:cubicBezTo>
                  <a:pt x="59208" y="30705"/>
                  <a:pt x="40017" y="23180"/>
                  <a:pt x="21000" y="14439"/>
                </a:cubicBezTo>
                <a:cubicBezTo>
                  <a:pt x="16516" y="14679"/>
                  <a:pt x="12032" y="14918"/>
                  <a:pt x="7549" y="15157"/>
                </a:cubicBezTo>
                <a:cubicBezTo>
                  <a:pt x="-2059" y="15670"/>
                  <a:pt x="-2729" y="1998"/>
                  <a:pt x="6884" y="1566"/>
                </a:cubicBezTo>
                <a:cubicBezTo>
                  <a:pt x="11968" y="1337"/>
                  <a:pt x="17054" y="1108"/>
                  <a:pt x="22138" y="880"/>
                </a:cubicBezTo>
                <a:cubicBezTo>
                  <a:pt x="50148" y="-1361"/>
                  <a:pt x="74231" y="-574"/>
                  <a:pt x="98068" y="18525"/>
                </a:cubicBezTo>
                <a:cubicBezTo>
                  <a:pt x="110633" y="28895"/>
                  <a:pt x="122780" y="38424"/>
                  <a:pt x="128427" y="54503"/>
                </a:cubicBezTo>
                <a:cubicBezTo>
                  <a:pt x="137633" y="80715"/>
                  <a:pt x="103388" y="96363"/>
                  <a:pt x="92650" y="7074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10A74A4F-DDAA-148E-B209-40B96BB12BCB}"/>
              </a:ext>
            </a:extLst>
          </p:cNvPr>
          <p:cNvSpPr/>
          <p:nvPr/>
        </p:nvSpPr>
        <p:spPr>
          <a:xfrm>
            <a:off x="8685213" y="2085179"/>
            <a:ext cx="71010" cy="383618"/>
          </a:xfrm>
          <a:custGeom>
            <a:avLst/>
            <a:gdLst>
              <a:gd name="csX0" fmla="*/ 64652 w 71010"/>
              <a:gd name="csY0" fmla="*/ 40147 h 383618"/>
              <a:gd name="csX1" fmla="*/ 35754 w 71010"/>
              <a:gd name="csY1" fmla="*/ 102175 h 383618"/>
              <a:gd name="csX2" fmla="*/ 14715 w 71010"/>
              <a:gd name="csY2" fmla="*/ 281255 h 383618"/>
              <a:gd name="csX3" fmla="*/ 14978 w 71010"/>
              <a:gd name="csY3" fmla="*/ 376147 h 383618"/>
              <a:gd name="csX4" fmla="*/ 1380 w 71010"/>
              <a:gd name="csY4" fmla="*/ 376659 h 383618"/>
              <a:gd name="csX5" fmla="*/ 1134 w 71010"/>
              <a:gd name="csY5" fmla="*/ 280418 h 383618"/>
              <a:gd name="csX6" fmla="*/ 17239 w 71010"/>
              <a:gd name="csY6" fmla="*/ 98795 h 383618"/>
              <a:gd name="csX7" fmla="*/ 29914 w 71010"/>
              <a:gd name="csY7" fmla="*/ 11276 h 383618"/>
              <a:gd name="csX8" fmla="*/ 64652 w 71010"/>
              <a:gd name="csY8" fmla="*/ 40147 h 3836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1010" h="383618">
                <a:moveTo>
                  <a:pt x="64652" y="40147"/>
                </a:moveTo>
                <a:cubicBezTo>
                  <a:pt x="48088" y="55803"/>
                  <a:pt x="41734" y="80258"/>
                  <a:pt x="35754" y="102175"/>
                </a:cubicBezTo>
                <a:cubicBezTo>
                  <a:pt x="21663" y="160506"/>
                  <a:pt x="18400" y="221428"/>
                  <a:pt x="14715" y="281255"/>
                </a:cubicBezTo>
                <a:cubicBezTo>
                  <a:pt x="12724" y="312880"/>
                  <a:pt x="13783" y="344527"/>
                  <a:pt x="14978" y="376147"/>
                </a:cubicBezTo>
                <a:cubicBezTo>
                  <a:pt x="15341" y="385761"/>
                  <a:pt x="1741" y="386274"/>
                  <a:pt x="1380" y="376659"/>
                </a:cubicBezTo>
                <a:cubicBezTo>
                  <a:pt x="177" y="344589"/>
                  <a:pt x="-889" y="312492"/>
                  <a:pt x="1134" y="280418"/>
                </a:cubicBezTo>
                <a:cubicBezTo>
                  <a:pt x="4881" y="219687"/>
                  <a:pt x="12506" y="159365"/>
                  <a:pt x="17239" y="98795"/>
                </a:cubicBezTo>
                <a:cubicBezTo>
                  <a:pt x="20119" y="69533"/>
                  <a:pt x="19728" y="39169"/>
                  <a:pt x="29914" y="11276"/>
                </a:cubicBezTo>
                <a:cubicBezTo>
                  <a:pt x="40871" y="-18726"/>
                  <a:pt x="87865" y="18207"/>
                  <a:pt x="64652" y="40147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1" name="任意多边形: 形状 100">
            <a:extLst>
              <a:ext uri="{FF2B5EF4-FFF2-40B4-BE49-F238E27FC236}">
                <a16:creationId xmlns:a16="http://schemas.microsoft.com/office/drawing/2014/main" id="{0E051A77-35AB-CB19-9E0F-0723CCC6BC7A}"/>
              </a:ext>
            </a:extLst>
          </p:cNvPr>
          <p:cNvSpPr/>
          <p:nvPr/>
        </p:nvSpPr>
        <p:spPr>
          <a:xfrm>
            <a:off x="8767444" y="2108391"/>
            <a:ext cx="30047" cy="51241"/>
          </a:xfrm>
          <a:custGeom>
            <a:avLst/>
            <a:gdLst>
              <a:gd name="csX0" fmla="*/ 29665 w 30047"/>
              <a:gd name="csY0" fmla="*/ 8743 h 51241"/>
              <a:gd name="csX1" fmla="*/ 29424 w 30047"/>
              <a:gd name="csY1" fmla="*/ 43029 h 51241"/>
              <a:gd name="csX2" fmla="*/ 16005 w 30047"/>
              <a:gd name="csY2" fmla="*/ 45284 h 51241"/>
              <a:gd name="csX3" fmla="*/ 3261 w 30047"/>
              <a:gd name="csY3" fmla="*/ 17818 h 51241"/>
              <a:gd name="csX4" fmla="*/ 29665 w 30047"/>
              <a:gd name="csY4" fmla="*/ 8743 h 512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0047" h="51241">
                <a:moveTo>
                  <a:pt x="29665" y="8743"/>
                </a:moveTo>
                <a:cubicBezTo>
                  <a:pt x="26614" y="20219"/>
                  <a:pt x="28989" y="31531"/>
                  <a:pt x="29424" y="43029"/>
                </a:cubicBezTo>
                <a:cubicBezTo>
                  <a:pt x="29787" y="52644"/>
                  <a:pt x="19221" y="54353"/>
                  <a:pt x="16005" y="45284"/>
                </a:cubicBezTo>
                <a:cubicBezTo>
                  <a:pt x="12530" y="35484"/>
                  <a:pt x="12543" y="24712"/>
                  <a:pt x="3261" y="17818"/>
                </a:cubicBezTo>
                <a:cubicBezTo>
                  <a:pt x="-12586" y="6045"/>
                  <a:pt x="34738" y="-10335"/>
                  <a:pt x="29665" y="8743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18DAE944-8169-F51E-ED7B-8D9D5418D140}"/>
              </a:ext>
            </a:extLst>
          </p:cNvPr>
          <p:cNvSpPr/>
          <p:nvPr/>
        </p:nvSpPr>
        <p:spPr>
          <a:xfrm>
            <a:off x="8843276" y="1921961"/>
            <a:ext cx="209426" cy="272205"/>
          </a:xfrm>
          <a:custGeom>
            <a:avLst/>
            <a:gdLst>
              <a:gd name="csX0" fmla="*/ 2315 w 209426"/>
              <a:gd name="csY0" fmla="*/ 258229 h 272205"/>
              <a:gd name="csX1" fmla="*/ 729 w 209426"/>
              <a:gd name="csY1" fmla="*/ 197950 h 272205"/>
              <a:gd name="csX2" fmla="*/ 18639 w 209426"/>
              <a:gd name="csY2" fmla="*/ 112508 h 272205"/>
              <a:gd name="csX3" fmla="*/ 44986 w 209426"/>
              <a:gd name="csY3" fmla="*/ 43031 h 272205"/>
              <a:gd name="csX4" fmla="*/ 86761 w 209426"/>
              <a:gd name="csY4" fmla="*/ 500 h 272205"/>
              <a:gd name="csX5" fmla="*/ 146880 w 209426"/>
              <a:gd name="csY5" fmla="*/ 53373 h 272205"/>
              <a:gd name="csX6" fmla="*/ 199111 w 209426"/>
              <a:gd name="csY6" fmla="*/ 192714 h 272205"/>
              <a:gd name="csX7" fmla="*/ 208998 w 209426"/>
              <a:gd name="csY7" fmla="*/ 223659 h 272205"/>
              <a:gd name="csX8" fmla="*/ 196037 w 209426"/>
              <a:gd name="csY8" fmla="*/ 227800 h 272205"/>
              <a:gd name="csX9" fmla="*/ 186235 w 209426"/>
              <a:gd name="csY9" fmla="*/ 197114 h 272205"/>
              <a:gd name="csX10" fmla="*/ 122790 w 209426"/>
              <a:gd name="csY10" fmla="*/ 68736 h 272205"/>
              <a:gd name="csX11" fmla="*/ 105694 w 209426"/>
              <a:gd name="csY11" fmla="*/ 47430 h 272205"/>
              <a:gd name="csX12" fmla="*/ 83729 w 209426"/>
              <a:gd name="csY12" fmla="*/ 67290 h 272205"/>
              <a:gd name="csX13" fmla="*/ 55830 w 209426"/>
              <a:gd name="csY13" fmla="*/ 123071 h 272205"/>
              <a:gd name="csX14" fmla="*/ 37402 w 209426"/>
              <a:gd name="csY14" fmla="*/ 202347 h 272205"/>
              <a:gd name="csX15" fmla="*/ 28697 w 209426"/>
              <a:gd name="csY15" fmla="*/ 258230 h 272205"/>
              <a:gd name="csX16" fmla="*/ 2314 w 209426"/>
              <a:gd name="csY16" fmla="*/ 258230 h 2722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09426" h="272205">
                <a:moveTo>
                  <a:pt x="2315" y="258229"/>
                </a:moveTo>
                <a:cubicBezTo>
                  <a:pt x="888" y="237534"/>
                  <a:pt x="-1086" y="218693"/>
                  <a:pt x="729" y="197950"/>
                </a:cubicBezTo>
                <a:cubicBezTo>
                  <a:pt x="2958" y="169037"/>
                  <a:pt x="11093" y="140525"/>
                  <a:pt x="18639" y="112508"/>
                </a:cubicBezTo>
                <a:cubicBezTo>
                  <a:pt x="23288" y="87669"/>
                  <a:pt x="33410" y="65193"/>
                  <a:pt x="44986" y="43031"/>
                </a:cubicBezTo>
                <a:cubicBezTo>
                  <a:pt x="55802" y="24570"/>
                  <a:pt x="69191" y="11570"/>
                  <a:pt x="86761" y="500"/>
                </a:cubicBezTo>
                <a:cubicBezTo>
                  <a:pt x="126335" y="-3972"/>
                  <a:pt x="132330" y="22171"/>
                  <a:pt x="146880" y="53373"/>
                </a:cubicBezTo>
                <a:cubicBezTo>
                  <a:pt x="162765" y="100436"/>
                  <a:pt x="183040" y="145708"/>
                  <a:pt x="199111" y="192714"/>
                </a:cubicBezTo>
                <a:cubicBezTo>
                  <a:pt x="202406" y="203030"/>
                  <a:pt x="205702" y="213344"/>
                  <a:pt x="208998" y="223659"/>
                </a:cubicBezTo>
                <a:cubicBezTo>
                  <a:pt x="211927" y="232824"/>
                  <a:pt x="198964" y="236965"/>
                  <a:pt x="196037" y="227800"/>
                </a:cubicBezTo>
                <a:cubicBezTo>
                  <a:pt x="192769" y="217571"/>
                  <a:pt x="189502" y="207342"/>
                  <a:pt x="186235" y="197114"/>
                </a:cubicBezTo>
                <a:cubicBezTo>
                  <a:pt x="170712" y="151663"/>
                  <a:pt x="156165" y="104619"/>
                  <a:pt x="122790" y="68736"/>
                </a:cubicBezTo>
                <a:cubicBezTo>
                  <a:pt x="116403" y="62570"/>
                  <a:pt x="86569" y="46497"/>
                  <a:pt x="105694" y="47430"/>
                </a:cubicBezTo>
                <a:cubicBezTo>
                  <a:pt x="99496" y="52422"/>
                  <a:pt x="87451" y="56701"/>
                  <a:pt x="83729" y="67290"/>
                </a:cubicBezTo>
                <a:cubicBezTo>
                  <a:pt x="72842" y="85071"/>
                  <a:pt x="61525" y="102701"/>
                  <a:pt x="55830" y="123071"/>
                </a:cubicBezTo>
                <a:cubicBezTo>
                  <a:pt x="48935" y="149437"/>
                  <a:pt x="42371" y="175701"/>
                  <a:pt x="37402" y="202347"/>
                </a:cubicBezTo>
                <a:cubicBezTo>
                  <a:pt x="35129" y="221334"/>
                  <a:pt x="28580" y="239229"/>
                  <a:pt x="28697" y="258230"/>
                </a:cubicBezTo>
                <a:cubicBezTo>
                  <a:pt x="28812" y="276886"/>
                  <a:pt x="3598" y="276842"/>
                  <a:pt x="2314" y="25823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3" name="任意多边形: 形状 102">
            <a:extLst>
              <a:ext uri="{FF2B5EF4-FFF2-40B4-BE49-F238E27FC236}">
                <a16:creationId xmlns:a16="http://schemas.microsoft.com/office/drawing/2014/main" id="{A4B8DBF8-0190-F2E7-8905-84C72B773928}"/>
              </a:ext>
            </a:extLst>
          </p:cNvPr>
          <p:cNvSpPr/>
          <p:nvPr/>
        </p:nvSpPr>
        <p:spPr>
          <a:xfrm>
            <a:off x="8722184" y="1205854"/>
            <a:ext cx="432454" cy="531260"/>
          </a:xfrm>
          <a:custGeom>
            <a:avLst/>
            <a:gdLst>
              <a:gd name="csX0" fmla="*/ 2345 w 432454"/>
              <a:gd name="csY0" fmla="*/ 373118 h 531260"/>
              <a:gd name="csX1" fmla="*/ 57926 w 432454"/>
              <a:gd name="csY1" fmla="*/ 293403 h 531260"/>
              <a:gd name="csX2" fmla="*/ 142970 w 432454"/>
              <a:gd name="csY2" fmla="*/ 151833 h 531260"/>
              <a:gd name="csX3" fmla="*/ 207029 w 432454"/>
              <a:gd name="csY3" fmla="*/ 51725 h 531260"/>
              <a:gd name="csX4" fmla="*/ 268334 w 432454"/>
              <a:gd name="csY4" fmla="*/ 264 h 531260"/>
              <a:gd name="csX5" fmla="*/ 338970 w 432454"/>
              <a:gd name="csY5" fmla="*/ 40073 h 531260"/>
              <a:gd name="csX6" fmla="*/ 385693 w 432454"/>
              <a:gd name="csY6" fmla="*/ 139590 h 531260"/>
              <a:gd name="csX7" fmla="*/ 419514 w 432454"/>
              <a:gd name="csY7" fmla="*/ 293648 h 531260"/>
              <a:gd name="csX8" fmla="*/ 432023 w 432454"/>
              <a:gd name="csY8" fmla="*/ 456154 h 531260"/>
              <a:gd name="csX9" fmla="*/ 429780 w 432454"/>
              <a:gd name="csY9" fmla="*/ 524262 h 531260"/>
              <a:gd name="csX10" fmla="*/ 416179 w 432454"/>
              <a:gd name="csY10" fmla="*/ 523827 h 531260"/>
              <a:gd name="csX11" fmla="*/ 416336 w 432454"/>
              <a:gd name="csY11" fmla="*/ 456305 h 531260"/>
              <a:gd name="csX12" fmla="*/ 405581 w 432454"/>
              <a:gd name="csY12" fmla="*/ 295847 h 531260"/>
              <a:gd name="csX13" fmla="*/ 372702 w 432454"/>
              <a:gd name="csY13" fmla="*/ 144104 h 531260"/>
              <a:gd name="csX14" fmla="*/ 320179 w 432454"/>
              <a:gd name="csY14" fmla="*/ 56346 h 531260"/>
              <a:gd name="csX15" fmla="*/ 274787 w 432454"/>
              <a:gd name="csY15" fmla="*/ 27217 h 531260"/>
              <a:gd name="csX16" fmla="*/ 220493 w 432454"/>
              <a:gd name="csY16" fmla="*/ 62063 h 531260"/>
              <a:gd name="csX17" fmla="*/ 154697 w 432454"/>
              <a:gd name="csY17" fmla="*/ 158723 h 531260"/>
              <a:gd name="csX18" fmla="*/ 69494 w 432454"/>
              <a:gd name="csY18" fmla="*/ 300560 h 531260"/>
              <a:gd name="csX19" fmla="*/ 25574 w 432454"/>
              <a:gd name="csY19" fmla="*/ 384613 h 531260"/>
              <a:gd name="csX20" fmla="*/ 2344 w 432454"/>
              <a:gd name="csY20" fmla="*/ 373111 h 531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32454" h="531260">
                <a:moveTo>
                  <a:pt x="2345" y="373118"/>
                </a:moveTo>
                <a:cubicBezTo>
                  <a:pt x="19963" y="346514"/>
                  <a:pt x="40714" y="321201"/>
                  <a:pt x="57926" y="293403"/>
                </a:cubicBezTo>
                <a:cubicBezTo>
                  <a:pt x="87030" y="246671"/>
                  <a:pt x="115060" y="199282"/>
                  <a:pt x="142970" y="151833"/>
                </a:cubicBezTo>
                <a:cubicBezTo>
                  <a:pt x="162818" y="117510"/>
                  <a:pt x="185078" y="84712"/>
                  <a:pt x="207029" y="51725"/>
                </a:cubicBezTo>
                <a:cubicBezTo>
                  <a:pt x="222550" y="26941"/>
                  <a:pt x="242438" y="11842"/>
                  <a:pt x="268334" y="264"/>
                </a:cubicBezTo>
                <a:cubicBezTo>
                  <a:pt x="301306" y="-2473"/>
                  <a:pt x="319211" y="16463"/>
                  <a:pt x="338970" y="40073"/>
                </a:cubicBezTo>
                <a:cubicBezTo>
                  <a:pt x="364881" y="67951"/>
                  <a:pt x="375743" y="103605"/>
                  <a:pt x="385693" y="139590"/>
                </a:cubicBezTo>
                <a:cubicBezTo>
                  <a:pt x="400331" y="190095"/>
                  <a:pt x="412362" y="241546"/>
                  <a:pt x="419514" y="293648"/>
                </a:cubicBezTo>
                <a:cubicBezTo>
                  <a:pt x="428896" y="347382"/>
                  <a:pt x="429627" y="401852"/>
                  <a:pt x="432023" y="456154"/>
                </a:cubicBezTo>
                <a:cubicBezTo>
                  <a:pt x="433572" y="478946"/>
                  <a:pt x="430507" y="501505"/>
                  <a:pt x="429780" y="524262"/>
                </a:cubicBezTo>
                <a:cubicBezTo>
                  <a:pt x="429472" y="533879"/>
                  <a:pt x="415871" y="533444"/>
                  <a:pt x="416179" y="523827"/>
                </a:cubicBezTo>
                <a:cubicBezTo>
                  <a:pt x="416903" y="501230"/>
                  <a:pt x="415126" y="478900"/>
                  <a:pt x="416336" y="456305"/>
                </a:cubicBezTo>
                <a:cubicBezTo>
                  <a:pt x="417698" y="402669"/>
                  <a:pt x="413264" y="348930"/>
                  <a:pt x="405581" y="295847"/>
                </a:cubicBezTo>
                <a:cubicBezTo>
                  <a:pt x="396422" y="244885"/>
                  <a:pt x="389133" y="193453"/>
                  <a:pt x="372702" y="144104"/>
                </a:cubicBezTo>
                <a:cubicBezTo>
                  <a:pt x="359071" y="112178"/>
                  <a:pt x="340304" y="84423"/>
                  <a:pt x="320179" y="56346"/>
                </a:cubicBezTo>
                <a:cubicBezTo>
                  <a:pt x="306054" y="43768"/>
                  <a:pt x="294736" y="29035"/>
                  <a:pt x="274787" y="27217"/>
                </a:cubicBezTo>
                <a:cubicBezTo>
                  <a:pt x="252755" y="34160"/>
                  <a:pt x="235125" y="41646"/>
                  <a:pt x="220493" y="62063"/>
                </a:cubicBezTo>
                <a:cubicBezTo>
                  <a:pt x="195581" y="92256"/>
                  <a:pt x="173867" y="124479"/>
                  <a:pt x="154697" y="158723"/>
                </a:cubicBezTo>
                <a:cubicBezTo>
                  <a:pt x="126735" y="206263"/>
                  <a:pt x="98652" y="253740"/>
                  <a:pt x="69494" y="300560"/>
                </a:cubicBezTo>
                <a:cubicBezTo>
                  <a:pt x="52654" y="327757"/>
                  <a:pt x="38979" y="356555"/>
                  <a:pt x="25574" y="384613"/>
                </a:cubicBezTo>
                <a:cubicBezTo>
                  <a:pt x="17673" y="401152"/>
                  <a:pt x="-7776" y="388393"/>
                  <a:pt x="2344" y="3731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4" name="任意多边形: 形状 103">
            <a:extLst>
              <a:ext uri="{FF2B5EF4-FFF2-40B4-BE49-F238E27FC236}">
                <a16:creationId xmlns:a16="http://schemas.microsoft.com/office/drawing/2014/main" id="{60252827-B8CE-7857-B850-806A01CBB866}"/>
              </a:ext>
            </a:extLst>
          </p:cNvPr>
          <p:cNvSpPr/>
          <p:nvPr/>
        </p:nvSpPr>
        <p:spPr>
          <a:xfrm>
            <a:off x="9105517" y="1597529"/>
            <a:ext cx="249812" cy="945500"/>
          </a:xfrm>
          <a:custGeom>
            <a:avLst/>
            <a:gdLst>
              <a:gd name="csX0" fmla="*/ 4774 w 249812"/>
              <a:gd name="csY0" fmla="*/ 162894 h 945500"/>
              <a:gd name="csX1" fmla="*/ 61552 w 249812"/>
              <a:gd name="csY1" fmla="*/ 108150 h 945500"/>
              <a:gd name="csX2" fmla="*/ 110778 w 249812"/>
              <a:gd name="csY2" fmla="*/ 42955 h 945500"/>
              <a:gd name="csX3" fmla="*/ 150538 w 249812"/>
              <a:gd name="csY3" fmla="*/ 3400 h 945500"/>
              <a:gd name="csX4" fmla="*/ 210645 w 249812"/>
              <a:gd name="csY4" fmla="*/ 18934 h 945500"/>
              <a:gd name="csX5" fmla="*/ 242365 w 249812"/>
              <a:gd name="csY5" fmla="*/ 106978 h 945500"/>
              <a:gd name="csX6" fmla="*/ 249509 w 249812"/>
              <a:gd name="csY6" fmla="*/ 267274 h 945500"/>
              <a:gd name="csX7" fmla="*/ 231397 w 249812"/>
              <a:gd name="csY7" fmla="*/ 458326 h 945500"/>
              <a:gd name="csX8" fmla="*/ 174638 w 249812"/>
              <a:gd name="csY8" fmla="*/ 665848 h 945500"/>
              <a:gd name="csX9" fmla="*/ 99834 w 249812"/>
              <a:gd name="csY9" fmla="*/ 860910 h 945500"/>
              <a:gd name="csX10" fmla="*/ 51506 w 249812"/>
              <a:gd name="csY10" fmla="*/ 940676 h 945500"/>
              <a:gd name="csX11" fmla="*/ 38765 w 249812"/>
              <a:gd name="csY11" fmla="*/ 935901 h 945500"/>
              <a:gd name="csX12" fmla="*/ 54389 w 249812"/>
              <a:gd name="csY12" fmla="*/ 844235 h 945500"/>
              <a:gd name="csX13" fmla="*/ 122869 w 249812"/>
              <a:gd name="csY13" fmla="*/ 648449 h 945500"/>
              <a:gd name="csX14" fmla="*/ 171547 w 249812"/>
              <a:gd name="csY14" fmla="*/ 450329 h 945500"/>
              <a:gd name="csX15" fmla="*/ 185238 w 249812"/>
              <a:gd name="csY15" fmla="*/ 267049 h 945500"/>
              <a:gd name="csX16" fmla="*/ 170808 w 249812"/>
              <a:gd name="csY16" fmla="*/ 120868 h 945500"/>
              <a:gd name="csX17" fmla="*/ 158432 w 249812"/>
              <a:gd name="csY17" fmla="*/ 51925 h 945500"/>
              <a:gd name="csX18" fmla="*/ 167669 w 249812"/>
              <a:gd name="csY18" fmla="*/ 40408 h 945500"/>
              <a:gd name="csX19" fmla="*/ 130700 w 249812"/>
              <a:gd name="csY19" fmla="*/ 62356 h 945500"/>
              <a:gd name="csX20" fmla="*/ 71773 w 249812"/>
              <a:gd name="csY20" fmla="*/ 117133 h 945500"/>
              <a:gd name="csX21" fmla="*/ 29847 w 249812"/>
              <a:gd name="csY21" fmla="*/ 179529 h 945500"/>
              <a:gd name="csX22" fmla="*/ 4773 w 249812"/>
              <a:gd name="csY22" fmla="*/ 162895 h 945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49812" h="945500">
                <a:moveTo>
                  <a:pt x="4774" y="162894"/>
                </a:moveTo>
                <a:cubicBezTo>
                  <a:pt x="27081" y="148645"/>
                  <a:pt x="43753" y="127433"/>
                  <a:pt x="61552" y="108150"/>
                </a:cubicBezTo>
                <a:cubicBezTo>
                  <a:pt x="79157" y="87220"/>
                  <a:pt x="94192" y="64638"/>
                  <a:pt x="110778" y="42955"/>
                </a:cubicBezTo>
                <a:cubicBezTo>
                  <a:pt x="121640" y="27594"/>
                  <a:pt x="136337" y="15600"/>
                  <a:pt x="150538" y="3400"/>
                </a:cubicBezTo>
                <a:cubicBezTo>
                  <a:pt x="177225" y="-4477"/>
                  <a:pt x="191535" y="1589"/>
                  <a:pt x="210645" y="18934"/>
                </a:cubicBezTo>
                <a:cubicBezTo>
                  <a:pt x="227892" y="46235"/>
                  <a:pt x="235833" y="75744"/>
                  <a:pt x="242365" y="106978"/>
                </a:cubicBezTo>
                <a:cubicBezTo>
                  <a:pt x="247850" y="160244"/>
                  <a:pt x="250806" y="213724"/>
                  <a:pt x="249509" y="267274"/>
                </a:cubicBezTo>
                <a:cubicBezTo>
                  <a:pt x="248240" y="331303"/>
                  <a:pt x="239397" y="394861"/>
                  <a:pt x="231397" y="458326"/>
                </a:cubicBezTo>
                <a:cubicBezTo>
                  <a:pt x="216968" y="528756"/>
                  <a:pt x="198495" y="598001"/>
                  <a:pt x="174638" y="665848"/>
                </a:cubicBezTo>
                <a:cubicBezTo>
                  <a:pt x="147304" y="730077"/>
                  <a:pt x="132910" y="799293"/>
                  <a:pt x="99834" y="860910"/>
                </a:cubicBezTo>
                <a:cubicBezTo>
                  <a:pt x="78174" y="885373"/>
                  <a:pt x="62866" y="910366"/>
                  <a:pt x="51506" y="940676"/>
                </a:cubicBezTo>
                <a:cubicBezTo>
                  <a:pt x="48130" y="949686"/>
                  <a:pt x="35388" y="944910"/>
                  <a:pt x="38765" y="935901"/>
                </a:cubicBezTo>
                <a:cubicBezTo>
                  <a:pt x="50109" y="905633"/>
                  <a:pt x="54945" y="876876"/>
                  <a:pt x="54389" y="844235"/>
                </a:cubicBezTo>
                <a:cubicBezTo>
                  <a:pt x="69046" y="776360"/>
                  <a:pt x="104201" y="715314"/>
                  <a:pt x="122869" y="648449"/>
                </a:cubicBezTo>
                <a:cubicBezTo>
                  <a:pt x="143639" y="583636"/>
                  <a:pt x="167725" y="518956"/>
                  <a:pt x="171547" y="450329"/>
                </a:cubicBezTo>
                <a:cubicBezTo>
                  <a:pt x="180160" y="389565"/>
                  <a:pt x="184095" y="328409"/>
                  <a:pt x="185238" y="267049"/>
                </a:cubicBezTo>
                <a:cubicBezTo>
                  <a:pt x="184323" y="217957"/>
                  <a:pt x="183542" y="168674"/>
                  <a:pt x="170808" y="120868"/>
                </a:cubicBezTo>
                <a:cubicBezTo>
                  <a:pt x="165737" y="98032"/>
                  <a:pt x="161403" y="74975"/>
                  <a:pt x="158432" y="51925"/>
                </a:cubicBezTo>
                <a:cubicBezTo>
                  <a:pt x="160214" y="49705"/>
                  <a:pt x="167936" y="44086"/>
                  <a:pt x="167669" y="40408"/>
                </a:cubicBezTo>
                <a:cubicBezTo>
                  <a:pt x="155893" y="45904"/>
                  <a:pt x="141179" y="51118"/>
                  <a:pt x="130700" y="62356"/>
                </a:cubicBezTo>
                <a:cubicBezTo>
                  <a:pt x="110034" y="79420"/>
                  <a:pt x="89406" y="96719"/>
                  <a:pt x="71773" y="117133"/>
                </a:cubicBezTo>
                <a:cubicBezTo>
                  <a:pt x="55664" y="136440"/>
                  <a:pt x="35903" y="154514"/>
                  <a:pt x="29847" y="179529"/>
                </a:cubicBezTo>
                <a:cubicBezTo>
                  <a:pt x="24841" y="200208"/>
                  <a:pt x="-13157" y="174349"/>
                  <a:pt x="4773" y="16289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5" name="任意多边形: 形状 104">
            <a:extLst>
              <a:ext uri="{FF2B5EF4-FFF2-40B4-BE49-F238E27FC236}">
                <a16:creationId xmlns:a16="http://schemas.microsoft.com/office/drawing/2014/main" id="{83100DCE-303F-B3B5-33A7-9823B09465A6}"/>
              </a:ext>
            </a:extLst>
          </p:cNvPr>
          <p:cNvSpPr/>
          <p:nvPr/>
        </p:nvSpPr>
        <p:spPr>
          <a:xfrm>
            <a:off x="7592862" y="1121546"/>
            <a:ext cx="572603" cy="639674"/>
          </a:xfrm>
          <a:custGeom>
            <a:avLst/>
            <a:gdLst>
              <a:gd name="csX0" fmla="*/ 2478 w 572603"/>
              <a:gd name="csY0" fmla="*/ 592681 h 639674"/>
              <a:gd name="csX1" fmla="*/ 40786 w 572603"/>
              <a:gd name="csY1" fmla="*/ 510086 h 639674"/>
              <a:gd name="csX2" fmla="*/ 112609 w 572603"/>
              <a:gd name="csY2" fmla="*/ 331692 h 639674"/>
              <a:gd name="csX3" fmla="*/ 170935 w 572603"/>
              <a:gd name="csY3" fmla="*/ 173406 h 639674"/>
              <a:gd name="csX4" fmla="*/ 210075 w 572603"/>
              <a:gd name="csY4" fmla="*/ 70278 h 639674"/>
              <a:gd name="csX5" fmla="*/ 262589 w 572603"/>
              <a:gd name="csY5" fmla="*/ 8165 h 639674"/>
              <a:gd name="csX6" fmla="*/ 354828 w 572603"/>
              <a:gd name="csY6" fmla="*/ 29882 h 639674"/>
              <a:gd name="csX7" fmla="*/ 437510 w 572603"/>
              <a:gd name="csY7" fmla="*/ 131885 h 639674"/>
              <a:gd name="csX8" fmla="*/ 515481 w 572603"/>
              <a:gd name="csY8" fmla="*/ 262949 h 639674"/>
              <a:gd name="csX9" fmla="*/ 571902 w 572603"/>
              <a:gd name="csY9" fmla="*/ 387584 h 639674"/>
              <a:gd name="csX10" fmla="*/ 559361 w 572603"/>
              <a:gd name="csY10" fmla="*/ 392866 h 639674"/>
              <a:gd name="csX11" fmla="*/ 503540 w 572603"/>
              <a:gd name="csY11" fmla="*/ 269469 h 639674"/>
              <a:gd name="csX12" fmla="*/ 414847 w 572603"/>
              <a:gd name="csY12" fmla="*/ 151598 h 639674"/>
              <a:gd name="csX13" fmla="*/ 322946 w 572603"/>
              <a:gd name="csY13" fmla="*/ 72793 h 639674"/>
              <a:gd name="csX14" fmla="*/ 293688 w 572603"/>
              <a:gd name="csY14" fmla="*/ 57948 h 639674"/>
              <a:gd name="csX15" fmla="*/ 261326 w 572603"/>
              <a:gd name="csY15" fmla="*/ 96527 h 639674"/>
              <a:gd name="csX16" fmla="*/ 212765 w 572603"/>
              <a:gd name="csY16" fmla="*/ 190601 h 639674"/>
              <a:gd name="csX17" fmla="*/ 146510 w 572603"/>
              <a:gd name="csY17" fmla="*/ 345192 h 639674"/>
              <a:gd name="csX18" fmla="*/ 86580 w 572603"/>
              <a:gd name="csY18" fmla="*/ 523862 h 639674"/>
              <a:gd name="csX19" fmla="*/ 77339 w 572603"/>
              <a:gd name="csY19" fmla="*/ 606687 h 639674"/>
              <a:gd name="csX20" fmla="*/ 2479 w 572603"/>
              <a:gd name="csY20" fmla="*/ 592679 h 639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72603" h="639674">
                <a:moveTo>
                  <a:pt x="2478" y="592681"/>
                </a:moveTo>
                <a:cubicBezTo>
                  <a:pt x="12735" y="564440"/>
                  <a:pt x="28305" y="537800"/>
                  <a:pt x="40786" y="510086"/>
                </a:cubicBezTo>
                <a:cubicBezTo>
                  <a:pt x="67241" y="451755"/>
                  <a:pt x="89612" y="391509"/>
                  <a:pt x="112609" y="331692"/>
                </a:cubicBezTo>
                <a:cubicBezTo>
                  <a:pt x="132801" y="279205"/>
                  <a:pt x="149893" y="225584"/>
                  <a:pt x="170935" y="173406"/>
                </a:cubicBezTo>
                <a:cubicBezTo>
                  <a:pt x="181899" y="138189"/>
                  <a:pt x="194882" y="103772"/>
                  <a:pt x="210075" y="70278"/>
                </a:cubicBezTo>
                <a:cubicBezTo>
                  <a:pt x="222038" y="43624"/>
                  <a:pt x="239651" y="24855"/>
                  <a:pt x="262589" y="8165"/>
                </a:cubicBezTo>
                <a:cubicBezTo>
                  <a:pt x="299935" y="-11148"/>
                  <a:pt x="324955" y="6931"/>
                  <a:pt x="354828" y="29882"/>
                </a:cubicBezTo>
                <a:cubicBezTo>
                  <a:pt x="384755" y="61844"/>
                  <a:pt x="414373" y="94624"/>
                  <a:pt x="437510" y="131885"/>
                </a:cubicBezTo>
                <a:cubicBezTo>
                  <a:pt x="465179" y="174392"/>
                  <a:pt x="491128" y="218393"/>
                  <a:pt x="515481" y="262949"/>
                </a:cubicBezTo>
                <a:cubicBezTo>
                  <a:pt x="536647" y="303387"/>
                  <a:pt x="553987" y="345653"/>
                  <a:pt x="571902" y="387584"/>
                </a:cubicBezTo>
                <a:cubicBezTo>
                  <a:pt x="575682" y="396432"/>
                  <a:pt x="563141" y="401714"/>
                  <a:pt x="559361" y="392866"/>
                </a:cubicBezTo>
                <a:cubicBezTo>
                  <a:pt x="541626" y="351355"/>
                  <a:pt x="524468" y="309512"/>
                  <a:pt x="503540" y="269469"/>
                </a:cubicBezTo>
                <a:cubicBezTo>
                  <a:pt x="479626" y="225673"/>
                  <a:pt x="452294" y="185211"/>
                  <a:pt x="414847" y="151598"/>
                </a:cubicBezTo>
                <a:cubicBezTo>
                  <a:pt x="383740" y="125913"/>
                  <a:pt x="357393" y="94338"/>
                  <a:pt x="322946" y="72793"/>
                </a:cubicBezTo>
                <a:cubicBezTo>
                  <a:pt x="313249" y="67876"/>
                  <a:pt x="303462" y="62152"/>
                  <a:pt x="293688" y="57948"/>
                </a:cubicBezTo>
                <a:cubicBezTo>
                  <a:pt x="281291" y="69791"/>
                  <a:pt x="268679" y="80292"/>
                  <a:pt x="261326" y="96527"/>
                </a:cubicBezTo>
                <a:cubicBezTo>
                  <a:pt x="244379" y="127316"/>
                  <a:pt x="227260" y="158374"/>
                  <a:pt x="212765" y="190601"/>
                </a:cubicBezTo>
                <a:cubicBezTo>
                  <a:pt x="191092" y="242309"/>
                  <a:pt x="167105" y="293052"/>
                  <a:pt x="146510" y="345192"/>
                </a:cubicBezTo>
                <a:cubicBezTo>
                  <a:pt x="122629" y="403112"/>
                  <a:pt x="96500" y="461712"/>
                  <a:pt x="86580" y="523862"/>
                </a:cubicBezTo>
                <a:cubicBezTo>
                  <a:pt x="82133" y="551429"/>
                  <a:pt x="79106" y="579097"/>
                  <a:pt x="77339" y="606687"/>
                </a:cubicBezTo>
                <a:cubicBezTo>
                  <a:pt x="73898" y="660430"/>
                  <a:pt x="-15906" y="643297"/>
                  <a:pt x="2479" y="59267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77CF8D35-0775-2EBF-98FA-FFF3F91743A5}"/>
              </a:ext>
            </a:extLst>
          </p:cNvPr>
          <p:cNvSpPr/>
          <p:nvPr/>
        </p:nvSpPr>
        <p:spPr>
          <a:xfrm>
            <a:off x="7149637" y="1376846"/>
            <a:ext cx="130935" cy="194271"/>
          </a:xfrm>
          <a:custGeom>
            <a:avLst/>
            <a:gdLst>
              <a:gd name="csX0" fmla="*/ 5743 w 130935"/>
              <a:gd name="csY0" fmla="*/ 160882 h 194271"/>
              <a:gd name="csX1" fmla="*/ 49349 w 130935"/>
              <a:gd name="csY1" fmla="*/ 114402 h 194271"/>
              <a:gd name="csX2" fmla="*/ 102196 w 130935"/>
              <a:gd name="csY2" fmla="*/ 28262 h 194271"/>
              <a:gd name="csX3" fmla="*/ 118275 w 130935"/>
              <a:gd name="csY3" fmla="*/ 3453 h 194271"/>
              <a:gd name="csX4" fmla="*/ 129586 w 130935"/>
              <a:gd name="csY4" fmla="*/ 11018 h 194271"/>
              <a:gd name="csX5" fmla="*/ 113730 w 130935"/>
              <a:gd name="csY5" fmla="*/ 35481 h 194271"/>
              <a:gd name="csX6" fmla="*/ 62335 w 130935"/>
              <a:gd name="csY6" fmla="*/ 121992 h 194271"/>
              <a:gd name="csX7" fmla="*/ 43434 w 130935"/>
              <a:gd name="csY7" fmla="*/ 181876 h 194271"/>
              <a:gd name="csX8" fmla="*/ 5743 w 130935"/>
              <a:gd name="csY8" fmla="*/ 160881 h 194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0935" h="194271">
                <a:moveTo>
                  <a:pt x="5743" y="160882"/>
                </a:moveTo>
                <a:cubicBezTo>
                  <a:pt x="22279" y="147246"/>
                  <a:pt x="35590" y="130471"/>
                  <a:pt x="49349" y="114402"/>
                </a:cubicBezTo>
                <a:cubicBezTo>
                  <a:pt x="67484" y="86020"/>
                  <a:pt x="84524" y="56943"/>
                  <a:pt x="102196" y="28262"/>
                </a:cubicBezTo>
                <a:cubicBezTo>
                  <a:pt x="107083" y="19690"/>
                  <a:pt x="112918" y="11720"/>
                  <a:pt x="118275" y="3453"/>
                </a:cubicBezTo>
                <a:cubicBezTo>
                  <a:pt x="123508" y="-4621"/>
                  <a:pt x="134819" y="2943"/>
                  <a:pt x="129586" y="11018"/>
                </a:cubicBezTo>
                <a:cubicBezTo>
                  <a:pt x="124303" y="19169"/>
                  <a:pt x="118537" y="27020"/>
                  <a:pt x="113730" y="35481"/>
                </a:cubicBezTo>
                <a:cubicBezTo>
                  <a:pt x="96138" y="64030"/>
                  <a:pt x="78220" y="92449"/>
                  <a:pt x="62335" y="121992"/>
                </a:cubicBezTo>
                <a:cubicBezTo>
                  <a:pt x="55199" y="141544"/>
                  <a:pt x="46992" y="161103"/>
                  <a:pt x="43434" y="181876"/>
                </a:cubicBezTo>
                <a:cubicBezTo>
                  <a:pt x="38284" y="211946"/>
                  <a:pt x="-17794" y="180290"/>
                  <a:pt x="5743" y="16088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7" name="任意多边形: 形状 106">
            <a:extLst>
              <a:ext uri="{FF2B5EF4-FFF2-40B4-BE49-F238E27FC236}">
                <a16:creationId xmlns:a16="http://schemas.microsoft.com/office/drawing/2014/main" id="{DC179826-2698-14E3-585F-2E9C337BB408}"/>
              </a:ext>
            </a:extLst>
          </p:cNvPr>
          <p:cNvSpPr/>
          <p:nvPr/>
        </p:nvSpPr>
        <p:spPr>
          <a:xfrm>
            <a:off x="7458021" y="1282809"/>
            <a:ext cx="263894" cy="209188"/>
          </a:xfrm>
          <a:custGeom>
            <a:avLst/>
            <a:gdLst>
              <a:gd name="csX0" fmla="*/ 25210 w 263894"/>
              <a:gd name="csY0" fmla="*/ 316 h 209188"/>
              <a:gd name="csX1" fmla="*/ 78320 w 263894"/>
              <a:gd name="csY1" fmla="*/ 24771 h 209188"/>
              <a:gd name="csX2" fmla="*/ 146886 w 263894"/>
              <a:gd name="csY2" fmla="*/ 66876 h 209188"/>
              <a:gd name="csX3" fmla="*/ 201486 w 263894"/>
              <a:gd name="csY3" fmla="*/ 110256 h 209188"/>
              <a:gd name="csX4" fmla="*/ 238472 w 263894"/>
              <a:gd name="csY4" fmla="*/ 150923 h 209188"/>
              <a:gd name="csX5" fmla="*/ 263895 w 263894"/>
              <a:gd name="csY5" fmla="*/ 177360 h 209188"/>
              <a:gd name="csX6" fmla="*/ 256267 w 263894"/>
              <a:gd name="csY6" fmla="*/ 190797 h 209188"/>
              <a:gd name="csX7" fmla="*/ 245107 w 263894"/>
              <a:gd name="csY7" fmla="*/ 201530 h 209188"/>
              <a:gd name="csX8" fmla="*/ 231923 w 263894"/>
              <a:gd name="csY8" fmla="*/ 209189 h 209188"/>
              <a:gd name="csX9" fmla="*/ 204864 w 263894"/>
              <a:gd name="csY9" fmla="*/ 181795 h 209188"/>
              <a:gd name="csX10" fmla="*/ 170504 w 263894"/>
              <a:gd name="csY10" fmla="*/ 138652 h 209188"/>
              <a:gd name="csX11" fmla="*/ 125749 w 263894"/>
              <a:gd name="csY11" fmla="*/ 98478 h 209188"/>
              <a:gd name="csX12" fmla="*/ 59687 w 263894"/>
              <a:gd name="csY12" fmla="*/ 58328 h 209188"/>
              <a:gd name="csX13" fmla="*/ 13807 w 263894"/>
              <a:gd name="csY13" fmla="*/ 35812 h 209188"/>
              <a:gd name="csX14" fmla="*/ 25210 w 263894"/>
              <a:gd name="csY14" fmla="*/ 315 h 2091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63894" h="209188">
                <a:moveTo>
                  <a:pt x="25210" y="316"/>
                </a:moveTo>
                <a:cubicBezTo>
                  <a:pt x="45312" y="3069"/>
                  <a:pt x="60857" y="15208"/>
                  <a:pt x="78320" y="24771"/>
                </a:cubicBezTo>
                <a:cubicBezTo>
                  <a:pt x="100797" y="39536"/>
                  <a:pt x="123959" y="52988"/>
                  <a:pt x="146886" y="66876"/>
                </a:cubicBezTo>
                <a:cubicBezTo>
                  <a:pt x="167865" y="78010"/>
                  <a:pt x="185018" y="93456"/>
                  <a:pt x="201486" y="110256"/>
                </a:cubicBezTo>
                <a:cubicBezTo>
                  <a:pt x="213361" y="125090"/>
                  <a:pt x="224632" y="138563"/>
                  <a:pt x="238472" y="150923"/>
                </a:cubicBezTo>
                <a:cubicBezTo>
                  <a:pt x="247778" y="158852"/>
                  <a:pt x="255841" y="168398"/>
                  <a:pt x="263895" y="177360"/>
                </a:cubicBezTo>
                <a:cubicBezTo>
                  <a:pt x="261352" y="181839"/>
                  <a:pt x="258810" y="186318"/>
                  <a:pt x="256267" y="190797"/>
                </a:cubicBezTo>
                <a:cubicBezTo>
                  <a:pt x="250862" y="200319"/>
                  <a:pt x="254574" y="196030"/>
                  <a:pt x="245107" y="201530"/>
                </a:cubicBezTo>
                <a:cubicBezTo>
                  <a:pt x="240712" y="204083"/>
                  <a:pt x="236317" y="206636"/>
                  <a:pt x="231923" y="209189"/>
                </a:cubicBezTo>
                <a:cubicBezTo>
                  <a:pt x="222780" y="200389"/>
                  <a:pt x="213272" y="191458"/>
                  <a:pt x="204864" y="181795"/>
                </a:cubicBezTo>
                <a:cubicBezTo>
                  <a:pt x="194406" y="166396"/>
                  <a:pt x="183183" y="152548"/>
                  <a:pt x="170504" y="138652"/>
                </a:cubicBezTo>
                <a:cubicBezTo>
                  <a:pt x="156191" y="124727"/>
                  <a:pt x="142048" y="110348"/>
                  <a:pt x="125749" y="98478"/>
                </a:cubicBezTo>
                <a:cubicBezTo>
                  <a:pt x="104920" y="83011"/>
                  <a:pt x="84234" y="67749"/>
                  <a:pt x="59687" y="58328"/>
                </a:cubicBezTo>
                <a:cubicBezTo>
                  <a:pt x="44491" y="50060"/>
                  <a:pt x="29128" y="43048"/>
                  <a:pt x="13807" y="35812"/>
                </a:cubicBezTo>
                <a:cubicBezTo>
                  <a:pt x="-10032" y="24554"/>
                  <a:pt x="-910" y="-3262"/>
                  <a:pt x="25210" y="31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8" name="任意多边形: 形状 107">
            <a:extLst>
              <a:ext uri="{FF2B5EF4-FFF2-40B4-BE49-F238E27FC236}">
                <a16:creationId xmlns:a16="http://schemas.microsoft.com/office/drawing/2014/main" id="{E297EE80-A524-61A6-9781-0FEA9AE34523}"/>
              </a:ext>
            </a:extLst>
          </p:cNvPr>
          <p:cNvSpPr/>
          <p:nvPr/>
        </p:nvSpPr>
        <p:spPr>
          <a:xfrm>
            <a:off x="8431425" y="1064301"/>
            <a:ext cx="445019" cy="281435"/>
          </a:xfrm>
          <a:custGeom>
            <a:avLst/>
            <a:gdLst>
              <a:gd name="csX0" fmla="*/ 10211 w 445019"/>
              <a:gd name="csY0" fmla="*/ 186820 h 281435"/>
              <a:gd name="csX1" fmla="*/ 56722 w 445019"/>
              <a:gd name="csY1" fmla="*/ 148896 h 281435"/>
              <a:gd name="csX2" fmla="*/ 129318 w 445019"/>
              <a:gd name="csY2" fmla="*/ 75082 h 281435"/>
              <a:gd name="csX3" fmla="*/ 179984 w 445019"/>
              <a:gd name="csY3" fmla="*/ 18127 h 281435"/>
              <a:gd name="csX4" fmla="*/ 244975 w 445019"/>
              <a:gd name="csY4" fmla="*/ 725 h 281435"/>
              <a:gd name="csX5" fmla="*/ 319183 w 445019"/>
              <a:gd name="csY5" fmla="*/ 62044 h 281435"/>
              <a:gd name="csX6" fmla="*/ 394010 w 445019"/>
              <a:gd name="csY6" fmla="*/ 159351 h 281435"/>
              <a:gd name="csX7" fmla="*/ 442515 w 445019"/>
              <a:gd name="csY7" fmla="*/ 237074 h 281435"/>
              <a:gd name="csX8" fmla="*/ 442226 w 445019"/>
              <a:gd name="csY8" fmla="*/ 273257 h 281435"/>
              <a:gd name="csX9" fmla="*/ 429467 w 445019"/>
              <a:gd name="csY9" fmla="*/ 277984 h 281435"/>
              <a:gd name="csX10" fmla="*/ 404675 w 445019"/>
              <a:gd name="csY10" fmla="*/ 256664 h 281435"/>
              <a:gd name="csX11" fmla="*/ 362919 w 445019"/>
              <a:gd name="csY11" fmla="*/ 179530 h 281435"/>
              <a:gd name="csX12" fmla="*/ 294827 w 445019"/>
              <a:gd name="csY12" fmla="*/ 85175 h 281435"/>
              <a:gd name="csX13" fmla="*/ 235732 w 445019"/>
              <a:gd name="csY13" fmla="*/ 42551 h 281435"/>
              <a:gd name="csX14" fmla="*/ 206237 w 445019"/>
              <a:gd name="csY14" fmla="*/ 48750 h 281435"/>
              <a:gd name="csX15" fmla="*/ 151084 w 445019"/>
              <a:gd name="csY15" fmla="*/ 95610 h 281435"/>
              <a:gd name="csX16" fmla="*/ 82803 w 445019"/>
              <a:gd name="csY16" fmla="*/ 172772 h 281435"/>
              <a:gd name="csX17" fmla="*/ 48667 w 445019"/>
              <a:gd name="csY17" fmla="*/ 223045 h 281435"/>
              <a:gd name="csX18" fmla="*/ 10210 w 445019"/>
              <a:gd name="csY18" fmla="*/ 186821 h 2814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45019" h="281435">
                <a:moveTo>
                  <a:pt x="10211" y="186820"/>
                </a:moveTo>
                <a:cubicBezTo>
                  <a:pt x="27756" y="176936"/>
                  <a:pt x="42005" y="162369"/>
                  <a:pt x="56722" y="148896"/>
                </a:cubicBezTo>
                <a:cubicBezTo>
                  <a:pt x="83991" y="127432"/>
                  <a:pt x="105936" y="100515"/>
                  <a:pt x="129318" y="75082"/>
                </a:cubicBezTo>
                <a:cubicBezTo>
                  <a:pt x="144891" y="54938"/>
                  <a:pt x="162232" y="36318"/>
                  <a:pt x="179984" y="18127"/>
                </a:cubicBezTo>
                <a:cubicBezTo>
                  <a:pt x="199923" y="-961"/>
                  <a:pt x="219390" y="-1061"/>
                  <a:pt x="244975" y="725"/>
                </a:cubicBezTo>
                <a:cubicBezTo>
                  <a:pt x="275506" y="12669"/>
                  <a:pt x="296744" y="39336"/>
                  <a:pt x="319183" y="62044"/>
                </a:cubicBezTo>
                <a:cubicBezTo>
                  <a:pt x="346366" y="92673"/>
                  <a:pt x="369577" y="126513"/>
                  <a:pt x="394010" y="159351"/>
                </a:cubicBezTo>
                <a:cubicBezTo>
                  <a:pt x="411489" y="184673"/>
                  <a:pt x="429014" y="209437"/>
                  <a:pt x="442515" y="237074"/>
                </a:cubicBezTo>
                <a:cubicBezTo>
                  <a:pt x="447381" y="248806"/>
                  <a:pt x="443959" y="261099"/>
                  <a:pt x="442226" y="273257"/>
                </a:cubicBezTo>
                <a:cubicBezTo>
                  <a:pt x="440869" y="282783"/>
                  <a:pt x="437371" y="283470"/>
                  <a:pt x="429467" y="277984"/>
                </a:cubicBezTo>
                <a:cubicBezTo>
                  <a:pt x="420578" y="271816"/>
                  <a:pt x="410840" y="265713"/>
                  <a:pt x="404675" y="256664"/>
                </a:cubicBezTo>
                <a:cubicBezTo>
                  <a:pt x="389857" y="231444"/>
                  <a:pt x="378392" y="204465"/>
                  <a:pt x="362919" y="179530"/>
                </a:cubicBezTo>
                <a:cubicBezTo>
                  <a:pt x="343205" y="145800"/>
                  <a:pt x="322482" y="113177"/>
                  <a:pt x="294827" y="85175"/>
                </a:cubicBezTo>
                <a:cubicBezTo>
                  <a:pt x="277223" y="67612"/>
                  <a:pt x="261129" y="49923"/>
                  <a:pt x="235732" y="42551"/>
                </a:cubicBezTo>
                <a:cubicBezTo>
                  <a:pt x="224772" y="43233"/>
                  <a:pt x="215944" y="37919"/>
                  <a:pt x="206237" y="48750"/>
                </a:cubicBezTo>
                <a:cubicBezTo>
                  <a:pt x="187433" y="63878"/>
                  <a:pt x="168778" y="79138"/>
                  <a:pt x="151084" y="95610"/>
                </a:cubicBezTo>
                <a:cubicBezTo>
                  <a:pt x="126954" y="120152"/>
                  <a:pt x="101637" y="143717"/>
                  <a:pt x="82803" y="172772"/>
                </a:cubicBezTo>
                <a:cubicBezTo>
                  <a:pt x="70721" y="188939"/>
                  <a:pt x="57810" y="204905"/>
                  <a:pt x="48667" y="223045"/>
                </a:cubicBezTo>
                <a:cubicBezTo>
                  <a:pt x="31857" y="256406"/>
                  <a:pt x="-22338" y="205158"/>
                  <a:pt x="10210" y="18682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9" name="任意多边形: 形状 108">
            <a:extLst>
              <a:ext uri="{FF2B5EF4-FFF2-40B4-BE49-F238E27FC236}">
                <a16:creationId xmlns:a16="http://schemas.microsoft.com/office/drawing/2014/main" id="{3B555F25-3B55-1FF6-1A61-F78478F490C1}"/>
              </a:ext>
            </a:extLst>
          </p:cNvPr>
          <p:cNvSpPr/>
          <p:nvPr/>
        </p:nvSpPr>
        <p:spPr>
          <a:xfrm>
            <a:off x="6682906" y="1375979"/>
            <a:ext cx="337008" cy="251072"/>
          </a:xfrm>
          <a:custGeom>
            <a:avLst/>
            <a:gdLst>
              <a:gd name="csX0" fmla="*/ 225 w 337008"/>
              <a:gd name="csY0" fmla="*/ 228711 h 251072"/>
              <a:gd name="csX1" fmla="*/ 8328 w 337008"/>
              <a:gd name="csY1" fmla="*/ 169139 h 251072"/>
              <a:gd name="csX2" fmla="*/ 18822 w 337008"/>
              <a:gd name="csY2" fmla="*/ 84459 h 251072"/>
              <a:gd name="csX3" fmla="*/ 41739 w 337008"/>
              <a:gd name="csY3" fmla="*/ 20603 h 251072"/>
              <a:gd name="csX4" fmla="*/ 116574 w 337008"/>
              <a:gd name="csY4" fmla="*/ 2438 h 251072"/>
              <a:gd name="csX5" fmla="*/ 203925 w 337008"/>
              <a:gd name="csY5" fmla="*/ 43773 h 251072"/>
              <a:gd name="csX6" fmla="*/ 287550 w 337008"/>
              <a:gd name="csY6" fmla="*/ 117553 h 251072"/>
              <a:gd name="csX7" fmla="*/ 335457 w 337008"/>
              <a:gd name="csY7" fmla="*/ 176779 h 251072"/>
              <a:gd name="csX8" fmla="*/ 325029 w 337008"/>
              <a:gd name="csY8" fmla="*/ 185521 h 251072"/>
              <a:gd name="csX9" fmla="*/ 273188 w 337008"/>
              <a:gd name="csY9" fmla="*/ 131914 h 251072"/>
              <a:gd name="csX10" fmla="*/ 192933 w 337008"/>
              <a:gd name="csY10" fmla="*/ 60102 h 251072"/>
              <a:gd name="csX11" fmla="*/ 115266 w 337008"/>
              <a:gd name="csY11" fmla="*/ 30636 h 251072"/>
              <a:gd name="csX12" fmla="*/ 77482 w 337008"/>
              <a:gd name="csY12" fmla="*/ 48194 h 251072"/>
              <a:gd name="csX13" fmla="*/ 58318 w 337008"/>
              <a:gd name="csY13" fmla="*/ 91903 h 251072"/>
              <a:gd name="csX14" fmla="*/ 43994 w 337008"/>
              <a:gd name="csY14" fmla="*/ 173133 h 251072"/>
              <a:gd name="csX15" fmla="*/ 36584 w 337008"/>
              <a:gd name="csY15" fmla="*/ 234331 h 251072"/>
              <a:gd name="csX16" fmla="*/ 227 w 337008"/>
              <a:gd name="csY16" fmla="*/ 228711 h 2510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37008" h="251072">
                <a:moveTo>
                  <a:pt x="225" y="228711"/>
                </a:moveTo>
                <a:cubicBezTo>
                  <a:pt x="2841" y="208922"/>
                  <a:pt x="5020" y="188874"/>
                  <a:pt x="8328" y="169139"/>
                </a:cubicBezTo>
                <a:cubicBezTo>
                  <a:pt x="12861" y="141003"/>
                  <a:pt x="16570" y="112855"/>
                  <a:pt x="18822" y="84459"/>
                </a:cubicBezTo>
                <a:cubicBezTo>
                  <a:pt x="20329" y="60650"/>
                  <a:pt x="29536" y="40563"/>
                  <a:pt x="41739" y="20603"/>
                </a:cubicBezTo>
                <a:cubicBezTo>
                  <a:pt x="64918" y="-3777"/>
                  <a:pt x="86943" y="-1453"/>
                  <a:pt x="116574" y="2438"/>
                </a:cubicBezTo>
                <a:cubicBezTo>
                  <a:pt x="148371" y="11743"/>
                  <a:pt x="176256" y="26044"/>
                  <a:pt x="203925" y="43773"/>
                </a:cubicBezTo>
                <a:cubicBezTo>
                  <a:pt x="232818" y="67450"/>
                  <a:pt x="260645" y="91639"/>
                  <a:pt x="287550" y="117553"/>
                </a:cubicBezTo>
                <a:cubicBezTo>
                  <a:pt x="307817" y="134134"/>
                  <a:pt x="321976" y="154804"/>
                  <a:pt x="335457" y="176779"/>
                </a:cubicBezTo>
                <a:cubicBezTo>
                  <a:pt x="340488" y="184980"/>
                  <a:pt x="332291" y="191834"/>
                  <a:pt x="325029" y="185521"/>
                </a:cubicBezTo>
                <a:cubicBezTo>
                  <a:pt x="306120" y="169081"/>
                  <a:pt x="288444" y="151952"/>
                  <a:pt x="273188" y="131914"/>
                </a:cubicBezTo>
                <a:cubicBezTo>
                  <a:pt x="248031" y="106356"/>
                  <a:pt x="223696" y="79087"/>
                  <a:pt x="192933" y="60102"/>
                </a:cubicBezTo>
                <a:cubicBezTo>
                  <a:pt x="168459" y="44668"/>
                  <a:pt x="145653" y="26404"/>
                  <a:pt x="115266" y="30636"/>
                </a:cubicBezTo>
                <a:cubicBezTo>
                  <a:pt x="101727" y="35501"/>
                  <a:pt x="87636" y="37078"/>
                  <a:pt x="77482" y="48194"/>
                </a:cubicBezTo>
                <a:cubicBezTo>
                  <a:pt x="70268" y="62127"/>
                  <a:pt x="59836" y="74541"/>
                  <a:pt x="58318" y="91903"/>
                </a:cubicBezTo>
                <a:cubicBezTo>
                  <a:pt x="50967" y="118512"/>
                  <a:pt x="46307" y="145489"/>
                  <a:pt x="43994" y="173133"/>
                </a:cubicBezTo>
                <a:cubicBezTo>
                  <a:pt x="42470" y="193676"/>
                  <a:pt x="39514" y="214090"/>
                  <a:pt x="36584" y="234331"/>
                </a:cubicBezTo>
                <a:cubicBezTo>
                  <a:pt x="32857" y="260076"/>
                  <a:pt x="-3182" y="254500"/>
                  <a:pt x="227" y="2287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0" name="任意多边形: 形状 109">
            <a:extLst>
              <a:ext uri="{FF2B5EF4-FFF2-40B4-BE49-F238E27FC236}">
                <a16:creationId xmlns:a16="http://schemas.microsoft.com/office/drawing/2014/main" id="{AC32A6D5-AD12-C94B-9A85-BD5FD6E12F0F}"/>
              </a:ext>
            </a:extLst>
          </p:cNvPr>
          <p:cNvSpPr/>
          <p:nvPr/>
        </p:nvSpPr>
        <p:spPr>
          <a:xfrm>
            <a:off x="7738960" y="2367277"/>
            <a:ext cx="66858" cy="207618"/>
          </a:xfrm>
          <a:custGeom>
            <a:avLst/>
            <a:gdLst>
              <a:gd name="csX0" fmla="*/ 47833 w 66858"/>
              <a:gd name="csY0" fmla="*/ 18177 h 207618"/>
              <a:gd name="csX1" fmla="*/ 62329 w 66858"/>
              <a:gd name="csY1" fmla="*/ 76306 h 207618"/>
              <a:gd name="csX2" fmla="*/ 53745 w 66858"/>
              <a:gd name="csY2" fmla="*/ 179100 h 207618"/>
              <a:gd name="csX3" fmla="*/ 56229 w 66858"/>
              <a:gd name="csY3" fmla="*/ 199583 h 207618"/>
              <a:gd name="csX4" fmla="*/ 42720 w 66858"/>
              <a:gd name="csY4" fmla="*/ 201221 h 207618"/>
              <a:gd name="csX5" fmla="*/ 40242 w 66858"/>
              <a:gd name="csY5" fmla="*/ 180791 h 207618"/>
              <a:gd name="csX6" fmla="*/ 5235 w 66858"/>
              <a:gd name="csY6" fmla="*/ 85939 h 207618"/>
              <a:gd name="csX7" fmla="*/ 3982 w 66858"/>
              <a:gd name="csY7" fmla="*/ 24254 h 207618"/>
              <a:gd name="csX8" fmla="*/ 47832 w 66858"/>
              <a:gd name="csY8" fmla="*/ 18180 h 2076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6858" h="207618">
                <a:moveTo>
                  <a:pt x="47833" y="18177"/>
                </a:moveTo>
                <a:cubicBezTo>
                  <a:pt x="58471" y="35904"/>
                  <a:pt x="60238" y="56043"/>
                  <a:pt x="62329" y="76306"/>
                </a:cubicBezTo>
                <a:cubicBezTo>
                  <a:pt x="68263" y="113464"/>
                  <a:pt x="70948" y="144858"/>
                  <a:pt x="53745" y="179100"/>
                </a:cubicBezTo>
                <a:cubicBezTo>
                  <a:pt x="54572" y="185928"/>
                  <a:pt x="55401" y="192755"/>
                  <a:pt x="56229" y="199583"/>
                </a:cubicBezTo>
                <a:cubicBezTo>
                  <a:pt x="57387" y="209134"/>
                  <a:pt x="43879" y="210773"/>
                  <a:pt x="42720" y="201221"/>
                </a:cubicBezTo>
                <a:cubicBezTo>
                  <a:pt x="41894" y="194411"/>
                  <a:pt x="41068" y="187601"/>
                  <a:pt x="40242" y="180791"/>
                </a:cubicBezTo>
                <a:cubicBezTo>
                  <a:pt x="15935" y="152486"/>
                  <a:pt x="10784" y="122089"/>
                  <a:pt x="5235" y="85939"/>
                </a:cubicBezTo>
                <a:cubicBezTo>
                  <a:pt x="1277" y="65141"/>
                  <a:pt x="-3603" y="44565"/>
                  <a:pt x="3982" y="24254"/>
                </a:cubicBezTo>
                <a:cubicBezTo>
                  <a:pt x="14934" y="-5070"/>
                  <a:pt x="31724" y="-8660"/>
                  <a:pt x="47832" y="1818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1" name="任意多边形: 形状 110">
            <a:extLst>
              <a:ext uri="{FF2B5EF4-FFF2-40B4-BE49-F238E27FC236}">
                <a16:creationId xmlns:a16="http://schemas.microsoft.com/office/drawing/2014/main" id="{8B30B57B-0523-F499-0E35-CC74AF5D9C70}"/>
              </a:ext>
            </a:extLst>
          </p:cNvPr>
          <p:cNvSpPr/>
          <p:nvPr/>
        </p:nvSpPr>
        <p:spPr>
          <a:xfrm>
            <a:off x="7869818" y="2327116"/>
            <a:ext cx="52223" cy="212725"/>
          </a:xfrm>
          <a:custGeom>
            <a:avLst/>
            <a:gdLst>
              <a:gd name="csX0" fmla="*/ 51944 w 52223"/>
              <a:gd name="csY0" fmla="*/ 24714 h 212725"/>
              <a:gd name="csX1" fmla="*/ 49750 w 52223"/>
              <a:gd name="csY1" fmla="*/ 107165 h 212725"/>
              <a:gd name="csX2" fmla="*/ 46608 w 52223"/>
              <a:gd name="csY2" fmla="*/ 204749 h 212725"/>
              <a:gd name="csX3" fmla="*/ 33086 w 52223"/>
              <a:gd name="csY3" fmla="*/ 206273 h 212725"/>
              <a:gd name="csX4" fmla="*/ 12139 w 52223"/>
              <a:gd name="csY4" fmla="*/ 109242 h 212725"/>
              <a:gd name="csX5" fmla="*/ 393 w 52223"/>
              <a:gd name="csY5" fmla="*/ 30267 h 212725"/>
              <a:gd name="csX6" fmla="*/ 51945 w 52223"/>
              <a:gd name="csY6" fmla="*/ 24713 h 212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2223" h="212725">
                <a:moveTo>
                  <a:pt x="51944" y="24714"/>
                </a:moveTo>
                <a:cubicBezTo>
                  <a:pt x="53213" y="50015"/>
                  <a:pt x="49738" y="79953"/>
                  <a:pt x="49750" y="107165"/>
                </a:cubicBezTo>
                <a:cubicBezTo>
                  <a:pt x="51486" y="140498"/>
                  <a:pt x="43242" y="171770"/>
                  <a:pt x="46608" y="204749"/>
                </a:cubicBezTo>
                <a:cubicBezTo>
                  <a:pt x="47585" y="214320"/>
                  <a:pt x="34265" y="215822"/>
                  <a:pt x="33086" y="206273"/>
                </a:cubicBezTo>
                <a:cubicBezTo>
                  <a:pt x="28976" y="172967"/>
                  <a:pt x="14397" y="143176"/>
                  <a:pt x="12139" y="109242"/>
                </a:cubicBezTo>
                <a:cubicBezTo>
                  <a:pt x="9265" y="82998"/>
                  <a:pt x="4107" y="54451"/>
                  <a:pt x="393" y="30267"/>
                </a:cubicBezTo>
                <a:cubicBezTo>
                  <a:pt x="-5171" y="-5971"/>
                  <a:pt x="50107" y="-11904"/>
                  <a:pt x="51945" y="24713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2" name="任意多边形: 形状 111">
            <a:extLst>
              <a:ext uri="{FF2B5EF4-FFF2-40B4-BE49-F238E27FC236}">
                <a16:creationId xmlns:a16="http://schemas.microsoft.com/office/drawing/2014/main" id="{58519FED-F861-8B1F-0F2E-F42612860B5A}"/>
              </a:ext>
            </a:extLst>
          </p:cNvPr>
          <p:cNvSpPr/>
          <p:nvPr/>
        </p:nvSpPr>
        <p:spPr>
          <a:xfrm>
            <a:off x="7979304" y="2182545"/>
            <a:ext cx="88535" cy="275731"/>
          </a:xfrm>
          <a:custGeom>
            <a:avLst/>
            <a:gdLst>
              <a:gd name="csX0" fmla="*/ 88000 w 88535"/>
              <a:gd name="csY0" fmla="*/ 43080 h 275731"/>
              <a:gd name="csX1" fmla="*/ 80173 w 88535"/>
              <a:gd name="csY1" fmla="*/ 123295 h 275731"/>
              <a:gd name="csX2" fmla="*/ 42379 w 88535"/>
              <a:gd name="csY2" fmla="*/ 269018 h 275731"/>
              <a:gd name="csX3" fmla="*/ 28783 w 88535"/>
              <a:gd name="csY3" fmla="*/ 268458 h 275731"/>
              <a:gd name="csX4" fmla="*/ 7331 w 88535"/>
              <a:gd name="csY4" fmla="*/ 120049 h 275731"/>
              <a:gd name="csX5" fmla="*/ 177 w 88535"/>
              <a:gd name="csY5" fmla="*/ 50420 h 275731"/>
              <a:gd name="csX6" fmla="*/ 87999 w 88535"/>
              <a:gd name="csY6" fmla="*/ 43079 h 275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8535" h="275731">
                <a:moveTo>
                  <a:pt x="88000" y="43080"/>
                </a:moveTo>
                <a:cubicBezTo>
                  <a:pt x="90330" y="70310"/>
                  <a:pt x="84570" y="96546"/>
                  <a:pt x="80173" y="123295"/>
                </a:cubicBezTo>
                <a:cubicBezTo>
                  <a:pt x="78611" y="175047"/>
                  <a:pt x="56890" y="220527"/>
                  <a:pt x="42379" y="269018"/>
                </a:cubicBezTo>
                <a:cubicBezTo>
                  <a:pt x="39621" y="278236"/>
                  <a:pt x="30743" y="277878"/>
                  <a:pt x="28783" y="268458"/>
                </a:cubicBezTo>
                <a:cubicBezTo>
                  <a:pt x="18484" y="218922"/>
                  <a:pt x="2919" y="171560"/>
                  <a:pt x="7331" y="120049"/>
                </a:cubicBezTo>
                <a:cubicBezTo>
                  <a:pt x="5453" y="96803"/>
                  <a:pt x="1893" y="73564"/>
                  <a:pt x="177" y="50420"/>
                </a:cubicBezTo>
                <a:cubicBezTo>
                  <a:pt x="-4433" y="-11726"/>
                  <a:pt x="82686" y="-19011"/>
                  <a:pt x="87999" y="4307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3" name="任意多边形: 形状 112">
            <a:extLst>
              <a:ext uri="{FF2B5EF4-FFF2-40B4-BE49-F238E27FC236}">
                <a16:creationId xmlns:a16="http://schemas.microsoft.com/office/drawing/2014/main" id="{3B05B9A7-30B4-94E8-1B07-D1A454042637}"/>
              </a:ext>
            </a:extLst>
          </p:cNvPr>
          <p:cNvSpPr/>
          <p:nvPr/>
        </p:nvSpPr>
        <p:spPr>
          <a:xfrm>
            <a:off x="8118183" y="2329951"/>
            <a:ext cx="45837" cy="178196"/>
          </a:xfrm>
          <a:custGeom>
            <a:avLst/>
            <a:gdLst>
              <a:gd name="csX0" fmla="*/ 45514 w 45837"/>
              <a:gd name="csY0" fmla="*/ 22642 h 178196"/>
              <a:gd name="csX1" fmla="*/ 33145 w 45837"/>
              <a:gd name="csY1" fmla="*/ 92095 h 178196"/>
              <a:gd name="csX2" fmla="*/ 15864 w 45837"/>
              <a:gd name="csY2" fmla="*/ 171596 h 178196"/>
              <a:gd name="csX3" fmla="*/ 2307 w 45837"/>
              <a:gd name="csY3" fmla="*/ 170433 h 178196"/>
              <a:gd name="csX4" fmla="*/ 1615 w 45837"/>
              <a:gd name="csY4" fmla="*/ 88074 h 178196"/>
              <a:gd name="csX5" fmla="*/ 5340 w 45837"/>
              <a:gd name="csY5" fmla="*/ 19908 h 178196"/>
              <a:gd name="csX6" fmla="*/ 45513 w 45837"/>
              <a:gd name="csY6" fmla="*/ 22641 h 1781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5837" h="178196">
                <a:moveTo>
                  <a:pt x="45514" y="22642"/>
                </a:moveTo>
                <a:cubicBezTo>
                  <a:pt x="41815" y="45591"/>
                  <a:pt x="36473" y="68751"/>
                  <a:pt x="33145" y="92095"/>
                </a:cubicBezTo>
                <a:cubicBezTo>
                  <a:pt x="29933" y="119406"/>
                  <a:pt x="20755" y="144694"/>
                  <a:pt x="15864" y="171596"/>
                </a:cubicBezTo>
                <a:cubicBezTo>
                  <a:pt x="14143" y="181063"/>
                  <a:pt x="2382" y="180055"/>
                  <a:pt x="2307" y="170433"/>
                </a:cubicBezTo>
                <a:cubicBezTo>
                  <a:pt x="2091" y="142687"/>
                  <a:pt x="-2292" y="115855"/>
                  <a:pt x="1615" y="88074"/>
                </a:cubicBezTo>
                <a:cubicBezTo>
                  <a:pt x="4022" y="65320"/>
                  <a:pt x="5168" y="42602"/>
                  <a:pt x="5340" y="19908"/>
                </a:cubicBezTo>
                <a:cubicBezTo>
                  <a:pt x="5554" y="-8564"/>
                  <a:pt x="50044" y="-5469"/>
                  <a:pt x="45513" y="2264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4" name="任意多边形: 形状 113">
            <a:extLst>
              <a:ext uri="{FF2B5EF4-FFF2-40B4-BE49-F238E27FC236}">
                <a16:creationId xmlns:a16="http://schemas.microsoft.com/office/drawing/2014/main" id="{F90DD313-B4E5-5F69-8CA1-F2FEFA9255A8}"/>
              </a:ext>
            </a:extLst>
          </p:cNvPr>
          <p:cNvSpPr/>
          <p:nvPr/>
        </p:nvSpPr>
        <p:spPr>
          <a:xfrm>
            <a:off x="8215581" y="2244573"/>
            <a:ext cx="87043" cy="281548"/>
          </a:xfrm>
          <a:custGeom>
            <a:avLst/>
            <a:gdLst>
              <a:gd name="csX0" fmla="*/ 86133 w 87043"/>
              <a:gd name="csY0" fmla="*/ 48394 h 281548"/>
              <a:gd name="csX1" fmla="*/ 57384 w 87043"/>
              <a:gd name="csY1" fmla="*/ 147396 h 281548"/>
              <a:gd name="csX2" fmla="*/ 15961 w 87043"/>
              <a:gd name="csY2" fmla="*/ 275450 h 281548"/>
              <a:gd name="csX3" fmla="*/ 2539 w 87043"/>
              <a:gd name="csY3" fmla="*/ 273214 h 281548"/>
              <a:gd name="csX4" fmla="*/ 5887 w 87043"/>
              <a:gd name="csY4" fmla="*/ 139569 h 281548"/>
              <a:gd name="csX5" fmla="*/ 194 w 87043"/>
              <a:gd name="csY5" fmla="*/ 42261 h 281548"/>
              <a:gd name="csX6" fmla="*/ 86133 w 87043"/>
              <a:gd name="csY6" fmla="*/ 48389 h 2815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7043" h="281548">
                <a:moveTo>
                  <a:pt x="86133" y="48394"/>
                </a:moveTo>
                <a:cubicBezTo>
                  <a:pt x="79801" y="81100"/>
                  <a:pt x="66812" y="114674"/>
                  <a:pt x="57384" y="147396"/>
                </a:cubicBezTo>
                <a:cubicBezTo>
                  <a:pt x="43947" y="191218"/>
                  <a:pt x="23546" y="229929"/>
                  <a:pt x="15961" y="275450"/>
                </a:cubicBezTo>
                <a:cubicBezTo>
                  <a:pt x="14380" y="284941"/>
                  <a:pt x="957" y="282705"/>
                  <a:pt x="2539" y="273214"/>
                </a:cubicBezTo>
                <a:cubicBezTo>
                  <a:pt x="10043" y="228183"/>
                  <a:pt x="4653" y="184950"/>
                  <a:pt x="5887" y="139569"/>
                </a:cubicBezTo>
                <a:cubicBezTo>
                  <a:pt x="6373" y="106894"/>
                  <a:pt x="2924" y="73907"/>
                  <a:pt x="194" y="42261"/>
                </a:cubicBezTo>
                <a:cubicBezTo>
                  <a:pt x="-5044" y="-18436"/>
                  <a:pt x="97711" y="-11423"/>
                  <a:pt x="86133" y="4838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5" name="任意多边形: 形状 114">
            <a:extLst>
              <a:ext uri="{FF2B5EF4-FFF2-40B4-BE49-F238E27FC236}">
                <a16:creationId xmlns:a16="http://schemas.microsoft.com/office/drawing/2014/main" id="{3D0F943C-AF13-F5E9-9A04-7A0AAA3FE255}"/>
              </a:ext>
            </a:extLst>
          </p:cNvPr>
          <p:cNvSpPr/>
          <p:nvPr/>
        </p:nvSpPr>
        <p:spPr>
          <a:xfrm>
            <a:off x="8470186" y="3975045"/>
            <a:ext cx="2147025" cy="630768"/>
          </a:xfrm>
          <a:custGeom>
            <a:avLst/>
            <a:gdLst>
              <a:gd name="csX0" fmla="*/ 49460 w 2147025"/>
              <a:gd name="csY0" fmla="*/ 10609 h 630768"/>
              <a:gd name="csX1" fmla="*/ 106868 w 2147025"/>
              <a:gd name="csY1" fmla="*/ 76467 h 630768"/>
              <a:gd name="csX2" fmla="*/ 245209 w 2147025"/>
              <a:gd name="csY2" fmla="*/ 187376 h 630768"/>
              <a:gd name="csX3" fmla="*/ 392361 w 2147025"/>
              <a:gd name="csY3" fmla="*/ 343881 h 630768"/>
              <a:gd name="csX4" fmla="*/ 530245 w 2147025"/>
              <a:gd name="csY4" fmla="*/ 450133 h 630768"/>
              <a:gd name="csX5" fmla="*/ 681483 w 2147025"/>
              <a:gd name="csY5" fmla="*/ 509009 h 630768"/>
              <a:gd name="csX6" fmla="*/ 901063 w 2147025"/>
              <a:gd name="csY6" fmla="*/ 526990 h 630768"/>
              <a:gd name="csX7" fmla="*/ 1214721 w 2147025"/>
              <a:gd name="csY7" fmla="*/ 495998 h 630768"/>
              <a:gd name="csX8" fmla="*/ 1565546 w 2147025"/>
              <a:gd name="csY8" fmla="*/ 395214 h 630768"/>
              <a:gd name="csX9" fmla="*/ 1843723 w 2147025"/>
              <a:gd name="csY9" fmla="*/ 269218 h 630768"/>
              <a:gd name="csX10" fmla="*/ 1990418 w 2147025"/>
              <a:gd name="csY10" fmla="*/ 191307 h 630768"/>
              <a:gd name="csX11" fmla="*/ 2076938 w 2147025"/>
              <a:gd name="csY11" fmla="*/ 161025 h 630768"/>
              <a:gd name="csX12" fmla="*/ 2136401 w 2147025"/>
              <a:gd name="csY12" fmla="*/ 183899 h 630768"/>
              <a:gd name="csX13" fmla="*/ 2145261 w 2147025"/>
              <a:gd name="csY13" fmla="*/ 200982 h 630768"/>
              <a:gd name="csX14" fmla="*/ 2130465 w 2147025"/>
              <a:gd name="csY14" fmla="*/ 263673 h 630768"/>
              <a:gd name="csX15" fmla="*/ 2038987 w 2147025"/>
              <a:gd name="csY15" fmla="*/ 313142 h 630768"/>
              <a:gd name="csX16" fmla="*/ 1880977 w 2147025"/>
              <a:gd name="csY16" fmla="*/ 360337 h 630768"/>
              <a:gd name="csX17" fmla="*/ 1589436 w 2147025"/>
              <a:gd name="csY17" fmla="*/ 462073 h 630768"/>
              <a:gd name="csX18" fmla="*/ 1229238 w 2147025"/>
              <a:gd name="csY18" fmla="*/ 569591 h 630768"/>
              <a:gd name="csX19" fmla="*/ 905407 w 2147025"/>
              <a:gd name="csY19" fmla="*/ 623267 h 630768"/>
              <a:gd name="csX20" fmla="*/ 653842 w 2147025"/>
              <a:gd name="csY20" fmla="*/ 621384 h 630768"/>
              <a:gd name="csX21" fmla="*/ 467572 w 2147025"/>
              <a:gd name="csY21" fmla="*/ 540003 h 630768"/>
              <a:gd name="csX22" fmla="*/ 324535 w 2147025"/>
              <a:gd name="csY22" fmla="*/ 404643 h 630768"/>
              <a:gd name="csX23" fmla="*/ 188861 w 2147025"/>
              <a:gd name="csY23" fmla="*/ 240108 h 630768"/>
              <a:gd name="csX24" fmla="*/ 78885 w 2147025"/>
              <a:gd name="csY24" fmla="*/ 106158 h 630768"/>
              <a:gd name="csX25" fmla="*/ 9472 w 2147025"/>
              <a:gd name="csY25" fmla="*/ 47048 h 630768"/>
              <a:gd name="csX26" fmla="*/ 49460 w 2147025"/>
              <a:gd name="csY26" fmla="*/ 10599 h 6307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2147025" h="630768">
                <a:moveTo>
                  <a:pt x="49460" y="10609"/>
                </a:moveTo>
                <a:cubicBezTo>
                  <a:pt x="67011" y="33672"/>
                  <a:pt x="87320" y="54897"/>
                  <a:pt x="106868" y="76467"/>
                </a:cubicBezTo>
                <a:cubicBezTo>
                  <a:pt x="155457" y="108607"/>
                  <a:pt x="204061" y="145359"/>
                  <a:pt x="245209" y="187376"/>
                </a:cubicBezTo>
                <a:cubicBezTo>
                  <a:pt x="294503" y="239353"/>
                  <a:pt x="343146" y="291627"/>
                  <a:pt x="392361" y="343881"/>
                </a:cubicBezTo>
                <a:cubicBezTo>
                  <a:pt x="431934" y="386587"/>
                  <a:pt x="482973" y="416498"/>
                  <a:pt x="530245" y="450133"/>
                </a:cubicBezTo>
                <a:cubicBezTo>
                  <a:pt x="577995" y="477808"/>
                  <a:pt x="628848" y="494013"/>
                  <a:pt x="681483" y="509009"/>
                </a:cubicBezTo>
                <a:cubicBezTo>
                  <a:pt x="753364" y="525401"/>
                  <a:pt x="827625" y="526779"/>
                  <a:pt x="901063" y="526990"/>
                </a:cubicBezTo>
                <a:cubicBezTo>
                  <a:pt x="1006276" y="523954"/>
                  <a:pt x="1111080" y="514244"/>
                  <a:pt x="1214721" y="495998"/>
                </a:cubicBezTo>
                <a:cubicBezTo>
                  <a:pt x="1335203" y="475846"/>
                  <a:pt x="1451418" y="437882"/>
                  <a:pt x="1565546" y="395214"/>
                </a:cubicBezTo>
                <a:cubicBezTo>
                  <a:pt x="1660496" y="358357"/>
                  <a:pt x="1752883" y="315206"/>
                  <a:pt x="1843723" y="269218"/>
                </a:cubicBezTo>
                <a:cubicBezTo>
                  <a:pt x="1892290" y="242605"/>
                  <a:pt x="1941774" y="217638"/>
                  <a:pt x="1990418" y="191307"/>
                </a:cubicBezTo>
                <a:cubicBezTo>
                  <a:pt x="2018566" y="175852"/>
                  <a:pt x="2045726" y="165180"/>
                  <a:pt x="2076938" y="161025"/>
                </a:cubicBezTo>
                <a:cubicBezTo>
                  <a:pt x="2096241" y="170754"/>
                  <a:pt x="2116983" y="176303"/>
                  <a:pt x="2136401" y="183899"/>
                </a:cubicBezTo>
                <a:cubicBezTo>
                  <a:pt x="2149073" y="188855"/>
                  <a:pt x="2148041" y="187662"/>
                  <a:pt x="2145261" y="200982"/>
                </a:cubicBezTo>
                <a:cubicBezTo>
                  <a:pt x="2140961" y="221581"/>
                  <a:pt x="2135208" y="242579"/>
                  <a:pt x="2130465" y="263673"/>
                </a:cubicBezTo>
                <a:cubicBezTo>
                  <a:pt x="2103652" y="288580"/>
                  <a:pt x="2075747" y="304484"/>
                  <a:pt x="2038987" y="313142"/>
                </a:cubicBezTo>
                <a:cubicBezTo>
                  <a:pt x="1986044" y="327867"/>
                  <a:pt x="1933840" y="345209"/>
                  <a:pt x="1880977" y="360337"/>
                </a:cubicBezTo>
                <a:cubicBezTo>
                  <a:pt x="1782850" y="391529"/>
                  <a:pt x="1686286" y="427186"/>
                  <a:pt x="1589436" y="462073"/>
                </a:cubicBezTo>
                <a:cubicBezTo>
                  <a:pt x="1470783" y="502569"/>
                  <a:pt x="1351292" y="540580"/>
                  <a:pt x="1229238" y="569591"/>
                </a:cubicBezTo>
                <a:cubicBezTo>
                  <a:pt x="1122273" y="592879"/>
                  <a:pt x="1014897" y="615570"/>
                  <a:pt x="905407" y="623267"/>
                </a:cubicBezTo>
                <a:cubicBezTo>
                  <a:pt x="821623" y="630800"/>
                  <a:pt x="737253" y="636227"/>
                  <a:pt x="653842" y="621384"/>
                </a:cubicBezTo>
                <a:cubicBezTo>
                  <a:pt x="587396" y="607071"/>
                  <a:pt x="521226" y="582693"/>
                  <a:pt x="467572" y="540003"/>
                </a:cubicBezTo>
                <a:cubicBezTo>
                  <a:pt x="413876" y="499871"/>
                  <a:pt x="365978" y="457946"/>
                  <a:pt x="324535" y="404643"/>
                </a:cubicBezTo>
                <a:cubicBezTo>
                  <a:pt x="278321" y="350469"/>
                  <a:pt x="235060" y="294048"/>
                  <a:pt x="188861" y="240108"/>
                </a:cubicBezTo>
                <a:cubicBezTo>
                  <a:pt x="150361" y="196981"/>
                  <a:pt x="115730" y="150084"/>
                  <a:pt x="78885" y="106158"/>
                </a:cubicBezTo>
                <a:cubicBezTo>
                  <a:pt x="55686" y="86517"/>
                  <a:pt x="32658" y="66413"/>
                  <a:pt x="9472" y="47048"/>
                </a:cubicBezTo>
                <a:cubicBezTo>
                  <a:pt x="-19893" y="22523"/>
                  <a:pt x="26292" y="-19846"/>
                  <a:pt x="49460" y="1059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6" name="任意多边形: 形状 115">
            <a:extLst>
              <a:ext uri="{FF2B5EF4-FFF2-40B4-BE49-F238E27FC236}">
                <a16:creationId xmlns:a16="http://schemas.microsoft.com/office/drawing/2014/main" id="{E64170E1-3962-7E77-C8A0-F6A6F5DDAFEE}"/>
              </a:ext>
            </a:extLst>
          </p:cNvPr>
          <p:cNvSpPr/>
          <p:nvPr/>
        </p:nvSpPr>
        <p:spPr>
          <a:xfrm>
            <a:off x="9221283" y="2789271"/>
            <a:ext cx="1618891" cy="886123"/>
          </a:xfrm>
          <a:custGeom>
            <a:avLst/>
            <a:gdLst>
              <a:gd name="csX0" fmla="*/ 48552 w 1618891"/>
              <a:gd name="csY0" fmla="*/ 783760 h 886123"/>
              <a:gd name="csX1" fmla="*/ 207496 w 1618891"/>
              <a:gd name="csY1" fmla="*/ 774590 h 886123"/>
              <a:gd name="csX2" fmla="*/ 582867 w 1618891"/>
              <a:gd name="csY2" fmla="*/ 672948 h 886123"/>
              <a:gd name="csX3" fmla="*/ 985641 w 1618891"/>
              <a:gd name="csY3" fmla="*/ 510290 h 886123"/>
              <a:gd name="csX4" fmla="*/ 1237368 w 1618891"/>
              <a:gd name="csY4" fmla="*/ 352699 h 886123"/>
              <a:gd name="csX5" fmla="*/ 1391349 w 1618891"/>
              <a:gd name="csY5" fmla="*/ 242295 h 886123"/>
              <a:gd name="csX6" fmla="*/ 1491590 w 1618891"/>
              <a:gd name="csY6" fmla="*/ 148969 h 886123"/>
              <a:gd name="csX7" fmla="*/ 1535508 w 1618891"/>
              <a:gd name="csY7" fmla="*/ 89944 h 886123"/>
              <a:gd name="csX8" fmla="*/ 1535859 w 1618891"/>
              <a:gd name="csY8" fmla="*/ 73989 h 886123"/>
              <a:gd name="csX9" fmla="*/ 1492913 w 1618891"/>
              <a:gd name="csY9" fmla="*/ 58640 h 886123"/>
              <a:gd name="csX10" fmla="*/ 1268856 w 1618891"/>
              <a:gd name="csY10" fmla="*/ 53098 h 886123"/>
              <a:gd name="csX11" fmla="*/ 962790 w 1618891"/>
              <a:gd name="csY11" fmla="*/ 87514 h 886123"/>
              <a:gd name="csX12" fmla="*/ 667419 w 1618891"/>
              <a:gd name="csY12" fmla="*/ 135733 h 886123"/>
              <a:gd name="csX13" fmla="*/ 664138 w 1618891"/>
              <a:gd name="csY13" fmla="*/ 116772 h 886123"/>
              <a:gd name="csX14" fmla="*/ 960118 w 1618891"/>
              <a:gd name="csY14" fmla="*/ 68458 h 886123"/>
              <a:gd name="csX15" fmla="*/ 1266804 w 1618891"/>
              <a:gd name="csY15" fmla="*/ 29436 h 886123"/>
              <a:gd name="csX16" fmla="*/ 1498842 w 1618891"/>
              <a:gd name="csY16" fmla="*/ 0 h 886123"/>
              <a:gd name="csX17" fmla="*/ 1614333 w 1618891"/>
              <a:gd name="csY17" fmla="*/ 40216 h 886123"/>
              <a:gd name="csX18" fmla="*/ 1606122 w 1618891"/>
              <a:gd name="csY18" fmla="*/ 121758 h 886123"/>
              <a:gd name="csX19" fmla="*/ 1550863 w 1618891"/>
              <a:gd name="csY19" fmla="*/ 206835 h 886123"/>
              <a:gd name="csX20" fmla="*/ 1433953 w 1618891"/>
              <a:gd name="csY20" fmla="*/ 300841 h 886123"/>
              <a:gd name="csX21" fmla="*/ 1267361 w 1618891"/>
              <a:gd name="csY21" fmla="*/ 402768 h 886123"/>
              <a:gd name="csX22" fmla="*/ 993651 w 1618891"/>
              <a:gd name="csY22" fmla="*/ 527774 h 886123"/>
              <a:gd name="csX23" fmla="*/ 589210 w 1618891"/>
              <a:gd name="csY23" fmla="*/ 691099 h 886123"/>
              <a:gd name="csX24" fmla="*/ 219763 w 1618891"/>
              <a:gd name="csY24" fmla="*/ 825078 h 886123"/>
              <a:gd name="csX25" fmla="*/ 54752 w 1618891"/>
              <a:gd name="csY25" fmla="*/ 883557 h 886123"/>
              <a:gd name="csX26" fmla="*/ 48551 w 1618891"/>
              <a:gd name="csY26" fmla="*/ 783754 h 8861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1618891" h="886123">
                <a:moveTo>
                  <a:pt x="48552" y="783760"/>
                </a:moveTo>
                <a:cubicBezTo>
                  <a:pt x="101861" y="790208"/>
                  <a:pt x="154823" y="783109"/>
                  <a:pt x="207496" y="774590"/>
                </a:cubicBezTo>
                <a:cubicBezTo>
                  <a:pt x="336922" y="758876"/>
                  <a:pt x="460461" y="715779"/>
                  <a:pt x="582867" y="672948"/>
                </a:cubicBezTo>
                <a:cubicBezTo>
                  <a:pt x="719903" y="625696"/>
                  <a:pt x="853949" y="570698"/>
                  <a:pt x="985641" y="510290"/>
                </a:cubicBezTo>
                <a:cubicBezTo>
                  <a:pt x="1073867" y="464802"/>
                  <a:pt x="1156024" y="409239"/>
                  <a:pt x="1237368" y="352699"/>
                </a:cubicBezTo>
                <a:cubicBezTo>
                  <a:pt x="1289216" y="316495"/>
                  <a:pt x="1341343" y="280927"/>
                  <a:pt x="1391349" y="242295"/>
                </a:cubicBezTo>
                <a:cubicBezTo>
                  <a:pt x="1428012" y="214581"/>
                  <a:pt x="1460496" y="182500"/>
                  <a:pt x="1491590" y="148969"/>
                </a:cubicBezTo>
                <a:cubicBezTo>
                  <a:pt x="1509248" y="131025"/>
                  <a:pt x="1522744" y="111281"/>
                  <a:pt x="1535508" y="89944"/>
                </a:cubicBezTo>
                <a:cubicBezTo>
                  <a:pt x="1536922" y="84816"/>
                  <a:pt x="1535742" y="79308"/>
                  <a:pt x="1535859" y="73989"/>
                </a:cubicBezTo>
                <a:cubicBezTo>
                  <a:pt x="1542644" y="75103"/>
                  <a:pt x="1500028" y="60736"/>
                  <a:pt x="1492913" y="58640"/>
                </a:cubicBezTo>
                <a:cubicBezTo>
                  <a:pt x="1419115" y="45610"/>
                  <a:pt x="1343390" y="48466"/>
                  <a:pt x="1268856" y="53098"/>
                </a:cubicBezTo>
                <a:cubicBezTo>
                  <a:pt x="1166225" y="57674"/>
                  <a:pt x="1064422" y="73230"/>
                  <a:pt x="962790" y="87514"/>
                </a:cubicBezTo>
                <a:cubicBezTo>
                  <a:pt x="864311" y="103445"/>
                  <a:pt x="765717" y="118717"/>
                  <a:pt x="667419" y="135733"/>
                </a:cubicBezTo>
                <a:cubicBezTo>
                  <a:pt x="654012" y="138054"/>
                  <a:pt x="650730" y="119092"/>
                  <a:pt x="664138" y="116772"/>
                </a:cubicBezTo>
                <a:cubicBezTo>
                  <a:pt x="762636" y="99724"/>
                  <a:pt x="861429" y="84413"/>
                  <a:pt x="960118" y="68458"/>
                </a:cubicBezTo>
                <a:cubicBezTo>
                  <a:pt x="1062207" y="54110"/>
                  <a:pt x="1164524" y="42001"/>
                  <a:pt x="1266804" y="29436"/>
                </a:cubicBezTo>
                <a:cubicBezTo>
                  <a:pt x="1344374" y="20788"/>
                  <a:pt x="1421223" y="7726"/>
                  <a:pt x="1498842" y="0"/>
                </a:cubicBezTo>
                <a:cubicBezTo>
                  <a:pt x="1543941" y="1865"/>
                  <a:pt x="1586478" y="-785"/>
                  <a:pt x="1614333" y="40216"/>
                </a:cubicBezTo>
                <a:cubicBezTo>
                  <a:pt x="1620097" y="70382"/>
                  <a:pt x="1623163" y="94090"/>
                  <a:pt x="1606122" y="121758"/>
                </a:cubicBezTo>
                <a:cubicBezTo>
                  <a:pt x="1590561" y="151797"/>
                  <a:pt x="1575875" y="183305"/>
                  <a:pt x="1550863" y="206835"/>
                </a:cubicBezTo>
                <a:cubicBezTo>
                  <a:pt x="1513812" y="240126"/>
                  <a:pt x="1475708" y="272966"/>
                  <a:pt x="1433953" y="300841"/>
                </a:cubicBezTo>
                <a:cubicBezTo>
                  <a:pt x="1379322" y="336317"/>
                  <a:pt x="1326035" y="373981"/>
                  <a:pt x="1267361" y="402768"/>
                </a:cubicBezTo>
                <a:cubicBezTo>
                  <a:pt x="1178045" y="448525"/>
                  <a:pt x="1086291" y="489230"/>
                  <a:pt x="993651" y="527774"/>
                </a:cubicBezTo>
                <a:cubicBezTo>
                  <a:pt x="861405" y="588425"/>
                  <a:pt x="726808" y="643655"/>
                  <a:pt x="589210" y="691099"/>
                </a:cubicBezTo>
                <a:cubicBezTo>
                  <a:pt x="465556" y="734369"/>
                  <a:pt x="341931" y="777735"/>
                  <a:pt x="219763" y="825078"/>
                </a:cubicBezTo>
                <a:cubicBezTo>
                  <a:pt x="164133" y="843186"/>
                  <a:pt x="110111" y="865161"/>
                  <a:pt x="54752" y="883557"/>
                </a:cubicBezTo>
                <a:cubicBezTo>
                  <a:pt x="-12350" y="905856"/>
                  <a:pt x="-21648" y="775258"/>
                  <a:pt x="48551" y="78375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8" name="Arc 12+++">
            <a:extLst>
              <a:ext uri="{FF2B5EF4-FFF2-40B4-BE49-F238E27FC236}">
                <a16:creationId xmlns:a16="http://schemas.microsoft.com/office/drawing/2014/main" id="{64511CEC-FFFA-61DD-44F2-8A962B4A1378}"/>
              </a:ext>
            </a:extLst>
          </p:cNvPr>
          <p:cNvSpPr/>
          <p:nvPr/>
        </p:nvSpPr>
        <p:spPr>
          <a:xfrm>
            <a:off x="2365829" y="-301171"/>
            <a:ext cx="7460342" cy="7460342"/>
          </a:xfrm>
          <a:prstGeom prst="arc">
            <a:avLst>
              <a:gd name="adj1" fmla="val 13889976"/>
              <a:gd name="adj2" fmla="val 20987688"/>
            </a:avLst>
          </a:prstGeom>
          <a:ln w="127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9" name="Arc 12+++">
            <a:extLst>
              <a:ext uri="{FF2B5EF4-FFF2-40B4-BE49-F238E27FC236}">
                <a16:creationId xmlns:a16="http://schemas.microsoft.com/office/drawing/2014/main" id="{DFB732D3-E2FE-8D3B-B9FB-CBF4765A97CB}"/>
              </a:ext>
            </a:extLst>
          </p:cNvPr>
          <p:cNvSpPr/>
          <p:nvPr/>
        </p:nvSpPr>
        <p:spPr>
          <a:xfrm>
            <a:off x="2365829" y="-301171"/>
            <a:ext cx="7460342" cy="7460342"/>
          </a:xfrm>
          <a:prstGeom prst="arc">
            <a:avLst>
              <a:gd name="adj1" fmla="val 3318285"/>
              <a:gd name="adj2" fmla="val 8796885"/>
            </a:avLst>
          </a:prstGeom>
          <a:ln w="127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8" name="图片 37" descr="D:\51PPT模板网\51pptmoban.com\图片.jpg">
            <a:extLst>
              <a:ext uri="{FF2B5EF4-FFF2-40B4-BE49-F238E27FC236}">
                <a16:creationId xmlns:a16="http://schemas.microsoft.com/office/drawing/2014/main" id="{418DE79E-6329-CC7D-4024-DE4BE8B0AF32}"/>
              </a:ext>
            </a:extLst>
          </p:cNvPr>
          <p:cNvPicPr>
            <a:picLocks noChangeAspect="1"/>
          </p:cNvPicPr>
          <p:nvPr/>
        </p:nvPicPr>
        <p:blipFill>
          <a:blip r:embed="injBgRid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264372"/>
            <a:ext cx="12192000" cy="4590980"/>
          </a:xfrm>
          <a:prstGeom prst="rect">
            <a:avLst/>
          </a:prstGeom>
        </p:spPr>
      </p:pic>
      <p:pic>
        <p:nvPicPr>
          <p:cNvPr id="117" name="图片 116" descr="D:\51PPT模板网\51pptmoban.com\图片.jpg">
            <a:extLst>
              <a:ext uri="{FF2B5EF4-FFF2-40B4-BE49-F238E27FC236}">
                <a16:creationId xmlns:a16="http://schemas.microsoft.com/office/drawing/2014/main" id="{AC1D7A55-A4EB-26F3-5B7E-D45CA3260521}"/>
              </a:ext>
            </a:extLst>
          </p:cNvPr>
          <p:cNvPicPr>
            <a:picLocks noChangeAspect="1"/>
          </p:cNvPicPr>
          <p:nvPr/>
        </p:nvPicPr>
        <p:blipFill>
          <a:blip r:embed="injBgRid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2766509" flipH="1" flipV="1">
            <a:off x="2111162" y="627448"/>
            <a:ext cx="1810966" cy="138521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78408" y="1481328"/>
            <a:ext cx="95554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C1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公司概况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C1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2024年业绩回顾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C1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核心产品与服务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C1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市场竞争分析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C1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2025年战略规划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C1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风险与应对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C1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总结与展望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D7553F8F-9F9F-1BEA-7B2F-1832072BF24A}"/>
              </a:ext>
            </a:extLst>
          </p:cNvPr>
          <p:cNvSpPr/>
          <p:nvPr/>
        </p:nvSpPr>
        <p:spPr>
          <a:xfrm>
            <a:off x="499388" y="3447396"/>
            <a:ext cx="3851445" cy="3851459"/>
          </a:xfrm>
          <a:custGeom>
            <a:avLst/>
            <a:gdLst>
              <a:gd name="csX0" fmla="*/ 1925733 w 3851445"/>
              <a:gd name="csY0" fmla="*/ 3851460 h 3851459"/>
              <a:gd name="csX1" fmla="*/ 1672433 w 3851445"/>
              <a:gd name="csY1" fmla="*/ 3834939 h 3851459"/>
              <a:gd name="csX2" fmla="*/ 1658302 w 3851445"/>
              <a:gd name="csY2" fmla="*/ 3818826 h 3851459"/>
              <a:gd name="csX3" fmla="*/ 1658302 w 3851445"/>
              <a:gd name="csY3" fmla="*/ 3713861 h 3851459"/>
              <a:gd name="csX4" fmla="*/ 1674556 w 3851445"/>
              <a:gd name="csY4" fmla="*/ 3697607 h 3851459"/>
              <a:gd name="csX5" fmla="*/ 1851458 w 3851445"/>
              <a:gd name="csY5" fmla="*/ 3697607 h 3851459"/>
              <a:gd name="csX6" fmla="*/ 1851458 w 3851445"/>
              <a:gd name="csY6" fmla="*/ 3583597 h 3851459"/>
              <a:gd name="csX7" fmla="*/ 1359496 w 3851445"/>
              <a:gd name="csY7" fmla="*/ 3486124 h 3851459"/>
              <a:gd name="csX8" fmla="*/ 1315985 w 3851445"/>
              <a:gd name="csY8" fmla="*/ 3591127 h 3851459"/>
              <a:gd name="csX9" fmla="*/ 1479428 w 3851445"/>
              <a:gd name="csY9" fmla="*/ 3658795 h 3851459"/>
              <a:gd name="csX10" fmla="*/ 1488224 w 3851445"/>
              <a:gd name="csY10" fmla="*/ 3667593 h 3851459"/>
              <a:gd name="csX11" fmla="*/ 1488224 w 3851445"/>
              <a:gd name="csY11" fmla="*/ 3680034 h 3851459"/>
              <a:gd name="csX12" fmla="*/ 1447947 w 3851445"/>
              <a:gd name="csY12" fmla="*/ 3777229 h 3851459"/>
              <a:gd name="csX13" fmla="*/ 1428744 w 3851445"/>
              <a:gd name="csY13" fmla="*/ 3786714 h 3851459"/>
              <a:gd name="csX14" fmla="*/ 960768 w 3851445"/>
              <a:gd name="csY14" fmla="*/ 3592560 h 3851459"/>
              <a:gd name="csX15" fmla="*/ 953910 w 3851445"/>
              <a:gd name="csY15" fmla="*/ 3572284 h 3851459"/>
              <a:gd name="csX16" fmla="*/ 994057 w 3851445"/>
              <a:gd name="csY16" fmla="*/ 3475350 h 3851459"/>
              <a:gd name="csX17" fmla="*/ 1002852 w 3851445"/>
              <a:gd name="csY17" fmla="*/ 3466555 h 3851459"/>
              <a:gd name="csX18" fmla="*/ 1015293 w 3851445"/>
              <a:gd name="csY18" fmla="*/ 3466555 h 3851459"/>
              <a:gd name="csX19" fmla="*/ 1178715 w 3851445"/>
              <a:gd name="csY19" fmla="*/ 3534243 h 3851459"/>
              <a:gd name="csX20" fmla="*/ 1222096 w 3851445"/>
              <a:gd name="csY20" fmla="*/ 3429086 h 3851459"/>
              <a:gd name="csX21" fmla="*/ 805599 w 3851445"/>
              <a:gd name="csY21" fmla="*/ 3150143 h 3851459"/>
              <a:gd name="csX22" fmla="*/ 724801 w 3851445"/>
              <a:gd name="csY22" fmla="*/ 3230938 h 3851459"/>
              <a:gd name="csX23" fmla="*/ 849871 w 3851445"/>
              <a:gd name="csY23" fmla="*/ 3356038 h 3851459"/>
              <a:gd name="csX24" fmla="*/ 849871 w 3851445"/>
              <a:gd name="csY24" fmla="*/ 3379023 h 3851459"/>
              <a:gd name="csX25" fmla="*/ 775852 w 3851445"/>
              <a:gd name="csY25" fmla="*/ 3453041 h 3851459"/>
              <a:gd name="csX26" fmla="*/ 754466 w 3851445"/>
              <a:gd name="csY26" fmla="*/ 3454440 h 3851459"/>
              <a:gd name="csX27" fmla="*/ 396358 w 3851445"/>
              <a:gd name="csY27" fmla="*/ 3096102 h 3851459"/>
              <a:gd name="csX28" fmla="*/ 397767 w 3851445"/>
              <a:gd name="csY28" fmla="*/ 3074726 h 3851459"/>
              <a:gd name="csX29" fmla="*/ 471686 w 3851445"/>
              <a:gd name="csY29" fmla="*/ 3000804 h 3851459"/>
              <a:gd name="csX30" fmla="*/ 483180 w 3851445"/>
              <a:gd name="csY30" fmla="*/ 2996041 h 3851459"/>
              <a:gd name="csX31" fmla="*/ 494674 w 3851445"/>
              <a:gd name="csY31" fmla="*/ 3000804 h 3851459"/>
              <a:gd name="csX32" fmla="*/ 619744 w 3851445"/>
              <a:gd name="csY32" fmla="*/ 3125897 h 3851459"/>
              <a:gd name="csX33" fmla="*/ 700575 w 3851445"/>
              <a:gd name="csY33" fmla="*/ 3045069 h 3851459"/>
              <a:gd name="csX34" fmla="*/ 422367 w 3851445"/>
              <a:gd name="csY34" fmla="*/ 2629381 h 3851459"/>
              <a:gd name="csX35" fmla="*/ 316490 w 3851445"/>
              <a:gd name="csY35" fmla="*/ 2672106 h 3851459"/>
              <a:gd name="csX36" fmla="*/ 384130 w 3851445"/>
              <a:gd name="csY36" fmla="*/ 2835379 h 3851459"/>
              <a:gd name="csX37" fmla="*/ 384134 w 3851445"/>
              <a:gd name="csY37" fmla="*/ 2847819 h 3851459"/>
              <a:gd name="csX38" fmla="*/ 375335 w 3851445"/>
              <a:gd name="csY38" fmla="*/ 2856614 h 3851459"/>
              <a:gd name="csX39" fmla="*/ 278661 w 3851445"/>
              <a:gd name="csY39" fmla="*/ 2896662 h 3851459"/>
              <a:gd name="csX40" fmla="*/ 258379 w 3851445"/>
              <a:gd name="csY40" fmla="*/ 2889797 h 3851459"/>
              <a:gd name="csX41" fmla="*/ 64486 w 3851445"/>
              <a:gd name="csY41" fmla="*/ 2421694 h 3851459"/>
              <a:gd name="csX42" fmla="*/ 73974 w 3851445"/>
              <a:gd name="csY42" fmla="*/ 2402502 h 3851459"/>
              <a:gd name="csX43" fmla="*/ 170648 w 3851445"/>
              <a:gd name="csY43" fmla="*/ 2362451 h 3851459"/>
              <a:gd name="csX44" fmla="*/ 183088 w 3851445"/>
              <a:gd name="csY44" fmla="*/ 2362451 h 3851459"/>
              <a:gd name="csX45" fmla="*/ 191883 w 3851445"/>
              <a:gd name="csY45" fmla="*/ 2371246 h 3851459"/>
              <a:gd name="csX46" fmla="*/ 259586 w 3851445"/>
              <a:gd name="csY46" fmla="*/ 2534696 h 3851459"/>
              <a:gd name="csX47" fmla="*/ 365014 w 3851445"/>
              <a:gd name="csY47" fmla="*/ 2491038 h 3851459"/>
              <a:gd name="csX48" fmla="*/ 267826 w 3851445"/>
              <a:gd name="csY48" fmla="*/ 1999255 h 3851459"/>
              <a:gd name="csX49" fmla="*/ 153077 w 3851445"/>
              <a:gd name="csY49" fmla="*/ 1999255 h 3851459"/>
              <a:gd name="csX50" fmla="*/ 153077 w 3851445"/>
              <a:gd name="csY50" fmla="*/ 2176126 h 3851459"/>
              <a:gd name="csX51" fmla="*/ 136824 w 3851445"/>
              <a:gd name="csY51" fmla="*/ 2192379 h 3851459"/>
              <a:gd name="csX52" fmla="*/ 32541 w 3851445"/>
              <a:gd name="csY52" fmla="*/ 2192379 h 3851459"/>
              <a:gd name="csX53" fmla="*/ 16425 w 3851445"/>
              <a:gd name="csY53" fmla="*/ 2178242 h 3851459"/>
              <a:gd name="csX54" fmla="*/ 0 w 3851445"/>
              <a:gd name="csY54" fmla="*/ 1925723 h 3851459"/>
              <a:gd name="csX55" fmla="*/ 16620 w 3851445"/>
              <a:gd name="csY55" fmla="*/ 1671641 h 3851459"/>
              <a:gd name="csX56" fmla="*/ 32733 w 3851445"/>
              <a:gd name="csY56" fmla="*/ 1657510 h 3851459"/>
              <a:gd name="csX57" fmla="*/ 136824 w 3851445"/>
              <a:gd name="csY57" fmla="*/ 1657510 h 3851459"/>
              <a:gd name="csX58" fmla="*/ 153077 w 3851445"/>
              <a:gd name="csY58" fmla="*/ 1673764 h 3851459"/>
              <a:gd name="csX59" fmla="*/ 153077 w 3851445"/>
              <a:gd name="csY59" fmla="*/ 1850666 h 3851459"/>
              <a:gd name="csX60" fmla="*/ 267939 w 3851445"/>
              <a:gd name="csY60" fmla="*/ 1850666 h 3851459"/>
              <a:gd name="csX61" fmla="*/ 365494 w 3851445"/>
              <a:gd name="csY61" fmla="*/ 1359077 h 3851459"/>
              <a:gd name="csX62" fmla="*/ 259589 w 3851445"/>
              <a:gd name="csY62" fmla="*/ 1315220 h 3851459"/>
              <a:gd name="csX63" fmla="*/ 191887 w 3851445"/>
              <a:gd name="csY63" fmla="*/ 1478636 h 3851459"/>
              <a:gd name="csX64" fmla="*/ 170654 w 3851445"/>
              <a:gd name="csY64" fmla="*/ 1487432 h 3851459"/>
              <a:gd name="csX65" fmla="*/ 74337 w 3851445"/>
              <a:gd name="csY65" fmla="*/ 1447545 h 3851459"/>
              <a:gd name="csX66" fmla="*/ 64849 w 3851445"/>
              <a:gd name="csY66" fmla="*/ 1428340 h 3851459"/>
              <a:gd name="csX67" fmla="*/ 259099 w 3851445"/>
              <a:gd name="csY67" fmla="*/ 960398 h 3851459"/>
              <a:gd name="csX68" fmla="*/ 279374 w 3851445"/>
              <a:gd name="csY68" fmla="*/ 953543 h 3851459"/>
              <a:gd name="csX69" fmla="*/ 375335 w 3851445"/>
              <a:gd name="csY69" fmla="*/ 993299 h 3851459"/>
              <a:gd name="csX70" fmla="*/ 384127 w 3851445"/>
              <a:gd name="csY70" fmla="*/ 1014535 h 3851459"/>
              <a:gd name="csX71" fmla="*/ 316428 w 3851445"/>
              <a:gd name="csY71" fmla="*/ 1177947 h 3851459"/>
              <a:gd name="csX72" fmla="*/ 422460 w 3851445"/>
              <a:gd name="csY72" fmla="*/ 1221880 h 3851459"/>
              <a:gd name="csX73" fmla="*/ 701316 w 3851445"/>
              <a:gd name="csY73" fmla="*/ 805589 h 3851459"/>
              <a:gd name="csX74" fmla="*/ 619740 w 3851445"/>
              <a:gd name="csY74" fmla="*/ 724013 h 3851459"/>
              <a:gd name="csX75" fmla="*/ 494671 w 3851445"/>
              <a:gd name="csY75" fmla="*/ 849110 h 3851459"/>
              <a:gd name="csX76" fmla="*/ 483177 w 3851445"/>
              <a:gd name="csY76" fmla="*/ 853872 h 3851459"/>
              <a:gd name="csX77" fmla="*/ 471683 w 3851445"/>
              <a:gd name="csY77" fmla="*/ 849113 h 3851459"/>
              <a:gd name="csX78" fmla="*/ 398412 w 3851445"/>
              <a:gd name="csY78" fmla="*/ 775842 h 3851459"/>
              <a:gd name="csX79" fmla="*/ 397010 w 3851445"/>
              <a:gd name="csY79" fmla="*/ 754455 h 3851459"/>
              <a:gd name="csX80" fmla="*/ 755347 w 3851445"/>
              <a:gd name="csY80" fmla="*/ 396344 h 3851459"/>
              <a:gd name="csX81" fmla="*/ 776723 w 3851445"/>
              <a:gd name="csY81" fmla="*/ 397754 h 3851459"/>
              <a:gd name="csX82" fmla="*/ 849864 w 3851445"/>
              <a:gd name="csY82" fmla="*/ 470894 h 3851459"/>
              <a:gd name="csX83" fmla="*/ 849864 w 3851445"/>
              <a:gd name="csY83" fmla="*/ 493879 h 3851459"/>
              <a:gd name="csX84" fmla="*/ 724795 w 3851445"/>
              <a:gd name="csY84" fmla="*/ 618976 h 3851459"/>
              <a:gd name="csX85" fmla="*/ 806408 w 3851445"/>
              <a:gd name="csY85" fmla="*/ 700565 h 3851459"/>
              <a:gd name="csX86" fmla="*/ 1222788 w 3851445"/>
              <a:gd name="csY86" fmla="*/ 422048 h 3851459"/>
              <a:gd name="csX87" fmla="*/ 1178726 w 3851445"/>
              <a:gd name="csY87" fmla="*/ 315667 h 3851459"/>
              <a:gd name="csX88" fmla="*/ 1015275 w 3851445"/>
              <a:gd name="csY88" fmla="*/ 383338 h 3851459"/>
              <a:gd name="csX89" fmla="*/ 994043 w 3851445"/>
              <a:gd name="csY89" fmla="*/ 374539 h 3851459"/>
              <a:gd name="csX90" fmla="*/ 954418 w 3851445"/>
              <a:gd name="csY90" fmla="*/ 278839 h 3851459"/>
              <a:gd name="csX91" fmla="*/ 961282 w 3851445"/>
              <a:gd name="csY91" fmla="*/ 258560 h 3851459"/>
              <a:gd name="csX92" fmla="*/ 1429327 w 3851445"/>
              <a:gd name="csY92" fmla="*/ 64602 h 3851459"/>
              <a:gd name="csX93" fmla="*/ 1448519 w 3851445"/>
              <a:gd name="csY93" fmla="*/ 74087 h 3851459"/>
              <a:gd name="csX94" fmla="*/ 1488210 w 3851445"/>
              <a:gd name="csY94" fmla="*/ 169852 h 3851459"/>
              <a:gd name="csX95" fmla="*/ 1488210 w 3851445"/>
              <a:gd name="csY95" fmla="*/ 182292 h 3851459"/>
              <a:gd name="csX96" fmla="*/ 1479415 w 3851445"/>
              <a:gd name="csY96" fmla="*/ 191088 h 3851459"/>
              <a:gd name="csX97" fmla="*/ 1315971 w 3851445"/>
              <a:gd name="csY97" fmla="*/ 258787 h 3851459"/>
              <a:gd name="csX98" fmla="*/ 1360044 w 3851445"/>
              <a:gd name="csY98" fmla="*/ 365158 h 3851459"/>
              <a:gd name="csX99" fmla="*/ 1851444 w 3851445"/>
              <a:gd name="csY99" fmla="*/ 267880 h 3851459"/>
              <a:gd name="csX100" fmla="*/ 1851444 w 3851445"/>
              <a:gd name="csY100" fmla="*/ 152278 h 3851459"/>
              <a:gd name="csX101" fmla="*/ 1674542 w 3851445"/>
              <a:gd name="csY101" fmla="*/ 152278 h 3851459"/>
              <a:gd name="csX102" fmla="*/ 1658288 w 3851445"/>
              <a:gd name="csY102" fmla="*/ 136025 h 3851459"/>
              <a:gd name="csX103" fmla="*/ 1658288 w 3851445"/>
              <a:gd name="csY103" fmla="*/ 32634 h 3851459"/>
              <a:gd name="csX104" fmla="*/ 1672419 w 3851445"/>
              <a:gd name="csY104" fmla="*/ 16521 h 3851459"/>
              <a:gd name="csX105" fmla="*/ 1925723 w 3851445"/>
              <a:gd name="csY105" fmla="*/ 0 h 3851459"/>
              <a:gd name="csX106" fmla="*/ 2179027 w 3851445"/>
              <a:gd name="csY106" fmla="*/ 16521 h 3851459"/>
              <a:gd name="csX107" fmla="*/ 2193158 w 3851445"/>
              <a:gd name="csY107" fmla="*/ 32634 h 3851459"/>
              <a:gd name="csX108" fmla="*/ 2193158 w 3851445"/>
              <a:gd name="csY108" fmla="*/ 136039 h 3851459"/>
              <a:gd name="csX109" fmla="*/ 2176904 w 3851445"/>
              <a:gd name="csY109" fmla="*/ 152292 h 3851459"/>
              <a:gd name="csX110" fmla="*/ 2000002 w 3851445"/>
              <a:gd name="csY110" fmla="*/ 152292 h 3851459"/>
              <a:gd name="csX111" fmla="*/ 2000002 w 3851445"/>
              <a:gd name="csY111" fmla="*/ 267894 h 3851459"/>
              <a:gd name="csX112" fmla="*/ 2491402 w 3851445"/>
              <a:gd name="csY112" fmla="*/ 365171 h 3851459"/>
              <a:gd name="csX113" fmla="*/ 2535475 w 3851445"/>
              <a:gd name="csY113" fmla="*/ 258800 h 3851459"/>
              <a:gd name="csX114" fmla="*/ 2372035 w 3851445"/>
              <a:gd name="csY114" fmla="*/ 191102 h 3851459"/>
              <a:gd name="csX115" fmla="*/ 2363239 w 3851445"/>
              <a:gd name="csY115" fmla="*/ 182306 h 3851459"/>
              <a:gd name="csX116" fmla="*/ 2363239 w 3851445"/>
              <a:gd name="csY116" fmla="*/ 169866 h 3851459"/>
              <a:gd name="csX117" fmla="*/ 2402926 w 3851445"/>
              <a:gd name="csY117" fmla="*/ 74101 h 3851459"/>
              <a:gd name="csX118" fmla="*/ 2422119 w 3851445"/>
              <a:gd name="csY118" fmla="*/ 64613 h 3851459"/>
              <a:gd name="csX119" fmla="*/ 2890163 w 3851445"/>
              <a:gd name="csY119" fmla="*/ 258571 h 3851459"/>
              <a:gd name="csX120" fmla="*/ 2897029 w 3851445"/>
              <a:gd name="csY120" fmla="*/ 278850 h 3851459"/>
              <a:gd name="csX121" fmla="*/ 2857403 w 3851445"/>
              <a:gd name="csY121" fmla="*/ 374550 h 3851459"/>
              <a:gd name="csX122" fmla="*/ 2836167 w 3851445"/>
              <a:gd name="csY122" fmla="*/ 383348 h 3851459"/>
              <a:gd name="csX123" fmla="*/ 2672720 w 3851445"/>
              <a:gd name="csY123" fmla="*/ 315677 h 3851459"/>
              <a:gd name="csX124" fmla="*/ 2628658 w 3851445"/>
              <a:gd name="csY124" fmla="*/ 422048 h 3851459"/>
              <a:gd name="csX125" fmla="*/ 3045038 w 3851445"/>
              <a:gd name="csY125" fmla="*/ 700576 h 3851459"/>
              <a:gd name="csX126" fmla="*/ 3126655 w 3851445"/>
              <a:gd name="csY126" fmla="*/ 618986 h 3851459"/>
              <a:gd name="csX127" fmla="*/ 3001585 w 3851445"/>
              <a:gd name="csY127" fmla="*/ 493889 h 3851459"/>
              <a:gd name="csX128" fmla="*/ 3001585 w 3851445"/>
              <a:gd name="csY128" fmla="*/ 470905 h 3851459"/>
              <a:gd name="csX129" fmla="*/ 3074723 w 3851445"/>
              <a:gd name="csY129" fmla="*/ 397764 h 3851459"/>
              <a:gd name="csX130" fmla="*/ 3096099 w 3851445"/>
              <a:gd name="csY130" fmla="*/ 396355 h 3851459"/>
              <a:gd name="csX131" fmla="*/ 3454440 w 3851445"/>
              <a:gd name="csY131" fmla="*/ 754466 h 3851459"/>
              <a:gd name="csX132" fmla="*/ 3453041 w 3851445"/>
              <a:gd name="csY132" fmla="*/ 775852 h 3851459"/>
              <a:gd name="csX133" fmla="*/ 3379770 w 3851445"/>
              <a:gd name="csY133" fmla="*/ 849123 h 3851459"/>
              <a:gd name="csX134" fmla="*/ 3368276 w 3851445"/>
              <a:gd name="csY134" fmla="*/ 853883 h 3851459"/>
              <a:gd name="csX135" fmla="*/ 3368276 w 3851445"/>
              <a:gd name="csY135" fmla="*/ 853883 h 3851459"/>
              <a:gd name="csX136" fmla="*/ 3356782 w 3851445"/>
              <a:gd name="csY136" fmla="*/ 849120 h 3851459"/>
              <a:gd name="csX137" fmla="*/ 3231713 w 3851445"/>
              <a:gd name="csY137" fmla="*/ 724023 h 3851459"/>
              <a:gd name="csX138" fmla="*/ 3150140 w 3851445"/>
              <a:gd name="csY138" fmla="*/ 805596 h 3851459"/>
              <a:gd name="csX139" fmla="*/ 3428962 w 3851445"/>
              <a:gd name="csY139" fmla="*/ 1221904 h 3851459"/>
              <a:gd name="csX140" fmla="*/ 3535021 w 3851445"/>
              <a:gd name="csY140" fmla="*/ 1177958 h 3851459"/>
              <a:gd name="csX141" fmla="*/ 3467323 w 3851445"/>
              <a:gd name="csY141" fmla="*/ 1014542 h 3851459"/>
              <a:gd name="csX142" fmla="*/ 3476114 w 3851445"/>
              <a:gd name="csY142" fmla="*/ 993306 h 3851459"/>
              <a:gd name="csX143" fmla="*/ 3572075 w 3851445"/>
              <a:gd name="csY143" fmla="*/ 953550 h 3851459"/>
              <a:gd name="csX144" fmla="*/ 3592351 w 3851445"/>
              <a:gd name="csY144" fmla="*/ 960405 h 3851459"/>
              <a:gd name="csX145" fmla="*/ 3786604 w 3851445"/>
              <a:gd name="csY145" fmla="*/ 1428347 h 3851459"/>
              <a:gd name="csX146" fmla="*/ 3777115 w 3851445"/>
              <a:gd name="csY146" fmla="*/ 1447552 h 3851459"/>
              <a:gd name="csX147" fmla="*/ 3680795 w 3851445"/>
              <a:gd name="csY147" fmla="*/ 1487439 h 3851459"/>
              <a:gd name="csX148" fmla="*/ 3659562 w 3851445"/>
              <a:gd name="csY148" fmla="*/ 1478643 h 3851459"/>
              <a:gd name="csX149" fmla="*/ 3591864 w 3851445"/>
              <a:gd name="csY149" fmla="*/ 1315231 h 3851459"/>
              <a:gd name="csX150" fmla="*/ 3485956 w 3851445"/>
              <a:gd name="csY150" fmla="*/ 1359105 h 3851459"/>
              <a:gd name="csX151" fmla="*/ 3583511 w 3851445"/>
              <a:gd name="csY151" fmla="*/ 1850669 h 3851459"/>
              <a:gd name="csX152" fmla="*/ 3698372 w 3851445"/>
              <a:gd name="csY152" fmla="*/ 1850669 h 3851459"/>
              <a:gd name="csX153" fmla="*/ 3698372 w 3851445"/>
              <a:gd name="csY153" fmla="*/ 1673767 h 3851459"/>
              <a:gd name="csX154" fmla="*/ 3714625 w 3851445"/>
              <a:gd name="csY154" fmla="*/ 1657514 h 3851459"/>
              <a:gd name="csX155" fmla="*/ 3818709 w 3851445"/>
              <a:gd name="csY155" fmla="*/ 1657514 h 3851459"/>
              <a:gd name="csX156" fmla="*/ 3834822 w 3851445"/>
              <a:gd name="csY156" fmla="*/ 1671644 h 3851459"/>
              <a:gd name="csX157" fmla="*/ 3851446 w 3851445"/>
              <a:gd name="csY157" fmla="*/ 1925726 h 3851459"/>
              <a:gd name="csX158" fmla="*/ 3835018 w 3851445"/>
              <a:gd name="csY158" fmla="*/ 2178245 h 3851459"/>
              <a:gd name="csX159" fmla="*/ 3818905 w 3851445"/>
              <a:gd name="csY159" fmla="*/ 2192383 h 3851459"/>
              <a:gd name="csX160" fmla="*/ 3714642 w 3851445"/>
              <a:gd name="csY160" fmla="*/ 2192383 h 3851459"/>
              <a:gd name="csX161" fmla="*/ 3698389 w 3851445"/>
              <a:gd name="csY161" fmla="*/ 2176129 h 3851459"/>
              <a:gd name="csX162" fmla="*/ 3698389 w 3851445"/>
              <a:gd name="csY162" fmla="*/ 1999258 h 3851459"/>
              <a:gd name="csX163" fmla="*/ 3583638 w 3851445"/>
              <a:gd name="csY163" fmla="*/ 1999258 h 3851459"/>
              <a:gd name="csX164" fmla="*/ 3486446 w 3851445"/>
              <a:gd name="csY164" fmla="*/ 2491042 h 3851459"/>
              <a:gd name="csX165" fmla="*/ 3591877 w 3851445"/>
              <a:gd name="csY165" fmla="*/ 2534700 h 3851459"/>
              <a:gd name="csX166" fmla="*/ 3659576 w 3851445"/>
              <a:gd name="csY166" fmla="*/ 2371250 h 3851459"/>
              <a:gd name="csX167" fmla="*/ 3668372 w 3851445"/>
              <a:gd name="csY167" fmla="*/ 2362454 h 3851459"/>
              <a:gd name="csX168" fmla="*/ 3680812 w 3851445"/>
              <a:gd name="csY168" fmla="*/ 2362454 h 3851459"/>
              <a:gd name="csX169" fmla="*/ 3777486 w 3851445"/>
              <a:gd name="csY169" fmla="*/ 2402505 h 3851459"/>
              <a:gd name="csX170" fmla="*/ 3786974 w 3851445"/>
              <a:gd name="csY170" fmla="*/ 2421697 h 3851459"/>
              <a:gd name="csX171" fmla="*/ 3593081 w 3851445"/>
              <a:gd name="csY171" fmla="*/ 2889804 h 3851459"/>
              <a:gd name="csX172" fmla="*/ 3572799 w 3851445"/>
              <a:gd name="csY172" fmla="*/ 2896665 h 3851459"/>
              <a:gd name="csX173" fmla="*/ 3476125 w 3851445"/>
              <a:gd name="csY173" fmla="*/ 2856618 h 3851459"/>
              <a:gd name="csX174" fmla="*/ 3467333 w 3851445"/>
              <a:gd name="csY174" fmla="*/ 2847822 h 3851459"/>
              <a:gd name="csX175" fmla="*/ 3467333 w 3851445"/>
              <a:gd name="csY175" fmla="*/ 2835382 h 3851459"/>
              <a:gd name="csX176" fmla="*/ 3535031 w 3851445"/>
              <a:gd name="csY176" fmla="*/ 2671970 h 3851459"/>
              <a:gd name="csX177" fmla="*/ 3429604 w 3851445"/>
              <a:gd name="csY177" fmla="*/ 2628291 h 3851459"/>
              <a:gd name="csX178" fmla="*/ 3150884 w 3851445"/>
              <a:gd name="csY178" fmla="*/ 3045069 h 3851459"/>
              <a:gd name="csX179" fmla="*/ 3231723 w 3851445"/>
              <a:gd name="csY179" fmla="*/ 3125901 h 3851459"/>
              <a:gd name="csX180" fmla="*/ 3356792 w 3851445"/>
              <a:gd name="csY180" fmla="*/ 3000807 h 3851459"/>
              <a:gd name="csX181" fmla="*/ 3368286 w 3851445"/>
              <a:gd name="csY181" fmla="*/ 2996044 h 3851459"/>
              <a:gd name="csX182" fmla="*/ 3379780 w 3851445"/>
              <a:gd name="csY182" fmla="*/ 3000807 h 3851459"/>
              <a:gd name="csX183" fmla="*/ 3453703 w 3851445"/>
              <a:gd name="csY183" fmla="*/ 3074730 h 3851459"/>
              <a:gd name="csX184" fmla="*/ 3455112 w 3851445"/>
              <a:gd name="csY184" fmla="*/ 3096106 h 3851459"/>
              <a:gd name="csX185" fmla="*/ 3096998 w 3851445"/>
              <a:gd name="csY185" fmla="*/ 3454443 h 3851459"/>
              <a:gd name="csX186" fmla="*/ 3075611 w 3851445"/>
              <a:gd name="csY186" fmla="*/ 3453044 h 3851459"/>
              <a:gd name="csX187" fmla="*/ 3001596 w 3851445"/>
              <a:gd name="csY187" fmla="*/ 3379026 h 3851459"/>
              <a:gd name="csX188" fmla="*/ 3001596 w 3851445"/>
              <a:gd name="csY188" fmla="*/ 3356041 h 3851459"/>
              <a:gd name="csX189" fmla="*/ 3126665 w 3851445"/>
              <a:gd name="csY189" fmla="*/ 3230941 h 3851459"/>
              <a:gd name="csX190" fmla="*/ 3045868 w 3851445"/>
              <a:gd name="csY190" fmla="*/ 3150147 h 3851459"/>
              <a:gd name="csX191" fmla="*/ 2629203 w 3851445"/>
              <a:gd name="csY191" fmla="*/ 3429172 h 3851459"/>
              <a:gd name="csX192" fmla="*/ 2672731 w 3851445"/>
              <a:gd name="csY192" fmla="*/ 3534253 h 3851459"/>
              <a:gd name="csX193" fmla="*/ 2836177 w 3851445"/>
              <a:gd name="csY193" fmla="*/ 3466558 h 3851459"/>
              <a:gd name="csX194" fmla="*/ 2848618 w 3851445"/>
              <a:gd name="csY194" fmla="*/ 3466558 h 3851459"/>
              <a:gd name="csX195" fmla="*/ 2857410 w 3851445"/>
              <a:gd name="csY195" fmla="*/ 3475353 h 3851459"/>
              <a:gd name="csX196" fmla="*/ 2897553 w 3851445"/>
              <a:gd name="csY196" fmla="*/ 3572288 h 3851459"/>
              <a:gd name="csX197" fmla="*/ 2890698 w 3851445"/>
              <a:gd name="csY197" fmla="*/ 3592564 h 3851459"/>
              <a:gd name="csX198" fmla="*/ 2422722 w 3851445"/>
              <a:gd name="csY198" fmla="*/ 3786717 h 3851459"/>
              <a:gd name="csX199" fmla="*/ 2403520 w 3851445"/>
              <a:gd name="csY199" fmla="*/ 3777232 h 3851459"/>
              <a:gd name="csX200" fmla="*/ 2363246 w 3851445"/>
              <a:gd name="csY200" fmla="*/ 3680037 h 3851459"/>
              <a:gd name="csX201" fmla="*/ 2363246 w 3851445"/>
              <a:gd name="csY201" fmla="*/ 3667597 h 3851459"/>
              <a:gd name="csX202" fmla="*/ 2372042 w 3851445"/>
              <a:gd name="csY202" fmla="*/ 3658798 h 3851459"/>
              <a:gd name="csX203" fmla="*/ 2535478 w 3851445"/>
              <a:gd name="csY203" fmla="*/ 3591130 h 3851459"/>
              <a:gd name="csX204" fmla="*/ 2491967 w 3851445"/>
              <a:gd name="csY204" fmla="*/ 3486131 h 3851459"/>
              <a:gd name="csX205" fmla="*/ 2000012 w 3851445"/>
              <a:gd name="csY205" fmla="*/ 3583600 h 3851459"/>
              <a:gd name="csX206" fmla="*/ 2000012 w 3851445"/>
              <a:gd name="csY206" fmla="*/ 3697611 h 3851459"/>
              <a:gd name="csX207" fmla="*/ 2176914 w 3851445"/>
              <a:gd name="csY207" fmla="*/ 3697611 h 3851459"/>
              <a:gd name="csX208" fmla="*/ 2193168 w 3851445"/>
              <a:gd name="csY208" fmla="*/ 3713864 h 3851459"/>
              <a:gd name="csX209" fmla="*/ 2193168 w 3851445"/>
              <a:gd name="csY209" fmla="*/ 3818829 h 3851459"/>
              <a:gd name="csX210" fmla="*/ 2179037 w 3851445"/>
              <a:gd name="csY210" fmla="*/ 3834942 h 3851459"/>
              <a:gd name="csX211" fmla="*/ 1925733 w 3851445"/>
              <a:gd name="csY211" fmla="*/ 3851460 h 3851459"/>
              <a:gd name="csX212" fmla="*/ 1690806 w 3851445"/>
              <a:gd name="csY212" fmla="*/ 3804517 h 3851459"/>
              <a:gd name="csX213" fmla="*/ 1925733 w 3851445"/>
              <a:gd name="csY213" fmla="*/ 3818953 h 3851459"/>
              <a:gd name="csX214" fmla="*/ 2160661 w 3851445"/>
              <a:gd name="csY214" fmla="*/ 3804517 h 3851459"/>
              <a:gd name="csX215" fmla="*/ 2160661 w 3851445"/>
              <a:gd name="csY215" fmla="*/ 3730115 h 3851459"/>
              <a:gd name="csX216" fmla="*/ 1983759 w 3851445"/>
              <a:gd name="csY216" fmla="*/ 3730115 h 3851459"/>
              <a:gd name="csX217" fmla="*/ 1967505 w 3851445"/>
              <a:gd name="csY217" fmla="*/ 3713861 h 3851459"/>
              <a:gd name="csX218" fmla="*/ 1967505 w 3851445"/>
              <a:gd name="csY218" fmla="*/ 3567971 h 3851459"/>
              <a:gd name="csX219" fmla="*/ 1983193 w 3851445"/>
              <a:gd name="csY219" fmla="*/ 3551727 h 3851459"/>
              <a:gd name="csX220" fmla="*/ 2494642 w 3851445"/>
              <a:gd name="csY220" fmla="*/ 3450500 h 3851459"/>
              <a:gd name="csX221" fmla="*/ 2501003 w 3851445"/>
              <a:gd name="csY221" fmla="*/ 3449207 h 3851459"/>
              <a:gd name="csX222" fmla="*/ 2516276 w 3851445"/>
              <a:gd name="csY222" fmla="*/ 3459875 h 3851459"/>
              <a:gd name="csX223" fmla="*/ 2571733 w 3851445"/>
              <a:gd name="csY223" fmla="*/ 3593698 h 3851459"/>
              <a:gd name="csX224" fmla="*/ 2571733 w 3851445"/>
              <a:gd name="csY224" fmla="*/ 3606139 h 3851459"/>
              <a:gd name="csX225" fmla="*/ 2562938 w 3851445"/>
              <a:gd name="csY225" fmla="*/ 3614934 h 3851459"/>
              <a:gd name="csX226" fmla="*/ 2399501 w 3851445"/>
              <a:gd name="csY226" fmla="*/ 3682605 h 3851459"/>
              <a:gd name="csX227" fmla="*/ 2428082 w 3851445"/>
              <a:gd name="csY227" fmla="*/ 3751583 h 3851459"/>
              <a:gd name="csX228" fmla="*/ 2862060 w 3851445"/>
              <a:gd name="csY228" fmla="*/ 3571527 h 3851459"/>
              <a:gd name="csX229" fmla="*/ 2833595 w 3851445"/>
              <a:gd name="csY229" fmla="*/ 3502799 h 3851459"/>
              <a:gd name="csX230" fmla="*/ 2670149 w 3851445"/>
              <a:gd name="csY230" fmla="*/ 3570494 h 3851459"/>
              <a:gd name="csX231" fmla="*/ 2648916 w 3851445"/>
              <a:gd name="csY231" fmla="*/ 3561699 h 3851459"/>
              <a:gd name="csX232" fmla="*/ 2593233 w 3851445"/>
              <a:gd name="csY232" fmla="*/ 3427268 h 3851459"/>
              <a:gd name="csX233" fmla="*/ 2592886 w 3851445"/>
              <a:gd name="csY233" fmla="*/ 3415565 h 3851459"/>
              <a:gd name="csX234" fmla="*/ 2601452 w 3851445"/>
              <a:gd name="csY234" fmla="*/ 3406190 h 3851459"/>
              <a:gd name="csX235" fmla="*/ 3035221 w 3851445"/>
              <a:gd name="csY235" fmla="*/ 3115713 h 3851459"/>
              <a:gd name="csX236" fmla="*/ 3057801 w 3851445"/>
              <a:gd name="csY236" fmla="*/ 3116104 h 3851459"/>
              <a:gd name="csX237" fmla="*/ 3161140 w 3851445"/>
              <a:gd name="csY237" fmla="*/ 3219444 h 3851459"/>
              <a:gd name="csX238" fmla="*/ 3161140 w 3851445"/>
              <a:gd name="csY238" fmla="*/ 3242428 h 3851459"/>
              <a:gd name="csX239" fmla="*/ 3036071 w 3851445"/>
              <a:gd name="csY239" fmla="*/ 3367528 h 3851459"/>
              <a:gd name="csX240" fmla="*/ 3088476 w 3851445"/>
              <a:gd name="csY240" fmla="*/ 3419934 h 3851459"/>
              <a:gd name="csX241" fmla="*/ 3420602 w 3851445"/>
              <a:gd name="csY241" fmla="*/ 3087599 h 3851459"/>
              <a:gd name="csX242" fmla="*/ 3368283 w 3851445"/>
              <a:gd name="csY242" fmla="*/ 3035282 h 3851459"/>
              <a:gd name="csX243" fmla="*/ 3243217 w 3851445"/>
              <a:gd name="csY243" fmla="*/ 3160376 h 3851459"/>
              <a:gd name="csX244" fmla="*/ 3231719 w 3851445"/>
              <a:gd name="csY244" fmla="*/ 3165139 h 3851459"/>
              <a:gd name="csX245" fmla="*/ 3220225 w 3851445"/>
              <a:gd name="csY245" fmla="*/ 3160376 h 3851459"/>
              <a:gd name="csX246" fmla="*/ 3116855 w 3851445"/>
              <a:gd name="csY246" fmla="*/ 3057008 h 3851459"/>
              <a:gd name="csX247" fmla="*/ 3116454 w 3851445"/>
              <a:gd name="csY247" fmla="*/ 3034439 h 3851459"/>
              <a:gd name="csX248" fmla="*/ 3406605 w 3851445"/>
              <a:gd name="csY248" fmla="*/ 2600543 h 3851459"/>
              <a:gd name="csX249" fmla="*/ 3427615 w 3851445"/>
              <a:gd name="csY249" fmla="*/ 2592276 h 3851459"/>
              <a:gd name="csX250" fmla="*/ 3562484 w 3851445"/>
              <a:gd name="csY250" fmla="*/ 2648155 h 3851459"/>
              <a:gd name="csX251" fmla="*/ 3571276 w 3851445"/>
              <a:gd name="csY251" fmla="*/ 2669391 h 3851459"/>
              <a:gd name="csX252" fmla="*/ 3503577 w 3851445"/>
              <a:gd name="csY252" fmla="*/ 2832800 h 3851459"/>
              <a:gd name="csX253" fmla="*/ 3572041 w 3851445"/>
              <a:gd name="csY253" fmla="*/ 2861161 h 3851459"/>
              <a:gd name="csX254" fmla="*/ 3751851 w 3851445"/>
              <a:gd name="csY254" fmla="*/ 2427067 h 3851459"/>
              <a:gd name="csX255" fmla="*/ 3683384 w 3851445"/>
              <a:gd name="csY255" fmla="*/ 2398706 h 3851459"/>
              <a:gd name="csX256" fmla="*/ 3615685 w 3851445"/>
              <a:gd name="csY256" fmla="*/ 2562149 h 3851459"/>
              <a:gd name="csX257" fmla="*/ 3594453 w 3851445"/>
              <a:gd name="csY257" fmla="*/ 2570944 h 3851459"/>
              <a:gd name="csX258" fmla="*/ 3459580 w 3851445"/>
              <a:gd name="csY258" fmla="*/ 2515096 h 3851459"/>
              <a:gd name="csX259" fmla="*/ 3450572 w 3851445"/>
              <a:gd name="csY259" fmla="*/ 2494399 h 3851459"/>
              <a:gd name="csX260" fmla="*/ 3551758 w 3851445"/>
              <a:gd name="csY260" fmla="*/ 1982442 h 3851459"/>
              <a:gd name="csX261" fmla="*/ 3568002 w 3851445"/>
              <a:gd name="csY261" fmla="*/ 1966744 h 3851459"/>
              <a:gd name="csX262" fmla="*/ 3714639 w 3851445"/>
              <a:gd name="csY262" fmla="*/ 1966744 h 3851459"/>
              <a:gd name="csX263" fmla="*/ 3730893 w 3851445"/>
              <a:gd name="csY263" fmla="*/ 1982998 h 3851459"/>
              <a:gd name="csX264" fmla="*/ 3730893 w 3851445"/>
              <a:gd name="csY264" fmla="*/ 2159869 h 3851459"/>
              <a:gd name="csX265" fmla="*/ 3804606 w 3851445"/>
              <a:gd name="csY265" fmla="*/ 2159869 h 3851459"/>
              <a:gd name="csX266" fmla="*/ 3818953 w 3851445"/>
              <a:gd name="csY266" fmla="*/ 1925720 h 3851459"/>
              <a:gd name="csX267" fmla="*/ 3804417 w 3851445"/>
              <a:gd name="csY267" fmla="*/ 1690013 h 3851459"/>
              <a:gd name="csX268" fmla="*/ 3730896 w 3851445"/>
              <a:gd name="csY268" fmla="*/ 1690013 h 3851459"/>
              <a:gd name="csX269" fmla="*/ 3730896 w 3851445"/>
              <a:gd name="csY269" fmla="*/ 1866916 h 3851459"/>
              <a:gd name="csX270" fmla="*/ 3714642 w 3851445"/>
              <a:gd name="csY270" fmla="*/ 1883169 h 3851459"/>
              <a:gd name="csX271" fmla="*/ 3567905 w 3851445"/>
              <a:gd name="csY271" fmla="*/ 1883169 h 3851459"/>
              <a:gd name="csX272" fmla="*/ 3551662 w 3851445"/>
              <a:gd name="csY272" fmla="*/ 1867481 h 3851459"/>
              <a:gd name="csX273" fmla="*/ 3450095 w 3851445"/>
              <a:gd name="csY273" fmla="*/ 1355751 h 3851459"/>
              <a:gd name="csX274" fmla="*/ 3459097 w 3851445"/>
              <a:gd name="csY274" fmla="*/ 1335044 h 3851459"/>
              <a:gd name="csX275" fmla="*/ 3594456 w 3851445"/>
              <a:gd name="csY275" fmla="*/ 1278969 h 3851459"/>
              <a:gd name="csX276" fmla="*/ 3615692 w 3851445"/>
              <a:gd name="csY276" fmla="*/ 1287764 h 3851459"/>
              <a:gd name="csX277" fmla="*/ 3683391 w 3851445"/>
              <a:gd name="csY277" fmla="*/ 1451180 h 3851459"/>
              <a:gd name="csX278" fmla="*/ 3751491 w 3851445"/>
              <a:gd name="csY278" fmla="*/ 1422980 h 3851459"/>
              <a:gd name="csX279" fmla="*/ 3571345 w 3851445"/>
              <a:gd name="csY279" fmla="*/ 989040 h 3851459"/>
              <a:gd name="csX280" fmla="*/ 3503584 w 3851445"/>
              <a:gd name="csY280" fmla="*/ 1017113 h 3851459"/>
              <a:gd name="csX281" fmla="*/ 3571283 w 3851445"/>
              <a:gd name="csY281" fmla="*/ 1180526 h 3851459"/>
              <a:gd name="csX282" fmla="*/ 3562491 w 3851445"/>
              <a:gd name="csY282" fmla="*/ 1201762 h 3851459"/>
              <a:gd name="csX283" fmla="*/ 3427001 w 3851445"/>
              <a:gd name="csY283" fmla="*/ 1257901 h 3851459"/>
              <a:gd name="csX284" fmla="*/ 3405998 w 3851445"/>
              <a:gd name="csY284" fmla="*/ 1249644 h 3851459"/>
              <a:gd name="csX285" fmla="*/ 3115720 w 3851445"/>
              <a:gd name="csY285" fmla="*/ 816236 h 3851459"/>
              <a:gd name="csX286" fmla="*/ 3116111 w 3851445"/>
              <a:gd name="csY286" fmla="*/ 793656 h 3851459"/>
              <a:gd name="csX287" fmla="*/ 3220229 w 3851445"/>
              <a:gd name="csY287" fmla="*/ 689538 h 3851459"/>
              <a:gd name="csX288" fmla="*/ 3231723 w 3851445"/>
              <a:gd name="csY288" fmla="*/ 684775 h 3851459"/>
              <a:gd name="csX289" fmla="*/ 3243220 w 3851445"/>
              <a:gd name="csY289" fmla="*/ 689538 h 3851459"/>
              <a:gd name="csX290" fmla="*/ 3368290 w 3851445"/>
              <a:gd name="csY290" fmla="*/ 814638 h 3851459"/>
              <a:gd name="csX291" fmla="*/ 3419944 w 3851445"/>
              <a:gd name="csY291" fmla="*/ 762980 h 3851459"/>
              <a:gd name="csX292" fmla="*/ 3087606 w 3851445"/>
              <a:gd name="csY292" fmla="*/ 430854 h 3851459"/>
              <a:gd name="csX293" fmla="*/ 3036071 w 3851445"/>
              <a:gd name="csY293" fmla="*/ 482395 h 3851459"/>
              <a:gd name="csX294" fmla="*/ 3161140 w 3851445"/>
              <a:gd name="csY294" fmla="*/ 607495 h 3851459"/>
              <a:gd name="csX295" fmla="*/ 3165903 w 3851445"/>
              <a:gd name="csY295" fmla="*/ 618989 h 3851459"/>
              <a:gd name="csX296" fmla="*/ 3161140 w 3851445"/>
              <a:gd name="csY296" fmla="*/ 630483 h 3851459"/>
              <a:gd name="csX297" fmla="*/ 3056998 w 3851445"/>
              <a:gd name="csY297" fmla="*/ 734591 h 3851459"/>
              <a:gd name="csX298" fmla="*/ 3046413 w 3851445"/>
              <a:gd name="csY298" fmla="*/ 739330 h 3851459"/>
              <a:gd name="csX299" fmla="*/ 3034415 w 3851445"/>
              <a:gd name="csY299" fmla="*/ 734999 h 3851459"/>
              <a:gd name="csX300" fmla="*/ 2600989 w 3851445"/>
              <a:gd name="csY300" fmla="*/ 445057 h 3851459"/>
              <a:gd name="csX301" fmla="*/ 2592712 w 3851445"/>
              <a:gd name="csY301" fmla="*/ 436560 h 3851459"/>
              <a:gd name="csX302" fmla="*/ 2592663 w 3851445"/>
              <a:gd name="csY302" fmla="*/ 424027 h 3851459"/>
              <a:gd name="csX303" fmla="*/ 2648916 w 3851445"/>
              <a:gd name="csY303" fmla="*/ 288221 h 3851459"/>
              <a:gd name="csX304" fmla="*/ 2670149 w 3851445"/>
              <a:gd name="csY304" fmla="*/ 279426 h 3851459"/>
              <a:gd name="csX305" fmla="*/ 2833592 w 3851445"/>
              <a:gd name="csY305" fmla="*/ 347094 h 3851459"/>
              <a:gd name="csX306" fmla="*/ 2861535 w 3851445"/>
              <a:gd name="csY306" fmla="*/ 279604 h 3851459"/>
              <a:gd name="csX307" fmla="*/ 2427499 w 3851445"/>
              <a:gd name="csY307" fmla="*/ 99729 h 3851459"/>
              <a:gd name="csX308" fmla="*/ 2399501 w 3851445"/>
              <a:gd name="csY308" fmla="*/ 167287 h 3851459"/>
              <a:gd name="csX309" fmla="*/ 2562941 w 3851445"/>
              <a:gd name="csY309" fmla="*/ 234986 h 3851459"/>
              <a:gd name="csX310" fmla="*/ 2571733 w 3851445"/>
              <a:gd name="csY310" fmla="*/ 243785 h 3851459"/>
              <a:gd name="csX311" fmla="*/ 2571733 w 3851445"/>
              <a:gd name="csY311" fmla="*/ 256225 h 3851459"/>
              <a:gd name="csX312" fmla="*/ 2515521 w 3851445"/>
              <a:gd name="csY312" fmla="*/ 391904 h 3851459"/>
              <a:gd name="csX313" fmla="*/ 2509719 w 3851445"/>
              <a:gd name="csY313" fmla="*/ 399170 h 3851459"/>
              <a:gd name="csX314" fmla="*/ 2494769 w 3851445"/>
              <a:gd name="csY314" fmla="*/ 401049 h 3851459"/>
              <a:gd name="csX315" fmla="*/ 1983200 w 3851445"/>
              <a:gd name="csY315" fmla="*/ 299767 h 3851459"/>
              <a:gd name="csX316" fmla="*/ 1967509 w 3851445"/>
              <a:gd name="csY316" fmla="*/ 283523 h 3851459"/>
              <a:gd name="csX317" fmla="*/ 1967509 w 3851445"/>
              <a:gd name="csY317" fmla="*/ 136042 h 3851459"/>
              <a:gd name="csX318" fmla="*/ 1983762 w 3851445"/>
              <a:gd name="csY318" fmla="*/ 119789 h 3851459"/>
              <a:gd name="csX319" fmla="*/ 2160664 w 3851445"/>
              <a:gd name="csY319" fmla="*/ 119789 h 3851459"/>
              <a:gd name="csX320" fmla="*/ 2160664 w 3851445"/>
              <a:gd name="csY320" fmla="*/ 46946 h 3851459"/>
              <a:gd name="csX321" fmla="*/ 1925737 w 3851445"/>
              <a:gd name="csY321" fmla="*/ 32507 h 3851459"/>
              <a:gd name="csX322" fmla="*/ 1690809 w 3851445"/>
              <a:gd name="csY322" fmla="*/ 46946 h 3851459"/>
              <a:gd name="csX323" fmla="*/ 1690809 w 3851445"/>
              <a:gd name="csY323" fmla="*/ 119789 h 3851459"/>
              <a:gd name="csX324" fmla="*/ 1867711 w 3851445"/>
              <a:gd name="csY324" fmla="*/ 119789 h 3851459"/>
              <a:gd name="csX325" fmla="*/ 1883965 w 3851445"/>
              <a:gd name="csY325" fmla="*/ 136042 h 3851459"/>
              <a:gd name="csX326" fmla="*/ 1883965 w 3851445"/>
              <a:gd name="csY326" fmla="*/ 283523 h 3851459"/>
              <a:gd name="csX327" fmla="*/ 1868273 w 3851445"/>
              <a:gd name="csY327" fmla="*/ 299767 h 3851459"/>
              <a:gd name="csX328" fmla="*/ 1356701 w 3851445"/>
              <a:gd name="csY328" fmla="*/ 401049 h 3851459"/>
              <a:gd name="csX329" fmla="*/ 1336000 w 3851445"/>
              <a:gd name="csY329" fmla="*/ 392044 h 3851459"/>
              <a:gd name="csX330" fmla="*/ 1279730 w 3851445"/>
              <a:gd name="csY330" fmla="*/ 256232 h 3851459"/>
              <a:gd name="csX331" fmla="*/ 1279727 w 3851445"/>
              <a:gd name="csY331" fmla="*/ 243792 h 3851459"/>
              <a:gd name="csX332" fmla="*/ 1288522 w 3851445"/>
              <a:gd name="csY332" fmla="*/ 234993 h 3851459"/>
              <a:gd name="csX333" fmla="*/ 1451966 w 3851445"/>
              <a:gd name="csY333" fmla="*/ 167294 h 3851459"/>
              <a:gd name="csX334" fmla="*/ 1423964 w 3851445"/>
              <a:gd name="csY334" fmla="*/ 99736 h 3851459"/>
              <a:gd name="csX335" fmla="*/ 989925 w 3851445"/>
              <a:gd name="csY335" fmla="*/ 279611 h 3851459"/>
              <a:gd name="csX336" fmla="*/ 1017871 w 3851445"/>
              <a:gd name="csY336" fmla="*/ 347104 h 3851459"/>
              <a:gd name="csX337" fmla="*/ 1181318 w 3851445"/>
              <a:gd name="csY337" fmla="*/ 279433 h 3851459"/>
              <a:gd name="csX338" fmla="*/ 1202550 w 3851445"/>
              <a:gd name="csY338" fmla="*/ 288228 h 3851459"/>
              <a:gd name="csX339" fmla="*/ 1258604 w 3851445"/>
              <a:gd name="csY339" fmla="*/ 423560 h 3851459"/>
              <a:gd name="csX340" fmla="*/ 1259674 w 3851445"/>
              <a:gd name="csY340" fmla="*/ 426804 h 3851459"/>
              <a:gd name="csX341" fmla="*/ 1250553 w 3851445"/>
              <a:gd name="csY341" fmla="*/ 445043 h 3851459"/>
              <a:gd name="csX342" fmla="*/ 817045 w 3851445"/>
              <a:gd name="csY342" fmla="*/ 735003 h 3851459"/>
              <a:gd name="csX343" fmla="*/ 804779 w 3851445"/>
              <a:gd name="csY343" fmla="*/ 739320 h 3851459"/>
              <a:gd name="csX344" fmla="*/ 794328 w 3851445"/>
              <a:gd name="csY344" fmla="*/ 734457 h 3851459"/>
              <a:gd name="csX345" fmla="*/ 690323 w 3851445"/>
              <a:gd name="csY345" fmla="*/ 630487 h 3851459"/>
              <a:gd name="csX346" fmla="*/ 685560 w 3851445"/>
              <a:gd name="csY346" fmla="*/ 618993 h 3851459"/>
              <a:gd name="csX347" fmla="*/ 690319 w 3851445"/>
              <a:gd name="csY347" fmla="*/ 607499 h 3851459"/>
              <a:gd name="csX348" fmla="*/ 815389 w 3851445"/>
              <a:gd name="csY348" fmla="*/ 482399 h 3851459"/>
              <a:gd name="csX349" fmla="*/ 763851 w 3851445"/>
              <a:gd name="csY349" fmla="*/ 430857 h 3851459"/>
              <a:gd name="csX350" fmla="*/ 431516 w 3851445"/>
              <a:gd name="csY350" fmla="*/ 762983 h 3851459"/>
              <a:gd name="csX351" fmla="*/ 483174 w 3851445"/>
              <a:gd name="csY351" fmla="*/ 814641 h 3851459"/>
              <a:gd name="csX352" fmla="*/ 608243 w 3851445"/>
              <a:gd name="csY352" fmla="*/ 689541 h 3851459"/>
              <a:gd name="csX353" fmla="*/ 619737 w 3851445"/>
              <a:gd name="csY353" fmla="*/ 684778 h 3851459"/>
              <a:gd name="csX354" fmla="*/ 631231 w 3851445"/>
              <a:gd name="csY354" fmla="*/ 689541 h 3851459"/>
              <a:gd name="csX355" fmla="*/ 735346 w 3851445"/>
              <a:gd name="csY355" fmla="*/ 793656 h 3851459"/>
              <a:gd name="csX356" fmla="*/ 735743 w 3851445"/>
              <a:gd name="csY356" fmla="*/ 816239 h 3851459"/>
              <a:gd name="csX357" fmla="*/ 445431 w 3851445"/>
              <a:gd name="csY357" fmla="*/ 1249648 h 3851459"/>
              <a:gd name="csX358" fmla="*/ 427192 w 3851445"/>
              <a:gd name="csY358" fmla="*/ 1258769 h 3851459"/>
              <a:gd name="csX359" fmla="*/ 423780 w 3851445"/>
              <a:gd name="csY359" fmla="*/ 1257620 h 3851459"/>
              <a:gd name="csX360" fmla="*/ 288972 w 3851445"/>
              <a:gd name="csY360" fmla="*/ 1201765 h 3851459"/>
              <a:gd name="csX361" fmla="*/ 280177 w 3851445"/>
              <a:gd name="csY361" fmla="*/ 1180529 h 3851459"/>
              <a:gd name="csX362" fmla="*/ 347875 w 3851445"/>
              <a:gd name="csY362" fmla="*/ 1017117 h 3851459"/>
              <a:gd name="csX363" fmla="*/ 280118 w 3851445"/>
              <a:gd name="csY363" fmla="*/ 989044 h 3851459"/>
              <a:gd name="csX364" fmla="*/ 99976 w 3851445"/>
              <a:gd name="csY364" fmla="*/ 1422984 h 3851459"/>
              <a:gd name="csX365" fmla="*/ 168072 w 3851445"/>
              <a:gd name="csY365" fmla="*/ 1451184 h 3851459"/>
              <a:gd name="csX366" fmla="*/ 235775 w 3851445"/>
              <a:gd name="csY366" fmla="*/ 1287768 h 3851459"/>
              <a:gd name="csX367" fmla="*/ 257007 w 3851445"/>
              <a:gd name="csY367" fmla="*/ 1278969 h 3851459"/>
              <a:gd name="csX368" fmla="*/ 391818 w 3851445"/>
              <a:gd name="csY368" fmla="*/ 1334793 h 3851459"/>
              <a:gd name="csX369" fmla="*/ 401776 w 3851445"/>
              <a:gd name="csY369" fmla="*/ 1345560 h 3851459"/>
              <a:gd name="csX370" fmla="*/ 401282 w 3851445"/>
              <a:gd name="csY370" fmla="*/ 1355960 h 3851459"/>
              <a:gd name="csX371" fmla="*/ 299801 w 3851445"/>
              <a:gd name="csY371" fmla="*/ 1867481 h 3851459"/>
              <a:gd name="csX372" fmla="*/ 283558 w 3851445"/>
              <a:gd name="csY372" fmla="*/ 1883169 h 3851459"/>
              <a:gd name="csX373" fmla="*/ 136824 w 3851445"/>
              <a:gd name="csY373" fmla="*/ 1883169 h 3851459"/>
              <a:gd name="csX374" fmla="*/ 120570 w 3851445"/>
              <a:gd name="csY374" fmla="*/ 1866916 h 3851459"/>
              <a:gd name="csX375" fmla="*/ 120570 w 3851445"/>
              <a:gd name="csY375" fmla="*/ 1690013 h 3851459"/>
              <a:gd name="csX376" fmla="*/ 47046 w 3851445"/>
              <a:gd name="csY376" fmla="*/ 1690013 h 3851459"/>
              <a:gd name="csX377" fmla="*/ 32510 w 3851445"/>
              <a:gd name="csY377" fmla="*/ 1925720 h 3851459"/>
              <a:gd name="csX378" fmla="*/ 46857 w 3851445"/>
              <a:gd name="csY378" fmla="*/ 2159869 h 3851459"/>
              <a:gd name="csX379" fmla="*/ 120574 w 3851445"/>
              <a:gd name="csY379" fmla="*/ 2159869 h 3851459"/>
              <a:gd name="csX380" fmla="*/ 120574 w 3851445"/>
              <a:gd name="csY380" fmla="*/ 1982998 h 3851459"/>
              <a:gd name="csX381" fmla="*/ 136827 w 3851445"/>
              <a:gd name="csY381" fmla="*/ 1966744 h 3851459"/>
              <a:gd name="csX382" fmla="*/ 283465 w 3851445"/>
              <a:gd name="csY382" fmla="*/ 1966744 h 3851459"/>
              <a:gd name="csX383" fmla="*/ 299708 w 3851445"/>
              <a:gd name="csY383" fmla="*/ 1982442 h 3851459"/>
              <a:gd name="csX384" fmla="*/ 400891 w 3851445"/>
              <a:gd name="csY384" fmla="*/ 2494399 h 3851459"/>
              <a:gd name="csX385" fmla="*/ 399016 w 3851445"/>
              <a:gd name="csY385" fmla="*/ 2509349 h 3851459"/>
              <a:gd name="csX386" fmla="*/ 391581 w 3851445"/>
              <a:gd name="csY386" fmla="*/ 2515216 h 3851459"/>
              <a:gd name="csX387" fmla="*/ 257010 w 3851445"/>
              <a:gd name="csY387" fmla="*/ 2570944 h 3851459"/>
              <a:gd name="csX388" fmla="*/ 235775 w 3851445"/>
              <a:gd name="csY388" fmla="*/ 2562149 h 3851459"/>
              <a:gd name="csX389" fmla="*/ 168076 w 3851445"/>
              <a:gd name="csY389" fmla="*/ 2398706 h 3851459"/>
              <a:gd name="csX390" fmla="*/ 99609 w 3851445"/>
              <a:gd name="csY390" fmla="*/ 2427067 h 3851459"/>
              <a:gd name="csX391" fmla="*/ 279419 w 3851445"/>
              <a:gd name="csY391" fmla="*/ 2861164 h 3851459"/>
              <a:gd name="csX392" fmla="*/ 347882 w 3851445"/>
              <a:gd name="csY392" fmla="*/ 2832803 h 3851459"/>
              <a:gd name="csX393" fmla="*/ 280183 w 3851445"/>
              <a:gd name="csY393" fmla="*/ 2669394 h 3851459"/>
              <a:gd name="csX394" fmla="*/ 280211 w 3851445"/>
              <a:gd name="csY394" fmla="*/ 2656885 h 3851459"/>
              <a:gd name="csX395" fmla="*/ 289116 w 3851445"/>
              <a:gd name="csY395" fmla="*/ 2648100 h 3851459"/>
              <a:gd name="csX396" fmla="*/ 424541 w 3851445"/>
              <a:gd name="csY396" fmla="*/ 2593452 h 3851459"/>
              <a:gd name="csX397" fmla="*/ 445403 w 3851445"/>
              <a:gd name="csY397" fmla="*/ 2601761 h 3851459"/>
              <a:gd name="csX398" fmla="*/ 735010 w 3851445"/>
              <a:gd name="csY398" fmla="*/ 3034439 h 3851459"/>
              <a:gd name="csX399" fmla="*/ 734608 w 3851445"/>
              <a:gd name="csY399" fmla="*/ 3057008 h 3851459"/>
              <a:gd name="csX400" fmla="*/ 631238 w 3851445"/>
              <a:gd name="csY400" fmla="*/ 3160379 h 3851459"/>
              <a:gd name="csX401" fmla="*/ 619744 w 3851445"/>
              <a:gd name="csY401" fmla="*/ 3165142 h 3851459"/>
              <a:gd name="csX402" fmla="*/ 608250 w 3851445"/>
              <a:gd name="csY402" fmla="*/ 3160379 h 3851459"/>
              <a:gd name="csX403" fmla="*/ 483180 w 3851445"/>
              <a:gd name="csY403" fmla="*/ 3035286 h 3851459"/>
              <a:gd name="csX404" fmla="*/ 430864 w 3851445"/>
              <a:gd name="csY404" fmla="*/ 3087602 h 3851459"/>
              <a:gd name="csX405" fmla="*/ 762990 w 3851445"/>
              <a:gd name="csY405" fmla="*/ 3419937 h 3851459"/>
              <a:gd name="csX406" fmla="*/ 815399 w 3851445"/>
              <a:gd name="csY406" fmla="*/ 3367532 h 3851459"/>
              <a:gd name="csX407" fmla="*/ 690330 w 3851445"/>
              <a:gd name="csY407" fmla="*/ 3242432 h 3851459"/>
              <a:gd name="csX408" fmla="*/ 690330 w 3851445"/>
              <a:gd name="csY408" fmla="*/ 3219447 h 3851459"/>
              <a:gd name="csX409" fmla="*/ 793611 w 3851445"/>
              <a:gd name="csY409" fmla="*/ 3116166 h 3851459"/>
              <a:gd name="csX410" fmla="*/ 816249 w 3851445"/>
              <a:gd name="csY410" fmla="*/ 3115717 h 3851459"/>
              <a:gd name="csX411" fmla="*/ 1249819 w 3851445"/>
              <a:gd name="csY411" fmla="*/ 3406098 h 3851459"/>
              <a:gd name="csX412" fmla="*/ 1258278 w 3851445"/>
              <a:gd name="csY412" fmla="*/ 3415171 h 3851459"/>
              <a:gd name="csX413" fmla="*/ 1258090 w 3851445"/>
              <a:gd name="csY413" fmla="*/ 3427090 h 3851459"/>
              <a:gd name="csX414" fmla="*/ 1202564 w 3851445"/>
              <a:gd name="csY414" fmla="*/ 3561685 h 3851459"/>
              <a:gd name="csX415" fmla="*/ 1193769 w 3851445"/>
              <a:gd name="csY415" fmla="*/ 3570498 h 3851459"/>
              <a:gd name="csX416" fmla="*/ 1181318 w 3851445"/>
              <a:gd name="csY416" fmla="*/ 3570501 h 3851459"/>
              <a:gd name="csX417" fmla="*/ 1017871 w 3851445"/>
              <a:gd name="csY417" fmla="*/ 3502806 h 3851459"/>
              <a:gd name="csX418" fmla="*/ 989407 w 3851445"/>
              <a:gd name="csY418" fmla="*/ 3571533 h 3851459"/>
              <a:gd name="csX419" fmla="*/ 1423385 w 3851445"/>
              <a:gd name="csY419" fmla="*/ 3751590 h 3851459"/>
              <a:gd name="csX420" fmla="*/ 1451969 w 3851445"/>
              <a:gd name="csY420" fmla="*/ 3682612 h 3851459"/>
              <a:gd name="csX421" fmla="*/ 1288529 w 3851445"/>
              <a:gd name="csY421" fmla="*/ 3614945 h 3851459"/>
              <a:gd name="csX422" fmla="*/ 1279730 w 3851445"/>
              <a:gd name="csY422" fmla="*/ 3606146 h 3851459"/>
              <a:gd name="csX423" fmla="*/ 1279734 w 3851445"/>
              <a:gd name="csY423" fmla="*/ 3593705 h 3851459"/>
              <a:gd name="csX424" fmla="*/ 1335448 w 3851445"/>
              <a:gd name="csY424" fmla="*/ 3459240 h 3851459"/>
              <a:gd name="csX425" fmla="*/ 1353635 w 3851445"/>
              <a:gd name="csY425" fmla="*/ 3449523 h 3851459"/>
              <a:gd name="csX426" fmla="*/ 1356845 w 3851445"/>
              <a:gd name="csY426" fmla="*/ 3450514 h 3851459"/>
              <a:gd name="csX427" fmla="*/ 1868273 w 3851445"/>
              <a:gd name="csY427" fmla="*/ 3551731 h 3851459"/>
              <a:gd name="csX428" fmla="*/ 1883965 w 3851445"/>
              <a:gd name="csY428" fmla="*/ 3567974 h 3851459"/>
              <a:gd name="csX429" fmla="*/ 1883965 w 3851445"/>
              <a:gd name="csY429" fmla="*/ 3713864 h 3851459"/>
              <a:gd name="csX430" fmla="*/ 1867711 w 3851445"/>
              <a:gd name="csY430" fmla="*/ 3730118 h 3851459"/>
              <a:gd name="csX431" fmla="*/ 1690809 w 3851445"/>
              <a:gd name="csY431" fmla="*/ 3730118 h 3851459"/>
              <a:gd name="csX432" fmla="*/ 1690809 w 3851445"/>
              <a:gd name="csY432" fmla="*/ 3804517 h 38514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</a:cxnLst>
            <a:rect l="l" t="t" r="r" b="b"/>
            <a:pathLst>
              <a:path w="3851445" h="3851459">
                <a:moveTo>
                  <a:pt x="1925733" y="3851460"/>
                </a:moveTo>
                <a:cubicBezTo>
                  <a:pt x="1840890" y="3851460"/>
                  <a:pt x="1755669" y="3845901"/>
                  <a:pt x="1672433" y="3834939"/>
                </a:cubicBezTo>
                <a:cubicBezTo>
                  <a:pt x="1664347" y="3833872"/>
                  <a:pt x="1658302" y="3826984"/>
                  <a:pt x="1658302" y="3818826"/>
                </a:cubicBezTo>
                <a:lnTo>
                  <a:pt x="1658302" y="3713861"/>
                </a:lnTo>
                <a:cubicBezTo>
                  <a:pt x="1658302" y="3704884"/>
                  <a:pt x="1665578" y="3697607"/>
                  <a:pt x="1674556" y="3697607"/>
                </a:cubicBezTo>
                <a:lnTo>
                  <a:pt x="1851458" y="3697607"/>
                </a:lnTo>
                <a:lnTo>
                  <a:pt x="1851458" y="3583597"/>
                </a:lnTo>
                <a:cubicBezTo>
                  <a:pt x="1682614" y="3576156"/>
                  <a:pt x="1517271" y="3543391"/>
                  <a:pt x="1359496" y="3486124"/>
                </a:cubicBezTo>
                <a:lnTo>
                  <a:pt x="1315985" y="3591127"/>
                </a:lnTo>
                <a:lnTo>
                  <a:pt x="1479428" y="3658795"/>
                </a:lnTo>
                <a:cubicBezTo>
                  <a:pt x="1483413" y="3660444"/>
                  <a:pt x="1486574" y="3663609"/>
                  <a:pt x="1488224" y="3667593"/>
                </a:cubicBezTo>
                <a:cubicBezTo>
                  <a:pt x="1489873" y="3671575"/>
                  <a:pt x="1489873" y="3676053"/>
                  <a:pt x="1488224" y="3680034"/>
                </a:cubicBezTo>
                <a:lnTo>
                  <a:pt x="1447947" y="3777229"/>
                </a:lnTo>
                <a:cubicBezTo>
                  <a:pt x="1444826" y="3784755"/>
                  <a:pt x="1436614" y="3788812"/>
                  <a:pt x="1428744" y="3786714"/>
                </a:cubicBezTo>
                <a:cubicBezTo>
                  <a:pt x="1264992" y="3743079"/>
                  <a:pt x="1107543" y="3677757"/>
                  <a:pt x="960768" y="3592560"/>
                </a:cubicBezTo>
                <a:cubicBezTo>
                  <a:pt x="953725" y="3588473"/>
                  <a:pt x="950797" y="3579804"/>
                  <a:pt x="953910" y="3572284"/>
                </a:cubicBezTo>
                <a:lnTo>
                  <a:pt x="994057" y="3475350"/>
                </a:lnTo>
                <a:cubicBezTo>
                  <a:pt x="995706" y="3471365"/>
                  <a:pt x="998871" y="3468200"/>
                  <a:pt x="1002852" y="3466555"/>
                </a:cubicBezTo>
                <a:cubicBezTo>
                  <a:pt x="1006833" y="3464902"/>
                  <a:pt x="1011308" y="3464902"/>
                  <a:pt x="1015293" y="3466555"/>
                </a:cubicBezTo>
                <a:lnTo>
                  <a:pt x="1178715" y="3534243"/>
                </a:lnTo>
                <a:lnTo>
                  <a:pt x="1222096" y="3429086"/>
                </a:lnTo>
                <a:cubicBezTo>
                  <a:pt x="1069961" y="3357776"/>
                  <a:pt x="929965" y="3264014"/>
                  <a:pt x="805599" y="3150143"/>
                </a:cubicBezTo>
                <a:lnTo>
                  <a:pt x="724801" y="3230938"/>
                </a:lnTo>
                <a:lnTo>
                  <a:pt x="849871" y="3356038"/>
                </a:lnTo>
                <a:cubicBezTo>
                  <a:pt x="856218" y="3362388"/>
                  <a:pt x="856218" y="3372679"/>
                  <a:pt x="849871" y="3379023"/>
                </a:cubicBezTo>
                <a:lnTo>
                  <a:pt x="775852" y="3453041"/>
                </a:lnTo>
                <a:cubicBezTo>
                  <a:pt x="770085" y="3458805"/>
                  <a:pt x="760933" y="3459409"/>
                  <a:pt x="754466" y="3454440"/>
                </a:cubicBezTo>
                <a:cubicBezTo>
                  <a:pt x="619867" y="3351138"/>
                  <a:pt x="499382" y="3230574"/>
                  <a:pt x="396358" y="3096102"/>
                </a:cubicBezTo>
                <a:cubicBezTo>
                  <a:pt x="391400" y="3089629"/>
                  <a:pt x="392003" y="3080487"/>
                  <a:pt x="397767" y="3074726"/>
                </a:cubicBezTo>
                <a:lnTo>
                  <a:pt x="471686" y="3000804"/>
                </a:lnTo>
                <a:cubicBezTo>
                  <a:pt x="474735" y="2997756"/>
                  <a:pt x="478870" y="2996041"/>
                  <a:pt x="483180" y="2996041"/>
                </a:cubicBezTo>
                <a:cubicBezTo>
                  <a:pt x="487491" y="2996041"/>
                  <a:pt x="491626" y="2997756"/>
                  <a:pt x="494674" y="3000804"/>
                </a:cubicBezTo>
                <a:lnTo>
                  <a:pt x="619744" y="3125897"/>
                </a:lnTo>
                <a:lnTo>
                  <a:pt x="700575" y="3045069"/>
                </a:lnTo>
                <a:cubicBezTo>
                  <a:pt x="587055" y="2920898"/>
                  <a:pt x="493560" y="2781200"/>
                  <a:pt x="422367" y="2629381"/>
                </a:cubicBezTo>
                <a:lnTo>
                  <a:pt x="316490" y="2672106"/>
                </a:lnTo>
                <a:lnTo>
                  <a:pt x="384130" y="2835379"/>
                </a:lnTo>
                <a:cubicBezTo>
                  <a:pt x="385780" y="2839363"/>
                  <a:pt x="385780" y="2843838"/>
                  <a:pt x="384134" y="2847819"/>
                </a:cubicBezTo>
                <a:cubicBezTo>
                  <a:pt x="382484" y="2851803"/>
                  <a:pt x="379319" y="2854968"/>
                  <a:pt x="375335" y="2856614"/>
                </a:cubicBezTo>
                <a:lnTo>
                  <a:pt x="278661" y="2896662"/>
                </a:lnTo>
                <a:cubicBezTo>
                  <a:pt x="271141" y="2899785"/>
                  <a:pt x="262466" y="2896843"/>
                  <a:pt x="258379" y="2889797"/>
                </a:cubicBezTo>
                <a:cubicBezTo>
                  <a:pt x="173257" y="2742977"/>
                  <a:pt x="108024" y="2585483"/>
                  <a:pt x="64486" y="2421694"/>
                </a:cubicBezTo>
                <a:cubicBezTo>
                  <a:pt x="62394" y="2413824"/>
                  <a:pt x="66451" y="2405618"/>
                  <a:pt x="73974" y="2402502"/>
                </a:cubicBezTo>
                <a:lnTo>
                  <a:pt x="170648" y="2362451"/>
                </a:lnTo>
                <a:cubicBezTo>
                  <a:pt x="174629" y="2360801"/>
                  <a:pt x="179104" y="2360801"/>
                  <a:pt x="183088" y="2362451"/>
                </a:cubicBezTo>
                <a:cubicBezTo>
                  <a:pt x="187069" y="2364104"/>
                  <a:pt x="190234" y="2367265"/>
                  <a:pt x="191883" y="2371246"/>
                </a:cubicBezTo>
                <a:lnTo>
                  <a:pt x="259586" y="2534696"/>
                </a:lnTo>
                <a:lnTo>
                  <a:pt x="365014" y="2491038"/>
                </a:lnTo>
                <a:cubicBezTo>
                  <a:pt x="307845" y="2333304"/>
                  <a:pt x="275181" y="2168013"/>
                  <a:pt x="267826" y="1999255"/>
                </a:cubicBezTo>
                <a:lnTo>
                  <a:pt x="153077" y="1999255"/>
                </a:lnTo>
                <a:lnTo>
                  <a:pt x="153077" y="2176126"/>
                </a:lnTo>
                <a:cubicBezTo>
                  <a:pt x="153077" y="2185103"/>
                  <a:pt x="145798" y="2192379"/>
                  <a:pt x="136824" y="2192379"/>
                </a:cubicBezTo>
                <a:lnTo>
                  <a:pt x="32541" y="2192379"/>
                </a:lnTo>
                <a:cubicBezTo>
                  <a:pt x="24384" y="2192379"/>
                  <a:pt x="17488" y="2186331"/>
                  <a:pt x="16425" y="2178242"/>
                </a:cubicBezTo>
                <a:cubicBezTo>
                  <a:pt x="5528" y="2095232"/>
                  <a:pt x="0" y="2010272"/>
                  <a:pt x="0" y="1925723"/>
                </a:cubicBezTo>
                <a:cubicBezTo>
                  <a:pt x="0" y="1840866"/>
                  <a:pt x="5589" y="1755377"/>
                  <a:pt x="16620" y="1671641"/>
                </a:cubicBezTo>
                <a:cubicBezTo>
                  <a:pt x="17683" y="1663555"/>
                  <a:pt x="24579" y="1657510"/>
                  <a:pt x="32733" y="1657510"/>
                </a:cubicBezTo>
                <a:lnTo>
                  <a:pt x="136824" y="1657510"/>
                </a:lnTo>
                <a:cubicBezTo>
                  <a:pt x="145801" y="1657510"/>
                  <a:pt x="153077" y="1664786"/>
                  <a:pt x="153077" y="1673764"/>
                </a:cubicBezTo>
                <a:lnTo>
                  <a:pt x="153077" y="1850666"/>
                </a:lnTo>
                <a:lnTo>
                  <a:pt x="267939" y="1850666"/>
                </a:lnTo>
                <a:cubicBezTo>
                  <a:pt x="275410" y="1682048"/>
                  <a:pt x="308199" y="1516832"/>
                  <a:pt x="365494" y="1359077"/>
                </a:cubicBezTo>
                <a:lnTo>
                  <a:pt x="259589" y="1315220"/>
                </a:lnTo>
                <a:lnTo>
                  <a:pt x="191887" y="1478636"/>
                </a:lnTo>
                <a:cubicBezTo>
                  <a:pt x="188454" y="1486924"/>
                  <a:pt x="178949" y="1490864"/>
                  <a:pt x="170654" y="1487432"/>
                </a:cubicBezTo>
                <a:lnTo>
                  <a:pt x="74337" y="1447545"/>
                </a:lnTo>
                <a:cubicBezTo>
                  <a:pt x="66807" y="1444429"/>
                  <a:pt x="62751" y="1436216"/>
                  <a:pt x="64849" y="1428340"/>
                </a:cubicBezTo>
                <a:cubicBezTo>
                  <a:pt x="108504" y="1264626"/>
                  <a:pt x="173861" y="1107186"/>
                  <a:pt x="259099" y="960398"/>
                </a:cubicBezTo>
                <a:cubicBezTo>
                  <a:pt x="263186" y="953358"/>
                  <a:pt x="271858" y="950426"/>
                  <a:pt x="279374" y="953543"/>
                </a:cubicBezTo>
                <a:lnTo>
                  <a:pt x="375335" y="993299"/>
                </a:lnTo>
                <a:cubicBezTo>
                  <a:pt x="383626" y="996735"/>
                  <a:pt x="387563" y="1006240"/>
                  <a:pt x="384127" y="1014535"/>
                </a:cubicBezTo>
                <a:lnTo>
                  <a:pt x="316428" y="1177947"/>
                </a:lnTo>
                <a:lnTo>
                  <a:pt x="422460" y="1221880"/>
                </a:lnTo>
                <a:cubicBezTo>
                  <a:pt x="493711" y="1069886"/>
                  <a:pt x="587443" y="929955"/>
                  <a:pt x="701316" y="805589"/>
                </a:cubicBezTo>
                <a:lnTo>
                  <a:pt x="619740" y="724013"/>
                </a:lnTo>
                <a:lnTo>
                  <a:pt x="494671" y="849110"/>
                </a:lnTo>
                <a:cubicBezTo>
                  <a:pt x="491623" y="852158"/>
                  <a:pt x="487487" y="853872"/>
                  <a:pt x="483177" y="853872"/>
                </a:cubicBezTo>
                <a:cubicBezTo>
                  <a:pt x="478867" y="853872"/>
                  <a:pt x="474731" y="852161"/>
                  <a:pt x="471683" y="849113"/>
                </a:cubicBezTo>
                <a:lnTo>
                  <a:pt x="398412" y="775842"/>
                </a:lnTo>
                <a:cubicBezTo>
                  <a:pt x="392645" y="770075"/>
                  <a:pt x="392044" y="760926"/>
                  <a:pt x="397010" y="754455"/>
                </a:cubicBezTo>
                <a:cubicBezTo>
                  <a:pt x="500312" y="619854"/>
                  <a:pt x="620875" y="499369"/>
                  <a:pt x="755347" y="396344"/>
                </a:cubicBezTo>
                <a:cubicBezTo>
                  <a:pt x="761818" y="391386"/>
                  <a:pt x="770959" y="391990"/>
                  <a:pt x="776723" y="397754"/>
                </a:cubicBezTo>
                <a:lnTo>
                  <a:pt x="849864" y="470894"/>
                </a:lnTo>
                <a:cubicBezTo>
                  <a:pt x="856211" y="477241"/>
                  <a:pt x="856211" y="487532"/>
                  <a:pt x="849864" y="493879"/>
                </a:cubicBezTo>
                <a:lnTo>
                  <a:pt x="724795" y="618976"/>
                </a:lnTo>
                <a:lnTo>
                  <a:pt x="806408" y="700565"/>
                </a:lnTo>
                <a:cubicBezTo>
                  <a:pt x="930764" y="586856"/>
                  <a:pt x="1070726" y="493241"/>
                  <a:pt x="1222788" y="422048"/>
                </a:cubicBezTo>
                <a:lnTo>
                  <a:pt x="1178726" y="315667"/>
                </a:lnTo>
                <a:lnTo>
                  <a:pt x="1015275" y="383338"/>
                </a:lnTo>
                <a:cubicBezTo>
                  <a:pt x="1006981" y="386774"/>
                  <a:pt x="997475" y="382834"/>
                  <a:pt x="994043" y="374539"/>
                </a:cubicBezTo>
                <a:lnTo>
                  <a:pt x="954418" y="278839"/>
                </a:lnTo>
                <a:cubicBezTo>
                  <a:pt x="951301" y="271316"/>
                  <a:pt x="954236" y="262644"/>
                  <a:pt x="961282" y="258560"/>
                </a:cubicBezTo>
                <a:cubicBezTo>
                  <a:pt x="1108208" y="173360"/>
                  <a:pt x="1265678" y="108103"/>
                  <a:pt x="1429327" y="64602"/>
                </a:cubicBezTo>
                <a:cubicBezTo>
                  <a:pt x="1437190" y="62507"/>
                  <a:pt x="1445399" y="66564"/>
                  <a:pt x="1448519" y="74087"/>
                </a:cubicBezTo>
                <a:lnTo>
                  <a:pt x="1488210" y="169852"/>
                </a:lnTo>
                <a:cubicBezTo>
                  <a:pt x="1489859" y="173837"/>
                  <a:pt x="1489859" y="178311"/>
                  <a:pt x="1488210" y="182292"/>
                </a:cubicBezTo>
                <a:cubicBezTo>
                  <a:pt x="1486561" y="186277"/>
                  <a:pt x="1483396" y="189439"/>
                  <a:pt x="1479415" y="191088"/>
                </a:cubicBezTo>
                <a:lnTo>
                  <a:pt x="1315971" y="258787"/>
                </a:lnTo>
                <a:lnTo>
                  <a:pt x="1360044" y="365158"/>
                </a:lnTo>
                <a:cubicBezTo>
                  <a:pt x="1517775" y="307986"/>
                  <a:pt x="1682926" y="275287"/>
                  <a:pt x="1851444" y="267880"/>
                </a:cubicBezTo>
                <a:lnTo>
                  <a:pt x="1851444" y="152278"/>
                </a:lnTo>
                <a:lnTo>
                  <a:pt x="1674542" y="152278"/>
                </a:lnTo>
                <a:cubicBezTo>
                  <a:pt x="1665565" y="152278"/>
                  <a:pt x="1658288" y="145002"/>
                  <a:pt x="1658288" y="136025"/>
                </a:cubicBezTo>
                <a:lnTo>
                  <a:pt x="1658288" y="32634"/>
                </a:lnTo>
                <a:cubicBezTo>
                  <a:pt x="1658288" y="24480"/>
                  <a:pt x="1664334" y="17584"/>
                  <a:pt x="1672419" y="16521"/>
                </a:cubicBezTo>
                <a:cubicBezTo>
                  <a:pt x="1755651" y="5558"/>
                  <a:pt x="1840876" y="0"/>
                  <a:pt x="1925723" y="0"/>
                </a:cubicBezTo>
                <a:cubicBezTo>
                  <a:pt x="2010570" y="0"/>
                  <a:pt x="2095794" y="5558"/>
                  <a:pt x="2179027" y="16521"/>
                </a:cubicBezTo>
                <a:cubicBezTo>
                  <a:pt x="2187112" y="17587"/>
                  <a:pt x="2193158" y="24480"/>
                  <a:pt x="2193158" y="32634"/>
                </a:cubicBezTo>
                <a:lnTo>
                  <a:pt x="2193158" y="136039"/>
                </a:lnTo>
                <a:cubicBezTo>
                  <a:pt x="2193158" y="145016"/>
                  <a:pt x="2185881" y="152292"/>
                  <a:pt x="2176904" y="152292"/>
                </a:cubicBezTo>
                <a:lnTo>
                  <a:pt x="2000002" y="152292"/>
                </a:lnTo>
                <a:lnTo>
                  <a:pt x="2000002" y="267894"/>
                </a:lnTo>
                <a:cubicBezTo>
                  <a:pt x="2168603" y="275304"/>
                  <a:pt x="2333753" y="308000"/>
                  <a:pt x="2491402" y="365171"/>
                </a:cubicBezTo>
                <a:lnTo>
                  <a:pt x="2535475" y="258800"/>
                </a:lnTo>
                <a:lnTo>
                  <a:pt x="2372035" y="191102"/>
                </a:lnTo>
                <a:cubicBezTo>
                  <a:pt x="2368050" y="189452"/>
                  <a:pt x="2364885" y="186287"/>
                  <a:pt x="2363239" y="182306"/>
                </a:cubicBezTo>
                <a:cubicBezTo>
                  <a:pt x="2361590" y="178322"/>
                  <a:pt x="2361590" y="173847"/>
                  <a:pt x="2363239" y="169866"/>
                </a:cubicBezTo>
                <a:lnTo>
                  <a:pt x="2402926" y="74101"/>
                </a:lnTo>
                <a:cubicBezTo>
                  <a:pt x="2406044" y="66577"/>
                  <a:pt x="2414242" y="62528"/>
                  <a:pt x="2422119" y="64613"/>
                </a:cubicBezTo>
                <a:cubicBezTo>
                  <a:pt x="2585768" y="108113"/>
                  <a:pt x="2743241" y="173370"/>
                  <a:pt x="2890163" y="258571"/>
                </a:cubicBezTo>
                <a:cubicBezTo>
                  <a:pt x="2897210" y="262655"/>
                  <a:pt x="2900142" y="271326"/>
                  <a:pt x="2897029" y="278850"/>
                </a:cubicBezTo>
                <a:lnTo>
                  <a:pt x="2857403" y="374550"/>
                </a:lnTo>
                <a:cubicBezTo>
                  <a:pt x="2853971" y="382844"/>
                  <a:pt x="2844469" y="386784"/>
                  <a:pt x="2836167" y="383348"/>
                </a:cubicBezTo>
                <a:lnTo>
                  <a:pt x="2672720" y="315677"/>
                </a:lnTo>
                <a:lnTo>
                  <a:pt x="2628658" y="422048"/>
                </a:lnTo>
                <a:cubicBezTo>
                  <a:pt x="2780710" y="493231"/>
                  <a:pt x="2920647" y="586839"/>
                  <a:pt x="3045038" y="700576"/>
                </a:cubicBezTo>
                <a:lnTo>
                  <a:pt x="3126655" y="618986"/>
                </a:lnTo>
                <a:lnTo>
                  <a:pt x="3001585" y="493889"/>
                </a:lnTo>
                <a:cubicBezTo>
                  <a:pt x="2995235" y="487542"/>
                  <a:pt x="2995235" y="477252"/>
                  <a:pt x="3001585" y="470905"/>
                </a:cubicBezTo>
                <a:lnTo>
                  <a:pt x="3074723" y="397764"/>
                </a:lnTo>
                <a:cubicBezTo>
                  <a:pt x="3080490" y="391996"/>
                  <a:pt x="3089629" y="391396"/>
                  <a:pt x="3096099" y="396355"/>
                </a:cubicBezTo>
                <a:cubicBezTo>
                  <a:pt x="3230578" y="499386"/>
                  <a:pt x="3351141" y="619871"/>
                  <a:pt x="3454440" y="754466"/>
                </a:cubicBezTo>
                <a:cubicBezTo>
                  <a:pt x="3459408" y="760936"/>
                  <a:pt x="3458808" y="770085"/>
                  <a:pt x="3453041" y="775852"/>
                </a:cubicBezTo>
                <a:lnTo>
                  <a:pt x="3379770" y="849123"/>
                </a:lnTo>
                <a:cubicBezTo>
                  <a:pt x="3376721" y="852172"/>
                  <a:pt x="3372586" y="853883"/>
                  <a:pt x="3368276" y="853883"/>
                </a:cubicBezTo>
                <a:lnTo>
                  <a:pt x="3368276" y="853883"/>
                </a:lnTo>
                <a:cubicBezTo>
                  <a:pt x="3363962" y="853883"/>
                  <a:pt x="3359830" y="852168"/>
                  <a:pt x="3356782" y="849120"/>
                </a:cubicBezTo>
                <a:lnTo>
                  <a:pt x="3231713" y="724023"/>
                </a:lnTo>
                <a:lnTo>
                  <a:pt x="3150140" y="805596"/>
                </a:lnTo>
                <a:cubicBezTo>
                  <a:pt x="3263979" y="929941"/>
                  <a:pt x="3357697" y="1069865"/>
                  <a:pt x="3428962" y="1221904"/>
                </a:cubicBezTo>
                <a:lnTo>
                  <a:pt x="3535021" y="1177958"/>
                </a:lnTo>
                <a:lnTo>
                  <a:pt x="3467323" y="1014542"/>
                </a:lnTo>
                <a:cubicBezTo>
                  <a:pt x="3463887" y="1006250"/>
                  <a:pt x="3467823" y="996742"/>
                  <a:pt x="3476114" y="993306"/>
                </a:cubicBezTo>
                <a:lnTo>
                  <a:pt x="3572075" y="953550"/>
                </a:lnTo>
                <a:cubicBezTo>
                  <a:pt x="3579598" y="950433"/>
                  <a:pt x="3588263" y="953362"/>
                  <a:pt x="3592351" y="960405"/>
                </a:cubicBezTo>
                <a:cubicBezTo>
                  <a:pt x="3677592" y="1107200"/>
                  <a:pt x="3742949" y="1264639"/>
                  <a:pt x="3786604" y="1428347"/>
                </a:cubicBezTo>
                <a:cubicBezTo>
                  <a:pt x="3788702" y="1436220"/>
                  <a:pt x="3784649" y="1444432"/>
                  <a:pt x="3777115" y="1447552"/>
                </a:cubicBezTo>
                <a:lnTo>
                  <a:pt x="3680795" y="1487439"/>
                </a:lnTo>
                <a:cubicBezTo>
                  <a:pt x="3672504" y="1490874"/>
                  <a:pt x="3662995" y="1486938"/>
                  <a:pt x="3659562" y="1478643"/>
                </a:cubicBezTo>
                <a:lnTo>
                  <a:pt x="3591864" y="1315231"/>
                </a:lnTo>
                <a:lnTo>
                  <a:pt x="3485956" y="1359105"/>
                </a:lnTo>
                <a:cubicBezTo>
                  <a:pt x="3543251" y="1516832"/>
                  <a:pt x="3576039" y="1682045"/>
                  <a:pt x="3583511" y="1850669"/>
                </a:cubicBezTo>
                <a:lnTo>
                  <a:pt x="3698372" y="1850669"/>
                </a:lnTo>
                <a:lnTo>
                  <a:pt x="3698372" y="1673767"/>
                </a:lnTo>
                <a:cubicBezTo>
                  <a:pt x="3698372" y="1664790"/>
                  <a:pt x="3705648" y="1657514"/>
                  <a:pt x="3714625" y="1657514"/>
                </a:cubicBezTo>
                <a:lnTo>
                  <a:pt x="3818709" y="1657514"/>
                </a:lnTo>
                <a:cubicBezTo>
                  <a:pt x="3826867" y="1657514"/>
                  <a:pt x="3833759" y="1663559"/>
                  <a:pt x="3834822" y="1671644"/>
                </a:cubicBezTo>
                <a:cubicBezTo>
                  <a:pt x="3845853" y="1755394"/>
                  <a:pt x="3851446" y="1840879"/>
                  <a:pt x="3851446" y="1925726"/>
                </a:cubicBezTo>
                <a:cubicBezTo>
                  <a:pt x="3851446" y="2010292"/>
                  <a:pt x="3845919" y="2095253"/>
                  <a:pt x="3835018" y="2178245"/>
                </a:cubicBezTo>
                <a:cubicBezTo>
                  <a:pt x="3833955" y="2186334"/>
                  <a:pt x="3827062" y="2192383"/>
                  <a:pt x="3818905" y="2192383"/>
                </a:cubicBezTo>
                <a:lnTo>
                  <a:pt x="3714642" y="2192383"/>
                </a:lnTo>
                <a:cubicBezTo>
                  <a:pt x="3705666" y="2192383"/>
                  <a:pt x="3698389" y="2185106"/>
                  <a:pt x="3698389" y="2176129"/>
                </a:cubicBezTo>
                <a:lnTo>
                  <a:pt x="3698389" y="1999258"/>
                </a:lnTo>
                <a:lnTo>
                  <a:pt x="3583638" y="1999258"/>
                </a:lnTo>
                <a:cubicBezTo>
                  <a:pt x="3576279" y="2168027"/>
                  <a:pt x="3543614" y="2333318"/>
                  <a:pt x="3486446" y="2491042"/>
                </a:cubicBezTo>
                <a:lnTo>
                  <a:pt x="3591877" y="2534700"/>
                </a:lnTo>
                <a:lnTo>
                  <a:pt x="3659576" y="2371250"/>
                </a:lnTo>
                <a:cubicBezTo>
                  <a:pt x="3661222" y="2367268"/>
                  <a:pt x="3664387" y="2364104"/>
                  <a:pt x="3668372" y="2362454"/>
                </a:cubicBezTo>
                <a:cubicBezTo>
                  <a:pt x="3672353" y="2360805"/>
                  <a:pt x="3676831" y="2360808"/>
                  <a:pt x="3680812" y="2362454"/>
                </a:cubicBezTo>
                <a:lnTo>
                  <a:pt x="3777486" y="2402505"/>
                </a:lnTo>
                <a:cubicBezTo>
                  <a:pt x="3785006" y="2405622"/>
                  <a:pt x="3789066" y="2413824"/>
                  <a:pt x="3786974" y="2421697"/>
                </a:cubicBezTo>
                <a:cubicBezTo>
                  <a:pt x="3743436" y="2585494"/>
                  <a:pt x="3678199" y="2742987"/>
                  <a:pt x="3593081" y="2889804"/>
                </a:cubicBezTo>
                <a:cubicBezTo>
                  <a:pt x="3588997" y="2896847"/>
                  <a:pt x="3580329" y="2899792"/>
                  <a:pt x="3572799" y="2896665"/>
                </a:cubicBezTo>
                <a:lnTo>
                  <a:pt x="3476125" y="2856618"/>
                </a:lnTo>
                <a:cubicBezTo>
                  <a:pt x="3472144" y="2854972"/>
                  <a:pt x="3468979" y="2851807"/>
                  <a:pt x="3467333" y="2847822"/>
                </a:cubicBezTo>
                <a:cubicBezTo>
                  <a:pt x="3465683" y="2843841"/>
                  <a:pt x="3465683" y="2839366"/>
                  <a:pt x="3467333" y="2835382"/>
                </a:cubicBezTo>
                <a:lnTo>
                  <a:pt x="3535031" y="2671970"/>
                </a:lnTo>
                <a:lnTo>
                  <a:pt x="3429604" y="2628291"/>
                </a:lnTo>
                <a:cubicBezTo>
                  <a:pt x="3358400" y="2780470"/>
                  <a:pt x="3264727" y="2920541"/>
                  <a:pt x="3150884" y="3045069"/>
                </a:cubicBezTo>
                <a:lnTo>
                  <a:pt x="3231723" y="3125901"/>
                </a:lnTo>
                <a:lnTo>
                  <a:pt x="3356792" y="3000807"/>
                </a:lnTo>
                <a:cubicBezTo>
                  <a:pt x="3359841" y="2997759"/>
                  <a:pt x="3363972" y="2996044"/>
                  <a:pt x="3368286" y="2996044"/>
                </a:cubicBezTo>
                <a:cubicBezTo>
                  <a:pt x="3372596" y="2996044"/>
                  <a:pt x="3376732" y="2997759"/>
                  <a:pt x="3379780" y="3000807"/>
                </a:cubicBezTo>
                <a:lnTo>
                  <a:pt x="3453703" y="3074730"/>
                </a:lnTo>
                <a:cubicBezTo>
                  <a:pt x="3459467" y="3080494"/>
                  <a:pt x="3460067" y="3089635"/>
                  <a:pt x="3455112" y="3096106"/>
                </a:cubicBezTo>
                <a:cubicBezTo>
                  <a:pt x="3352088" y="3230578"/>
                  <a:pt x="3231599" y="3351141"/>
                  <a:pt x="3096998" y="3454443"/>
                </a:cubicBezTo>
                <a:cubicBezTo>
                  <a:pt x="3090534" y="3459415"/>
                  <a:pt x="3081375" y="3458812"/>
                  <a:pt x="3075611" y="3453044"/>
                </a:cubicBezTo>
                <a:lnTo>
                  <a:pt x="3001596" y="3379026"/>
                </a:lnTo>
                <a:cubicBezTo>
                  <a:pt x="2995245" y="3372679"/>
                  <a:pt x="2995245" y="3362388"/>
                  <a:pt x="3001596" y="3356041"/>
                </a:cubicBezTo>
                <a:lnTo>
                  <a:pt x="3126665" y="3230941"/>
                </a:lnTo>
                <a:lnTo>
                  <a:pt x="3045868" y="3150147"/>
                </a:lnTo>
                <a:cubicBezTo>
                  <a:pt x="2921495" y="3264024"/>
                  <a:pt x="2781461" y="3357804"/>
                  <a:pt x="2629203" y="3429172"/>
                </a:cubicBezTo>
                <a:lnTo>
                  <a:pt x="2672731" y="3534253"/>
                </a:lnTo>
                <a:lnTo>
                  <a:pt x="2836177" y="3466558"/>
                </a:lnTo>
                <a:cubicBezTo>
                  <a:pt x="2840155" y="3464905"/>
                  <a:pt x="2844633" y="3464905"/>
                  <a:pt x="2848618" y="3466558"/>
                </a:cubicBezTo>
                <a:cubicBezTo>
                  <a:pt x="2852599" y="3468204"/>
                  <a:pt x="2855764" y="3471369"/>
                  <a:pt x="2857410" y="3475353"/>
                </a:cubicBezTo>
                <a:lnTo>
                  <a:pt x="2897553" y="3572288"/>
                </a:lnTo>
                <a:cubicBezTo>
                  <a:pt x="2900670" y="3579807"/>
                  <a:pt x="2897738" y="3588476"/>
                  <a:pt x="2890698" y="3592564"/>
                </a:cubicBezTo>
                <a:cubicBezTo>
                  <a:pt x="2743930" y="3677760"/>
                  <a:pt x="2586481" y="3743083"/>
                  <a:pt x="2422722" y="3786717"/>
                </a:cubicBezTo>
                <a:cubicBezTo>
                  <a:pt x="2414843" y="3788812"/>
                  <a:pt x="2406640" y="3784759"/>
                  <a:pt x="2403520" y="3777232"/>
                </a:cubicBezTo>
                <a:lnTo>
                  <a:pt x="2363246" y="3680037"/>
                </a:lnTo>
                <a:cubicBezTo>
                  <a:pt x="2361597" y="3676056"/>
                  <a:pt x="2361597" y="3671578"/>
                  <a:pt x="2363246" y="3667597"/>
                </a:cubicBezTo>
                <a:cubicBezTo>
                  <a:pt x="2364896" y="3663612"/>
                  <a:pt x="2368061" y="3660447"/>
                  <a:pt x="2372042" y="3658798"/>
                </a:cubicBezTo>
                <a:lnTo>
                  <a:pt x="2535478" y="3591130"/>
                </a:lnTo>
                <a:lnTo>
                  <a:pt x="2491967" y="3486131"/>
                </a:lnTo>
                <a:cubicBezTo>
                  <a:pt x="2334203" y="3543391"/>
                  <a:pt x="2168842" y="3576156"/>
                  <a:pt x="2000012" y="3583600"/>
                </a:cubicBezTo>
                <a:lnTo>
                  <a:pt x="2000012" y="3697611"/>
                </a:lnTo>
                <a:lnTo>
                  <a:pt x="2176914" y="3697611"/>
                </a:lnTo>
                <a:cubicBezTo>
                  <a:pt x="2185892" y="3697611"/>
                  <a:pt x="2193168" y="3704887"/>
                  <a:pt x="2193168" y="3713864"/>
                </a:cubicBezTo>
                <a:lnTo>
                  <a:pt x="2193168" y="3818829"/>
                </a:lnTo>
                <a:cubicBezTo>
                  <a:pt x="2193168" y="3826987"/>
                  <a:pt x="2187123" y="3833879"/>
                  <a:pt x="2179037" y="3834942"/>
                </a:cubicBezTo>
                <a:cubicBezTo>
                  <a:pt x="2095798" y="3845901"/>
                  <a:pt x="2010573" y="3851460"/>
                  <a:pt x="1925733" y="3851460"/>
                </a:cubicBezTo>
                <a:close/>
                <a:moveTo>
                  <a:pt x="1690806" y="3804517"/>
                </a:moveTo>
                <a:cubicBezTo>
                  <a:pt x="1768140" y="3814097"/>
                  <a:pt x="1847103" y="3818953"/>
                  <a:pt x="1925733" y="3818953"/>
                </a:cubicBezTo>
                <a:cubicBezTo>
                  <a:pt x="2004364" y="3818953"/>
                  <a:pt x="2083327" y="3814097"/>
                  <a:pt x="2160661" y="3804517"/>
                </a:cubicBezTo>
                <a:lnTo>
                  <a:pt x="2160661" y="3730115"/>
                </a:lnTo>
                <a:lnTo>
                  <a:pt x="1983759" y="3730115"/>
                </a:lnTo>
                <a:cubicBezTo>
                  <a:pt x="1974782" y="3730115"/>
                  <a:pt x="1967505" y="3722838"/>
                  <a:pt x="1967505" y="3713861"/>
                </a:cubicBezTo>
                <a:lnTo>
                  <a:pt x="1967505" y="3567971"/>
                </a:lnTo>
                <a:cubicBezTo>
                  <a:pt x="1967505" y="3559213"/>
                  <a:pt x="1974442" y="3552033"/>
                  <a:pt x="1983193" y="3551727"/>
                </a:cubicBezTo>
                <a:cubicBezTo>
                  <a:pt x="2159001" y="3545617"/>
                  <a:pt x="2331062" y="3511563"/>
                  <a:pt x="2494642" y="3450500"/>
                </a:cubicBezTo>
                <a:cubicBezTo>
                  <a:pt x="2496593" y="3449667"/>
                  <a:pt x="2498747" y="3449207"/>
                  <a:pt x="2501003" y="3449207"/>
                </a:cubicBezTo>
                <a:cubicBezTo>
                  <a:pt x="2508022" y="3449207"/>
                  <a:pt x="2514002" y="3453648"/>
                  <a:pt x="2516276" y="3459875"/>
                </a:cubicBezTo>
                <a:lnTo>
                  <a:pt x="2571733" y="3593698"/>
                </a:lnTo>
                <a:cubicBezTo>
                  <a:pt x="2573382" y="3597679"/>
                  <a:pt x="2573382" y="3602158"/>
                  <a:pt x="2571733" y="3606139"/>
                </a:cubicBezTo>
                <a:cubicBezTo>
                  <a:pt x="2570087" y="3610123"/>
                  <a:pt x="2566919" y="3613288"/>
                  <a:pt x="2562938" y="3614934"/>
                </a:cubicBezTo>
                <a:lnTo>
                  <a:pt x="2399501" y="3682605"/>
                </a:lnTo>
                <a:lnTo>
                  <a:pt x="2428082" y="3751583"/>
                </a:lnTo>
                <a:cubicBezTo>
                  <a:pt x="2579575" y="3709983"/>
                  <a:pt x="2725421" y="3649471"/>
                  <a:pt x="2862060" y="3571527"/>
                </a:cubicBezTo>
                <a:lnTo>
                  <a:pt x="2833595" y="3502799"/>
                </a:lnTo>
                <a:lnTo>
                  <a:pt x="2670149" y="3570494"/>
                </a:lnTo>
                <a:cubicBezTo>
                  <a:pt x="2661861" y="3573933"/>
                  <a:pt x="2652349" y="3569994"/>
                  <a:pt x="2648916" y="3561699"/>
                </a:cubicBezTo>
                <a:lnTo>
                  <a:pt x="2593233" y="3427268"/>
                </a:lnTo>
                <a:cubicBezTo>
                  <a:pt x="2591673" y="3423558"/>
                  <a:pt x="2591542" y="3419385"/>
                  <a:pt x="2592886" y="3415565"/>
                </a:cubicBezTo>
                <a:cubicBezTo>
                  <a:pt x="2594354" y="3411409"/>
                  <a:pt x="2597444" y="3408025"/>
                  <a:pt x="2601452" y="3406190"/>
                </a:cubicBezTo>
                <a:cubicBezTo>
                  <a:pt x="2760781" y="3333327"/>
                  <a:pt x="2906719" y="3235598"/>
                  <a:pt x="3035221" y="3115713"/>
                </a:cubicBezTo>
                <a:cubicBezTo>
                  <a:pt x="3041619" y="3109743"/>
                  <a:pt x="3051604" y="3109911"/>
                  <a:pt x="3057801" y="3116104"/>
                </a:cubicBezTo>
                <a:lnTo>
                  <a:pt x="3161140" y="3219444"/>
                </a:lnTo>
                <a:cubicBezTo>
                  <a:pt x="3167488" y="3225791"/>
                  <a:pt x="3167491" y="3236081"/>
                  <a:pt x="3161140" y="3242428"/>
                </a:cubicBezTo>
                <a:lnTo>
                  <a:pt x="3036071" y="3367528"/>
                </a:lnTo>
                <a:lnTo>
                  <a:pt x="3088476" y="3419934"/>
                </a:lnTo>
                <a:cubicBezTo>
                  <a:pt x="3212527" y="3323246"/>
                  <a:pt x="3324162" y="3211536"/>
                  <a:pt x="3420602" y="3087599"/>
                </a:cubicBezTo>
                <a:lnTo>
                  <a:pt x="3368283" y="3035282"/>
                </a:lnTo>
                <a:lnTo>
                  <a:pt x="3243217" y="3160376"/>
                </a:lnTo>
                <a:cubicBezTo>
                  <a:pt x="3240165" y="3163424"/>
                  <a:pt x="3236033" y="3165139"/>
                  <a:pt x="3231719" y="3165139"/>
                </a:cubicBezTo>
                <a:cubicBezTo>
                  <a:pt x="3227409" y="3165139"/>
                  <a:pt x="3223274" y="3163424"/>
                  <a:pt x="3220225" y="3160376"/>
                </a:cubicBezTo>
                <a:lnTo>
                  <a:pt x="3116855" y="3057008"/>
                </a:lnTo>
                <a:cubicBezTo>
                  <a:pt x="3110665" y="3050819"/>
                  <a:pt x="3110491" y="3040841"/>
                  <a:pt x="3116454" y="3034439"/>
                </a:cubicBezTo>
                <a:cubicBezTo>
                  <a:pt x="3236307" y="2905762"/>
                  <a:pt x="3333928" y="2759776"/>
                  <a:pt x="3406605" y="2600543"/>
                </a:cubicBezTo>
                <a:cubicBezTo>
                  <a:pt x="3410243" y="2592578"/>
                  <a:pt x="3419529" y="2588916"/>
                  <a:pt x="3427615" y="2592276"/>
                </a:cubicBezTo>
                <a:lnTo>
                  <a:pt x="3562484" y="2648155"/>
                </a:lnTo>
                <a:cubicBezTo>
                  <a:pt x="3570776" y="2651591"/>
                  <a:pt x="3574712" y="2661096"/>
                  <a:pt x="3571276" y="2669391"/>
                </a:cubicBezTo>
                <a:lnTo>
                  <a:pt x="3503577" y="2832800"/>
                </a:lnTo>
                <a:lnTo>
                  <a:pt x="3572041" y="2861161"/>
                </a:lnTo>
                <a:cubicBezTo>
                  <a:pt x="3649907" y="2724492"/>
                  <a:pt x="3710343" y="2578584"/>
                  <a:pt x="3751851" y="2427067"/>
                </a:cubicBezTo>
                <a:lnTo>
                  <a:pt x="3683384" y="2398706"/>
                </a:lnTo>
                <a:lnTo>
                  <a:pt x="3615685" y="2562149"/>
                </a:lnTo>
                <a:cubicBezTo>
                  <a:pt x="3612253" y="2570440"/>
                  <a:pt x="3602741" y="2574384"/>
                  <a:pt x="3594453" y="2570944"/>
                </a:cubicBezTo>
                <a:lnTo>
                  <a:pt x="3459580" y="2515096"/>
                </a:lnTo>
                <a:cubicBezTo>
                  <a:pt x="3451494" y="2511746"/>
                  <a:pt x="3447510" y="2502597"/>
                  <a:pt x="3450572" y="2494399"/>
                </a:cubicBezTo>
                <a:cubicBezTo>
                  <a:pt x="3511687" y="2330664"/>
                  <a:pt x="3545730" y="2158415"/>
                  <a:pt x="3551758" y="1982442"/>
                </a:cubicBezTo>
                <a:cubicBezTo>
                  <a:pt x="3552060" y="1973688"/>
                  <a:pt x="3559244" y="1966744"/>
                  <a:pt x="3568002" y="1966744"/>
                </a:cubicBezTo>
                <a:lnTo>
                  <a:pt x="3714639" y="1966744"/>
                </a:lnTo>
                <a:cubicBezTo>
                  <a:pt x="3723616" y="1966744"/>
                  <a:pt x="3730893" y="1974020"/>
                  <a:pt x="3730893" y="1982998"/>
                </a:cubicBezTo>
                <a:lnTo>
                  <a:pt x="3730893" y="2159869"/>
                </a:lnTo>
                <a:lnTo>
                  <a:pt x="3804606" y="2159869"/>
                </a:lnTo>
                <a:cubicBezTo>
                  <a:pt x="3814125" y="2082778"/>
                  <a:pt x="3818953" y="2004079"/>
                  <a:pt x="3818953" y="1925720"/>
                </a:cubicBezTo>
                <a:cubicBezTo>
                  <a:pt x="3818953" y="1847055"/>
                  <a:pt x="3814066" y="1767835"/>
                  <a:pt x="3804417" y="1690013"/>
                </a:cubicBezTo>
                <a:lnTo>
                  <a:pt x="3730896" y="1690013"/>
                </a:lnTo>
                <a:lnTo>
                  <a:pt x="3730896" y="1866916"/>
                </a:lnTo>
                <a:cubicBezTo>
                  <a:pt x="3730896" y="1875893"/>
                  <a:pt x="3723620" y="1883169"/>
                  <a:pt x="3714642" y="1883169"/>
                </a:cubicBezTo>
                <a:lnTo>
                  <a:pt x="3567905" y="1883169"/>
                </a:lnTo>
                <a:cubicBezTo>
                  <a:pt x="3559148" y="1883169"/>
                  <a:pt x="3551971" y="1876232"/>
                  <a:pt x="3551662" y="1867481"/>
                </a:cubicBezTo>
                <a:cubicBezTo>
                  <a:pt x="3545514" y="1691663"/>
                  <a:pt x="3511341" y="1519493"/>
                  <a:pt x="3450095" y="1355751"/>
                </a:cubicBezTo>
                <a:cubicBezTo>
                  <a:pt x="3447026" y="1347549"/>
                  <a:pt x="3451011" y="1338394"/>
                  <a:pt x="3459097" y="1335044"/>
                </a:cubicBezTo>
                <a:lnTo>
                  <a:pt x="3594456" y="1278969"/>
                </a:lnTo>
                <a:cubicBezTo>
                  <a:pt x="3602758" y="1275523"/>
                  <a:pt x="3612256" y="1279470"/>
                  <a:pt x="3615692" y="1287764"/>
                </a:cubicBezTo>
                <a:lnTo>
                  <a:pt x="3683391" y="1451180"/>
                </a:lnTo>
                <a:lnTo>
                  <a:pt x="3751491" y="1422980"/>
                </a:lnTo>
                <a:cubicBezTo>
                  <a:pt x="3709869" y="1271542"/>
                  <a:pt x="3649324" y="1125689"/>
                  <a:pt x="3571345" y="989040"/>
                </a:cubicBezTo>
                <a:lnTo>
                  <a:pt x="3503584" y="1017113"/>
                </a:lnTo>
                <a:lnTo>
                  <a:pt x="3571283" y="1180526"/>
                </a:lnTo>
                <a:cubicBezTo>
                  <a:pt x="3574719" y="1188817"/>
                  <a:pt x="3570782" y="1198326"/>
                  <a:pt x="3562491" y="1201762"/>
                </a:cubicBezTo>
                <a:lnTo>
                  <a:pt x="3427001" y="1257901"/>
                </a:lnTo>
                <a:cubicBezTo>
                  <a:pt x="3418919" y="1261251"/>
                  <a:pt x="3409636" y="1257603"/>
                  <a:pt x="3405998" y="1249644"/>
                </a:cubicBezTo>
                <a:cubicBezTo>
                  <a:pt x="3333238" y="1090532"/>
                  <a:pt x="3235577" y="944713"/>
                  <a:pt x="3115720" y="816236"/>
                </a:cubicBezTo>
                <a:cubicBezTo>
                  <a:pt x="3109746" y="809834"/>
                  <a:pt x="3109921" y="799849"/>
                  <a:pt x="3116111" y="793656"/>
                </a:cubicBezTo>
                <a:lnTo>
                  <a:pt x="3220229" y="689538"/>
                </a:lnTo>
                <a:cubicBezTo>
                  <a:pt x="3223277" y="686489"/>
                  <a:pt x="3227413" y="684775"/>
                  <a:pt x="3231723" y="684775"/>
                </a:cubicBezTo>
                <a:cubicBezTo>
                  <a:pt x="3236037" y="684778"/>
                  <a:pt x="3240168" y="686489"/>
                  <a:pt x="3243220" y="689538"/>
                </a:cubicBezTo>
                <a:lnTo>
                  <a:pt x="3368290" y="814638"/>
                </a:lnTo>
                <a:lnTo>
                  <a:pt x="3419944" y="762980"/>
                </a:lnTo>
                <a:cubicBezTo>
                  <a:pt x="3323260" y="638936"/>
                  <a:pt x="3211550" y="527298"/>
                  <a:pt x="3087606" y="430854"/>
                </a:cubicBezTo>
                <a:lnTo>
                  <a:pt x="3036071" y="482395"/>
                </a:lnTo>
                <a:lnTo>
                  <a:pt x="3161140" y="607495"/>
                </a:lnTo>
                <a:cubicBezTo>
                  <a:pt x="3164192" y="610544"/>
                  <a:pt x="3165903" y="614679"/>
                  <a:pt x="3165903" y="618989"/>
                </a:cubicBezTo>
                <a:cubicBezTo>
                  <a:pt x="3165903" y="623300"/>
                  <a:pt x="3164189" y="627435"/>
                  <a:pt x="3161140" y="630483"/>
                </a:cubicBezTo>
                <a:lnTo>
                  <a:pt x="3056998" y="734591"/>
                </a:lnTo>
                <a:cubicBezTo>
                  <a:pt x="3054183" y="737407"/>
                  <a:pt x="3050414" y="739107"/>
                  <a:pt x="3046413" y="739330"/>
                </a:cubicBezTo>
                <a:cubicBezTo>
                  <a:pt x="3041928" y="739577"/>
                  <a:pt x="3037652" y="738017"/>
                  <a:pt x="3034415" y="734999"/>
                </a:cubicBezTo>
                <a:cubicBezTo>
                  <a:pt x="2905906" y="615276"/>
                  <a:pt x="2760074" y="517721"/>
                  <a:pt x="2600989" y="445057"/>
                </a:cubicBezTo>
                <a:cubicBezTo>
                  <a:pt x="2597269" y="443373"/>
                  <a:pt x="2594303" y="440338"/>
                  <a:pt x="2592712" y="436560"/>
                </a:cubicBezTo>
                <a:cubicBezTo>
                  <a:pt x="2591025" y="432555"/>
                  <a:pt x="2591000" y="428042"/>
                  <a:pt x="2592663" y="424027"/>
                </a:cubicBezTo>
                <a:lnTo>
                  <a:pt x="2648916" y="288221"/>
                </a:lnTo>
                <a:cubicBezTo>
                  <a:pt x="2652352" y="279930"/>
                  <a:pt x="2661850" y="275990"/>
                  <a:pt x="2670149" y="279426"/>
                </a:cubicBezTo>
                <a:lnTo>
                  <a:pt x="2833592" y="347094"/>
                </a:lnTo>
                <a:lnTo>
                  <a:pt x="2861535" y="279604"/>
                </a:lnTo>
                <a:cubicBezTo>
                  <a:pt x="2724762" y="201659"/>
                  <a:pt x="2578889" y="141206"/>
                  <a:pt x="2427499" y="99729"/>
                </a:cubicBezTo>
                <a:lnTo>
                  <a:pt x="2399501" y="167287"/>
                </a:lnTo>
                <a:lnTo>
                  <a:pt x="2562941" y="234986"/>
                </a:lnTo>
                <a:cubicBezTo>
                  <a:pt x="2566922" y="236639"/>
                  <a:pt x="2570087" y="239800"/>
                  <a:pt x="2571733" y="243785"/>
                </a:cubicBezTo>
                <a:cubicBezTo>
                  <a:pt x="2573382" y="247766"/>
                  <a:pt x="2573382" y="252241"/>
                  <a:pt x="2571733" y="256225"/>
                </a:cubicBezTo>
                <a:lnTo>
                  <a:pt x="2515521" y="391904"/>
                </a:lnTo>
                <a:cubicBezTo>
                  <a:pt x="2514352" y="394798"/>
                  <a:pt x="2512356" y="397339"/>
                  <a:pt x="2509719" y="399170"/>
                </a:cubicBezTo>
                <a:cubicBezTo>
                  <a:pt x="2505347" y="402201"/>
                  <a:pt x="2499758" y="402911"/>
                  <a:pt x="2494769" y="401049"/>
                </a:cubicBezTo>
                <a:cubicBezTo>
                  <a:pt x="2331110" y="339931"/>
                  <a:pt x="2158995" y="305853"/>
                  <a:pt x="1983200" y="299767"/>
                </a:cubicBezTo>
                <a:cubicBezTo>
                  <a:pt x="1974446" y="299465"/>
                  <a:pt x="1967509" y="292278"/>
                  <a:pt x="1967509" y="283523"/>
                </a:cubicBezTo>
                <a:lnTo>
                  <a:pt x="1967509" y="136042"/>
                </a:lnTo>
                <a:cubicBezTo>
                  <a:pt x="1967509" y="127065"/>
                  <a:pt x="1974785" y="119789"/>
                  <a:pt x="1983762" y="119789"/>
                </a:cubicBezTo>
                <a:lnTo>
                  <a:pt x="2160664" y="119789"/>
                </a:lnTo>
                <a:lnTo>
                  <a:pt x="2160664" y="46946"/>
                </a:lnTo>
                <a:cubicBezTo>
                  <a:pt x="2083334" y="37362"/>
                  <a:pt x="2004374" y="32507"/>
                  <a:pt x="1925737" y="32507"/>
                </a:cubicBezTo>
                <a:cubicBezTo>
                  <a:pt x="1847103" y="32507"/>
                  <a:pt x="1768140" y="37362"/>
                  <a:pt x="1690809" y="46946"/>
                </a:cubicBezTo>
                <a:lnTo>
                  <a:pt x="1690809" y="119789"/>
                </a:lnTo>
                <a:lnTo>
                  <a:pt x="1867711" y="119789"/>
                </a:lnTo>
                <a:cubicBezTo>
                  <a:pt x="1876688" y="119789"/>
                  <a:pt x="1883965" y="127065"/>
                  <a:pt x="1883965" y="136042"/>
                </a:cubicBezTo>
                <a:lnTo>
                  <a:pt x="1883965" y="283523"/>
                </a:lnTo>
                <a:cubicBezTo>
                  <a:pt x="1883965" y="292281"/>
                  <a:pt x="1877024" y="299465"/>
                  <a:pt x="1868273" y="299767"/>
                </a:cubicBezTo>
                <a:cubicBezTo>
                  <a:pt x="1692568" y="305850"/>
                  <a:pt x="1520450" y="339924"/>
                  <a:pt x="1356701" y="401049"/>
                </a:cubicBezTo>
                <a:cubicBezTo>
                  <a:pt x="1348502" y="404118"/>
                  <a:pt x="1339350" y="400127"/>
                  <a:pt x="1336000" y="392044"/>
                </a:cubicBezTo>
                <a:lnTo>
                  <a:pt x="1279730" y="256232"/>
                </a:lnTo>
                <a:cubicBezTo>
                  <a:pt x="1278078" y="252247"/>
                  <a:pt x="1278078" y="247773"/>
                  <a:pt x="1279727" y="243792"/>
                </a:cubicBezTo>
                <a:cubicBezTo>
                  <a:pt x="1281376" y="239807"/>
                  <a:pt x="1284541" y="236642"/>
                  <a:pt x="1288522" y="234993"/>
                </a:cubicBezTo>
                <a:lnTo>
                  <a:pt x="1451966" y="167294"/>
                </a:lnTo>
                <a:lnTo>
                  <a:pt x="1423964" y="99736"/>
                </a:lnTo>
                <a:cubicBezTo>
                  <a:pt x="1272574" y="141213"/>
                  <a:pt x="1126704" y="201666"/>
                  <a:pt x="989925" y="279611"/>
                </a:cubicBezTo>
                <a:lnTo>
                  <a:pt x="1017871" y="347104"/>
                </a:lnTo>
                <a:lnTo>
                  <a:pt x="1181318" y="279433"/>
                </a:lnTo>
                <a:cubicBezTo>
                  <a:pt x="1189613" y="275993"/>
                  <a:pt x="1199114" y="279937"/>
                  <a:pt x="1202550" y="288228"/>
                </a:cubicBezTo>
                <a:lnTo>
                  <a:pt x="1258604" y="423560"/>
                </a:lnTo>
                <a:cubicBezTo>
                  <a:pt x="1259067" y="424586"/>
                  <a:pt x="1259430" y="425669"/>
                  <a:pt x="1259674" y="426804"/>
                </a:cubicBezTo>
                <a:cubicBezTo>
                  <a:pt x="1261299" y="434273"/>
                  <a:pt x="1257507" y="441868"/>
                  <a:pt x="1250553" y="445043"/>
                </a:cubicBezTo>
                <a:cubicBezTo>
                  <a:pt x="1091406" y="517724"/>
                  <a:pt x="945554" y="615279"/>
                  <a:pt x="817045" y="735003"/>
                </a:cubicBezTo>
                <a:cubicBezTo>
                  <a:pt x="813739" y="738085"/>
                  <a:pt x="809292" y="739663"/>
                  <a:pt x="804779" y="739320"/>
                </a:cubicBezTo>
                <a:cubicBezTo>
                  <a:pt x="800798" y="739028"/>
                  <a:pt x="797088" y="737286"/>
                  <a:pt x="794328" y="734457"/>
                </a:cubicBezTo>
                <a:lnTo>
                  <a:pt x="690323" y="630487"/>
                </a:lnTo>
                <a:cubicBezTo>
                  <a:pt x="687274" y="627438"/>
                  <a:pt x="685560" y="623306"/>
                  <a:pt x="685560" y="618993"/>
                </a:cubicBezTo>
                <a:cubicBezTo>
                  <a:pt x="685560" y="614683"/>
                  <a:pt x="687274" y="610547"/>
                  <a:pt x="690319" y="607499"/>
                </a:cubicBezTo>
                <a:lnTo>
                  <a:pt x="815389" y="482399"/>
                </a:lnTo>
                <a:lnTo>
                  <a:pt x="763851" y="430857"/>
                </a:lnTo>
                <a:cubicBezTo>
                  <a:pt x="639910" y="527298"/>
                  <a:pt x="528203" y="638936"/>
                  <a:pt x="431516" y="762983"/>
                </a:cubicBezTo>
                <a:lnTo>
                  <a:pt x="483174" y="814641"/>
                </a:lnTo>
                <a:lnTo>
                  <a:pt x="608243" y="689541"/>
                </a:lnTo>
                <a:cubicBezTo>
                  <a:pt x="611291" y="686493"/>
                  <a:pt x="615427" y="684778"/>
                  <a:pt x="619737" y="684778"/>
                </a:cubicBezTo>
                <a:cubicBezTo>
                  <a:pt x="624047" y="684778"/>
                  <a:pt x="628182" y="686493"/>
                  <a:pt x="631231" y="689541"/>
                </a:cubicBezTo>
                <a:lnTo>
                  <a:pt x="735346" y="793656"/>
                </a:lnTo>
                <a:cubicBezTo>
                  <a:pt x="741538" y="799849"/>
                  <a:pt x="741717" y="809837"/>
                  <a:pt x="735743" y="816239"/>
                </a:cubicBezTo>
                <a:cubicBezTo>
                  <a:pt x="615845" y="944758"/>
                  <a:pt x="518170" y="1090580"/>
                  <a:pt x="445431" y="1249648"/>
                </a:cubicBezTo>
                <a:cubicBezTo>
                  <a:pt x="442252" y="1256598"/>
                  <a:pt x="434663" y="1260401"/>
                  <a:pt x="427192" y="1258769"/>
                </a:cubicBezTo>
                <a:cubicBezTo>
                  <a:pt x="425995" y="1258508"/>
                  <a:pt x="424853" y="1258121"/>
                  <a:pt x="423780" y="1257620"/>
                </a:cubicBezTo>
                <a:lnTo>
                  <a:pt x="288972" y="1201765"/>
                </a:lnTo>
                <a:cubicBezTo>
                  <a:pt x="280677" y="1198329"/>
                  <a:pt x="276744" y="1188821"/>
                  <a:pt x="280177" y="1180529"/>
                </a:cubicBezTo>
                <a:lnTo>
                  <a:pt x="347875" y="1017117"/>
                </a:lnTo>
                <a:lnTo>
                  <a:pt x="280118" y="989044"/>
                </a:lnTo>
                <a:cubicBezTo>
                  <a:pt x="202139" y="1125693"/>
                  <a:pt x="141594" y="1271542"/>
                  <a:pt x="99976" y="1422984"/>
                </a:cubicBezTo>
                <a:lnTo>
                  <a:pt x="168072" y="1451184"/>
                </a:lnTo>
                <a:lnTo>
                  <a:pt x="235775" y="1287768"/>
                </a:lnTo>
                <a:cubicBezTo>
                  <a:pt x="239207" y="1279473"/>
                  <a:pt x="248712" y="1275540"/>
                  <a:pt x="257007" y="1278969"/>
                </a:cubicBezTo>
                <a:lnTo>
                  <a:pt x="391818" y="1334793"/>
                </a:lnTo>
                <a:cubicBezTo>
                  <a:pt x="396567" y="1336563"/>
                  <a:pt x="400329" y="1340499"/>
                  <a:pt x="401776" y="1345560"/>
                </a:cubicBezTo>
                <a:cubicBezTo>
                  <a:pt x="402774" y="1349054"/>
                  <a:pt x="402558" y="1352703"/>
                  <a:pt x="401282" y="1355960"/>
                </a:cubicBezTo>
                <a:cubicBezTo>
                  <a:pt x="340085" y="1519661"/>
                  <a:pt x="305942" y="1691759"/>
                  <a:pt x="299801" y="1867481"/>
                </a:cubicBezTo>
                <a:cubicBezTo>
                  <a:pt x="299496" y="1876232"/>
                  <a:pt x="292312" y="1883169"/>
                  <a:pt x="283558" y="1883169"/>
                </a:cubicBezTo>
                <a:lnTo>
                  <a:pt x="136824" y="1883169"/>
                </a:lnTo>
                <a:cubicBezTo>
                  <a:pt x="127847" y="1883169"/>
                  <a:pt x="120570" y="1875889"/>
                  <a:pt x="120570" y="1866916"/>
                </a:cubicBezTo>
                <a:lnTo>
                  <a:pt x="120570" y="1690013"/>
                </a:lnTo>
                <a:lnTo>
                  <a:pt x="47046" y="1690013"/>
                </a:lnTo>
                <a:cubicBezTo>
                  <a:pt x="37400" y="1767824"/>
                  <a:pt x="32510" y="1847041"/>
                  <a:pt x="32510" y="1925720"/>
                </a:cubicBezTo>
                <a:cubicBezTo>
                  <a:pt x="32510" y="2004062"/>
                  <a:pt x="37335" y="2082761"/>
                  <a:pt x="46857" y="2159869"/>
                </a:cubicBezTo>
                <a:lnTo>
                  <a:pt x="120574" y="2159869"/>
                </a:lnTo>
                <a:lnTo>
                  <a:pt x="120574" y="1982998"/>
                </a:lnTo>
                <a:cubicBezTo>
                  <a:pt x="120574" y="1974020"/>
                  <a:pt x="127850" y="1966744"/>
                  <a:pt x="136827" y="1966744"/>
                </a:cubicBezTo>
                <a:lnTo>
                  <a:pt x="283465" y="1966744"/>
                </a:lnTo>
                <a:cubicBezTo>
                  <a:pt x="292226" y="1966744"/>
                  <a:pt x="299410" y="1973684"/>
                  <a:pt x="299708" y="1982442"/>
                </a:cubicBezTo>
                <a:cubicBezTo>
                  <a:pt x="305730" y="2158405"/>
                  <a:pt x="339776" y="2330654"/>
                  <a:pt x="400891" y="2494399"/>
                </a:cubicBezTo>
                <a:cubicBezTo>
                  <a:pt x="402753" y="2499388"/>
                  <a:pt x="402050" y="2504974"/>
                  <a:pt x="399016" y="2509349"/>
                </a:cubicBezTo>
                <a:cubicBezTo>
                  <a:pt x="397150" y="2512038"/>
                  <a:pt x="394548" y="2514057"/>
                  <a:pt x="391581" y="2515216"/>
                </a:cubicBezTo>
                <a:lnTo>
                  <a:pt x="257010" y="2570944"/>
                </a:lnTo>
                <a:cubicBezTo>
                  <a:pt x="248716" y="2574387"/>
                  <a:pt x="239210" y="2570444"/>
                  <a:pt x="235775" y="2562149"/>
                </a:cubicBezTo>
                <a:lnTo>
                  <a:pt x="168076" y="2398706"/>
                </a:lnTo>
                <a:lnTo>
                  <a:pt x="99609" y="2427067"/>
                </a:lnTo>
                <a:cubicBezTo>
                  <a:pt x="141117" y="2578577"/>
                  <a:pt x="201553" y="2724481"/>
                  <a:pt x="279419" y="2861164"/>
                </a:cubicBezTo>
                <a:lnTo>
                  <a:pt x="347882" y="2832803"/>
                </a:lnTo>
                <a:lnTo>
                  <a:pt x="280183" y="2669394"/>
                </a:lnTo>
                <a:cubicBezTo>
                  <a:pt x="278524" y="2665386"/>
                  <a:pt x="278534" y="2660884"/>
                  <a:pt x="280211" y="2656885"/>
                </a:cubicBezTo>
                <a:cubicBezTo>
                  <a:pt x="281888" y="2652887"/>
                  <a:pt x="285094" y="2649725"/>
                  <a:pt x="289116" y="2648100"/>
                </a:cubicBezTo>
                <a:lnTo>
                  <a:pt x="424541" y="2593452"/>
                </a:lnTo>
                <a:cubicBezTo>
                  <a:pt x="432606" y="2590198"/>
                  <a:pt x="441789" y="2593864"/>
                  <a:pt x="445403" y="2601761"/>
                </a:cubicBezTo>
                <a:cubicBezTo>
                  <a:pt x="518084" y="2760595"/>
                  <a:pt x="615519" y="2906167"/>
                  <a:pt x="735010" y="3034439"/>
                </a:cubicBezTo>
                <a:cubicBezTo>
                  <a:pt x="740976" y="3040841"/>
                  <a:pt x="740801" y="3050819"/>
                  <a:pt x="734608" y="3057008"/>
                </a:cubicBezTo>
                <a:lnTo>
                  <a:pt x="631238" y="3160379"/>
                </a:lnTo>
                <a:cubicBezTo>
                  <a:pt x="628189" y="3163427"/>
                  <a:pt x="624054" y="3165142"/>
                  <a:pt x="619744" y="3165142"/>
                </a:cubicBezTo>
                <a:cubicBezTo>
                  <a:pt x="615434" y="3165142"/>
                  <a:pt x="611298" y="3163427"/>
                  <a:pt x="608250" y="3160379"/>
                </a:cubicBezTo>
                <a:lnTo>
                  <a:pt x="483180" y="3035286"/>
                </a:lnTo>
                <a:lnTo>
                  <a:pt x="430864" y="3087602"/>
                </a:lnTo>
                <a:cubicBezTo>
                  <a:pt x="527305" y="3211543"/>
                  <a:pt x="638943" y="3323250"/>
                  <a:pt x="762990" y="3419937"/>
                </a:cubicBezTo>
                <a:lnTo>
                  <a:pt x="815399" y="3367532"/>
                </a:lnTo>
                <a:lnTo>
                  <a:pt x="690330" y="3242432"/>
                </a:lnTo>
                <a:cubicBezTo>
                  <a:pt x="683983" y="3236081"/>
                  <a:pt x="683983" y="3225791"/>
                  <a:pt x="690330" y="3219447"/>
                </a:cubicBezTo>
                <a:lnTo>
                  <a:pt x="793611" y="3116166"/>
                </a:lnTo>
                <a:cubicBezTo>
                  <a:pt x="799770" y="3109939"/>
                  <a:pt x="809803" y="3109702"/>
                  <a:pt x="816249" y="3115717"/>
                </a:cubicBezTo>
                <a:cubicBezTo>
                  <a:pt x="944748" y="3235598"/>
                  <a:pt x="1090621" y="3333293"/>
                  <a:pt x="1249819" y="3406098"/>
                </a:cubicBezTo>
                <a:cubicBezTo>
                  <a:pt x="1253728" y="3407884"/>
                  <a:pt x="1256770" y="3411149"/>
                  <a:pt x="1258278" y="3415171"/>
                </a:cubicBezTo>
                <a:cubicBezTo>
                  <a:pt x="1259722" y="3419018"/>
                  <a:pt x="1259657" y="3423287"/>
                  <a:pt x="1258090" y="3427090"/>
                </a:cubicBezTo>
                <a:lnTo>
                  <a:pt x="1202564" y="3561685"/>
                </a:lnTo>
                <a:cubicBezTo>
                  <a:pt x="1200918" y="3565673"/>
                  <a:pt x="1197753" y="3568845"/>
                  <a:pt x="1193769" y="3570498"/>
                </a:cubicBezTo>
                <a:cubicBezTo>
                  <a:pt x="1189784" y="3572151"/>
                  <a:pt x="1185309" y="3572157"/>
                  <a:pt x="1181318" y="3570501"/>
                </a:cubicBezTo>
                <a:lnTo>
                  <a:pt x="1017871" y="3502806"/>
                </a:lnTo>
                <a:lnTo>
                  <a:pt x="989407" y="3571533"/>
                </a:lnTo>
                <a:cubicBezTo>
                  <a:pt x="1126049" y="3649478"/>
                  <a:pt x="1271895" y="3709990"/>
                  <a:pt x="1423385" y="3751590"/>
                </a:cubicBezTo>
                <a:lnTo>
                  <a:pt x="1451969" y="3682612"/>
                </a:lnTo>
                <a:lnTo>
                  <a:pt x="1288529" y="3614945"/>
                </a:lnTo>
                <a:cubicBezTo>
                  <a:pt x="1284545" y="3613295"/>
                  <a:pt x="1281380" y="3610130"/>
                  <a:pt x="1279730" y="3606146"/>
                </a:cubicBezTo>
                <a:cubicBezTo>
                  <a:pt x="1278081" y="3602165"/>
                  <a:pt x="1278081" y="3597690"/>
                  <a:pt x="1279734" y="3593705"/>
                </a:cubicBezTo>
                <a:lnTo>
                  <a:pt x="1335448" y="3459240"/>
                </a:lnTo>
                <a:cubicBezTo>
                  <a:pt x="1338414" y="3452074"/>
                  <a:pt x="1346037" y="3448000"/>
                  <a:pt x="1353635" y="3449523"/>
                </a:cubicBezTo>
                <a:cubicBezTo>
                  <a:pt x="1354753" y="3449742"/>
                  <a:pt x="1355830" y="3450078"/>
                  <a:pt x="1356845" y="3450514"/>
                </a:cubicBezTo>
                <a:cubicBezTo>
                  <a:pt x="1520415" y="3511567"/>
                  <a:pt x="1692479" y="3545620"/>
                  <a:pt x="1868273" y="3551731"/>
                </a:cubicBezTo>
                <a:cubicBezTo>
                  <a:pt x="1877024" y="3552036"/>
                  <a:pt x="1883965" y="3559220"/>
                  <a:pt x="1883965" y="3567974"/>
                </a:cubicBezTo>
                <a:lnTo>
                  <a:pt x="1883965" y="3713864"/>
                </a:lnTo>
                <a:cubicBezTo>
                  <a:pt x="1883965" y="3722841"/>
                  <a:pt x="1876685" y="3730118"/>
                  <a:pt x="1867711" y="3730118"/>
                </a:cubicBezTo>
                <a:lnTo>
                  <a:pt x="1690809" y="3730118"/>
                </a:lnTo>
                <a:lnTo>
                  <a:pt x="1690809" y="3804517"/>
                </a:lnTo>
                <a:close/>
              </a:path>
            </a:pathLst>
          </a:custGeom>
          <a:grpFill/>
          <a:ln w="342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85459943-0E9B-A486-D5CF-66A12E668F92}"/>
              </a:ext>
            </a:extLst>
          </p:cNvPr>
          <p:cNvSpPr/>
          <p:nvPr/>
        </p:nvSpPr>
        <p:spPr>
          <a:xfrm>
            <a:off x="379250" y="3327254"/>
            <a:ext cx="4091739" cy="4091740"/>
          </a:xfrm>
          <a:custGeom>
            <a:avLst/>
            <a:gdLst>
              <a:gd name="csX0" fmla="*/ 2045872 w 4091739"/>
              <a:gd name="csY0" fmla="*/ 32507 h 4091740"/>
              <a:gd name="csX1" fmla="*/ 2829553 w 4091739"/>
              <a:gd name="csY1" fmla="*/ 190714 h 4091740"/>
              <a:gd name="csX2" fmla="*/ 3171541 w 4091739"/>
              <a:gd name="csY2" fmla="*/ 376340 h 4091740"/>
              <a:gd name="csX3" fmla="*/ 3469534 w 4091739"/>
              <a:gd name="csY3" fmla="*/ 622209 h 4091740"/>
              <a:gd name="csX4" fmla="*/ 3715404 w 4091739"/>
              <a:gd name="csY4" fmla="*/ 920203 h 4091740"/>
              <a:gd name="csX5" fmla="*/ 3901029 w 4091739"/>
              <a:gd name="csY5" fmla="*/ 1262188 h 4091740"/>
              <a:gd name="csX6" fmla="*/ 4059236 w 4091739"/>
              <a:gd name="csY6" fmla="*/ 2045868 h 4091740"/>
              <a:gd name="csX7" fmla="*/ 3901029 w 4091739"/>
              <a:gd name="csY7" fmla="*/ 2829549 h 4091740"/>
              <a:gd name="csX8" fmla="*/ 3715404 w 4091739"/>
              <a:gd name="csY8" fmla="*/ 3171537 h 4091740"/>
              <a:gd name="csX9" fmla="*/ 3469534 w 4091739"/>
              <a:gd name="csY9" fmla="*/ 3469531 h 4091740"/>
              <a:gd name="csX10" fmla="*/ 3171541 w 4091739"/>
              <a:gd name="csY10" fmla="*/ 3715401 h 4091740"/>
              <a:gd name="csX11" fmla="*/ 2829553 w 4091739"/>
              <a:gd name="csY11" fmla="*/ 3901026 h 4091740"/>
              <a:gd name="csX12" fmla="*/ 2045872 w 4091739"/>
              <a:gd name="csY12" fmla="*/ 4059233 h 4091740"/>
              <a:gd name="csX13" fmla="*/ 1262191 w 4091739"/>
              <a:gd name="csY13" fmla="*/ 3901026 h 4091740"/>
              <a:gd name="csX14" fmla="*/ 920206 w 4091739"/>
              <a:gd name="csY14" fmla="*/ 3715401 h 4091740"/>
              <a:gd name="csX15" fmla="*/ 622213 w 4091739"/>
              <a:gd name="csY15" fmla="*/ 3469531 h 4091740"/>
              <a:gd name="csX16" fmla="*/ 376343 w 4091739"/>
              <a:gd name="csY16" fmla="*/ 3171537 h 4091740"/>
              <a:gd name="csX17" fmla="*/ 190718 w 4091739"/>
              <a:gd name="csY17" fmla="*/ 2829549 h 4091740"/>
              <a:gd name="csX18" fmla="*/ 32510 w 4091739"/>
              <a:gd name="csY18" fmla="*/ 2045868 h 4091740"/>
              <a:gd name="csX19" fmla="*/ 190718 w 4091739"/>
              <a:gd name="csY19" fmla="*/ 1262188 h 4091740"/>
              <a:gd name="csX20" fmla="*/ 376343 w 4091739"/>
              <a:gd name="csY20" fmla="*/ 920203 h 4091740"/>
              <a:gd name="csX21" fmla="*/ 622213 w 4091739"/>
              <a:gd name="csY21" fmla="*/ 622209 h 4091740"/>
              <a:gd name="csX22" fmla="*/ 920206 w 4091739"/>
              <a:gd name="csY22" fmla="*/ 376340 h 4091740"/>
              <a:gd name="csX23" fmla="*/ 1262191 w 4091739"/>
              <a:gd name="csY23" fmla="*/ 190714 h 4091740"/>
              <a:gd name="csX24" fmla="*/ 2045872 w 4091739"/>
              <a:gd name="csY24" fmla="*/ 32507 h 4091740"/>
              <a:gd name="csX25" fmla="*/ 2045872 w 4091739"/>
              <a:gd name="csY25" fmla="*/ 0 h 4091740"/>
              <a:gd name="csX26" fmla="*/ 0 w 4091739"/>
              <a:gd name="csY26" fmla="*/ 2045872 h 4091740"/>
              <a:gd name="csX27" fmla="*/ 2045872 w 4091739"/>
              <a:gd name="csY27" fmla="*/ 4091740 h 4091740"/>
              <a:gd name="csX28" fmla="*/ 4091740 w 4091739"/>
              <a:gd name="csY28" fmla="*/ 2045868 h 4091740"/>
              <a:gd name="csX29" fmla="*/ 2045872 w 4091739"/>
              <a:gd name="csY29" fmla="*/ 0 h 4091740"/>
              <a:gd name="csX30" fmla="*/ 2045872 w 4091739"/>
              <a:gd name="csY30" fmla="*/ 0 h 4091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4091739" h="4091740">
                <a:moveTo>
                  <a:pt x="2045872" y="32507"/>
                </a:moveTo>
                <a:cubicBezTo>
                  <a:pt x="2317689" y="32507"/>
                  <a:pt x="2581358" y="85735"/>
                  <a:pt x="2829553" y="190714"/>
                </a:cubicBezTo>
                <a:cubicBezTo>
                  <a:pt x="2948847" y="241172"/>
                  <a:pt x="3063908" y="303624"/>
                  <a:pt x="3171541" y="376340"/>
                </a:cubicBezTo>
                <a:cubicBezTo>
                  <a:pt x="3278158" y="448369"/>
                  <a:pt x="3378419" y="531090"/>
                  <a:pt x="3469534" y="622209"/>
                </a:cubicBezTo>
                <a:cubicBezTo>
                  <a:pt x="3560650" y="713325"/>
                  <a:pt x="3643374" y="813585"/>
                  <a:pt x="3715404" y="920203"/>
                </a:cubicBezTo>
                <a:cubicBezTo>
                  <a:pt x="3788119" y="1027836"/>
                  <a:pt x="3850572" y="1142896"/>
                  <a:pt x="3901029" y="1262188"/>
                </a:cubicBezTo>
                <a:cubicBezTo>
                  <a:pt x="4006008" y="1510385"/>
                  <a:pt x="4059236" y="1774052"/>
                  <a:pt x="4059236" y="2045868"/>
                </a:cubicBezTo>
                <a:cubicBezTo>
                  <a:pt x="4059236" y="2317685"/>
                  <a:pt x="4006008" y="2581355"/>
                  <a:pt x="3901029" y="2829549"/>
                </a:cubicBezTo>
                <a:cubicBezTo>
                  <a:pt x="3850572" y="2948841"/>
                  <a:pt x="3788119" y="3063904"/>
                  <a:pt x="3715404" y="3171537"/>
                </a:cubicBezTo>
                <a:cubicBezTo>
                  <a:pt x="3643374" y="3278155"/>
                  <a:pt x="3560653" y="3378416"/>
                  <a:pt x="3469534" y="3469531"/>
                </a:cubicBezTo>
                <a:cubicBezTo>
                  <a:pt x="3378415" y="3560646"/>
                  <a:pt x="3278158" y="3643371"/>
                  <a:pt x="3171541" y="3715401"/>
                </a:cubicBezTo>
                <a:cubicBezTo>
                  <a:pt x="3063908" y="3788116"/>
                  <a:pt x="2948847" y="3850568"/>
                  <a:pt x="2829553" y="3901026"/>
                </a:cubicBezTo>
                <a:cubicBezTo>
                  <a:pt x="2581355" y="4006005"/>
                  <a:pt x="2317689" y="4059233"/>
                  <a:pt x="2045872" y="4059233"/>
                </a:cubicBezTo>
                <a:cubicBezTo>
                  <a:pt x="1774055" y="4059233"/>
                  <a:pt x="1510385" y="4006005"/>
                  <a:pt x="1262191" y="3901026"/>
                </a:cubicBezTo>
                <a:cubicBezTo>
                  <a:pt x="1142900" y="3850568"/>
                  <a:pt x="1027836" y="3788116"/>
                  <a:pt x="920206" y="3715401"/>
                </a:cubicBezTo>
                <a:cubicBezTo>
                  <a:pt x="813589" y="3643371"/>
                  <a:pt x="713328" y="3560650"/>
                  <a:pt x="622213" y="3469531"/>
                </a:cubicBezTo>
                <a:cubicBezTo>
                  <a:pt x="531097" y="3378412"/>
                  <a:pt x="448373" y="3278155"/>
                  <a:pt x="376343" y="3171537"/>
                </a:cubicBezTo>
                <a:cubicBezTo>
                  <a:pt x="303628" y="3063904"/>
                  <a:pt x="241175" y="2948844"/>
                  <a:pt x="190718" y="2829549"/>
                </a:cubicBezTo>
                <a:cubicBezTo>
                  <a:pt x="85739" y="2581351"/>
                  <a:pt x="32510" y="2317685"/>
                  <a:pt x="32510" y="2045868"/>
                </a:cubicBezTo>
                <a:cubicBezTo>
                  <a:pt x="32510" y="1774052"/>
                  <a:pt x="85739" y="1510382"/>
                  <a:pt x="190718" y="1262188"/>
                </a:cubicBezTo>
                <a:cubicBezTo>
                  <a:pt x="241175" y="1142896"/>
                  <a:pt x="303628" y="1027833"/>
                  <a:pt x="376343" y="920203"/>
                </a:cubicBezTo>
                <a:cubicBezTo>
                  <a:pt x="448373" y="813585"/>
                  <a:pt x="531094" y="713325"/>
                  <a:pt x="622213" y="622209"/>
                </a:cubicBezTo>
                <a:cubicBezTo>
                  <a:pt x="713331" y="531094"/>
                  <a:pt x="813589" y="448369"/>
                  <a:pt x="920206" y="376340"/>
                </a:cubicBezTo>
                <a:cubicBezTo>
                  <a:pt x="1027839" y="303624"/>
                  <a:pt x="1142900" y="241172"/>
                  <a:pt x="1262191" y="190714"/>
                </a:cubicBezTo>
                <a:cubicBezTo>
                  <a:pt x="1510385" y="85735"/>
                  <a:pt x="1774055" y="32507"/>
                  <a:pt x="2045872" y="32507"/>
                </a:cubicBezTo>
                <a:moveTo>
                  <a:pt x="2045872" y="0"/>
                </a:moveTo>
                <a:cubicBezTo>
                  <a:pt x="915968" y="0"/>
                  <a:pt x="0" y="915968"/>
                  <a:pt x="0" y="2045872"/>
                </a:cubicBezTo>
                <a:cubicBezTo>
                  <a:pt x="0" y="3175775"/>
                  <a:pt x="915968" y="4091740"/>
                  <a:pt x="2045872" y="4091740"/>
                </a:cubicBezTo>
                <a:cubicBezTo>
                  <a:pt x="3175775" y="4091740"/>
                  <a:pt x="4091740" y="3175772"/>
                  <a:pt x="4091740" y="2045868"/>
                </a:cubicBezTo>
                <a:cubicBezTo>
                  <a:pt x="4091740" y="915965"/>
                  <a:pt x="3175775" y="0"/>
                  <a:pt x="2045872" y="0"/>
                </a:cubicBezTo>
                <a:lnTo>
                  <a:pt x="2045872" y="0"/>
                </a:lnTo>
                <a:close/>
              </a:path>
            </a:pathLst>
          </a:custGeom>
          <a:grpFill/>
          <a:ln w="342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5F4563A1-39D2-4FA8-1DA0-3B894F1594DB}"/>
              </a:ext>
            </a:extLst>
          </p:cNvPr>
          <p:cNvSpPr/>
          <p:nvPr/>
        </p:nvSpPr>
        <p:spPr>
          <a:xfrm>
            <a:off x="4744981" y="2035700"/>
            <a:ext cx="352961" cy="277210"/>
          </a:xfrm>
          <a:custGeom>
            <a:avLst/>
            <a:gdLst>
              <a:gd name="csX0" fmla="*/ 122137 w 247663"/>
              <a:gd name="csY0" fmla="*/ 2071 h 194510"/>
              <a:gd name="csX1" fmla="*/ 245106 w 247663"/>
              <a:gd name="csY1" fmla="*/ 125099 h 194510"/>
              <a:gd name="csX2" fmla="*/ 168032 w 247663"/>
              <a:gd name="csY2" fmla="*/ 160428 h 194510"/>
              <a:gd name="csX3" fmla="*/ 0 w 247663"/>
              <a:gd name="csY3" fmla="*/ 194510 h 194510"/>
              <a:gd name="csX4" fmla="*/ 70755 w 247663"/>
              <a:gd name="csY4" fmla="*/ 115124 h 194510"/>
              <a:gd name="csX5" fmla="*/ 122137 w 247663"/>
              <a:gd name="csY5" fmla="*/ 2071 h 1945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7663" h="194510">
                <a:moveTo>
                  <a:pt x="122137" y="2071"/>
                </a:moveTo>
                <a:cubicBezTo>
                  <a:pt x="188735" y="-13059"/>
                  <a:pt x="262400" y="57433"/>
                  <a:pt x="245106" y="125099"/>
                </a:cubicBezTo>
                <a:cubicBezTo>
                  <a:pt x="229475" y="151617"/>
                  <a:pt x="197465" y="162340"/>
                  <a:pt x="168032" y="160428"/>
                </a:cubicBezTo>
                <a:cubicBezTo>
                  <a:pt x="109998" y="158184"/>
                  <a:pt x="53295" y="172731"/>
                  <a:pt x="0" y="194510"/>
                </a:cubicBezTo>
                <a:cubicBezTo>
                  <a:pt x="27686" y="172232"/>
                  <a:pt x="57618" y="149705"/>
                  <a:pt x="70755" y="115124"/>
                </a:cubicBezTo>
                <a:cubicBezTo>
                  <a:pt x="89711" y="78631"/>
                  <a:pt x="85804" y="27757"/>
                  <a:pt x="122137" y="2071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任意多边形: 形状 4" descr="D:\51PPT模板网\51pptmoban.com\图片.jpg">
            <a:extLst>
              <a:ext uri="{FF2B5EF4-FFF2-40B4-BE49-F238E27FC236}">
                <a16:creationId xmlns:a16="http://schemas.microsoft.com/office/drawing/2014/main" id="{2B831BFC-5C5A-0B9F-D4AF-92AD1A1CA055}"/>
              </a:ext>
            </a:extLst>
          </p:cNvPr>
          <p:cNvSpPr/>
          <p:nvPr/>
        </p:nvSpPr>
        <p:spPr>
          <a:xfrm>
            <a:off x="4369335" y="2279878"/>
            <a:ext cx="987405" cy="646269"/>
          </a:xfrm>
          <a:custGeom>
            <a:avLst/>
            <a:gdLst>
              <a:gd name="csX0" fmla="*/ 110846 w 692834"/>
              <a:gd name="csY0" fmla="*/ 95606 h 453468"/>
              <a:gd name="csX1" fmla="*/ 557076 w 692834"/>
              <a:gd name="csY1" fmla="*/ 4083 h 453468"/>
              <a:gd name="csX2" fmla="*/ 691934 w 692834"/>
              <a:gd name="csY2" fmla="*/ 79895 h 453468"/>
              <a:gd name="csX3" fmla="*/ 664746 w 692834"/>
              <a:gd name="csY3" fmla="*/ 122124 h 453468"/>
              <a:gd name="csX4" fmla="*/ 505028 w 692834"/>
              <a:gd name="csY4" fmla="*/ 167012 h 453468"/>
              <a:gd name="csX5" fmla="*/ 592661 w 692834"/>
              <a:gd name="csY5" fmla="*/ 262609 h 453468"/>
              <a:gd name="csX6" fmla="*/ 546101 w 692834"/>
              <a:gd name="csY6" fmla="*/ 344821 h 453468"/>
              <a:gd name="csX7" fmla="*/ 321448 w 692834"/>
              <a:gd name="csY7" fmla="*/ 419470 h 453468"/>
              <a:gd name="csX8" fmla="*/ 248282 w 692834"/>
              <a:gd name="csY8" fmla="*/ 453469 h 453468"/>
              <a:gd name="csX9" fmla="*/ 271063 w 692834"/>
              <a:gd name="csY9" fmla="*/ 432271 h 453468"/>
              <a:gd name="csX10" fmla="*/ 213528 w 692834"/>
              <a:gd name="csY10" fmla="*/ 345237 h 453468"/>
              <a:gd name="csX11" fmla="*/ 306482 w 692834"/>
              <a:gd name="csY11" fmla="*/ 216805 h 453468"/>
              <a:gd name="csX12" fmla="*/ 75843 w 692834"/>
              <a:gd name="csY12" fmla="*/ 200928 h 453468"/>
              <a:gd name="csX13" fmla="*/ 1596 w 692834"/>
              <a:gd name="csY13" fmla="*/ 89787 h 453468"/>
              <a:gd name="csX14" fmla="*/ 110846 w 692834"/>
              <a:gd name="csY14" fmla="*/ 95606 h 453468"/>
              <a:gd name="csX15" fmla="*/ 392202 w 692834"/>
              <a:gd name="csY15" fmla="*/ 223871 h 453468"/>
              <a:gd name="csX16" fmla="*/ 332506 w 692834"/>
              <a:gd name="csY16" fmla="*/ 364190 h 453468"/>
              <a:gd name="csX17" fmla="*/ 413072 w 692834"/>
              <a:gd name="csY17" fmla="*/ 244570 h 453468"/>
              <a:gd name="csX18" fmla="*/ 462542 w 692834"/>
              <a:gd name="csY18" fmla="*/ 177320 h 453468"/>
              <a:gd name="csX19" fmla="*/ 392202 w 692834"/>
              <a:gd name="csY19" fmla="*/ 223871 h 453468"/>
              <a:gd name="csX0" fmla="*/ 110846 w 692834"/>
              <a:gd name="csY0" fmla="*/ 95606 h 453469"/>
              <a:gd name="csX1" fmla="*/ 557076 w 692834"/>
              <a:gd name="csY1" fmla="*/ 4083 h 453469"/>
              <a:gd name="csX2" fmla="*/ 691934 w 692834"/>
              <a:gd name="csY2" fmla="*/ 79895 h 453469"/>
              <a:gd name="csX3" fmla="*/ 664746 w 692834"/>
              <a:gd name="csY3" fmla="*/ 122124 h 453469"/>
              <a:gd name="csX4" fmla="*/ 505028 w 692834"/>
              <a:gd name="csY4" fmla="*/ 167012 h 453469"/>
              <a:gd name="csX5" fmla="*/ 592661 w 692834"/>
              <a:gd name="csY5" fmla="*/ 262609 h 453469"/>
              <a:gd name="csX6" fmla="*/ 546101 w 692834"/>
              <a:gd name="csY6" fmla="*/ 344821 h 453469"/>
              <a:gd name="csX7" fmla="*/ 321448 w 692834"/>
              <a:gd name="csY7" fmla="*/ 419470 h 453469"/>
              <a:gd name="csX8" fmla="*/ 248282 w 692834"/>
              <a:gd name="csY8" fmla="*/ 453469 h 453469"/>
              <a:gd name="csX9" fmla="*/ 271063 w 692834"/>
              <a:gd name="csY9" fmla="*/ 432271 h 453469"/>
              <a:gd name="csX10" fmla="*/ 213528 w 692834"/>
              <a:gd name="csY10" fmla="*/ 345237 h 453469"/>
              <a:gd name="csX11" fmla="*/ 306482 w 692834"/>
              <a:gd name="csY11" fmla="*/ 216805 h 453469"/>
              <a:gd name="csX12" fmla="*/ 75843 w 692834"/>
              <a:gd name="csY12" fmla="*/ 200928 h 453469"/>
              <a:gd name="csX13" fmla="*/ 1596 w 692834"/>
              <a:gd name="csY13" fmla="*/ 89787 h 453469"/>
              <a:gd name="csX14" fmla="*/ 110846 w 692834"/>
              <a:gd name="csY14" fmla="*/ 95606 h 453469"/>
              <a:gd name="csX15" fmla="*/ 392202 w 692834"/>
              <a:gd name="csY15" fmla="*/ 223871 h 453469"/>
              <a:gd name="csX16" fmla="*/ 332506 w 692834"/>
              <a:gd name="csY16" fmla="*/ 364190 h 453469"/>
              <a:gd name="csX17" fmla="*/ 462542 w 692834"/>
              <a:gd name="csY17" fmla="*/ 177320 h 453469"/>
              <a:gd name="csX18" fmla="*/ 392202 w 692834"/>
              <a:gd name="csY18" fmla="*/ 223871 h 453469"/>
              <a:gd name="csX0" fmla="*/ 110846 w 692834"/>
              <a:gd name="csY0" fmla="*/ 95606 h 453469"/>
              <a:gd name="csX1" fmla="*/ 557076 w 692834"/>
              <a:gd name="csY1" fmla="*/ 4083 h 453469"/>
              <a:gd name="csX2" fmla="*/ 691934 w 692834"/>
              <a:gd name="csY2" fmla="*/ 79895 h 453469"/>
              <a:gd name="csX3" fmla="*/ 664746 w 692834"/>
              <a:gd name="csY3" fmla="*/ 122124 h 453469"/>
              <a:gd name="csX4" fmla="*/ 505028 w 692834"/>
              <a:gd name="csY4" fmla="*/ 167012 h 453469"/>
              <a:gd name="csX5" fmla="*/ 592661 w 692834"/>
              <a:gd name="csY5" fmla="*/ 262609 h 453469"/>
              <a:gd name="csX6" fmla="*/ 546101 w 692834"/>
              <a:gd name="csY6" fmla="*/ 344821 h 453469"/>
              <a:gd name="csX7" fmla="*/ 321448 w 692834"/>
              <a:gd name="csY7" fmla="*/ 419470 h 453469"/>
              <a:gd name="csX8" fmla="*/ 248282 w 692834"/>
              <a:gd name="csY8" fmla="*/ 453469 h 453469"/>
              <a:gd name="csX9" fmla="*/ 271063 w 692834"/>
              <a:gd name="csY9" fmla="*/ 432271 h 453469"/>
              <a:gd name="csX10" fmla="*/ 213528 w 692834"/>
              <a:gd name="csY10" fmla="*/ 345237 h 453469"/>
              <a:gd name="csX11" fmla="*/ 306482 w 692834"/>
              <a:gd name="csY11" fmla="*/ 216805 h 453469"/>
              <a:gd name="csX12" fmla="*/ 75843 w 692834"/>
              <a:gd name="csY12" fmla="*/ 200928 h 453469"/>
              <a:gd name="csX13" fmla="*/ 1596 w 692834"/>
              <a:gd name="csY13" fmla="*/ 89787 h 453469"/>
              <a:gd name="csX14" fmla="*/ 110846 w 692834"/>
              <a:gd name="csY14" fmla="*/ 95606 h 453469"/>
              <a:gd name="csX15" fmla="*/ 392202 w 692834"/>
              <a:gd name="csY15" fmla="*/ 223871 h 453469"/>
              <a:gd name="csX16" fmla="*/ 332506 w 692834"/>
              <a:gd name="csY16" fmla="*/ 364190 h 453469"/>
              <a:gd name="csX17" fmla="*/ 462542 w 692834"/>
              <a:gd name="csY17" fmla="*/ 177320 h 453469"/>
              <a:gd name="csX18" fmla="*/ 392202 w 692834"/>
              <a:gd name="csY18" fmla="*/ 223871 h 4534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692834" h="453469">
                <a:moveTo>
                  <a:pt x="110846" y="95606"/>
                </a:moveTo>
                <a:cubicBezTo>
                  <a:pt x="263165" y="85714"/>
                  <a:pt x="409663" y="39911"/>
                  <a:pt x="557076" y="4083"/>
                </a:cubicBezTo>
                <a:cubicBezTo>
                  <a:pt x="613114" y="-12709"/>
                  <a:pt x="676719" y="24200"/>
                  <a:pt x="691934" y="79895"/>
                </a:cubicBezTo>
                <a:cubicBezTo>
                  <a:pt x="696424" y="98682"/>
                  <a:pt x="683619" y="118466"/>
                  <a:pt x="664746" y="122124"/>
                </a:cubicBezTo>
                <a:cubicBezTo>
                  <a:pt x="612283" y="139580"/>
                  <a:pt x="558240" y="151966"/>
                  <a:pt x="505028" y="167012"/>
                </a:cubicBezTo>
                <a:cubicBezTo>
                  <a:pt x="545934" y="184635"/>
                  <a:pt x="584264" y="216889"/>
                  <a:pt x="592661" y="262609"/>
                </a:cubicBezTo>
                <a:cubicBezTo>
                  <a:pt x="600476" y="297938"/>
                  <a:pt x="572041" y="325952"/>
                  <a:pt x="546101" y="344821"/>
                </a:cubicBezTo>
                <a:cubicBezTo>
                  <a:pt x="479669" y="391955"/>
                  <a:pt x="391787" y="381065"/>
                  <a:pt x="321448" y="419470"/>
                </a:cubicBezTo>
                <a:cubicBezTo>
                  <a:pt x="298251" y="433269"/>
                  <a:pt x="272643" y="442080"/>
                  <a:pt x="248282" y="453469"/>
                </a:cubicBezTo>
                <a:cubicBezTo>
                  <a:pt x="255765" y="446237"/>
                  <a:pt x="263414" y="439254"/>
                  <a:pt x="271063" y="432271"/>
                </a:cubicBezTo>
                <a:cubicBezTo>
                  <a:pt x="240217" y="415064"/>
                  <a:pt x="207874" y="383476"/>
                  <a:pt x="213528" y="345237"/>
                </a:cubicBezTo>
                <a:cubicBezTo>
                  <a:pt x="227995" y="292285"/>
                  <a:pt x="279793" y="262525"/>
                  <a:pt x="306482" y="216805"/>
                </a:cubicBezTo>
                <a:cubicBezTo>
                  <a:pt x="229824" y="213480"/>
                  <a:pt x="147845" y="239665"/>
                  <a:pt x="75843" y="200928"/>
                </a:cubicBezTo>
                <a:cubicBezTo>
                  <a:pt x="37015" y="178484"/>
                  <a:pt x="-9213" y="139996"/>
                  <a:pt x="1596" y="89787"/>
                </a:cubicBezTo>
                <a:cubicBezTo>
                  <a:pt x="37930" y="93029"/>
                  <a:pt x="74180" y="103337"/>
                  <a:pt x="110846" y="95606"/>
                </a:cubicBezTo>
                <a:moveTo>
                  <a:pt x="392202" y="223871"/>
                </a:moveTo>
                <a:cubicBezTo>
                  <a:pt x="365763" y="267513"/>
                  <a:pt x="345310" y="314813"/>
                  <a:pt x="332506" y="364190"/>
                </a:cubicBezTo>
                <a:cubicBezTo>
                  <a:pt x="444480" y="289598"/>
                  <a:pt x="452593" y="200707"/>
                  <a:pt x="462542" y="177320"/>
                </a:cubicBezTo>
                <a:cubicBezTo>
                  <a:pt x="435271" y="185134"/>
                  <a:pt x="406919" y="198268"/>
                  <a:pt x="392202" y="223871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2808182F-C186-3553-531E-AC05F0440FED}"/>
              </a:ext>
            </a:extLst>
          </p:cNvPr>
          <p:cNvSpPr/>
          <p:nvPr/>
        </p:nvSpPr>
        <p:spPr>
          <a:xfrm>
            <a:off x="4406090" y="2859340"/>
            <a:ext cx="973276" cy="310985"/>
          </a:xfrm>
          <a:custGeom>
            <a:avLst/>
            <a:gdLst>
              <a:gd name="csX0" fmla="*/ 171192 w 682920"/>
              <a:gd name="csY0" fmla="*/ 63730 h 218209"/>
              <a:gd name="csX1" fmla="*/ 560053 w 682920"/>
              <a:gd name="csY1" fmla="*/ 2465 h 218209"/>
              <a:gd name="csX2" fmla="*/ 682771 w 682920"/>
              <a:gd name="csY2" fmla="*/ 131811 h 218209"/>
              <a:gd name="csX3" fmla="*/ 588072 w 682920"/>
              <a:gd name="csY3" fmla="*/ 174871 h 218209"/>
              <a:gd name="csX4" fmla="*/ 404159 w 682920"/>
              <a:gd name="csY4" fmla="*/ 213026 h 218209"/>
              <a:gd name="csX5" fmla="*/ 475579 w 682920"/>
              <a:gd name="csY5" fmla="*/ 158495 h 218209"/>
              <a:gd name="csX6" fmla="*/ 433508 w 682920"/>
              <a:gd name="csY6" fmla="*/ 161238 h 218209"/>
              <a:gd name="csX7" fmla="*/ 164125 w 682920"/>
              <a:gd name="csY7" fmla="*/ 217183 h 218209"/>
              <a:gd name="csX8" fmla="*/ 0 w 682920"/>
              <a:gd name="csY8" fmla="*/ 106208 h 218209"/>
              <a:gd name="csX9" fmla="*/ 171192 w 682920"/>
              <a:gd name="csY9" fmla="*/ 63730 h 2182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82920" h="218209">
                <a:moveTo>
                  <a:pt x="171192" y="63730"/>
                </a:moveTo>
                <a:cubicBezTo>
                  <a:pt x="298650" y="33721"/>
                  <a:pt x="427106" y="-11002"/>
                  <a:pt x="560053" y="2465"/>
                </a:cubicBezTo>
                <a:cubicBezTo>
                  <a:pt x="622077" y="11526"/>
                  <a:pt x="686430" y="65226"/>
                  <a:pt x="682771" y="131811"/>
                </a:cubicBezTo>
                <a:cubicBezTo>
                  <a:pt x="674125" y="174954"/>
                  <a:pt x="622659" y="174705"/>
                  <a:pt x="588072" y="174871"/>
                </a:cubicBezTo>
                <a:cubicBezTo>
                  <a:pt x="524384" y="172211"/>
                  <a:pt x="463773" y="193491"/>
                  <a:pt x="404159" y="213026"/>
                </a:cubicBezTo>
                <a:cubicBezTo>
                  <a:pt x="428852" y="196151"/>
                  <a:pt x="461694" y="187340"/>
                  <a:pt x="475579" y="158495"/>
                </a:cubicBezTo>
                <a:cubicBezTo>
                  <a:pt x="461444" y="158744"/>
                  <a:pt x="447310" y="158744"/>
                  <a:pt x="433508" y="161238"/>
                </a:cubicBezTo>
                <a:cubicBezTo>
                  <a:pt x="343547" y="178944"/>
                  <a:pt x="255333" y="206376"/>
                  <a:pt x="164125" y="217183"/>
                </a:cubicBezTo>
                <a:cubicBezTo>
                  <a:pt x="93869" y="225662"/>
                  <a:pt x="9478" y="181022"/>
                  <a:pt x="0" y="106208"/>
                </a:cubicBezTo>
                <a:cubicBezTo>
                  <a:pt x="55955" y="87670"/>
                  <a:pt x="114322" y="78609"/>
                  <a:pt x="171192" y="63730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D04F0C6C-EF11-0C17-E3B8-8859EDA64553}"/>
              </a:ext>
            </a:extLst>
          </p:cNvPr>
          <p:cNvSpPr/>
          <p:nvPr/>
        </p:nvSpPr>
        <p:spPr>
          <a:xfrm>
            <a:off x="4281656" y="3351837"/>
            <a:ext cx="1257307" cy="1530799"/>
          </a:xfrm>
          <a:custGeom>
            <a:avLst/>
            <a:gdLst>
              <a:gd name="csX0" fmla="*/ 661337 w 1275374"/>
              <a:gd name="csY0" fmla="*/ 26102 h 1612801"/>
              <a:gd name="csX1" fmla="*/ 778236 w 1275374"/>
              <a:gd name="csY1" fmla="*/ 0 h 1612801"/>
              <a:gd name="csX2" fmla="*/ 852649 w 1275374"/>
              <a:gd name="csY2" fmla="*/ 70908 h 1612801"/>
              <a:gd name="csX3" fmla="*/ 825628 w 1275374"/>
              <a:gd name="csY3" fmla="*/ 133752 h 1612801"/>
              <a:gd name="csX4" fmla="*/ 638306 w 1275374"/>
              <a:gd name="csY4" fmla="*/ 212224 h 1612801"/>
              <a:gd name="csX5" fmla="*/ 569879 w 1275374"/>
              <a:gd name="csY5" fmla="*/ 279640 h 1612801"/>
              <a:gd name="csX6" fmla="*/ 753127 w 1275374"/>
              <a:gd name="csY6" fmla="*/ 241651 h 1612801"/>
              <a:gd name="csX7" fmla="*/ 872105 w 1275374"/>
              <a:gd name="csY7" fmla="*/ 324280 h 1612801"/>
              <a:gd name="csX8" fmla="*/ 931385 w 1275374"/>
              <a:gd name="csY8" fmla="*/ 525946 h 1612801"/>
              <a:gd name="csX9" fmla="*/ 932716 w 1275374"/>
              <a:gd name="csY9" fmla="*/ 776160 h 1612801"/>
              <a:gd name="csX10" fmla="*/ 883661 w 1275374"/>
              <a:gd name="csY10" fmla="*/ 906005 h 1612801"/>
              <a:gd name="csX11" fmla="*/ 762689 w 1275374"/>
              <a:gd name="csY11" fmla="*/ 934434 h 1612801"/>
              <a:gd name="csX12" fmla="*/ 669236 w 1275374"/>
              <a:gd name="csY12" fmla="*/ 871091 h 1612801"/>
              <a:gd name="csX13" fmla="*/ 469859 w 1275374"/>
              <a:gd name="csY13" fmla="*/ 918972 h 1612801"/>
              <a:gd name="csX14" fmla="*/ 517333 w 1275374"/>
              <a:gd name="csY14" fmla="*/ 995865 h 1612801"/>
              <a:gd name="csX15" fmla="*/ 523153 w 1275374"/>
              <a:gd name="csY15" fmla="*/ 1098860 h 1612801"/>
              <a:gd name="csX16" fmla="*/ 640967 w 1275374"/>
              <a:gd name="csY16" fmla="*/ 1055634 h 1612801"/>
              <a:gd name="csX17" fmla="*/ 871856 w 1275374"/>
              <a:gd name="csY17" fmla="*/ 970012 h 1612801"/>
              <a:gd name="csX18" fmla="*/ 972043 w 1275374"/>
              <a:gd name="csY18" fmla="*/ 1086640 h 1612801"/>
              <a:gd name="csX19" fmla="*/ 819225 w 1275374"/>
              <a:gd name="csY19" fmla="*/ 1216568 h 1612801"/>
              <a:gd name="csX20" fmla="*/ 1109479 w 1275374"/>
              <a:gd name="csY20" fmla="*/ 1317401 h 1612801"/>
              <a:gd name="csX21" fmla="*/ 1257307 w 1275374"/>
              <a:gd name="csY21" fmla="*/ 1445085 h 1612801"/>
              <a:gd name="csX22" fmla="*/ 1271441 w 1275374"/>
              <a:gd name="csY22" fmla="*/ 1565869 h 1612801"/>
              <a:gd name="csX23" fmla="*/ 1202848 w 1275374"/>
              <a:gd name="csY23" fmla="*/ 1612254 h 1612801"/>
              <a:gd name="csX24" fmla="*/ 995323 w 1275374"/>
              <a:gd name="csY24" fmla="*/ 1529126 h 1612801"/>
              <a:gd name="csX25" fmla="*/ 619682 w 1275374"/>
              <a:gd name="csY25" fmla="*/ 1369605 h 1612801"/>
              <a:gd name="csX26" fmla="*/ 446245 w 1275374"/>
              <a:gd name="csY26" fmla="*/ 1448244 h 1612801"/>
              <a:gd name="csX27" fmla="*/ 178192 w 1275374"/>
              <a:gd name="csY27" fmla="*/ 1496125 h 1612801"/>
              <a:gd name="csX28" fmla="*/ 380480 w 1275374"/>
              <a:gd name="csY28" fmla="*/ 1400695 h 1612801"/>
              <a:gd name="csX29" fmla="*/ 516419 w 1275374"/>
              <a:gd name="csY29" fmla="*/ 1311582 h 1612801"/>
              <a:gd name="csX30" fmla="*/ 426956 w 1275374"/>
              <a:gd name="csY30" fmla="*/ 1242670 h 1612801"/>
              <a:gd name="csX31" fmla="*/ 244706 w 1275374"/>
              <a:gd name="csY31" fmla="*/ 1405766 h 1612801"/>
              <a:gd name="csX32" fmla="*/ 121239 w 1275374"/>
              <a:gd name="csY32" fmla="*/ 1444503 h 1612801"/>
              <a:gd name="csX33" fmla="*/ 1929 w 1275374"/>
              <a:gd name="csY33" fmla="*/ 1282238 h 1612801"/>
              <a:gd name="csX34" fmla="*/ 78919 w 1275374"/>
              <a:gd name="csY34" fmla="*/ 1208588 h 1612801"/>
              <a:gd name="csX35" fmla="*/ 328266 w 1275374"/>
              <a:gd name="csY35" fmla="*/ 967269 h 1612801"/>
              <a:gd name="csX36" fmla="*/ 365514 w 1275374"/>
              <a:gd name="csY36" fmla="*/ 875497 h 1612801"/>
              <a:gd name="csX37" fmla="*/ 463124 w 1275374"/>
              <a:gd name="csY37" fmla="*/ 915730 h 1612801"/>
              <a:gd name="csX38" fmla="*/ 450569 w 1275374"/>
              <a:gd name="csY38" fmla="*/ 850226 h 1612801"/>
              <a:gd name="csX39" fmla="*/ 557990 w 1275374"/>
              <a:gd name="csY39" fmla="*/ 785886 h 1612801"/>
              <a:gd name="csX40" fmla="*/ 704239 w 1275374"/>
              <a:gd name="csY40" fmla="*/ 727115 h 1612801"/>
              <a:gd name="csX41" fmla="*/ 733339 w 1275374"/>
              <a:gd name="csY41" fmla="*/ 626281 h 1612801"/>
              <a:gd name="csX42" fmla="*/ 749968 w 1275374"/>
              <a:gd name="csY42" fmla="*/ 476070 h 1612801"/>
              <a:gd name="csX43" fmla="*/ 736082 w 1275374"/>
              <a:gd name="csY43" fmla="*/ 435421 h 1612801"/>
              <a:gd name="csX44" fmla="*/ 613945 w 1275374"/>
              <a:gd name="csY44" fmla="*/ 443733 h 1612801"/>
              <a:gd name="csX45" fmla="*/ 521573 w 1275374"/>
              <a:gd name="csY45" fmla="*/ 349633 h 1612801"/>
              <a:gd name="csX46" fmla="*/ 455973 w 1275374"/>
              <a:gd name="csY46" fmla="*/ 808330 h 1612801"/>
              <a:gd name="csX47" fmla="*/ 412656 w 1275374"/>
              <a:gd name="csY47" fmla="*/ 847898 h 1612801"/>
              <a:gd name="csX48" fmla="*/ 332090 w 1275374"/>
              <a:gd name="csY48" fmla="*/ 806085 h 1612801"/>
              <a:gd name="csX49" fmla="*/ 296006 w 1275374"/>
              <a:gd name="csY49" fmla="*/ 645567 h 1612801"/>
              <a:gd name="csX50" fmla="*/ 376654 w 1275374"/>
              <a:gd name="csY50" fmla="*/ 416135 h 1612801"/>
              <a:gd name="csX51" fmla="*/ 478588 w 1275374"/>
              <a:gd name="csY51" fmla="*/ 301087 h 1612801"/>
              <a:gd name="csX52" fmla="*/ 544438 w 1275374"/>
              <a:gd name="csY52" fmla="*/ 225940 h 1612801"/>
              <a:gd name="csX53" fmla="*/ 336830 w 1275374"/>
              <a:gd name="csY53" fmla="*/ 278809 h 1612801"/>
              <a:gd name="csX54" fmla="*/ 243542 w 1275374"/>
              <a:gd name="csY54" fmla="*/ 160768 h 1612801"/>
              <a:gd name="csX55" fmla="*/ 264827 w 1275374"/>
              <a:gd name="csY55" fmla="*/ 131674 h 1612801"/>
              <a:gd name="csX56" fmla="*/ 425211 w 1275374"/>
              <a:gd name="csY56" fmla="*/ 96594 h 1612801"/>
              <a:gd name="csX57" fmla="*/ 661337 w 1275374"/>
              <a:gd name="csY57" fmla="*/ 26102 h 1612801"/>
              <a:gd name="csX58" fmla="*/ 674307 w 1275374"/>
              <a:gd name="csY58" fmla="*/ 1103931 h 1612801"/>
              <a:gd name="csX59" fmla="*/ 495716 w 1275374"/>
              <a:gd name="csY59" fmla="*/ 1153391 h 1612801"/>
              <a:gd name="csX60" fmla="*/ 677467 w 1275374"/>
              <a:gd name="csY60" fmla="*/ 1177914 h 1612801"/>
              <a:gd name="csX61" fmla="*/ 754374 w 1275374"/>
              <a:gd name="csY61" fmla="*/ 1106175 h 1612801"/>
              <a:gd name="csX62" fmla="*/ 674307 w 1275374"/>
              <a:gd name="csY62" fmla="*/ 1103931 h 1612801"/>
              <a:gd name="csX0" fmla="*/ 661337 w 1275374"/>
              <a:gd name="csY0" fmla="*/ 26102 h 1570660"/>
              <a:gd name="csX1" fmla="*/ 778236 w 1275374"/>
              <a:gd name="csY1" fmla="*/ 0 h 1570660"/>
              <a:gd name="csX2" fmla="*/ 852649 w 1275374"/>
              <a:gd name="csY2" fmla="*/ 70908 h 1570660"/>
              <a:gd name="csX3" fmla="*/ 825628 w 1275374"/>
              <a:gd name="csY3" fmla="*/ 133752 h 1570660"/>
              <a:gd name="csX4" fmla="*/ 638306 w 1275374"/>
              <a:gd name="csY4" fmla="*/ 212224 h 1570660"/>
              <a:gd name="csX5" fmla="*/ 569879 w 1275374"/>
              <a:gd name="csY5" fmla="*/ 279640 h 1570660"/>
              <a:gd name="csX6" fmla="*/ 753127 w 1275374"/>
              <a:gd name="csY6" fmla="*/ 241651 h 1570660"/>
              <a:gd name="csX7" fmla="*/ 872105 w 1275374"/>
              <a:gd name="csY7" fmla="*/ 324280 h 1570660"/>
              <a:gd name="csX8" fmla="*/ 931385 w 1275374"/>
              <a:gd name="csY8" fmla="*/ 525946 h 1570660"/>
              <a:gd name="csX9" fmla="*/ 932716 w 1275374"/>
              <a:gd name="csY9" fmla="*/ 776160 h 1570660"/>
              <a:gd name="csX10" fmla="*/ 883661 w 1275374"/>
              <a:gd name="csY10" fmla="*/ 906005 h 1570660"/>
              <a:gd name="csX11" fmla="*/ 762689 w 1275374"/>
              <a:gd name="csY11" fmla="*/ 934434 h 1570660"/>
              <a:gd name="csX12" fmla="*/ 669236 w 1275374"/>
              <a:gd name="csY12" fmla="*/ 871091 h 1570660"/>
              <a:gd name="csX13" fmla="*/ 469859 w 1275374"/>
              <a:gd name="csY13" fmla="*/ 918972 h 1570660"/>
              <a:gd name="csX14" fmla="*/ 517333 w 1275374"/>
              <a:gd name="csY14" fmla="*/ 995865 h 1570660"/>
              <a:gd name="csX15" fmla="*/ 523153 w 1275374"/>
              <a:gd name="csY15" fmla="*/ 1098860 h 1570660"/>
              <a:gd name="csX16" fmla="*/ 640967 w 1275374"/>
              <a:gd name="csY16" fmla="*/ 1055634 h 1570660"/>
              <a:gd name="csX17" fmla="*/ 871856 w 1275374"/>
              <a:gd name="csY17" fmla="*/ 970012 h 1570660"/>
              <a:gd name="csX18" fmla="*/ 972043 w 1275374"/>
              <a:gd name="csY18" fmla="*/ 1086640 h 1570660"/>
              <a:gd name="csX19" fmla="*/ 819225 w 1275374"/>
              <a:gd name="csY19" fmla="*/ 1216568 h 1570660"/>
              <a:gd name="csX20" fmla="*/ 1109479 w 1275374"/>
              <a:gd name="csY20" fmla="*/ 1317401 h 1570660"/>
              <a:gd name="csX21" fmla="*/ 1257307 w 1275374"/>
              <a:gd name="csY21" fmla="*/ 1445085 h 1570660"/>
              <a:gd name="csX22" fmla="*/ 1271441 w 1275374"/>
              <a:gd name="csY22" fmla="*/ 1565869 h 1570660"/>
              <a:gd name="csX23" fmla="*/ 995323 w 1275374"/>
              <a:gd name="csY23" fmla="*/ 1529126 h 1570660"/>
              <a:gd name="csX24" fmla="*/ 619682 w 1275374"/>
              <a:gd name="csY24" fmla="*/ 1369605 h 1570660"/>
              <a:gd name="csX25" fmla="*/ 446245 w 1275374"/>
              <a:gd name="csY25" fmla="*/ 1448244 h 1570660"/>
              <a:gd name="csX26" fmla="*/ 178192 w 1275374"/>
              <a:gd name="csY26" fmla="*/ 1496125 h 1570660"/>
              <a:gd name="csX27" fmla="*/ 380480 w 1275374"/>
              <a:gd name="csY27" fmla="*/ 1400695 h 1570660"/>
              <a:gd name="csX28" fmla="*/ 516419 w 1275374"/>
              <a:gd name="csY28" fmla="*/ 1311582 h 1570660"/>
              <a:gd name="csX29" fmla="*/ 426956 w 1275374"/>
              <a:gd name="csY29" fmla="*/ 1242670 h 1570660"/>
              <a:gd name="csX30" fmla="*/ 244706 w 1275374"/>
              <a:gd name="csY30" fmla="*/ 1405766 h 1570660"/>
              <a:gd name="csX31" fmla="*/ 121239 w 1275374"/>
              <a:gd name="csY31" fmla="*/ 1444503 h 1570660"/>
              <a:gd name="csX32" fmla="*/ 1929 w 1275374"/>
              <a:gd name="csY32" fmla="*/ 1282238 h 1570660"/>
              <a:gd name="csX33" fmla="*/ 78919 w 1275374"/>
              <a:gd name="csY33" fmla="*/ 1208588 h 1570660"/>
              <a:gd name="csX34" fmla="*/ 328266 w 1275374"/>
              <a:gd name="csY34" fmla="*/ 967269 h 1570660"/>
              <a:gd name="csX35" fmla="*/ 365514 w 1275374"/>
              <a:gd name="csY35" fmla="*/ 875497 h 1570660"/>
              <a:gd name="csX36" fmla="*/ 463124 w 1275374"/>
              <a:gd name="csY36" fmla="*/ 915730 h 1570660"/>
              <a:gd name="csX37" fmla="*/ 450569 w 1275374"/>
              <a:gd name="csY37" fmla="*/ 850226 h 1570660"/>
              <a:gd name="csX38" fmla="*/ 557990 w 1275374"/>
              <a:gd name="csY38" fmla="*/ 785886 h 1570660"/>
              <a:gd name="csX39" fmla="*/ 704239 w 1275374"/>
              <a:gd name="csY39" fmla="*/ 727115 h 1570660"/>
              <a:gd name="csX40" fmla="*/ 733339 w 1275374"/>
              <a:gd name="csY40" fmla="*/ 626281 h 1570660"/>
              <a:gd name="csX41" fmla="*/ 749968 w 1275374"/>
              <a:gd name="csY41" fmla="*/ 476070 h 1570660"/>
              <a:gd name="csX42" fmla="*/ 736082 w 1275374"/>
              <a:gd name="csY42" fmla="*/ 435421 h 1570660"/>
              <a:gd name="csX43" fmla="*/ 613945 w 1275374"/>
              <a:gd name="csY43" fmla="*/ 443733 h 1570660"/>
              <a:gd name="csX44" fmla="*/ 521573 w 1275374"/>
              <a:gd name="csY44" fmla="*/ 349633 h 1570660"/>
              <a:gd name="csX45" fmla="*/ 455973 w 1275374"/>
              <a:gd name="csY45" fmla="*/ 808330 h 1570660"/>
              <a:gd name="csX46" fmla="*/ 412656 w 1275374"/>
              <a:gd name="csY46" fmla="*/ 847898 h 1570660"/>
              <a:gd name="csX47" fmla="*/ 332090 w 1275374"/>
              <a:gd name="csY47" fmla="*/ 806085 h 1570660"/>
              <a:gd name="csX48" fmla="*/ 296006 w 1275374"/>
              <a:gd name="csY48" fmla="*/ 645567 h 1570660"/>
              <a:gd name="csX49" fmla="*/ 376654 w 1275374"/>
              <a:gd name="csY49" fmla="*/ 416135 h 1570660"/>
              <a:gd name="csX50" fmla="*/ 478588 w 1275374"/>
              <a:gd name="csY50" fmla="*/ 301087 h 1570660"/>
              <a:gd name="csX51" fmla="*/ 544438 w 1275374"/>
              <a:gd name="csY51" fmla="*/ 225940 h 1570660"/>
              <a:gd name="csX52" fmla="*/ 336830 w 1275374"/>
              <a:gd name="csY52" fmla="*/ 278809 h 1570660"/>
              <a:gd name="csX53" fmla="*/ 243542 w 1275374"/>
              <a:gd name="csY53" fmla="*/ 160768 h 1570660"/>
              <a:gd name="csX54" fmla="*/ 264827 w 1275374"/>
              <a:gd name="csY54" fmla="*/ 131674 h 1570660"/>
              <a:gd name="csX55" fmla="*/ 425211 w 1275374"/>
              <a:gd name="csY55" fmla="*/ 96594 h 1570660"/>
              <a:gd name="csX56" fmla="*/ 661337 w 1275374"/>
              <a:gd name="csY56" fmla="*/ 26102 h 1570660"/>
              <a:gd name="csX57" fmla="*/ 674307 w 1275374"/>
              <a:gd name="csY57" fmla="*/ 1103931 h 1570660"/>
              <a:gd name="csX58" fmla="*/ 495716 w 1275374"/>
              <a:gd name="csY58" fmla="*/ 1153391 h 1570660"/>
              <a:gd name="csX59" fmla="*/ 677467 w 1275374"/>
              <a:gd name="csY59" fmla="*/ 1177914 h 1570660"/>
              <a:gd name="csX60" fmla="*/ 754374 w 1275374"/>
              <a:gd name="csY60" fmla="*/ 1106175 h 1570660"/>
              <a:gd name="csX61" fmla="*/ 674307 w 1275374"/>
              <a:gd name="csY61" fmla="*/ 1103931 h 1570660"/>
              <a:gd name="csX0" fmla="*/ 661337 w 1257307"/>
              <a:gd name="csY0" fmla="*/ 26102 h 1530799"/>
              <a:gd name="csX1" fmla="*/ 778236 w 1257307"/>
              <a:gd name="csY1" fmla="*/ 0 h 1530799"/>
              <a:gd name="csX2" fmla="*/ 852649 w 1257307"/>
              <a:gd name="csY2" fmla="*/ 70908 h 1530799"/>
              <a:gd name="csX3" fmla="*/ 825628 w 1257307"/>
              <a:gd name="csY3" fmla="*/ 133752 h 1530799"/>
              <a:gd name="csX4" fmla="*/ 638306 w 1257307"/>
              <a:gd name="csY4" fmla="*/ 212224 h 1530799"/>
              <a:gd name="csX5" fmla="*/ 569879 w 1257307"/>
              <a:gd name="csY5" fmla="*/ 279640 h 1530799"/>
              <a:gd name="csX6" fmla="*/ 753127 w 1257307"/>
              <a:gd name="csY6" fmla="*/ 241651 h 1530799"/>
              <a:gd name="csX7" fmla="*/ 872105 w 1257307"/>
              <a:gd name="csY7" fmla="*/ 324280 h 1530799"/>
              <a:gd name="csX8" fmla="*/ 931385 w 1257307"/>
              <a:gd name="csY8" fmla="*/ 525946 h 1530799"/>
              <a:gd name="csX9" fmla="*/ 932716 w 1257307"/>
              <a:gd name="csY9" fmla="*/ 776160 h 1530799"/>
              <a:gd name="csX10" fmla="*/ 883661 w 1257307"/>
              <a:gd name="csY10" fmla="*/ 906005 h 1530799"/>
              <a:gd name="csX11" fmla="*/ 762689 w 1257307"/>
              <a:gd name="csY11" fmla="*/ 934434 h 1530799"/>
              <a:gd name="csX12" fmla="*/ 669236 w 1257307"/>
              <a:gd name="csY12" fmla="*/ 871091 h 1530799"/>
              <a:gd name="csX13" fmla="*/ 469859 w 1257307"/>
              <a:gd name="csY13" fmla="*/ 918972 h 1530799"/>
              <a:gd name="csX14" fmla="*/ 517333 w 1257307"/>
              <a:gd name="csY14" fmla="*/ 995865 h 1530799"/>
              <a:gd name="csX15" fmla="*/ 523153 w 1257307"/>
              <a:gd name="csY15" fmla="*/ 1098860 h 1530799"/>
              <a:gd name="csX16" fmla="*/ 640967 w 1257307"/>
              <a:gd name="csY16" fmla="*/ 1055634 h 1530799"/>
              <a:gd name="csX17" fmla="*/ 871856 w 1257307"/>
              <a:gd name="csY17" fmla="*/ 970012 h 1530799"/>
              <a:gd name="csX18" fmla="*/ 972043 w 1257307"/>
              <a:gd name="csY18" fmla="*/ 1086640 h 1530799"/>
              <a:gd name="csX19" fmla="*/ 819225 w 1257307"/>
              <a:gd name="csY19" fmla="*/ 1216568 h 1530799"/>
              <a:gd name="csX20" fmla="*/ 1109479 w 1257307"/>
              <a:gd name="csY20" fmla="*/ 1317401 h 1530799"/>
              <a:gd name="csX21" fmla="*/ 1257307 w 1257307"/>
              <a:gd name="csY21" fmla="*/ 1445085 h 1530799"/>
              <a:gd name="csX22" fmla="*/ 995323 w 1257307"/>
              <a:gd name="csY22" fmla="*/ 1529126 h 1530799"/>
              <a:gd name="csX23" fmla="*/ 619682 w 1257307"/>
              <a:gd name="csY23" fmla="*/ 1369605 h 1530799"/>
              <a:gd name="csX24" fmla="*/ 446245 w 1257307"/>
              <a:gd name="csY24" fmla="*/ 1448244 h 1530799"/>
              <a:gd name="csX25" fmla="*/ 178192 w 1257307"/>
              <a:gd name="csY25" fmla="*/ 1496125 h 1530799"/>
              <a:gd name="csX26" fmla="*/ 380480 w 1257307"/>
              <a:gd name="csY26" fmla="*/ 1400695 h 1530799"/>
              <a:gd name="csX27" fmla="*/ 516419 w 1257307"/>
              <a:gd name="csY27" fmla="*/ 1311582 h 1530799"/>
              <a:gd name="csX28" fmla="*/ 426956 w 1257307"/>
              <a:gd name="csY28" fmla="*/ 1242670 h 1530799"/>
              <a:gd name="csX29" fmla="*/ 244706 w 1257307"/>
              <a:gd name="csY29" fmla="*/ 1405766 h 1530799"/>
              <a:gd name="csX30" fmla="*/ 121239 w 1257307"/>
              <a:gd name="csY30" fmla="*/ 1444503 h 1530799"/>
              <a:gd name="csX31" fmla="*/ 1929 w 1257307"/>
              <a:gd name="csY31" fmla="*/ 1282238 h 1530799"/>
              <a:gd name="csX32" fmla="*/ 78919 w 1257307"/>
              <a:gd name="csY32" fmla="*/ 1208588 h 1530799"/>
              <a:gd name="csX33" fmla="*/ 328266 w 1257307"/>
              <a:gd name="csY33" fmla="*/ 967269 h 1530799"/>
              <a:gd name="csX34" fmla="*/ 365514 w 1257307"/>
              <a:gd name="csY34" fmla="*/ 875497 h 1530799"/>
              <a:gd name="csX35" fmla="*/ 463124 w 1257307"/>
              <a:gd name="csY35" fmla="*/ 915730 h 1530799"/>
              <a:gd name="csX36" fmla="*/ 450569 w 1257307"/>
              <a:gd name="csY36" fmla="*/ 850226 h 1530799"/>
              <a:gd name="csX37" fmla="*/ 557990 w 1257307"/>
              <a:gd name="csY37" fmla="*/ 785886 h 1530799"/>
              <a:gd name="csX38" fmla="*/ 704239 w 1257307"/>
              <a:gd name="csY38" fmla="*/ 727115 h 1530799"/>
              <a:gd name="csX39" fmla="*/ 733339 w 1257307"/>
              <a:gd name="csY39" fmla="*/ 626281 h 1530799"/>
              <a:gd name="csX40" fmla="*/ 749968 w 1257307"/>
              <a:gd name="csY40" fmla="*/ 476070 h 1530799"/>
              <a:gd name="csX41" fmla="*/ 736082 w 1257307"/>
              <a:gd name="csY41" fmla="*/ 435421 h 1530799"/>
              <a:gd name="csX42" fmla="*/ 613945 w 1257307"/>
              <a:gd name="csY42" fmla="*/ 443733 h 1530799"/>
              <a:gd name="csX43" fmla="*/ 521573 w 1257307"/>
              <a:gd name="csY43" fmla="*/ 349633 h 1530799"/>
              <a:gd name="csX44" fmla="*/ 455973 w 1257307"/>
              <a:gd name="csY44" fmla="*/ 808330 h 1530799"/>
              <a:gd name="csX45" fmla="*/ 412656 w 1257307"/>
              <a:gd name="csY45" fmla="*/ 847898 h 1530799"/>
              <a:gd name="csX46" fmla="*/ 332090 w 1257307"/>
              <a:gd name="csY46" fmla="*/ 806085 h 1530799"/>
              <a:gd name="csX47" fmla="*/ 296006 w 1257307"/>
              <a:gd name="csY47" fmla="*/ 645567 h 1530799"/>
              <a:gd name="csX48" fmla="*/ 376654 w 1257307"/>
              <a:gd name="csY48" fmla="*/ 416135 h 1530799"/>
              <a:gd name="csX49" fmla="*/ 478588 w 1257307"/>
              <a:gd name="csY49" fmla="*/ 301087 h 1530799"/>
              <a:gd name="csX50" fmla="*/ 544438 w 1257307"/>
              <a:gd name="csY50" fmla="*/ 225940 h 1530799"/>
              <a:gd name="csX51" fmla="*/ 336830 w 1257307"/>
              <a:gd name="csY51" fmla="*/ 278809 h 1530799"/>
              <a:gd name="csX52" fmla="*/ 243542 w 1257307"/>
              <a:gd name="csY52" fmla="*/ 160768 h 1530799"/>
              <a:gd name="csX53" fmla="*/ 264827 w 1257307"/>
              <a:gd name="csY53" fmla="*/ 131674 h 1530799"/>
              <a:gd name="csX54" fmla="*/ 425211 w 1257307"/>
              <a:gd name="csY54" fmla="*/ 96594 h 1530799"/>
              <a:gd name="csX55" fmla="*/ 661337 w 1257307"/>
              <a:gd name="csY55" fmla="*/ 26102 h 1530799"/>
              <a:gd name="csX56" fmla="*/ 674307 w 1257307"/>
              <a:gd name="csY56" fmla="*/ 1103931 h 1530799"/>
              <a:gd name="csX57" fmla="*/ 495716 w 1257307"/>
              <a:gd name="csY57" fmla="*/ 1153391 h 1530799"/>
              <a:gd name="csX58" fmla="*/ 677467 w 1257307"/>
              <a:gd name="csY58" fmla="*/ 1177914 h 1530799"/>
              <a:gd name="csX59" fmla="*/ 754374 w 1257307"/>
              <a:gd name="csY59" fmla="*/ 1106175 h 1530799"/>
              <a:gd name="csX60" fmla="*/ 674307 w 1257307"/>
              <a:gd name="csY60" fmla="*/ 1103931 h 153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</a:cxnLst>
            <a:rect l="l" t="t" r="r" b="b"/>
            <a:pathLst>
              <a:path w="1257307" h="1530799">
                <a:moveTo>
                  <a:pt x="661337" y="26102"/>
                </a:moveTo>
                <a:cubicBezTo>
                  <a:pt x="699417" y="14381"/>
                  <a:pt x="738078" y="2078"/>
                  <a:pt x="778236" y="0"/>
                </a:cubicBezTo>
                <a:cubicBezTo>
                  <a:pt x="813489" y="6983"/>
                  <a:pt x="841175" y="37823"/>
                  <a:pt x="852649" y="70908"/>
                </a:cubicBezTo>
                <a:cubicBezTo>
                  <a:pt x="862876" y="95763"/>
                  <a:pt x="842090" y="117709"/>
                  <a:pt x="825628" y="133752"/>
                </a:cubicBezTo>
                <a:cubicBezTo>
                  <a:pt x="772499" y="179389"/>
                  <a:pt x="696174" y="175565"/>
                  <a:pt x="638306" y="212224"/>
                </a:cubicBezTo>
                <a:cubicBezTo>
                  <a:pt x="611036" y="229515"/>
                  <a:pt x="586924" y="252208"/>
                  <a:pt x="569879" y="279640"/>
                </a:cubicBezTo>
                <a:cubicBezTo>
                  <a:pt x="630491" y="265343"/>
                  <a:pt x="689273" y="235500"/>
                  <a:pt x="753127" y="241651"/>
                </a:cubicBezTo>
                <a:cubicBezTo>
                  <a:pt x="802680" y="250213"/>
                  <a:pt x="842589" y="285293"/>
                  <a:pt x="872105" y="324280"/>
                </a:cubicBezTo>
                <a:cubicBezTo>
                  <a:pt x="913677" y="382718"/>
                  <a:pt x="927644" y="455621"/>
                  <a:pt x="931385" y="525946"/>
                </a:cubicBezTo>
                <a:cubicBezTo>
                  <a:pt x="934628" y="609323"/>
                  <a:pt x="934795" y="692783"/>
                  <a:pt x="932716" y="776160"/>
                </a:cubicBezTo>
                <a:cubicBezTo>
                  <a:pt x="929973" y="822711"/>
                  <a:pt x="919995" y="873502"/>
                  <a:pt x="883661" y="906005"/>
                </a:cubicBezTo>
                <a:cubicBezTo>
                  <a:pt x="853480" y="939256"/>
                  <a:pt x="804177" y="945324"/>
                  <a:pt x="762689" y="934434"/>
                </a:cubicBezTo>
                <a:cubicBezTo>
                  <a:pt x="725689" y="923212"/>
                  <a:pt x="696257" y="897442"/>
                  <a:pt x="669236" y="871091"/>
                </a:cubicBezTo>
                <a:cubicBezTo>
                  <a:pt x="607959" y="900851"/>
                  <a:pt x="540031" y="937343"/>
                  <a:pt x="469859" y="918972"/>
                </a:cubicBezTo>
                <a:cubicBezTo>
                  <a:pt x="489729" y="941666"/>
                  <a:pt x="508104" y="966687"/>
                  <a:pt x="517333" y="995865"/>
                </a:cubicBezTo>
                <a:cubicBezTo>
                  <a:pt x="528890" y="1028950"/>
                  <a:pt x="523402" y="1064528"/>
                  <a:pt x="523153" y="1098860"/>
                </a:cubicBezTo>
                <a:cubicBezTo>
                  <a:pt x="565140" y="1092708"/>
                  <a:pt x="601307" y="1069184"/>
                  <a:pt x="640967" y="1055634"/>
                </a:cubicBezTo>
                <a:cubicBezTo>
                  <a:pt x="718124" y="1027786"/>
                  <a:pt x="793368" y="994286"/>
                  <a:pt x="871856" y="970012"/>
                </a:cubicBezTo>
                <a:cubicBezTo>
                  <a:pt x="929723" y="964360"/>
                  <a:pt x="985845" y="1030778"/>
                  <a:pt x="972043" y="1086640"/>
                </a:cubicBezTo>
                <a:cubicBezTo>
                  <a:pt x="933049" y="1142335"/>
                  <a:pt x="870442" y="1173757"/>
                  <a:pt x="819225" y="1216568"/>
                </a:cubicBezTo>
                <a:cubicBezTo>
                  <a:pt x="917252" y="1246161"/>
                  <a:pt x="1016026" y="1274757"/>
                  <a:pt x="1109479" y="1317401"/>
                </a:cubicBezTo>
                <a:cubicBezTo>
                  <a:pt x="1168926" y="1345332"/>
                  <a:pt x="1227459" y="1384319"/>
                  <a:pt x="1257307" y="1445085"/>
                </a:cubicBezTo>
                <a:cubicBezTo>
                  <a:pt x="1238281" y="1480372"/>
                  <a:pt x="1101594" y="1541706"/>
                  <a:pt x="995323" y="1529126"/>
                </a:cubicBezTo>
                <a:cubicBezTo>
                  <a:pt x="889052" y="1516546"/>
                  <a:pt x="741320" y="1430870"/>
                  <a:pt x="619682" y="1369605"/>
                </a:cubicBezTo>
                <a:cubicBezTo>
                  <a:pt x="568133" y="1407844"/>
                  <a:pt x="509019" y="1434777"/>
                  <a:pt x="446245" y="1448244"/>
                </a:cubicBezTo>
                <a:cubicBezTo>
                  <a:pt x="357615" y="1467778"/>
                  <a:pt x="269899" y="1497705"/>
                  <a:pt x="178192" y="1496125"/>
                </a:cubicBezTo>
                <a:cubicBezTo>
                  <a:pt x="249944" y="1474512"/>
                  <a:pt x="315877" y="1438102"/>
                  <a:pt x="380480" y="1400695"/>
                </a:cubicBezTo>
                <a:cubicBezTo>
                  <a:pt x="426291" y="1371766"/>
                  <a:pt x="474016" y="1345582"/>
                  <a:pt x="516419" y="1311582"/>
                </a:cubicBezTo>
                <a:cubicBezTo>
                  <a:pt x="484990" y="1290634"/>
                  <a:pt x="456306" y="1266195"/>
                  <a:pt x="426956" y="1242670"/>
                </a:cubicBezTo>
                <a:cubicBezTo>
                  <a:pt x="371333" y="1302355"/>
                  <a:pt x="312967" y="1360461"/>
                  <a:pt x="244706" y="1405766"/>
                </a:cubicBezTo>
                <a:cubicBezTo>
                  <a:pt x="208539" y="1430205"/>
                  <a:pt x="165970" y="1450155"/>
                  <a:pt x="121239" y="1444503"/>
                </a:cubicBezTo>
                <a:cubicBezTo>
                  <a:pt x="49736" y="1430454"/>
                  <a:pt x="-11790" y="1356637"/>
                  <a:pt x="1929" y="1282238"/>
                </a:cubicBezTo>
                <a:cubicBezTo>
                  <a:pt x="8912" y="1242420"/>
                  <a:pt x="52064" y="1231863"/>
                  <a:pt x="78919" y="1208588"/>
                </a:cubicBezTo>
                <a:cubicBezTo>
                  <a:pt x="170626" y="1138262"/>
                  <a:pt x="264161" y="1064944"/>
                  <a:pt x="328266" y="967269"/>
                </a:cubicBezTo>
                <a:cubicBezTo>
                  <a:pt x="352709" y="940253"/>
                  <a:pt x="324607" y="889795"/>
                  <a:pt x="365514" y="875497"/>
                </a:cubicBezTo>
                <a:cubicBezTo>
                  <a:pt x="401764" y="866353"/>
                  <a:pt x="438513" y="890127"/>
                  <a:pt x="463124" y="915730"/>
                </a:cubicBezTo>
                <a:cubicBezTo>
                  <a:pt x="453147" y="895530"/>
                  <a:pt x="441090" y="873003"/>
                  <a:pt x="450569" y="850226"/>
                </a:cubicBezTo>
                <a:cubicBezTo>
                  <a:pt x="468861" y="809493"/>
                  <a:pt x="515254" y="788463"/>
                  <a:pt x="557990" y="785886"/>
                </a:cubicBezTo>
                <a:cubicBezTo>
                  <a:pt x="610703" y="780981"/>
                  <a:pt x="665827" y="765519"/>
                  <a:pt x="704239" y="727115"/>
                </a:cubicBezTo>
                <a:cubicBezTo>
                  <a:pt x="727270" y="699267"/>
                  <a:pt x="730179" y="660862"/>
                  <a:pt x="733339" y="626281"/>
                </a:cubicBezTo>
                <a:cubicBezTo>
                  <a:pt x="739491" y="576238"/>
                  <a:pt x="745229" y="526196"/>
                  <a:pt x="749968" y="476070"/>
                </a:cubicBezTo>
                <a:cubicBezTo>
                  <a:pt x="753543" y="460359"/>
                  <a:pt x="742734" y="448223"/>
                  <a:pt x="736082" y="435421"/>
                </a:cubicBezTo>
                <a:cubicBezTo>
                  <a:pt x="696091" y="442986"/>
                  <a:pt x="654270" y="458115"/>
                  <a:pt x="613945" y="443733"/>
                </a:cubicBezTo>
                <a:cubicBezTo>
                  <a:pt x="570711" y="427524"/>
                  <a:pt x="543107" y="388288"/>
                  <a:pt x="521573" y="349633"/>
                </a:cubicBezTo>
                <a:cubicBezTo>
                  <a:pt x="453562" y="492696"/>
                  <a:pt x="471438" y="655292"/>
                  <a:pt x="455973" y="808330"/>
                </a:cubicBezTo>
                <a:cubicBezTo>
                  <a:pt x="446911" y="825537"/>
                  <a:pt x="436102" y="851140"/>
                  <a:pt x="412656" y="847898"/>
                </a:cubicBezTo>
                <a:cubicBezTo>
                  <a:pt x="379731" y="851473"/>
                  <a:pt x="352543" y="828945"/>
                  <a:pt x="332090" y="806085"/>
                </a:cubicBezTo>
                <a:cubicBezTo>
                  <a:pt x="293927" y="762942"/>
                  <a:pt x="283618" y="700680"/>
                  <a:pt x="296006" y="645567"/>
                </a:cubicBezTo>
                <a:cubicBezTo>
                  <a:pt x="310806" y="565598"/>
                  <a:pt x="334501" y="486212"/>
                  <a:pt x="376654" y="416135"/>
                </a:cubicBezTo>
                <a:cubicBezTo>
                  <a:pt x="404590" y="372909"/>
                  <a:pt x="441174" y="336084"/>
                  <a:pt x="478588" y="301087"/>
                </a:cubicBezTo>
                <a:cubicBezTo>
                  <a:pt x="503531" y="278892"/>
                  <a:pt x="524234" y="252458"/>
                  <a:pt x="544438" y="225940"/>
                </a:cubicBezTo>
                <a:cubicBezTo>
                  <a:pt x="476177" y="247138"/>
                  <a:pt x="411409" y="289865"/>
                  <a:pt x="336830" y="278809"/>
                </a:cubicBezTo>
                <a:cubicBezTo>
                  <a:pt x="289937" y="257113"/>
                  <a:pt x="248614" y="213720"/>
                  <a:pt x="243542" y="160768"/>
                </a:cubicBezTo>
                <a:cubicBezTo>
                  <a:pt x="247367" y="149214"/>
                  <a:pt x="248448" y="130760"/>
                  <a:pt x="264827" y="131674"/>
                </a:cubicBezTo>
                <a:cubicBezTo>
                  <a:pt x="319702" y="127601"/>
                  <a:pt x="371832" y="108647"/>
                  <a:pt x="425211" y="96594"/>
                </a:cubicBezTo>
                <a:cubicBezTo>
                  <a:pt x="505277" y="77641"/>
                  <a:pt x="582600" y="49461"/>
                  <a:pt x="661337" y="26102"/>
                </a:cubicBezTo>
                <a:moveTo>
                  <a:pt x="674307" y="1103931"/>
                </a:moveTo>
                <a:cubicBezTo>
                  <a:pt x="614362" y="1118893"/>
                  <a:pt x="551588" y="1125294"/>
                  <a:pt x="495716" y="1153391"/>
                </a:cubicBezTo>
                <a:cubicBezTo>
                  <a:pt x="557574" y="1149484"/>
                  <a:pt x="617188" y="1168188"/>
                  <a:pt x="677467" y="1177914"/>
                </a:cubicBezTo>
                <a:cubicBezTo>
                  <a:pt x="706234" y="1157631"/>
                  <a:pt x="729930" y="1131196"/>
                  <a:pt x="754374" y="1106175"/>
                </a:cubicBezTo>
                <a:cubicBezTo>
                  <a:pt x="731344" y="1085726"/>
                  <a:pt x="700414" y="1099857"/>
                  <a:pt x="674307" y="1103931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5E6E37E-9F59-2B0F-46EE-69DAB0492B19}"/>
              </a:ext>
            </a:extLst>
          </p:cNvPr>
          <p:cNvSpPr/>
          <p:nvPr/>
        </p:nvSpPr>
        <p:spPr>
          <a:xfrm>
            <a:off x="4779019" y="3824423"/>
            <a:ext cx="190664" cy="298438"/>
          </a:xfrm>
          <a:custGeom>
            <a:avLst/>
            <a:gdLst>
              <a:gd name="csX0" fmla="*/ 13985 w 190664"/>
              <a:gd name="csY0" fmla="*/ 28007 h 298438"/>
              <a:gd name="csX1" fmla="*/ 150339 w 190664"/>
              <a:gd name="csY1" fmla="*/ 26262 h 298438"/>
              <a:gd name="csX2" fmla="*/ 183348 w 190664"/>
              <a:gd name="csY2" fmla="*/ 94343 h 298438"/>
              <a:gd name="csX3" fmla="*/ 121988 w 190664"/>
              <a:gd name="csY3" fmla="*/ 181543 h 298438"/>
              <a:gd name="csX4" fmla="*/ 190664 w 190664"/>
              <a:gd name="csY4" fmla="*/ 183455 h 298438"/>
              <a:gd name="csX5" fmla="*/ 101119 w 190664"/>
              <a:gd name="csY5" fmla="*/ 289609 h 298438"/>
              <a:gd name="csX6" fmla="*/ 2095 w 190664"/>
              <a:gd name="csY6" fmla="*/ 207978 h 298438"/>
              <a:gd name="csX7" fmla="*/ 88398 w 190664"/>
              <a:gd name="csY7" fmla="*/ 118283 h 298438"/>
              <a:gd name="csX8" fmla="*/ 19721 w 190664"/>
              <a:gd name="csY8" fmla="*/ 90935 h 298438"/>
              <a:gd name="csX9" fmla="*/ 13985 w 190664"/>
              <a:gd name="csY9" fmla="*/ 28007 h 2984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90664" h="298438">
                <a:moveTo>
                  <a:pt x="13985" y="28007"/>
                </a:moveTo>
                <a:cubicBezTo>
                  <a:pt x="48905" y="-8236"/>
                  <a:pt x="114422" y="-9815"/>
                  <a:pt x="150339" y="26262"/>
                </a:cubicBezTo>
                <a:cubicBezTo>
                  <a:pt x="168132" y="43802"/>
                  <a:pt x="186839" y="68075"/>
                  <a:pt x="183348" y="94343"/>
                </a:cubicBezTo>
                <a:cubicBezTo>
                  <a:pt x="164224" y="124352"/>
                  <a:pt x="136538" y="148625"/>
                  <a:pt x="121988" y="181543"/>
                </a:cubicBezTo>
                <a:cubicBezTo>
                  <a:pt x="144519" y="187279"/>
                  <a:pt x="167800" y="187030"/>
                  <a:pt x="190664" y="183455"/>
                </a:cubicBezTo>
                <a:cubicBezTo>
                  <a:pt x="164724" y="221777"/>
                  <a:pt x="149009" y="272651"/>
                  <a:pt x="101119" y="289609"/>
                </a:cubicBezTo>
                <a:cubicBezTo>
                  <a:pt x="51814" y="322029"/>
                  <a:pt x="-12455" y="258436"/>
                  <a:pt x="2095" y="207978"/>
                </a:cubicBezTo>
                <a:cubicBezTo>
                  <a:pt x="30862" y="178135"/>
                  <a:pt x="66947" y="154860"/>
                  <a:pt x="88398" y="118283"/>
                </a:cubicBezTo>
                <a:cubicBezTo>
                  <a:pt x="65200" y="110469"/>
                  <a:pt x="36683" y="110885"/>
                  <a:pt x="19721" y="90935"/>
                </a:cubicBezTo>
                <a:cubicBezTo>
                  <a:pt x="4174" y="74475"/>
                  <a:pt x="-4805" y="45547"/>
                  <a:pt x="13985" y="28007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弧形 12">
            <a:extLst>
              <a:ext uri="{FF2B5EF4-FFF2-40B4-BE49-F238E27FC236}">
                <a16:creationId xmlns:a16="http://schemas.microsoft.com/office/drawing/2014/main" id="{E3B45EA6-DA64-2CEA-C7D2-3EDCE88CE025}"/>
              </a:ext>
            </a:extLst>
          </p:cNvPr>
          <p:cNvSpPr/>
          <p:nvPr/>
        </p:nvSpPr>
        <p:spPr>
          <a:xfrm>
            <a:off x="3652108" y="985108"/>
            <a:ext cx="4887784" cy="4887784"/>
          </a:xfrm>
          <a:prstGeom prst="arc">
            <a:avLst>
              <a:gd name="adj1" fmla="val 1922915"/>
              <a:gd name="adj2" fmla="val 20921739"/>
            </a:avLst>
          </a:prstGeom>
          <a:ln w="635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Arc 12+">
            <a:extLst>
              <a:ext uri="{FF2B5EF4-FFF2-40B4-BE49-F238E27FC236}">
                <a16:creationId xmlns:a16="http://schemas.microsoft.com/office/drawing/2014/main" id="{8E4942DE-7A03-2E98-3A93-690A5C754C8B}"/>
              </a:ext>
            </a:extLst>
          </p:cNvPr>
          <p:cNvSpPr/>
          <p:nvPr/>
        </p:nvSpPr>
        <p:spPr>
          <a:xfrm>
            <a:off x="3067050" y="400050"/>
            <a:ext cx="6057900" cy="6057900"/>
          </a:xfrm>
          <a:prstGeom prst="arc">
            <a:avLst>
              <a:gd name="adj1" fmla="val 3600716"/>
              <a:gd name="adj2" fmla="val 12203539"/>
            </a:avLst>
          </a:prstGeom>
          <a:ln w="1016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Arc 12++">
            <a:extLst>
              <a:ext uri="{FF2B5EF4-FFF2-40B4-BE49-F238E27FC236}">
                <a16:creationId xmlns:a16="http://schemas.microsoft.com/office/drawing/2014/main" id="{19A7C068-A406-AFFA-76BC-16FC13024AF1}"/>
              </a:ext>
            </a:extLst>
          </p:cNvPr>
          <p:cNvSpPr/>
          <p:nvPr/>
        </p:nvSpPr>
        <p:spPr>
          <a:xfrm>
            <a:off x="2365829" y="-301171"/>
            <a:ext cx="7460342" cy="7460342"/>
          </a:xfrm>
          <a:prstGeom prst="arc">
            <a:avLst>
              <a:gd name="adj1" fmla="val 9606023"/>
              <a:gd name="adj2" fmla="val 12159905"/>
            </a:avLst>
          </a:prstGeom>
          <a:ln w="127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CA791A6C-EE1E-2683-3A8D-C70F5DE8AA8C}"/>
              </a:ext>
            </a:extLst>
          </p:cNvPr>
          <p:cNvSpPr/>
          <p:nvPr/>
        </p:nvSpPr>
        <p:spPr>
          <a:xfrm>
            <a:off x="4575916" y="1466437"/>
            <a:ext cx="307995" cy="872068"/>
          </a:xfrm>
          <a:custGeom>
            <a:avLst/>
            <a:gdLst>
              <a:gd name="connsiteX0" fmla="*/ 372617 w 380184"/>
              <a:gd name="connsiteY0" fmla="*/ 806419 h 1076464"/>
              <a:gd name="connsiteX1" fmla="*/ 374694 w 380184"/>
              <a:gd name="connsiteY1" fmla="*/ 890781 h 1076464"/>
              <a:gd name="connsiteX2" fmla="*/ 372617 w 380184"/>
              <a:gd name="connsiteY2" fmla="*/ 806419 h 1076464"/>
              <a:gd name="connsiteX3" fmla="*/ 370799 w 380184"/>
              <a:gd name="connsiteY3" fmla="*/ 751214 h 1076464"/>
              <a:gd name="connsiteX4" fmla="*/ 370885 w 380184"/>
              <a:gd name="connsiteY4" fmla="*/ 788592 h 1076464"/>
              <a:gd name="connsiteX5" fmla="*/ 370799 w 380184"/>
              <a:gd name="connsiteY5" fmla="*/ 751214 h 1076464"/>
              <a:gd name="connsiteX6" fmla="*/ 373051 w 380184"/>
              <a:gd name="connsiteY6" fmla="*/ 513789 h 1076464"/>
              <a:gd name="connsiteX7" fmla="*/ 372877 w 380184"/>
              <a:gd name="connsiteY7" fmla="*/ 743514 h 1076464"/>
              <a:gd name="connsiteX8" fmla="*/ 373051 w 380184"/>
              <a:gd name="connsiteY8" fmla="*/ 513789 h 1076464"/>
              <a:gd name="connsiteX9" fmla="*/ 373309 w 380184"/>
              <a:gd name="connsiteY9" fmla="*/ 374914 h 1076464"/>
              <a:gd name="connsiteX10" fmla="*/ 372963 w 380184"/>
              <a:gd name="connsiteY10" fmla="*/ 490598 h 1076464"/>
              <a:gd name="connsiteX11" fmla="*/ 373309 w 380184"/>
              <a:gd name="connsiteY11" fmla="*/ 374914 h 1076464"/>
              <a:gd name="connsiteX12" fmla="*/ 3495 w 380184"/>
              <a:gd name="connsiteY12" fmla="*/ 359600 h 1076464"/>
              <a:gd name="connsiteX13" fmla="*/ 12068 w 380184"/>
              <a:gd name="connsiteY13" fmla="*/ 361158 h 1076464"/>
              <a:gd name="connsiteX14" fmla="*/ 19864 w 380184"/>
              <a:gd name="connsiteY14" fmla="*/ 485927 h 1076464"/>
              <a:gd name="connsiteX15" fmla="*/ 18998 w 380184"/>
              <a:gd name="connsiteY15" fmla="*/ 617272 h 1076464"/>
              <a:gd name="connsiteX16" fmla="*/ 23675 w 380184"/>
              <a:gd name="connsiteY16" fmla="*/ 775529 h 1076464"/>
              <a:gd name="connsiteX17" fmla="*/ 13109 w 380184"/>
              <a:gd name="connsiteY17" fmla="*/ 834972 h 1076464"/>
              <a:gd name="connsiteX18" fmla="*/ 8864 w 380184"/>
              <a:gd name="connsiteY18" fmla="*/ 933956 h 1076464"/>
              <a:gd name="connsiteX19" fmla="*/ 8952 w 380184"/>
              <a:gd name="connsiteY19" fmla="*/ 800794 h 1076464"/>
              <a:gd name="connsiteX20" fmla="*/ 1502 w 380184"/>
              <a:gd name="connsiteY20" fmla="*/ 724478 h 1076464"/>
              <a:gd name="connsiteX21" fmla="*/ 7652 w 380184"/>
              <a:gd name="connsiteY21" fmla="*/ 593480 h 1076464"/>
              <a:gd name="connsiteX22" fmla="*/ 2022 w 380184"/>
              <a:gd name="connsiteY22" fmla="*/ 522009 h 1076464"/>
              <a:gd name="connsiteX23" fmla="*/ 3495 w 380184"/>
              <a:gd name="connsiteY23" fmla="*/ 359600 h 1076464"/>
              <a:gd name="connsiteX24" fmla="*/ 371665 w 380184"/>
              <a:gd name="connsiteY24" fmla="*/ 278005 h 1076464"/>
              <a:gd name="connsiteX25" fmla="*/ 372097 w 380184"/>
              <a:gd name="connsiteY25" fmla="*/ 360638 h 1076464"/>
              <a:gd name="connsiteX26" fmla="*/ 371665 w 380184"/>
              <a:gd name="connsiteY26" fmla="*/ 278005 h 1076464"/>
              <a:gd name="connsiteX27" fmla="*/ 369585 w 380184"/>
              <a:gd name="connsiteY27" fmla="*/ 192087 h 1076464"/>
              <a:gd name="connsiteX28" fmla="*/ 375908 w 380184"/>
              <a:gd name="connsiteY28" fmla="*/ 210171 h 1076464"/>
              <a:gd name="connsiteX29" fmla="*/ 369585 w 380184"/>
              <a:gd name="connsiteY29" fmla="*/ 192087 h 1076464"/>
              <a:gd name="connsiteX30" fmla="*/ 221052 w 380184"/>
              <a:gd name="connsiteY30" fmla="*/ 65931 h 1076464"/>
              <a:gd name="connsiteX31" fmla="*/ 221052 w 380184"/>
              <a:gd name="connsiteY31" fmla="*/ 73807 h 1076464"/>
              <a:gd name="connsiteX32" fmla="*/ 268687 w 380184"/>
              <a:gd name="connsiteY32" fmla="*/ 71471 h 1076464"/>
              <a:gd name="connsiteX33" fmla="*/ 324202 w 380184"/>
              <a:gd name="connsiteY33" fmla="*/ 75104 h 1076464"/>
              <a:gd name="connsiteX34" fmla="*/ 328879 w 380184"/>
              <a:gd name="connsiteY34" fmla="*/ 290641 h 1076464"/>
              <a:gd name="connsiteX35" fmla="*/ 325502 w 380184"/>
              <a:gd name="connsiteY35" fmla="*/ 618484 h 1076464"/>
              <a:gd name="connsiteX36" fmla="*/ 325070 w 380184"/>
              <a:gd name="connsiteY36" fmla="*/ 877976 h 1076464"/>
              <a:gd name="connsiteX37" fmla="*/ 332432 w 380184"/>
              <a:gd name="connsiteY37" fmla="*/ 1022820 h 1076464"/>
              <a:gd name="connsiteX38" fmla="*/ 348625 w 380184"/>
              <a:gd name="connsiteY38" fmla="*/ 1028357 h 1076464"/>
              <a:gd name="connsiteX39" fmla="*/ 373917 w 380184"/>
              <a:gd name="connsiteY39" fmla="*/ 929112 h 1076464"/>
              <a:gd name="connsiteX40" fmla="*/ 365428 w 380184"/>
              <a:gd name="connsiteY40" fmla="*/ 1066948 h 1076464"/>
              <a:gd name="connsiteX41" fmla="*/ 334421 w 380184"/>
              <a:gd name="connsiteY41" fmla="*/ 1073524 h 1076464"/>
              <a:gd name="connsiteX42" fmla="*/ 112879 w 380184"/>
              <a:gd name="connsiteY42" fmla="*/ 1076464 h 1076464"/>
              <a:gd name="connsiteX43" fmla="*/ 195071 w 380184"/>
              <a:gd name="connsiteY43" fmla="*/ 1063485 h 1076464"/>
              <a:gd name="connsiteX44" fmla="*/ 316494 w 380184"/>
              <a:gd name="connsiteY44" fmla="*/ 1056219 h 1076464"/>
              <a:gd name="connsiteX45" fmla="*/ 347933 w 380184"/>
              <a:gd name="connsiteY45" fmla="*/ 1043240 h 1076464"/>
              <a:gd name="connsiteX46" fmla="*/ 237248 w 380184"/>
              <a:gd name="connsiteY46" fmla="*/ 1025760 h 1076464"/>
              <a:gd name="connsiteX47" fmla="*/ 132453 w 380184"/>
              <a:gd name="connsiteY47" fmla="*/ 1023339 h 1076464"/>
              <a:gd name="connsiteX48" fmla="*/ 38657 w 380184"/>
              <a:gd name="connsiteY48" fmla="*/ 1012177 h 1076464"/>
              <a:gd name="connsiteX49" fmla="*/ 50956 w 380184"/>
              <a:gd name="connsiteY49" fmla="*/ 929892 h 1076464"/>
              <a:gd name="connsiteX50" fmla="*/ 53034 w 380184"/>
              <a:gd name="connsiteY50" fmla="*/ 811265 h 1076464"/>
              <a:gd name="connsiteX51" fmla="*/ 37099 w 380184"/>
              <a:gd name="connsiteY51" fmla="*/ 814639 h 1076464"/>
              <a:gd name="connsiteX52" fmla="*/ 52599 w 380184"/>
              <a:gd name="connsiteY52" fmla="*/ 794218 h 1076464"/>
              <a:gd name="connsiteX53" fmla="*/ 52341 w 380184"/>
              <a:gd name="connsiteY53" fmla="*/ 772932 h 1076464"/>
              <a:gd name="connsiteX54" fmla="*/ 35538 w 380184"/>
              <a:gd name="connsiteY54" fmla="*/ 772327 h 1076464"/>
              <a:gd name="connsiteX55" fmla="*/ 52253 w 380184"/>
              <a:gd name="connsiteY55" fmla="*/ 768434 h 1076464"/>
              <a:gd name="connsiteX56" fmla="*/ 53034 w 380184"/>
              <a:gd name="connsiteY56" fmla="*/ 724479 h 1076464"/>
              <a:gd name="connsiteX57" fmla="*/ 41429 w 380184"/>
              <a:gd name="connsiteY57" fmla="*/ 729758 h 1076464"/>
              <a:gd name="connsiteX58" fmla="*/ 49222 w 380184"/>
              <a:gd name="connsiteY58" fmla="*/ 558522 h 1076464"/>
              <a:gd name="connsiteX59" fmla="*/ 44026 w 380184"/>
              <a:gd name="connsiteY59" fmla="*/ 402862 h 1076464"/>
              <a:gd name="connsiteX60" fmla="*/ 50176 w 380184"/>
              <a:gd name="connsiteY60" fmla="*/ 318154 h 1076464"/>
              <a:gd name="connsiteX61" fmla="*/ 52426 w 380184"/>
              <a:gd name="connsiteY61" fmla="*/ 260528 h 1076464"/>
              <a:gd name="connsiteX62" fmla="*/ 11895 w 380184"/>
              <a:gd name="connsiteY62" fmla="*/ 343073 h 1076464"/>
              <a:gd name="connsiteX63" fmla="*/ 376 w 380184"/>
              <a:gd name="connsiteY63" fmla="*/ 308203 h 1076464"/>
              <a:gd name="connsiteX64" fmla="*/ 3407 w 380184"/>
              <a:gd name="connsiteY64" fmla="*/ 241407 h 1076464"/>
              <a:gd name="connsiteX65" fmla="*/ 9730 w 380184"/>
              <a:gd name="connsiteY65" fmla="*/ 96649 h 1076464"/>
              <a:gd name="connsiteX66" fmla="*/ 23326 w 380184"/>
              <a:gd name="connsiteY66" fmla="*/ 256461 h 1076464"/>
              <a:gd name="connsiteX67" fmla="*/ 51907 w 380184"/>
              <a:gd name="connsiteY67" fmla="*/ 258884 h 1076464"/>
              <a:gd name="connsiteX68" fmla="*/ 52168 w 380184"/>
              <a:gd name="connsiteY68" fmla="*/ 69306 h 1076464"/>
              <a:gd name="connsiteX69" fmla="*/ 126391 w 380184"/>
              <a:gd name="connsiteY69" fmla="*/ 67750 h 1076464"/>
              <a:gd name="connsiteX70" fmla="*/ 221052 w 380184"/>
              <a:gd name="connsiteY70" fmla="*/ 65931 h 1076464"/>
              <a:gd name="connsiteX71" fmla="*/ 218886 w 380184"/>
              <a:gd name="connsiteY71" fmla="*/ 0 h 1076464"/>
              <a:gd name="connsiteX72" fmla="*/ 321344 w 380184"/>
              <a:gd name="connsiteY72" fmla="*/ 15057 h 1076464"/>
              <a:gd name="connsiteX73" fmla="*/ 320739 w 380184"/>
              <a:gd name="connsiteY73" fmla="*/ 26217 h 1076464"/>
              <a:gd name="connsiteX74" fmla="*/ 194724 w 380184"/>
              <a:gd name="connsiteY74" fmla="*/ 21979 h 1076464"/>
              <a:gd name="connsiteX75" fmla="*/ 78756 w 380184"/>
              <a:gd name="connsiteY75" fmla="*/ 17046 h 1076464"/>
              <a:gd name="connsiteX76" fmla="*/ 195678 w 380184"/>
              <a:gd name="connsiteY76" fmla="*/ 4240 h 1076464"/>
              <a:gd name="connsiteX77" fmla="*/ 218886 w 380184"/>
              <a:gd name="connsiteY77" fmla="*/ 0 h 1076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80184" h="1076464">
                <a:moveTo>
                  <a:pt x="372617" y="806419"/>
                </a:moveTo>
                <a:cubicBezTo>
                  <a:pt x="375908" y="834282"/>
                  <a:pt x="379024" y="862661"/>
                  <a:pt x="374694" y="890781"/>
                </a:cubicBezTo>
                <a:cubicBezTo>
                  <a:pt x="362743" y="864046"/>
                  <a:pt x="369844" y="834194"/>
                  <a:pt x="372617" y="806419"/>
                </a:cubicBezTo>
                <a:close/>
                <a:moveTo>
                  <a:pt x="370799" y="751214"/>
                </a:moveTo>
                <a:cubicBezTo>
                  <a:pt x="382923" y="753376"/>
                  <a:pt x="382665" y="785825"/>
                  <a:pt x="370885" y="788592"/>
                </a:cubicBezTo>
                <a:cubicBezTo>
                  <a:pt x="364562" y="777603"/>
                  <a:pt x="364215" y="761769"/>
                  <a:pt x="370799" y="751214"/>
                </a:cubicBezTo>
                <a:close/>
                <a:moveTo>
                  <a:pt x="373051" y="513789"/>
                </a:moveTo>
                <a:cubicBezTo>
                  <a:pt x="379459" y="590105"/>
                  <a:pt x="378159" y="667027"/>
                  <a:pt x="372877" y="743514"/>
                </a:cubicBezTo>
                <a:cubicBezTo>
                  <a:pt x="366381" y="667198"/>
                  <a:pt x="365254" y="589931"/>
                  <a:pt x="373051" y="513789"/>
                </a:cubicBezTo>
                <a:close/>
                <a:moveTo>
                  <a:pt x="373309" y="374914"/>
                </a:moveTo>
                <a:cubicBezTo>
                  <a:pt x="379890" y="413070"/>
                  <a:pt x="377813" y="452180"/>
                  <a:pt x="372963" y="490598"/>
                </a:cubicBezTo>
                <a:cubicBezTo>
                  <a:pt x="367505" y="452353"/>
                  <a:pt x="364213" y="412727"/>
                  <a:pt x="373309" y="374914"/>
                </a:cubicBezTo>
                <a:close/>
                <a:moveTo>
                  <a:pt x="3495" y="359600"/>
                </a:moveTo>
                <a:cubicBezTo>
                  <a:pt x="5660" y="360031"/>
                  <a:pt x="9903" y="360812"/>
                  <a:pt x="12068" y="361158"/>
                </a:cubicBezTo>
                <a:cubicBezTo>
                  <a:pt x="32509" y="399834"/>
                  <a:pt x="15621" y="444481"/>
                  <a:pt x="19864" y="485927"/>
                </a:cubicBezTo>
                <a:cubicBezTo>
                  <a:pt x="24802" y="529623"/>
                  <a:pt x="12417" y="573405"/>
                  <a:pt x="18998" y="617272"/>
                </a:cubicBezTo>
                <a:cubicBezTo>
                  <a:pt x="26445" y="669793"/>
                  <a:pt x="21337" y="722835"/>
                  <a:pt x="23675" y="775529"/>
                </a:cubicBezTo>
                <a:cubicBezTo>
                  <a:pt x="29305" y="796293"/>
                  <a:pt x="17440" y="815071"/>
                  <a:pt x="13109" y="834972"/>
                </a:cubicBezTo>
                <a:cubicBezTo>
                  <a:pt x="8345" y="867679"/>
                  <a:pt x="13802" y="901076"/>
                  <a:pt x="8864" y="933956"/>
                </a:cubicBezTo>
                <a:cubicBezTo>
                  <a:pt x="3148" y="889655"/>
                  <a:pt x="9037" y="845096"/>
                  <a:pt x="8952" y="800794"/>
                </a:cubicBezTo>
                <a:cubicBezTo>
                  <a:pt x="9903" y="774921"/>
                  <a:pt x="-3606" y="750175"/>
                  <a:pt x="1502" y="724478"/>
                </a:cubicBezTo>
                <a:cubicBezTo>
                  <a:pt x="11117" y="681474"/>
                  <a:pt x="10425" y="637000"/>
                  <a:pt x="7652" y="593480"/>
                </a:cubicBezTo>
                <a:cubicBezTo>
                  <a:pt x="1071" y="570031"/>
                  <a:pt x="-1702" y="545977"/>
                  <a:pt x="2022" y="522009"/>
                </a:cubicBezTo>
                <a:cubicBezTo>
                  <a:pt x="2802" y="467842"/>
                  <a:pt x="2629" y="413764"/>
                  <a:pt x="3495" y="359600"/>
                </a:cubicBezTo>
                <a:close/>
                <a:moveTo>
                  <a:pt x="371665" y="278005"/>
                </a:moveTo>
                <a:cubicBezTo>
                  <a:pt x="379458" y="305002"/>
                  <a:pt x="377207" y="333208"/>
                  <a:pt x="372097" y="360638"/>
                </a:cubicBezTo>
                <a:cubicBezTo>
                  <a:pt x="368115" y="333208"/>
                  <a:pt x="366642" y="305260"/>
                  <a:pt x="371665" y="278005"/>
                </a:cubicBezTo>
                <a:close/>
                <a:moveTo>
                  <a:pt x="369585" y="192087"/>
                </a:moveTo>
                <a:cubicBezTo>
                  <a:pt x="381104" y="193384"/>
                  <a:pt x="383269" y="199355"/>
                  <a:pt x="375908" y="210171"/>
                </a:cubicBezTo>
                <a:cubicBezTo>
                  <a:pt x="364130" y="208613"/>
                  <a:pt x="362050" y="202557"/>
                  <a:pt x="369585" y="192087"/>
                </a:cubicBezTo>
                <a:close/>
                <a:moveTo>
                  <a:pt x="221052" y="65931"/>
                </a:moveTo>
                <a:lnTo>
                  <a:pt x="221052" y="73807"/>
                </a:lnTo>
                <a:cubicBezTo>
                  <a:pt x="236729" y="70432"/>
                  <a:pt x="253271" y="62644"/>
                  <a:pt x="268687" y="71471"/>
                </a:cubicBezTo>
                <a:cubicBezTo>
                  <a:pt x="286963" y="73546"/>
                  <a:pt x="307660" y="64722"/>
                  <a:pt x="324202" y="75104"/>
                </a:cubicBezTo>
                <a:cubicBezTo>
                  <a:pt x="326801" y="146921"/>
                  <a:pt x="322037" y="218909"/>
                  <a:pt x="328879" y="290641"/>
                </a:cubicBezTo>
                <a:cubicBezTo>
                  <a:pt x="317448" y="399749"/>
                  <a:pt x="338579" y="509288"/>
                  <a:pt x="325502" y="618484"/>
                </a:cubicBezTo>
                <a:cubicBezTo>
                  <a:pt x="330613" y="704665"/>
                  <a:pt x="331910" y="791622"/>
                  <a:pt x="325070" y="877976"/>
                </a:cubicBezTo>
                <a:cubicBezTo>
                  <a:pt x="332778" y="925910"/>
                  <a:pt x="325070" y="975056"/>
                  <a:pt x="332432" y="1022820"/>
                </a:cubicBezTo>
                <a:cubicBezTo>
                  <a:pt x="336413" y="1024202"/>
                  <a:pt x="344555" y="1026972"/>
                  <a:pt x="348625" y="1028357"/>
                </a:cubicBezTo>
                <a:cubicBezTo>
                  <a:pt x="357720" y="995392"/>
                  <a:pt x="368721" y="962943"/>
                  <a:pt x="373917" y="929112"/>
                </a:cubicBezTo>
                <a:cubicBezTo>
                  <a:pt x="371578" y="974971"/>
                  <a:pt x="376860" y="1021869"/>
                  <a:pt x="365428" y="1066948"/>
                </a:cubicBezTo>
                <a:cubicBezTo>
                  <a:pt x="357201" y="1075252"/>
                  <a:pt x="344902" y="1072573"/>
                  <a:pt x="334421" y="1073524"/>
                </a:cubicBezTo>
                <a:cubicBezTo>
                  <a:pt x="260547" y="1073870"/>
                  <a:pt x="186671" y="1069284"/>
                  <a:pt x="112879" y="1076464"/>
                </a:cubicBezTo>
                <a:cubicBezTo>
                  <a:pt x="137822" y="1062881"/>
                  <a:pt x="167617" y="1064785"/>
                  <a:pt x="195071" y="1063485"/>
                </a:cubicBezTo>
                <a:cubicBezTo>
                  <a:pt x="235775" y="1068764"/>
                  <a:pt x="275790" y="1057170"/>
                  <a:pt x="316494" y="1056219"/>
                </a:cubicBezTo>
                <a:cubicBezTo>
                  <a:pt x="328620" y="1056909"/>
                  <a:pt x="338840" y="1050248"/>
                  <a:pt x="347933" y="1043240"/>
                </a:cubicBezTo>
                <a:cubicBezTo>
                  <a:pt x="314502" y="1021435"/>
                  <a:pt x="273883" y="1034933"/>
                  <a:pt x="237248" y="1025760"/>
                </a:cubicBezTo>
                <a:cubicBezTo>
                  <a:pt x="202518" y="1018321"/>
                  <a:pt x="167268" y="1030434"/>
                  <a:pt x="132453" y="1023339"/>
                </a:cubicBezTo>
                <a:cubicBezTo>
                  <a:pt x="101621" y="1016244"/>
                  <a:pt x="66111" y="1030693"/>
                  <a:pt x="38657" y="1012177"/>
                </a:cubicBezTo>
                <a:cubicBezTo>
                  <a:pt x="43334" y="984661"/>
                  <a:pt x="44026" y="956801"/>
                  <a:pt x="50956" y="929892"/>
                </a:cubicBezTo>
                <a:cubicBezTo>
                  <a:pt x="54160" y="890348"/>
                  <a:pt x="50607" y="850721"/>
                  <a:pt x="53034" y="811265"/>
                </a:cubicBezTo>
                <a:lnTo>
                  <a:pt x="37099" y="814639"/>
                </a:lnTo>
                <a:cubicBezTo>
                  <a:pt x="42207" y="807632"/>
                  <a:pt x="47403" y="800794"/>
                  <a:pt x="52599" y="794218"/>
                </a:cubicBezTo>
                <a:cubicBezTo>
                  <a:pt x="52514" y="788854"/>
                  <a:pt x="52426" y="778211"/>
                  <a:pt x="52341" y="772932"/>
                </a:cubicBezTo>
                <a:lnTo>
                  <a:pt x="35538" y="772327"/>
                </a:lnTo>
                <a:cubicBezTo>
                  <a:pt x="39695" y="771377"/>
                  <a:pt x="48096" y="769384"/>
                  <a:pt x="52253" y="768434"/>
                </a:cubicBezTo>
                <a:cubicBezTo>
                  <a:pt x="52341" y="753638"/>
                  <a:pt x="52599" y="739016"/>
                  <a:pt x="53034" y="724479"/>
                </a:cubicBezTo>
                <a:lnTo>
                  <a:pt x="41429" y="729758"/>
                </a:lnTo>
                <a:cubicBezTo>
                  <a:pt x="52860" y="672909"/>
                  <a:pt x="35106" y="614936"/>
                  <a:pt x="49222" y="558522"/>
                </a:cubicBezTo>
                <a:cubicBezTo>
                  <a:pt x="52514" y="506694"/>
                  <a:pt x="57623" y="453393"/>
                  <a:pt x="44026" y="402862"/>
                </a:cubicBezTo>
                <a:cubicBezTo>
                  <a:pt x="41514" y="374395"/>
                  <a:pt x="42987" y="345670"/>
                  <a:pt x="50176" y="318154"/>
                </a:cubicBezTo>
                <a:cubicBezTo>
                  <a:pt x="50607" y="298772"/>
                  <a:pt x="51907" y="279563"/>
                  <a:pt x="52426" y="260528"/>
                </a:cubicBezTo>
                <a:cubicBezTo>
                  <a:pt x="2368" y="252569"/>
                  <a:pt x="28349" y="319885"/>
                  <a:pt x="11895" y="343073"/>
                </a:cubicBezTo>
                <a:cubicBezTo>
                  <a:pt x="-5427" y="341084"/>
                  <a:pt x="1676" y="319712"/>
                  <a:pt x="376" y="308203"/>
                </a:cubicBezTo>
                <a:cubicBezTo>
                  <a:pt x="2022" y="285881"/>
                  <a:pt x="4965" y="263644"/>
                  <a:pt x="3407" y="241407"/>
                </a:cubicBezTo>
                <a:cubicBezTo>
                  <a:pt x="5311" y="193039"/>
                  <a:pt x="-1962" y="144239"/>
                  <a:pt x="9730" y="96649"/>
                </a:cubicBezTo>
                <a:cubicBezTo>
                  <a:pt x="15706" y="149776"/>
                  <a:pt x="10942" y="203767"/>
                  <a:pt x="23326" y="256461"/>
                </a:cubicBezTo>
                <a:cubicBezTo>
                  <a:pt x="30515" y="257068"/>
                  <a:pt x="44806" y="258280"/>
                  <a:pt x="51907" y="258884"/>
                </a:cubicBezTo>
                <a:cubicBezTo>
                  <a:pt x="52426" y="195633"/>
                  <a:pt x="51995" y="132472"/>
                  <a:pt x="52168" y="69306"/>
                </a:cubicBezTo>
                <a:cubicBezTo>
                  <a:pt x="76937" y="67143"/>
                  <a:pt x="102053" y="73892"/>
                  <a:pt x="126391" y="67750"/>
                </a:cubicBezTo>
                <a:cubicBezTo>
                  <a:pt x="157741" y="58404"/>
                  <a:pt x="190394" y="78910"/>
                  <a:pt x="221052" y="65931"/>
                </a:cubicBezTo>
                <a:close/>
                <a:moveTo>
                  <a:pt x="218886" y="0"/>
                </a:moveTo>
                <a:cubicBezTo>
                  <a:pt x="252751" y="7183"/>
                  <a:pt x="288608" y="1470"/>
                  <a:pt x="321344" y="15057"/>
                </a:cubicBezTo>
                <a:lnTo>
                  <a:pt x="320739" y="26217"/>
                </a:lnTo>
                <a:cubicBezTo>
                  <a:pt x="278732" y="25354"/>
                  <a:pt x="236297" y="29418"/>
                  <a:pt x="194724" y="21979"/>
                </a:cubicBezTo>
                <a:cubicBezTo>
                  <a:pt x="156444" y="15315"/>
                  <a:pt x="117471" y="14883"/>
                  <a:pt x="78756" y="17046"/>
                </a:cubicBezTo>
                <a:cubicBezTo>
                  <a:pt x="114525" y="-9432"/>
                  <a:pt x="156790" y="16961"/>
                  <a:pt x="195678" y="4240"/>
                </a:cubicBezTo>
                <a:cubicBezTo>
                  <a:pt x="201479" y="3201"/>
                  <a:pt x="213086" y="1039"/>
                  <a:pt x="218886" y="0"/>
                </a:cubicBezTo>
                <a:close/>
              </a:path>
            </a:pathLst>
          </a:custGeom>
          <a:solidFill>
            <a:srgbClr val="FF0000"/>
          </a:solidFill>
          <a:ln w="331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2400" dirty="0">
              <a:cs typeface="+mn-ea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EE06D71-494D-87F3-D931-012048CB0F6B}"/>
              </a:ext>
            </a:extLst>
          </p:cNvPr>
          <p:cNvSpPr txBox="1"/>
          <p:nvPr/>
        </p:nvSpPr>
        <p:spPr>
          <a:xfrm>
            <a:off x="4664605" y="1619348"/>
            <a:ext cx="140642" cy="137963"/>
          </a:xfrm>
          <a:custGeom>
            <a:avLst/>
            <a:gdLst/>
            <a:ahLst/>
            <a:cxnLst/>
            <a:rect l="l" t="t" r="r" b="b"/>
            <a:pathLst>
              <a:path w="140642" h="137963">
                <a:moveTo>
                  <a:pt x="52834" y="31402"/>
                </a:moveTo>
                <a:lnTo>
                  <a:pt x="55512" y="31402"/>
                </a:lnTo>
                <a:lnTo>
                  <a:pt x="55512" y="32295"/>
                </a:lnTo>
                <a:lnTo>
                  <a:pt x="61763" y="32295"/>
                </a:lnTo>
                <a:lnTo>
                  <a:pt x="61763" y="33188"/>
                </a:lnTo>
                <a:lnTo>
                  <a:pt x="62656" y="33188"/>
                </a:lnTo>
                <a:lnTo>
                  <a:pt x="62656" y="32295"/>
                </a:lnTo>
                <a:lnTo>
                  <a:pt x="65335" y="32295"/>
                </a:lnTo>
                <a:lnTo>
                  <a:pt x="65335" y="33188"/>
                </a:lnTo>
                <a:lnTo>
                  <a:pt x="73521" y="33188"/>
                </a:lnTo>
                <a:lnTo>
                  <a:pt x="73521" y="34081"/>
                </a:lnTo>
                <a:lnTo>
                  <a:pt x="72628" y="34081"/>
                </a:lnTo>
                <a:lnTo>
                  <a:pt x="72628" y="34974"/>
                </a:lnTo>
                <a:lnTo>
                  <a:pt x="71735" y="34974"/>
                </a:lnTo>
                <a:lnTo>
                  <a:pt x="71735" y="35867"/>
                </a:lnTo>
                <a:lnTo>
                  <a:pt x="70842" y="35867"/>
                </a:lnTo>
                <a:lnTo>
                  <a:pt x="70842" y="36760"/>
                </a:lnTo>
                <a:lnTo>
                  <a:pt x="67121" y="36760"/>
                </a:lnTo>
                <a:lnTo>
                  <a:pt x="67121" y="35867"/>
                </a:lnTo>
                <a:lnTo>
                  <a:pt x="65335" y="35867"/>
                </a:lnTo>
                <a:lnTo>
                  <a:pt x="65335" y="36760"/>
                </a:lnTo>
                <a:lnTo>
                  <a:pt x="63549" y="36760"/>
                </a:lnTo>
                <a:lnTo>
                  <a:pt x="63549" y="35867"/>
                </a:lnTo>
                <a:lnTo>
                  <a:pt x="53726" y="35867"/>
                </a:lnTo>
                <a:lnTo>
                  <a:pt x="53726" y="36760"/>
                </a:lnTo>
                <a:lnTo>
                  <a:pt x="52834" y="36760"/>
                </a:lnTo>
                <a:lnTo>
                  <a:pt x="52834" y="35867"/>
                </a:lnTo>
                <a:lnTo>
                  <a:pt x="51941" y="35867"/>
                </a:lnTo>
                <a:lnTo>
                  <a:pt x="51941" y="34974"/>
                </a:lnTo>
                <a:lnTo>
                  <a:pt x="49262" y="34974"/>
                </a:lnTo>
                <a:lnTo>
                  <a:pt x="49262" y="35867"/>
                </a:lnTo>
                <a:lnTo>
                  <a:pt x="43011" y="35867"/>
                </a:lnTo>
                <a:lnTo>
                  <a:pt x="43011" y="34974"/>
                </a:lnTo>
                <a:lnTo>
                  <a:pt x="42118" y="34974"/>
                </a:lnTo>
                <a:lnTo>
                  <a:pt x="42118" y="33188"/>
                </a:lnTo>
                <a:lnTo>
                  <a:pt x="51048" y="33188"/>
                </a:lnTo>
                <a:lnTo>
                  <a:pt x="51048" y="32295"/>
                </a:lnTo>
                <a:lnTo>
                  <a:pt x="52834" y="32295"/>
                </a:lnTo>
                <a:close/>
                <a:moveTo>
                  <a:pt x="120997" y="21431"/>
                </a:moveTo>
                <a:lnTo>
                  <a:pt x="124569" y="21431"/>
                </a:lnTo>
                <a:lnTo>
                  <a:pt x="124569" y="22324"/>
                </a:lnTo>
                <a:lnTo>
                  <a:pt x="127248" y="22324"/>
                </a:lnTo>
                <a:lnTo>
                  <a:pt x="127248" y="23366"/>
                </a:lnTo>
                <a:lnTo>
                  <a:pt x="128141" y="23366"/>
                </a:lnTo>
                <a:lnTo>
                  <a:pt x="128141" y="24259"/>
                </a:lnTo>
                <a:lnTo>
                  <a:pt x="129034" y="24259"/>
                </a:lnTo>
                <a:lnTo>
                  <a:pt x="129034" y="25152"/>
                </a:lnTo>
                <a:lnTo>
                  <a:pt x="129926" y="25152"/>
                </a:lnTo>
                <a:lnTo>
                  <a:pt x="129926" y="26045"/>
                </a:lnTo>
                <a:lnTo>
                  <a:pt x="130819" y="26045"/>
                </a:lnTo>
                <a:lnTo>
                  <a:pt x="130819" y="27831"/>
                </a:lnTo>
                <a:lnTo>
                  <a:pt x="131712" y="27831"/>
                </a:lnTo>
                <a:lnTo>
                  <a:pt x="131712" y="28724"/>
                </a:lnTo>
                <a:lnTo>
                  <a:pt x="132605" y="28724"/>
                </a:lnTo>
                <a:lnTo>
                  <a:pt x="132605" y="29617"/>
                </a:lnTo>
                <a:lnTo>
                  <a:pt x="133498" y="29617"/>
                </a:lnTo>
                <a:lnTo>
                  <a:pt x="133498" y="30509"/>
                </a:lnTo>
                <a:lnTo>
                  <a:pt x="135284" y="30509"/>
                </a:lnTo>
                <a:lnTo>
                  <a:pt x="135284" y="31402"/>
                </a:lnTo>
                <a:lnTo>
                  <a:pt x="136177" y="31402"/>
                </a:lnTo>
                <a:lnTo>
                  <a:pt x="136177" y="34974"/>
                </a:lnTo>
                <a:lnTo>
                  <a:pt x="135284" y="34974"/>
                </a:lnTo>
                <a:lnTo>
                  <a:pt x="135284" y="35867"/>
                </a:lnTo>
                <a:lnTo>
                  <a:pt x="129926" y="35867"/>
                </a:lnTo>
                <a:lnTo>
                  <a:pt x="129926" y="37653"/>
                </a:lnTo>
                <a:lnTo>
                  <a:pt x="129034" y="37653"/>
                </a:lnTo>
                <a:lnTo>
                  <a:pt x="129034" y="38546"/>
                </a:lnTo>
                <a:lnTo>
                  <a:pt x="125462" y="38546"/>
                </a:lnTo>
                <a:lnTo>
                  <a:pt x="125462" y="36760"/>
                </a:lnTo>
                <a:lnTo>
                  <a:pt x="122783" y="36760"/>
                </a:lnTo>
                <a:lnTo>
                  <a:pt x="122783" y="37653"/>
                </a:lnTo>
                <a:lnTo>
                  <a:pt x="120997" y="37653"/>
                </a:lnTo>
                <a:lnTo>
                  <a:pt x="120997" y="36760"/>
                </a:lnTo>
                <a:lnTo>
                  <a:pt x="115639" y="36760"/>
                </a:lnTo>
                <a:lnTo>
                  <a:pt x="115639" y="35867"/>
                </a:lnTo>
                <a:lnTo>
                  <a:pt x="111918" y="35867"/>
                </a:lnTo>
                <a:lnTo>
                  <a:pt x="111918" y="36760"/>
                </a:lnTo>
                <a:lnTo>
                  <a:pt x="110132" y="36760"/>
                </a:lnTo>
                <a:lnTo>
                  <a:pt x="110132" y="37653"/>
                </a:lnTo>
                <a:lnTo>
                  <a:pt x="107453" y="37653"/>
                </a:lnTo>
                <a:lnTo>
                  <a:pt x="107453" y="36760"/>
                </a:lnTo>
                <a:lnTo>
                  <a:pt x="102989" y="36760"/>
                </a:lnTo>
                <a:lnTo>
                  <a:pt x="102989" y="35867"/>
                </a:lnTo>
                <a:lnTo>
                  <a:pt x="100310" y="35867"/>
                </a:lnTo>
                <a:lnTo>
                  <a:pt x="100310" y="34974"/>
                </a:lnTo>
                <a:lnTo>
                  <a:pt x="97631" y="34974"/>
                </a:lnTo>
                <a:lnTo>
                  <a:pt x="97631" y="35867"/>
                </a:lnTo>
                <a:lnTo>
                  <a:pt x="94952" y="35867"/>
                </a:lnTo>
                <a:lnTo>
                  <a:pt x="94952" y="36760"/>
                </a:lnTo>
                <a:lnTo>
                  <a:pt x="91380" y="36760"/>
                </a:lnTo>
                <a:lnTo>
                  <a:pt x="91380" y="35867"/>
                </a:lnTo>
                <a:lnTo>
                  <a:pt x="90487" y="35867"/>
                </a:lnTo>
                <a:lnTo>
                  <a:pt x="90487" y="34974"/>
                </a:lnTo>
                <a:lnTo>
                  <a:pt x="89594" y="34974"/>
                </a:lnTo>
                <a:lnTo>
                  <a:pt x="89594" y="34081"/>
                </a:lnTo>
                <a:lnTo>
                  <a:pt x="90487" y="34081"/>
                </a:lnTo>
                <a:lnTo>
                  <a:pt x="90487" y="33188"/>
                </a:lnTo>
                <a:lnTo>
                  <a:pt x="95845" y="33188"/>
                </a:lnTo>
                <a:lnTo>
                  <a:pt x="95845" y="32295"/>
                </a:lnTo>
                <a:lnTo>
                  <a:pt x="100310" y="32295"/>
                </a:lnTo>
                <a:lnTo>
                  <a:pt x="100310" y="33188"/>
                </a:lnTo>
                <a:lnTo>
                  <a:pt x="103882" y="33188"/>
                </a:lnTo>
                <a:lnTo>
                  <a:pt x="103882" y="32295"/>
                </a:lnTo>
                <a:lnTo>
                  <a:pt x="105667" y="32295"/>
                </a:lnTo>
                <a:lnTo>
                  <a:pt x="105667" y="33188"/>
                </a:lnTo>
                <a:lnTo>
                  <a:pt x="109239" y="33188"/>
                </a:lnTo>
                <a:lnTo>
                  <a:pt x="109239" y="32295"/>
                </a:lnTo>
                <a:lnTo>
                  <a:pt x="111025" y="32295"/>
                </a:lnTo>
                <a:lnTo>
                  <a:pt x="111025" y="31402"/>
                </a:lnTo>
                <a:lnTo>
                  <a:pt x="111918" y="31402"/>
                </a:lnTo>
                <a:lnTo>
                  <a:pt x="111918" y="29617"/>
                </a:lnTo>
                <a:lnTo>
                  <a:pt x="112811" y="29617"/>
                </a:lnTo>
                <a:lnTo>
                  <a:pt x="112811" y="28724"/>
                </a:lnTo>
                <a:lnTo>
                  <a:pt x="115639" y="28724"/>
                </a:lnTo>
                <a:lnTo>
                  <a:pt x="115639" y="27831"/>
                </a:lnTo>
                <a:lnTo>
                  <a:pt x="116532" y="27831"/>
                </a:lnTo>
                <a:lnTo>
                  <a:pt x="116532" y="25152"/>
                </a:lnTo>
                <a:lnTo>
                  <a:pt x="117425" y="25152"/>
                </a:lnTo>
                <a:lnTo>
                  <a:pt x="117425" y="24259"/>
                </a:lnTo>
                <a:lnTo>
                  <a:pt x="118318" y="24259"/>
                </a:lnTo>
                <a:lnTo>
                  <a:pt x="118318" y="23366"/>
                </a:lnTo>
                <a:lnTo>
                  <a:pt x="119211" y="23366"/>
                </a:lnTo>
                <a:lnTo>
                  <a:pt x="119211" y="22324"/>
                </a:lnTo>
                <a:lnTo>
                  <a:pt x="120997" y="22324"/>
                </a:lnTo>
                <a:close/>
                <a:moveTo>
                  <a:pt x="37653" y="893"/>
                </a:moveTo>
                <a:lnTo>
                  <a:pt x="44797" y="893"/>
                </a:lnTo>
                <a:lnTo>
                  <a:pt x="44797" y="1786"/>
                </a:lnTo>
                <a:lnTo>
                  <a:pt x="45690" y="1786"/>
                </a:lnTo>
                <a:lnTo>
                  <a:pt x="45690" y="2679"/>
                </a:lnTo>
                <a:lnTo>
                  <a:pt x="46583" y="2679"/>
                </a:lnTo>
                <a:lnTo>
                  <a:pt x="46583" y="3572"/>
                </a:lnTo>
                <a:lnTo>
                  <a:pt x="47476" y="3572"/>
                </a:lnTo>
                <a:lnTo>
                  <a:pt x="47476" y="4465"/>
                </a:lnTo>
                <a:lnTo>
                  <a:pt x="48369" y="4465"/>
                </a:lnTo>
                <a:lnTo>
                  <a:pt x="48369" y="5358"/>
                </a:lnTo>
                <a:lnTo>
                  <a:pt x="49262" y="5358"/>
                </a:lnTo>
                <a:lnTo>
                  <a:pt x="49262" y="6251"/>
                </a:lnTo>
                <a:lnTo>
                  <a:pt x="50155" y="6251"/>
                </a:lnTo>
                <a:lnTo>
                  <a:pt x="50155" y="7143"/>
                </a:lnTo>
                <a:lnTo>
                  <a:pt x="51048" y="7143"/>
                </a:lnTo>
                <a:lnTo>
                  <a:pt x="51048" y="8036"/>
                </a:lnTo>
                <a:lnTo>
                  <a:pt x="51941" y="8036"/>
                </a:lnTo>
                <a:lnTo>
                  <a:pt x="51941" y="8929"/>
                </a:lnTo>
                <a:lnTo>
                  <a:pt x="52834" y="8929"/>
                </a:lnTo>
                <a:lnTo>
                  <a:pt x="52834" y="14287"/>
                </a:lnTo>
                <a:lnTo>
                  <a:pt x="51941" y="14287"/>
                </a:lnTo>
                <a:lnTo>
                  <a:pt x="51941" y="15180"/>
                </a:lnTo>
                <a:lnTo>
                  <a:pt x="51048" y="15180"/>
                </a:lnTo>
                <a:lnTo>
                  <a:pt x="51048" y="16073"/>
                </a:lnTo>
                <a:lnTo>
                  <a:pt x="50155" y="16073"/>
                </a:lnTo>
                <a:lnTo>
                  <a:pt x="50155" y="16966"/>
                </a:lnTo>
                <a:lnTo>
                  <a:pt x="49262" y="16966"/>
                </a:lnTo>
                <a:lnTo>
                  <a:pt x="49262" y="17859"/>
                </a:lnTo>
                <a:lnTo>
                  <a:pt x="48369" y="17859"/>
                </a:lnTo>
                <a:lnTo>
                  <a:pt x="48369" y="18752"/>
                </a:lnTo>
                <a:lnTo>
                  <a:pt x="47476" y="18752"/>
                </a:lnTo>
                <a:lnTo>
                  <a:pt x="47476" y="19645"/>
                </a:lnTo>
                <a:lnTo>
                  <a:pt x="46583" y="19645"/>
                </a:lnTo>
                <a:lnTo>
                  <a:pt x="46583" y="20538"/>
                </a:lnTo>
                <a:lnTo>
                  <a:pt x="45690" y="20538"/>
                </a:lnTo>
                <a:lnTo>
                  <a:pt x="45690" y="21431"/>
                </a:lnTo>
                <a:lnTo>
                  <a:pt x="44797" y="21431"/>
                </a:lnTo>
                <a:lnTo>
                  <a:pt x="44797" y="22324"/>
                </a:lnTo>
                <a:lnTo>
                  <a:pt x="43011" y="22324"/>
                </a:lnTo>
                <a:lnTo>
                  <a:pt x="43011" y="23366"/>
                </a:lnTo>
                <a:lnTo>
                  <a:pt x="42118" y="23366"/>
                </a:lnTo>
                <a:lnTo>
                  <a:pt x="42118" y="25152"/>
                </a:lnTo>
                <a:lnTo>
                  <a:pt x="41225" y="25152"/>
                </a:lnTo>
                <a:lnTo>
                  <a:pt x="41225" y="27831"/>
                </a:lnTo>
                <a:lnTo>
                  <a:pt x="40332" y="27831"/>
                </a:lnTo>
                <a:lnTo>
                  <a:pt x="40332" y="29617"/>
                </a:lnTo>
                <a:lnTo>
                  <a:pt x="39439" y="29617"/>
                </a:lnTo>
                <a:lnTo>
                  <a:pt x="39439" y="30509"/>
                </a:lnTo>
                <a:lnTo>
                  <a:pt x="38546" y="30509"/>
                </a:lnTo>
                <a:lnTo>
                  <a:pt x="38546" y="31402"/>
                </a:lnTo>
                <a:lnTo>
                  <a:pt x="37653" y="31402"/>
                </a:lnTo>
                <a:lnTo>
                  <a:pt x="37653" y="32295"/>
                </a:lnTo>
                <a:lnTo>
                  <a:pt x="36760" y="32295"/>
                </a:lnTo>
                <a:lnTo>
                  <a:pt x="36760" y="34081"/>
                </a:lnTo>
                <a:lnTo>
                  <a:pt x="35867" y="34081"/>
                </a:lnTo>
                <a:lnTo>
                  <a:pt x="35867" y="36760"/>
                </a:lnTo>
                <a:lnTo>
                  <a:pt x="36760" y="36760"/>
                </a:lnTo>
                <a:lnTo>
                  <a:pt x="36760" y="37653"/>
                </a:lnTo>
                <a:lnTo>
                  <a:pt x="37653" y="37653"/>
                </a:lnTo>
                <a:lnTo>
                  <a:pt x="37653" y="38546"/>
                </a:lnTo>
                <a:lnTo>
                  <a:pt x="38546" y="38546"/>
                </a:lnTo>
                <a:lnTo>
                  <a:pt x="38546" y="43904"/>
                </a:lnTo>
                <a:lnTo>
                  <a:pt x="37653" y="43904"/>
                </a:lnTo>
                <a:lnTo>
                  <a:pt x="37653" y="46583"/>
                </a:lnTo>
                <a:lnTo>
                  <a:pt x="36760" y="46583"/>
                </a:lnTo>
                <a:lnTo>
                  <a:pt x="36760" y="48369"/>
                </a:lnTo>
                <a:lnTo>
                  <a:pt x="35867" y="48369"/>
                </a:lnTo>
                <a:lnTo>
                  <a:pt x="35867" y="51048"/>
                </a:lnTo>
                <a:lnTo>
                  <a:pt x="36760" y="51048"/>
                </a:lnTo>
                <a:lnTo>
                  <a:pt x="36760" y="53727"/>
                </a:lnTo>
                <a:lnTo>
                  <a:pt x="35867" y="53727"/>
                </a:lnTo>
                <a:lnTo>
                  <a:pt x="35867" y="56406"/>
                </a:lnTo>
                <a:lnTo>
                  <a:pt x="34974" y="56406"/>
                </a:lnTo>
                <a:lnTo>
                  <a:pt x="34974" y="60870"/>
                </a:lnTo>
                <a:lnTo>
                  <a:pt x="35867" y="60870"/>
                </a:lnTo>
                <a:lnTo>
                  <a:pt x="35867" y="63549"/>
                </a:lnTo>
                <a:lnTo>
                  <a:pt x="36760" y="63549"/>
                </a:lnTo>
                <a:lnTo>
                  <a:pt x="36760" y="70842"/>
                </a:lnTo>
                <a:lnTo>
                  <a:pt x="35867" y="70842"/>
                </a:lnTo>
                <a:lnTo>
                  <a:pt x="35867" y="89594"/>
                </a:lnTo>
                <a:lnTo>
                  <a:pt x="36760" y="89594"/>
                </a:lnTo>
                <a:lnTo>
                  <a:pt x="36760" y="92273"/>
                </a:lnTo>
                <a:lnTo>
                  <a:pt x="37653" y="92273"/>
                </a:lnTo>
                <a:lnTo>
                  <a:pt x="37653" y="94952"/>
                </a:lnTo>
                <a:lnTo>
                  <a:pt x="36760" y="94952"/>
                </a:lnTo>
                <a:lnTo>
                  <a:pt x="36760" y="102989"/>
                </a:lnTo>
                <a:lnTo>
                  <a:pt x="37653" y="102989"/>
                </a:lnTo>
                <a:lnTo>
                  <a:pt x="37653" y="106561"/>
                </a:lnTo>
                <a:lnTo>
                  <a:pt x="38546" y="106561"/>
                </a:lnTo>
                <a:lnTo>
                  <a:pt x="38546" y="107454"/>
                </a:lnTo>
                <a:lnTo>
                  <a:pt x="39439" y="107454"/>
                </a:lnTo>
                <a:lnTo>
                  <a:pt x="39439" y="108347"/>
                </a:lnTo>
                <a:lnTo>
                  <a:pt x="40332" y="108347"/>
                </a:lnTo>
                <a:lnTo>
                  <a:pt x="40332" y="111026"/>
                </a:lnTo>
                <a:lnTo>
                  <a:pt x="38546" y="111026"/>
                </a:lnTo>
                <a:lnTo>
                  <a:pt x="38546" y="111918"/>
                </a:lnTo>
                <a:lnTo>
                  <a:pt x="37653" y="111918"/>
                </a:lnTo>
                <a:lnTo>
                  <a:pt x="37653" y="124569"/>
                </a:lnTo>
                <a:lnTo>
                  <a:pt x="36760" y="124569"/>
                </a:lnTo>
                <a:lnTo>
                  <a:pt x="36760" y="126355"/>
                </a:lnTo>
                <a:lnTo>
                  <a:pt x="37653" y="126355"/>
                </a:lnTo>
                <a:lnTo>
                  <a:pt x="37653" y="130820"/>
                </a:lnTo>
                <a:lnTo>
                  <a:pt x="38546" y="130820"/>
                </a:lnTo>
                <a:lnTo>
                  <a:pt x="38546" y="134392"/>
                </a:lnTo>
                <a:lnTo>
                  <a:pt x="37653" y="134392"/>
                </a:lnTo>
                <a:lnTo>
                  <a:pt x="37653" y="135285"/>
                </a:lnTo>
                <a:lnTo>
                  <a:pt x="35867" y="135285"/>
                </a:lnTo>
                <a:lnTo>
                  <a:pt x="35867" y="136177"/>
                </a:lnTo>
                <a:lnTo>
                  <a:pt x="34081" y="136177"/>
                </a:lnTo>
                <a:lnTo>
                  <a:pt x="34081" y="137070"/>
                </a:lnTo>
                <a:lnTo>
                  <a:pt x="31402" y="137070"/>
                </a:lnTo>
                <a:lnTo>
                  <a:pt x="31402" y="137963"/>
                </a:lnTo>
                <a:lnTo>
                  <a:pt x="28723" y="137963"/>
                </a:lnTo>
                <a:lnTo>
                  <a:pt x="28723" y="137070"/>
                </a:lnTo>
                <a:lnTo>
                  <a:pt x="25151" y="137070"/>
                </a:lnTo>
                <a:lnTo>
                  <a:pt x="25151" y="136177"/>
                </a:lnTo>
                <a:lnTo>
                  <a:pt x="24259" y="136177"/>
                </a:lnTo>
                <a:lnTo>
                  <a:pt x="24259" y="135285"/>
                </a:lnTo>
                <a:lnTo>
                  <a:pt x="22324" y="135285"/>
                </a:lnTo>
                <a:lnTo>
                  <a:pt x="22324" y="133499"/>
                </a:lnTo>
                <a:lnTo>
                  <a:pt x="21431" y="133499"/>
                </a:lnTo>
                <a:lnTo>
                  <a:pt x="21431" y="129034"/>
                </a:lnTo>
                <a:lnTo>
                  <a:pt x="22324" y="129034"/>
                </a:lnTo>
                <a:lnTo>
                  <a:pt x="22324" y="121890"/>
                </a:lnTo>
                <a:lnTo>
                  <a:pt x="23366" y="121890"/>
                </a:lnTo>
                <a:lnTo>
                  <a:pt x="23366" y="120104"/>
                </a:lnTo>
                <a:lnTo>
                  <a:pt x="24259" y="120104"/>
                </a:lnTo>
                <a:lnTo>
                  <a:pt x="24259" y="119211"/>
                </a:lnTo>
                <a:lnTo>
                  <a:pt x="25151" y="119211"/>
                </a:lnTo>
                <a:lnTo>
                  <a:pt x="25151" y="114597"/>
                </a:lnTo>
                <a:lnTo>
                  <a:pt x="24259" y="114597"/>
                </a:lnTo>
                <a:lnTo>
                  <a:pt x="24259" y="111918"/>
                </a:lnTo>
                <a:lnTo>
                  <a:pt x="25151" y="111918"/>
                </a:lnTo>
                <a:lnTo>
                  <a:pt x="25151" y="107454"/>
                </a:lnTo>
                <a:lnTo>
                  <a:pt x="24259" y="107454"/>
                </a:lnTo>
                <a:lnTo>
                  <a:pt x="24259" y="100310"/>
                </a:lnTo>
                <a:lnTo>
                  <a:pt x="23366" y="100310"/>
                </a:lnTo>
                <a:lnTo>
                  <a:pt x="23366" y="98524"/>
                </a:lnTo>
                <a:lnTo>
                  <a:pt x="24259" y="98524"/>
                </a:lnTo>
                <a:lnTo>
                  <a:pt x="24259" y="96738"/>
                </a:lnTo>
                <a:lnTo>
                  <a:pt x="25151" y="96738"/>
                </a:lnTo>
                <a:lnTo>
                  <a:pt x="25151" y="94059"/>
                </a:lnTo>
                <a:lnTo>
                  <a:pt x="26044" y="94059"/>
                </a:lnTo>
                <a:lnTo>
                  <a:pt x="26044" y="91380"/>
                </a:lnTo>
                <a:lnTo>
                  <a:pt x="25151" y="91380"/>
                </a:lnTo>
                <a:lnTo>
                  <a:pt x="25151" y="71735"/>
                </a:lnTo>
                <a:lnTo>
                  <a:pt x="24259" y="71735"/>
                </a:lnTo>
                <a:lnTo>
                  <a:pt x="24259" y="68014"/>
                </a:lnTo>
                <a:lnTo>
                  <a:pt x="25151" y="68014"/>
                </a:lnTo>
                <a:lnTo>
                  <a:pt x="25151" y="67121"/>
                </a:lnTo>
                <a:lnTo>
                  <a:pt x="24259" y="67121"/>
                </a:lnTo>
                <a:lnTo>
                  <a:pt x="24259" y="65335"/>
                </a:lnTo>
                <a:lnTo>
                  <a:pt x="25151" y="65335"/>
                </a:lnTo>
                <a:lnTo>
                  <a:pt x="25151" y="59084"/>
                </a:lnTo>
                <a:lnTo>
                  <a:pt x="26044" y="59084"/>
                </a:lnTo>
                <a:lnTo>
                  <a:pt x="26044" y="53727"/>
                </a:lnTo>
                <a:lnTo>
                  <a:pt x="26937" y="53727"/>
                </a:lnTo>
                <a:lnTo>
                  <a:pt x="26937" y="52834"/>
                </a:lnTo>
                <a:lnTo>
                  <a:pt x="23366" y="52834"/>
                </a:lnTo>
                <a:lnTo>
                  <a:pt x="23366" y="53727"/>
                </a:lnTo>
                <a:lnTo>
                  <a:pt x="22324" y="53727"/>
                </a:lnTo>
                <a:lnTo>
                  <a:pt x="22324" y="54620"/>
                </a:lnTo>
                <a:lnTo>
                  <a:pt x="20538" y="54620"/>
                </a:lnTo>
                <a:lnTo>
                  <a:pt x="20538" y="56406"/>
                </a:lnTo>
                <a:lnTo>
                  <a:pt x="19645" y="56406"/>
                </a:lnTo>
                <a:lnTo>
                  <a:pt x="19645" y="59084"/>
                </a:lnTo>
                <a:lnTo>
                  <a:pt x="18752" y="59084"/>
                </a:lnTo>
                <a:lnTo>
                  <a:pt x="18752" y="59977"/>
                </a:lnTo>
                <a:lnTo>
                  <a:pt x="16966" y="59977"/>
                </a:lnTo>
                <a:lnTo>
                  <a:pt x="16966" y="60870"/>
                </a:lnTo>
                <a:lnTo>
                  <a:pt x="15180" y="60870"/>
                </a:lnTo>
                <a:lnTo>
                  <a:pt x="15180" y="62656"/>
                </a:lnTo>
                <a:lnTo>
                  <a:pt x="14287" y="62656"/>
                </a:lnTo>
                <a:lnTo>
                  <a:pt x="14287" y="63549"/>
                </a:lnTo>
                <a:lnTo>
                  <a:pt x="13394" y="63549"/>
                </a:lnTo>
                <a:lnTo>
                  <a:pt x="13394" y="65335"/>
                </a:lnTo>
                <a:lnTo>
                  <a:pt x="12501" y="65335"/>
                </a:lnTo>
                <a:lnTo>
                  <a:pt x="12501" y="66228"/>
                </a:lnTo>
                <a:lnTo>
                  <a:pt x="11608" y="66228"/>
                </a:lnTo>
                <a:lnTo>
                  <a:pt x="11608" y="68014"/>
                </a:lnTo>
                <a:lnTo>
                  <a:pt x="10715" y="68014"/>
                </a:lnTo>
                <a:lnTo>
                  <a:pt x="10715" y="68907"/>
                </a:lnTo>
                <a:lnTo>
                  <a:pt x="9822" y="68907"/>
                </a:lnTo>
                <a:lnTo>
                  <a:pt x="9822" y="70842"/>
                </a:lnTo>
                <a:lnTo>
                  <a:pt x="8929" y="70842"/>
                </a:lnTo>
                <a:lnTo>
                  <a:pt x="8929" y="71735"/>
                </a:lnTo>
                <a:lnTo>
                  <a:pt x="5357" y="71735"/>
                </a:lnTo>
                <a:lnTo>
                  <a:pt x="5357" y="70842"/>
                </a:lnTo>
                <a:lnTo>
                  <a:pt x="892" y="70842"/>
                </a:lnTo>
                <a:lnTo>
                  <a:pt x="892" y="68907"/>
                </a:lnTo>
                <a:lnTo>
                  <a:pt x="0" y="68907"/>
                </a:lnTo>
                <a:lnTo>
                  <a:pt x="0" y="67121"/>
                </a:lnTo>
                <a:lnTo>
                  <a:pt x="892" y="67121"/>
                </a:lnTo>
                <a:lnTo>
                  <a:pt x="892" y="66228"/>
                </a:lnTo>
                <a:lnTo>
                  <a:pt x="2678" y="66228"/>
                </a:lnTo>
                <a:lnTo>
                  <a:pt x="2678" y="65335"/>
                </a:lnTo>
                <a:lnTo>
                  <a:pt x="3571" y="65335"/>
                </a:lnTo>
                <a:lnTo>
                  <a:pt x="3571" y="63549"/>
                </a:lnTo>
                <a:lnTo>
                  <a:pt x="4464" y="63549"/>
                </a:lnTo>
                <a:lnTo>
                  <a:pt x="4464" y="62656"/>
                </a:lnTo>
                <a:lnTo>
                  <a:pt x="5357" y="62656"/>
                </a:lnTo>
                <a:lnTo>
                  <a:pt x="5357" y="61763"/>
                </a:lnTo>
                <a:lnTo>
                  <a:pt x="6250" y="61763"/>
                </a:lnTo>
                <a:lnTo>
                  <a:pt x="6250" y="60870"/>
                </a:lnTo>
                <a:lnTo>
                  <a:pt x="7143" y="60870"/>
                </a:lnTo>
                <a:lnTo>
                  <a:pt x="7143" y="59977"/>
                </a:lnTo>
                <a:lnTo>
                  <a:pt x="8036" y="59977"/>
                </a:lnTo>
                <a:lnTo>
                  <a:pt x="8036" y="58192"/>
                </a:lnTo>
                <a:lnTo>
                  <a:pt x="8929" y="58192"/>
                </a:lnTo>
                <a:lnTo>
                  <a:pt x="8929" y="56406"/>
                </a:lnTo>
                <a:lnTo>
                  <a:pt x="9822" y="56406"/>
                </a:lnTo>
                <a:lnTo>
                  <a:pt x="9822" y="55513"/>
                </a:lnTo>
                <a:lnTo>
                  <a:pt x="10715" y="55513"/>
                </a:lnTo>
                <a:lnTo>
                  <a:pt x="10715" y="53727"/>
                </a:lnTo>
                <a:lnTo>
                  <a:pt x="11608" y="53727"/>
                </a:lnTo>
                <a:lnTo>
                  <a:pt x="11608" y="51941"/>
                </a:lnTo>
                <a:lnTo>
                  <a:pt x="12501" y="51941"/>
                </a:lnTo>
                <a:lnTo>
                  <a:pt x="12501" y="51048"/>
                </a:lnTo>
                <a:lnTo>
                  <a:pt x="13394" y="51048"/>
                </a:lnTo>
                <a:lnTo>
                  <a:pt x="13394" y="49262"/>
                </a:lnTo>
                <a:lnTo>
                  <a:pt x="14287" y="49262"/>
                </a:lnTo>
                <a:lnTo>
                  <a:pt x="14287" y="48369"/>
                </a:lnTo>
                <a:lnTo>
                  <a:pt x="15180" y="48369"/>
                </a:lnTo>
                <a:lnTo>
                  <a:pt x="15180" y="46583"/>
                </a:lnTo>
                <a:lnTo>
                  <a:pt x="16073" y="46583"/>
                </a:lnTo>
                <a:lnTo>
                  <a:pt x="16073" y="43011"/>
                </a:lnTo>
                <a:lnTo>
                  <a:pt x="16966" y="43011"/>
                </a:lnTo>
                <a:lnTo>
                  <a:pt x="16966" y="41225"/>
                </a:lnTo>
                <a:lnTo>
                  <a:pt x="19645" y="41225"/>
                </a:lnTo>
                <a:lnTo>
                  <a:pt x="19645" y="40332"/>
                </a:lnTo>
                <a:lnTo>
                  <a:pt x="20538" y="40332"/>
                </a:lnTo>
                <a:lnTo>
                  <a:pt x="20538" y="39439"/>
                </a:lnTo>
                <a:lnTo>
                  <a:pt x="21431" y="39439"/>
                </a:lnTo>
                <a:lnTo>
                  <a:pt x="21431" y="37653"/>
                </a:lnTo>
                <a:lnTo>
                  <a:pt x="22324" y="37653"/>
                </a:lnTo>
                <a:lnTo>
                  <a:pt x="22324" y="34974"/>
                </a:lnTo>
                <a:lnTo>
                  <a:pt x="23366" y="34974"/>
                </a:lnTo>
                <a:lnTo>
                  <a:pt x="23366" y="33188"/>
                </a:lnTo>
                <a:lnTo>
                  <a:pt x="24259" y="33188"/>
                </a:lnTo>
                <a:lnTo>
                  <a:pt x="24259" y="32295"/>
                </a:lnTo>
                <a:lnTo>
                  <a:pt x="26937" y="32295"/>
                </a:lnTo>
                <a:lnTo>
                  <a:pt x="26937" y="31402"/>
                </a:lnTo>
                <a:lnTo>
                  <a:pt x="27830" y="31402"/>
                </a:lnTo>
                <a:lnTo>
                  <a:pt x="27830" y="26045"/>
                </a:lnTo>
                <a:lnTo>
                  <a:pt x="28723" y="26045"/>
                </a:lnTo>
                <a:lnTo>
                  <a:pt x="28723" y="22324"/>
                </a:lnTo>
                <a:lnTo>
                  <a:pt x="29616" y="22324"/>
                </a:lnTo>
                <a:lnTo>
                  <a:pt x="29616" y="20538"/>
                </a:lnTo>
                <a:lnTo>
                  <a:pt x="30509" y="20538"/>
                </a:lnTo>
                <a:lnTo>
                  <a:pt x="30509" y="19645"/>
                </a:lnTo>
                <a:lnTo>
                  <a:pt x="31402" y="19645"/>
                </a:lnTo>
                <a:lnTo>
                  <a:pt x="31402" y="18752"/>
                </a:lnTo>
                <a:lnTo>
                  <a:pt x="32295" y="18752"/>
                </a:lnTo>
                <a:lnTo>
                  <a:pt x="32295" y="17859"/>
                </a:lnTo>
                <a:lnTo>
                  <a:pt x="33188" y="17859"/>
                </a:lnTo>
                <a:lnTo>
                  <a:pt x="33188" y="14287"/>
                </a:lnTo>
                <a:lnTo>
                  <a:pt x="32295" y="14287"/>
                </a:lnTo>
                <a:lnTo>
                  <a:pt x="32295" y="13394"/>
                </a:lnTo>
                <a:lnTo>
                  <a:pt x="33188" y="13394"/>
                </a:lnTo>
                <a:lnTo>
                  <a:pt x="33188" y="8036"/>
                </a:lnTo>
                <a:lnTo>
                  <a:pt x="34974" y="8036"/>
                </a:lnTo>
                <a:lnTo>
                  <a:pt x="34974" y="7143"/>
                </a:lnTo>
                <a:lnTo>
                  <a:pt x="35867" y="7143"/>
                </a:lnTo>
                <a:lnTo>
                  <a:pt x="35867" y="5358"/>
                </a:lnTo>
                <a:lnTo>
                  <a:pt x="36760" y="5358"/>
                </a:lnTo>
                <a:lnTo>
                  <a:pt x="36760" y="2679"/>
                </a:lnTo>
                <a:lnTo>
                  <a:pt x="37653" y="2679"/>
                </a:lnTo>
                <a:close/>
                <a:moveTo>
                  <a:pt x="83343" y="0"/>
                </a:moveTo>
                <a:lnTo>
                  <a:pt x="87808" y="0"/>
                </a:lnTo>
                <a:lnTo>
                  <a:pt x="87808" y="893"/>
                </a:lnTo>
                <a:lnTo>
                  <a:pt x="88701" y="893"/>
                </a:lnTo>
                <a:lnTo>
                  <a:pt x="88701" y="1786"/>
                </a:lnTo>
                <a:lnTo>
                  <a:pt x="90487" y="1786"/>
                </a:lnTo>
                <a:lnTo>
                  <a:pt x="90487" y="2679"/>
                </a:lnTo>
                <a:lnTo>
                  <a:pt x="94952" y="2679"/>
                </a:lnTo>
                <a:lnTo>
                  <a:pt x="94952" y="3572"/>
                </a:lnTo>
                <a:lnTo>
                  <a:pt x="95845" y="3572"/>
                </a:lnTo>
                <a:lnTo>
                  <a:pt x="95845" y="4465"/>
                </a:lnTo>
                <a:lnTo>
                  <a:pt x="96738" y="4465"/>
                </a:lnTo>
                <a:lnTo>
                  <a:pt x="96738" y="5358"/>
                </a:lnTo>
                <a:lnTo>
                  <a:pt x="97631" y="5358"/>
                </a:lnTo>
                <a:lnTo>
                  <a:pt x="97631" y="6251"/>
                </a:lnTo>
                <a:lnTo>
                  <a:pt x="98524" y="6251"/>
                </a:lnTo>
                <a:lnTo>
                  <a:pt x="98524" y="10715"/>
                </a:lnTo>
                <a:lnTo>
                  <a:pt x="97631" y="10715"/>
                </a:lnTo>
                <a:lnTo>
                  <a:pt x="97631" y="11608"/>
                </a:lnTo>
                <a:lnTo>
                  <a:pt x="96738" y="11608"/>
                </a:lnTo>
                <a:lnTo>
                  <a:pt x="96738" y="12501"/>
                </a:lnTo>
                <a:lnTo>
                  <a:pt x="95845" y="12501"/>
                </a:lnTo>
                <a:lnTo>
                  <a:pt x="95845" y="13394"/>
                </a:lnTo>
                <a:lnTo>
                  <a:pt x="94059" y="13394"/>
                </a:lnTo>
                <a:lnTo>
                  <a:pt x="94059" y="14287"/>
                </a:lnTo>
                <a:lnTo>
                  <a:pt x="92273" y="14287"/>
                </a:lnTo>
                <a:lnTo>
                  <a:pt x="92273" y="17859"/>
                </a:lnTo>
                <a:lnTo>
                  <a:pt x="91380" y="17859"/>
                </a:lnTo>
                <a:lnTo>
                  <a:pt x="91380" y="19645"/>
                </a:lnTo>
                <a:lnTo>
                  <a:pt x="90487" y="19645"/>
                </a:lnTo>
                <a:lnTo>
                  <a:pt x="90487" y="22324"/>
                </a:lnTo>
                <a:lnTo>
                  <a:pt x="89594" y="22324"/>
                </a:lnTo>
                <a:lnTo>
                  <a:pt x="89594" y="23366"/>
                </a:lnTo>
                <a:lnTo>
                  <a:pt x="88701" y="23366"/>
                </a:lnTo>
                <a:lnTo>
                  <a:pt x="88701" y="26045"/>
                </a:lnTo>
                <a:lnTo>
                  <a:pt x="89594" y="26045"/>
                </a:lnTo>
                <a:lnTo>
                  <a:pt x="89594" y="27831"/>
                </a:lnTo>
                <a:lnTo>
                  <a:pt x="88701" y="27831"/>
                </a:lnTo>
                <a:lnTo>
                  <a:pt x="88701" y="32295"/>
                </a:lnTo>
                <a:lnTo>
                  <a:pt x="89594" y="32295"/>
                </a:lnTo>
                <a:lnTo>
                  <a:pt x="89594" y="34081"/>
                </a:lnTo>
                <a:lnTo>
                  <a:pt x="86915" y="34081"/>
                </a:lnTo>
                <a:lnTo>
                  <a:pt x="86915" y="34974"/>
                </a:lnTo>
                <a:lnTo>
                  <a:pt x="86022" y="34974"/>
                </a:lnTo>
                <a:lnTo>
                  <a:pt x="86022" y="38546"/>
                </a:lnTo>
                <a:lnTo>
                  <a:pt x="85129" y="38546"/>
                </a:lnTo>
                <a:lnTo>
                  <a:pt x="85129" y="39439"/>
                </a:lnTo>
                <a:lnTo>
                  <a:pt x="84236" y="39439"/>
                </a:lnTo>
                <a:lnTo>
                  <a:pt x="84236" y="43904"/>
                </a:lnTo>
                <a:lnTo>
                  <a:pt x="85129" y="43904"/>
                </a:lnTo>
                <a:lnTo>
                  <a:pt x="85129" y="45690"/>
                </a:lnTo>
                <a:lnTo>
                  <a:pt x="86022" y="45690"/>
                </a:lnTo>
                <a:lnTo>
                  <a:pt x="86022" y="46583"/>
                </a:lnTo>
                <a:lnTo>
                  <a:pt x="85129" y="46583"/>
                </a:lnTo>
                <a:lnTo>
                  <a:pt x="85129" y="48369"/>
                </a:lnTo>
                <a:lnTo>
                  <a:pt x="83343" y="48369"/>
                </a:lnTo>
                <a:lnTo>
                  <a:pt x="83343" y="50155"/>
                </a:lnTo>
                <a:lnTo>
                  <a:pt x="82450" y="50155"/>
                </a:lnTo>
                <a:lnTo>
                  <a:pt x="82450" y="52834"/>
                </a:lnTo>
                <a:lnTo>
                  <a:pt x="81557" y="52834"/>
                </a:lnTo>
                <a:lnTo>
                  <a:pt x="81557" y="54620"/>
                </a:lnTo>
                <a:lnTo>
                  <a:pt x="84236" y="54620"/>
                </a:lnTo>
                <a:lnTo>
                  <a:pt x="84236" y="53727"/>
                </a:lnTo>
                <a:lnTo>
                  <a:pt x="86915" y="53727"/>
                </a:lnTo>
                <a:lnTo>
                  <a:pt x="86915" y="54620"/>
                </a:lnTo>
                <a:lnTo>
                  <a:pt x="87808" y="54620"/>
                </a:lnTo>
                <a:lnTo>
                  <a:pt x="87808" y="55513"/>
                </a:lnTo>
                <a:lnTo>
                  <a:pt x="89594" y="55513"/>
                </a:lnTo>
                <a:lnTo>
                  <a:pt x="89594" y="54620"/>
                </a:lnTo>
                <a:lnTo>
                  <a:pt x="90487" y="54620"/>
                </a:lnTo>
                <a:lnTo>
                  <a:pt x="90487" y="53727"/>
                </a:lnTo>
                <a:lnTo>
                  <a:pt x="94059" y="53727"/>
                </a:lnTo>
                <a:lnTo>
                  <a:pt x="94059" y="54620"/>
                </a:lnTo>
                <a:lnTo>
                  <a:pt x="96738" y="54620"/>
                </a:lnTo>
                <a:lnTo>
                  <a:pt x="96738" y="53727"/>
                </a:lnTo>
                <a:lnTo>
                  <a:pt x="97631" y="53727"/>
                </a:lnTo>
                <a:lnTo>
                  <a:pt x="97631" y="52834"/>
                </a:lnTo>
                <a:lnTo>
                  <a:pt x="98524" y="52834"/>
                </a:lnTo>
                <a:lnTo>
                  <a:pt x="98524" y="53727"/>
                </a:lnTo>
                <a:lnTo>
                  <a:pt x="99417" y="53727"/>
                </a:lnTo>
                <a:lnTo>
                  <a:pt x="99417" y="54620"/>
                </a:lnTo>
                <a:lnTo>
                  <a:pt x="100310" y="54620"/>
                </a:lnTo>
                <a:lnTo>
                  <a:pt x="100310" y="55513"/>
                </a:lnTo>
                <a:lnTo>
                  <a:pt x="104775" y="55513"/>
                </a:lnTo>
                <a:lnTo>
                  <a:pt x="104775" y="54620"/>
                </a:lnTo>
                <a:lnTo>
                  <a:pt x="107453" y="54620"/>
                </a:lnTo>
                <a:lnTo>
                  <a:pt x="107453" y="53727"/>
                </a:lnTo>
                <a:lnTo>
                  <a:pt x="109239" y="53727"/>
                </a:lnTo>
                <a:lnTo>
                  <a:pt x="109239" y="52834"/>
                </a:lnTo>
                <a:lnTo>
                  <a:pt x="112811" y="52834"/>
                </a:lnTo>
                <a:lnTo>
                  <a:pt x="112811" y="51941"/>
                </a:lnTo>
                <a:lnTo>
                  <a:pt x="114597" y="51941"/>
                </a:lnTo>
                <a:lnTo>
                  <a:pt x="114597" y="52834"/>
                </a:lnTo>
                <a:lnTo>
                  <a:pt x="118318" y="52834"/>
                </a:lnTo>
                <a:lnTo>
                  <a:pt x="118318" y="53727"/>
                </a:lnTo>
                <a:lnTo>
                  <a:pt x="119211" y="53727"/>
                </a:lnTo>
                <a:lnTo>
                  <a:pt x="119211" y="54620"/>
                </a:lnTo>
                <a:lnTo>
                  <a:pt x="120997" y="54620"/>
                </a:lnTo>
                <a:lnTo>
                  <a:pt x="120997" y="52834"/>
                </a:lnTo>
                <a:lnTo>
                  <a:pt x="120104" y="52834"/>
                </a:lnTo>
                <a:lnTo>
                  <a:pt x="120104" y="49262"/>
                </a:lnTo>
                <a:lnTo>
                  <a:pt x="120997" y="49262"/>
                </a:lnTo>
                <a:lnTo>
                  <a:pt x="120997" y="48369"/>
                </a:lnTo>
                <a:lnTo>
                  <a:pt x="122783" y="48369"/>
                </a:lnTo>
                <a:lnTo>
                  <a:pt x="122783" y="47476"/>
                </a:lnTo>
                <a:lnTo>
                  <a:pt x="123676" y="47476"/>
                </a:lnTo>
                <a:lnTo>
                  <a:pt x="123676" y="45690"/>
                </a:lnTo>
                <a:lnTo>
                  <a:pt x="124569" y="45690"/>
                </a:lnTo>
                <a:lnTo>
                  <a:pt x="124569" y="44797"/>
                </a:lnTo>
                <a:lnTo>
                  <a:pt x="125462" y="44797"/>
                </a:lnTo>
                <a:lnTo>
                  <a:pt x="125462" y="43904"/>
                </a:lnTo>
                <a:lnTo>
                  <a:pt x="126355" y="43904"/>
                </a:lnTo>
                <a:lnTo>
                  <a:pt x="126355" y="44797"/>
                </a:lnTo>
                <a:lnTo>
                  <a:pt x="127248" y="44797"/>
                </a:lnTo>
                <a:lnTo>
                  <a:pt x="127248" y="45690"/>
                </a:lnTo>
                <a:lnTo>
                  <a:pt x="132605" y="45690"/>
                </a:lnTo>
                <a:lnTo>
                  <a:pt x="132605" y="46583"/>
                </a:lnTo>
                <a:lnTo>
                  <a:pt x="133498" y="46583"/>
                </a:lnTo>
                <a:lnTo>
                  <a:pt x="133498" y="47476"/>
                </a:lnTo>
                <a:lnTo>
                  <a:pt x="134391" y="47476"/>
                </a:lnTo>
                <a:lnTo>
                  <a:pt x="134391" y="49262"/>
                </a:lnTo>
                <a:lnTo>
                  <a:pt x="135284" y="49262"/>
                </a:lnTo>
                <a:lnTo>
                  <a:pt x="135284" y="50155"/>
                </a:lnTo>
                <a:lnTo>
                  <a:pt x="137070" y="50155"/>
                </a:lnTo>
                <a:lnTo>
                  <a:pt x="137070" y="51048"/>
                </a:lnTo>
                <a:lnTo>
                  <a:pt x="137963" y="51048"/>
                </a:lnTo>
                <a:lnTo>
                  <a:pt x="137963" y="51941"/>
                </a:lnTo>
                <a:lnTo>
                  <a:pt x="139749" y="51941"/>
                </a:lnTo>
                <a:lnTo>
                  <a:pt x="139749" y="55513"/>
                </a:lnTo>
                <a:lnTo>
                  <a:pt x="140642" y="55513"/>
                </a:lnTo>
                <a:lnTo>
                  <a:pt x="140642" y="58192"/>
                </a:lnTo>
                <a:lnTo>
                  <a:pt x="138856" y="58192"/>
                </a:lnTo>
                <a:lnTo>
                  <a:pt x="138856" y="59084"/>
                </a:lnTo>
                <a:lnTo>
                  <a:pt x="137963" y="59084"/>
                </a:lnTo>
                <a:lnTo>
                  <a:pt x="137963" y="59977"/>
                </a:lnTo>
                <a:lnTo>
                  <a:pt x="135284" y="59977"/>
                </a:lnTo>
                <a:lnTo>
                  <a:pt x="135284" y="59084"/>
                </a:lnTo>
                <a:lnTo>
                  <a:pt x="134391" y="59084"/>
                </a:lnTo>
                <a:lnTo>
                  <a:pt x="134391" y="58192"/>
                </a:lnTo>
                <a:lnTo>
                  <a:pt x="129926" y="58192"/>
                </a:lnTo>
                <a:lnTo>
                  <a:pt x="129926" y="59084"/>
                </a:lnTo>
                <a:lnTo>
                  <a:pt x="126355" y="59084"/>
                </a:lnTo>
                <a:lnTo>
                  <a:pt x="126355" y="58192"/>
                </a:lnTo>
                <a:lnTo>
                  <a:pt x="116532" y="58192"/>
                </a:lnTo>
                <a:lnTo>
                  <a:pt x="116532" y="59084"/>
                </a:lnTo>
                <a:lnTo>
                  <a:pt x="96738" y="59084"/>
                </a:lnTo>
                <a:lnTo>
                  <a:pt x="96738" y="58192"/>
                </a:lnTo>
                <a:lnTo>
                  <a:pt x="95845" y="58192"/>
                </a:lnTo>
                <a:lnTo>
                  <a:pt x="95845" y="57299"/>
                </a:lnTo>
                <a:lnTo>
                  <a:pt x="93166" y="57299"/>
                </a:lnTo>
                <a:lnTo>
                  <a:pt x="93166" y="58192"/>
                </a:lnTo>
                <a:lnTo>
                  <a:pt x="90487" y="58192"/>
                </a:lnTo>
                <a:lnTo>
                  <a:pt x="90487" y="59084"/>
                </a:lnTo>
                <a:lnTo>
                  <a:pt x="89594" y="59084"/>
                </a:lnTo>
                <a:lnTo>
                  <a:pt x="89594" y="58192"/>
                </a:lnTo>
                <a:lnTo>
                  <a:pt x="88701" y="58192"/>
                </a:lnTo>
                <a:lnTo>
                  <a:pt x="88701" y="57299"/>
                </a:lnTo>
                <a:lnTo>
                  <a:pt x="83343" y="57299"/>
                </a:lnTo>
                <a:lnTo>
                  <a:pt x="83343" y="58192"/>
                </a:lnTo>
                <a:lnTo>
                  <a:pt x="81557" y="58192"/>
                </a:lnTo>
                <a:lnTo>
                  <a:pt x="81557" y="59084"/>
                </a:lnTo>
                <a:lnTo>
                  <a:pt x="79771" y="59084"/>
                </a:lnTo>
                <a:lnTo>
                  <a:pt x="79771" y="64442"/>
                </a:lnTo>
                <a:lnTo>
                  <a:pt x="80664" y="64442"/>
                </a:lnTo>
                <a:lnTo>
                  <a:pt x="80664" y="67121"/>
                </a:lnTo>
                <a:lnTo>
                  <a:pt x="79771" y="67121"/>
                </a:lnTo>
                <a:lnTo>
                  <a:pt x="79771" y="68014"/>
                </a:lnTo>
                <a:lnTo>
                  <a:pt x="77985" y="68014"/>
                </a:lnTo>
                <a:lnTo>
                  <a:pt x="77985" y="69949"/>
                </a:lnTo>
                <a:lnTo>
                  <a:pt x="77092" y="69949"/>
                </a:lnTo>
                <a:lnTo>
                  <a:pt x="77092" y="74414"/>
                </a:lnTo>
                <a:lnTo>
                  <a:pt x="78878" y="74414"/>
                </a:lnTo>
                <a:lnTo>
                  <a:pt x="78878" y="75307"/>
                </a:lnTo>
                <a:lnTo>
                  <a:pt x="86915" y="75307"/>
                </a:lnTo>
                <a:lnTo>
                  <a:pt x="86915" y="76200"/>
                </a:lnTo>
                <a:lnTo>
                  <a:pt x="88701" y="76200"/>
                </a:lnTo>
                <a:lnTo>
                  <a:pt x="88701" y="75307"/>
                </a:lnTo>
                <a:lnTo>
                  <a:pt x="91380" y="75307"/>
                </a:lnTo>
                <a:lnTo>
                  <a:pt x="91380" y="76200"/>
                </a:lnTo>
                <a:lnTo>
                  <a:pt x="93166" y="76200"/>
                </a:lnTo>
                <a:lnTo>
                  <a:pt x="93166" y="75307"/>
                </a:lnTo>
                <a:lnTo>
                  <a:pt x="95845" y="75307"/>
                </a:lnTo>
                <a:lnTo>
                  <a:pt x="95845" y="74414"/>
                </a:lnTo>
                <a:lnTo>
                  <a:pt x="99417" y="74414"/>
                </a:lnTo>
                <a:lnTo>
                  <a:pt x="99417" y="73521"/>
                </a:lnTo>
                <a:lnTo>
                  <a:pt x="102096" y="73521"/>
                </a:lnTo>
                <a:lnTo>
                  <a:pt x="102096" y="74414"/>
                </a:lnTo>
                <a:lnTo>
                  <a:pt x="107453" y="74414"/>
                </a:lnTo>
                <a:lnTo>
                  <a:pt x="107453" y="73521"/>
                </a:lnTo>
                <a:lnTo>
                  <a:pt x="108346" y="73521"/>
                </a:lnTo>
                <a:lnTo>
                  <a:pt x="108346" y="72628"/>
                </a:lnTo>
                <a:lnTo>
                  <a:pt x="110132" y="72628"/>
                </a:lnTo>
                <a:lnTo>
                  <a:pt x="110132" y="71735"/>
                </a:lnTo>
                <a:lnTo>
                  <a:pt x="111025" y="71735"/>
                </a:lnTo>
                <a:lnTo>
                  <a:pt x="111025" y="70842"/>
                </a:lnTo>
                <a:lnTo>
                  <a:pt x="114597" y="70842"/>
                </a:lnTo>
                <a:lnTo>
                  <a:pt x="114597" y="69949"/>
                </a:lnTo>
                <a:lnTo>
                  <a:pt x="115639" y="69949"/>
                </a:lnTo>
                <a:lnTo>
                  <a:pt x="115639" y="70842"/>
                </a:lnTo>
                <a:lnTo>
                  <a:pt x="119211" y="70842"/>
                </a:lnTo>
                <a:lnTo>
                  <a:pt x="119211" y="71735"/>
                </a:lnTo>
                <a:lnTo>
                  <a:pt x="120104" y="71735"/>
                </a:lnTo>
                <a:lnTo>
                  <a:pt x="120104" y="72628"/>
                </a:lnTo>
                <a:lnTo>
                  <a:pt x="121890" y="72628"/>
                </a:lnTo>
                <a:lnTo>
                  <a:pt x="121890" y="73521"/>
                </a:lnTo>
                <a:lnTo>
                  <a:pt x="123676" y="73521"/>
                </a:lnTo>
                <a:lnTo>
                  <a:pt x="123676" y="75307"/>
                </a:lnTo>
                <a:lnTo>
                  <a:pt x="124569" y="75307"/>
                </a:lnTo>
                <a:lnTo>
                  <a:pt x="124569" y="76200"/>
                </a:lnTo>
                <a:lnTo>
                  <a:pt x="125462" y="76200"/>
                </a:lnTo>
                <a:lnTo>
                  <a:pt x="125462" y="77093"/>
                </a:lnTo>
                <a:lnTo>
                  <a:pt x="126355" y="77093"/>
                </a:lnTo>
                <a:lnTo>
                  <a:pt x="126355" y="80665"/>
                </a:lnTo>
                <a:lnTo>
                  <a:pt x="125462" y="80665"/>
                </a:lnTo>
                <a:lnTo>
                  <a:pt x="125462" y="81558"/>
                </a:lnTo>
                <a:lnTo>
                  <a:pt x="124569" y="81558"/>
                </a:lnTo>
                <a:lnTo>
                  <a:pt x="124569" y="82451"/>
                </a:lnTo>
                <a:lnTo>
                  <a:pt x="123676" y="82451"/>
                </a:lnTo>
                <a:lnTo>
                  <a:pt x="123676" y="83343"/>
                </a:lnTo>
                <a:lnTo>
                  <a:pt x="119211" y="83343"/>
                </a:lnTo>
                <a:lnTo>
                  <a:pt x="119211" y="85129"/>
                </a:lnTo>
                <a:lnTo>
                  <a:pt x="118318" y="85129"/>
                </a:lnTo>
                <a:lnTo>
                  <a:pt x="118318" y="86022"/>
                </a:lnTo>
                <a:lnTo>
                  <a:pt x="117425" y="86022"/>
                </a:lnTo>
                <a:lnTo>
                  <a:pt x="117425" y="86915"/>
                </a:lnTo>
                <a:lnTo>
                  <a:pt x="116532" y="86915"/>
                </a:lnTo>
                <a:lnTo>
                  <a:pt x="116532" y="87808"/>
                </a:lnTo>
                <a:lnTo>
                  <a:pt x="115639" y="87808"/>
                </a:lnTo>
                <a:lnTo>
                  <a:pt x="115639" y="89594"/>
                </a:lnTo>
                <a:lnTo>
                  <a:pt x="114597" y="89594"/>
                </a:lnTo>
                <a:lnTo>
                  <a:pt x="114597" y="90487"/>
                </a:lnTo>
                <a:lnTo>
                  <a:pt x="113704" y="90487"/>
                </a:lnTo>
                <a:lnTo>
                  <a:pt x="113704" y="92273"/>
                </a:lnTo>
                <a:lnTo>
                  <a:pt x="112811" y="92273"/>
                </a:lnTo>
                <a:lnTo>
                  <a:pt x="112811" y="93166"/>
                </a:lnTo>
                <a:lnTo>
                  <a:pt x="111918" y="93166"/>
                </a:lnTo>
                <a:lnTo>
                  <a:pt x="111918" y="94059"/>
                </a:lnTo>
                <a:lnTo>
                  <a:pt x="111025" y="94059"/>
                </a:lnTo>
                <a:lnTo>
                  <a:pt x="111025" y="94952"/>
                </a:lnTo>
                <a:lnTo>
                  <a:pt x="110132" y="94952"/>
                </a:lnTo>
                <a:lnTo>
                  <a:pt x="110132" y="96738"/>
                </a:lnTo>
                <a:lnTo>
                  <a:pt x="109239" y="96738"/>
                </a:lnTo>
                <a:lnTo>
                  <a:pt x="109239" y="97631"/>
                </a:lnTo>
                <a:lnTo>
                  <a:pt x="108346" y="97631"/>
                </a:lnTo>
                <a:lnTo>
                  <a:pt x="108346" y="98524"/>
                </a:lnTo>
                <a:lnTo>
                  <a:pt x="107453" y="98524"/>
                </a:lnTo>
                <a:lnTo>
                  <a:pt x="107453" y="100310"/>
                </a:lnTo>
                <a:lnTo>
                  <a:pt x="106560" y="100310"/>
                </a:lnTo>
                <a:lnTo>
                  <a:pt x="106560" y="101203"/>
                </a:lnTo>
                <a:lnTo>
                  <a:pt x="105667" y="101203"/>
                </a:lnTo>
                <a:lnTo>
                  <a:pt x="105667" y="102096"/>
                </a:lnTo>
                <a:lnTo>
                  <a:pt x="103882" y="102096"/>
                </a:lnTo>
                <a:lnTo>
                  <a:pt x="103882" y="102989"/>
                </a:lnTo>
                <a:lnTo>
                  <a:pt x="102096" y="102989"/>
                </a:lnTo>
                <a:lnTo>
                  <a:pt x="102096" y="105668"/>
                </a:lnTo>
                <a:lnTo>
                  <a:pt x="102989" y="105668"/>
                </a:lnTo>
                <a:lnTo>
                  <a:pt x="102989" y="107454"/>
                </a:lnTo>
                <a:lnTo>
                  <a:pt x="103882" y="107454"/>
                </a:lnTo>
                <a:lnTo>
                  <a:pt x="103882" y="108347"/>
                </a:lnTo>
                <a:lnTo>
                  <a:pt x="104775" y="108347"/>
                </a:lnTo>
                <a:lnTo>
                  <a:pt x="104775" y="110133"/>
                </a:lnTo>
                <a:lnTo>
                  <a:pt x="105667" y="110133"/>
                </a:lnTo>
                <a:lnTo>
                  <a:pt x="105667" y="111918"/>
                </a:lnTo>
                <a:lnTo>
                  <a:pt x="106560" y="111918"/>
                </a:lnTo>
                <a:lnTo>
                  <a:pt x="106560" y="112811"/>
                </a:lnTo>
                <a:lnTo>
                  <a:pt x="107453" y="112811"/>
                </a:lnTo>
                <a:lnTo>
                  <a:pt x="107453" y="113704"/>
                </a:lnTo>
                <a:lnTo>
                  <a:pt x="108346" y="113704"/>
                </a:lnTo>
                <a:lnTo>
                  <a:pt x="108346" y="114597"/>
                </a:lnTo>
                <a:lnTo>
                  <a:pt x="109239" y="114597"/>
                </a:lnTo>
                <a:lnTo>
                  <a:pt x="109239" y="116532"/>
                </a:lnTo>
                <a:lnTo>
                  <a:pt x="110132" y="116532"/>
                </a:lnTo>
                <a:lnTo>
                  <a:pt x="110132" y="117425"/>
                </a:lnTo>
                <a:lnTo>
                  <a:pt x="111025" y="117425"/>
                </a:lnTo>
                <a:lnTo>
                  <a:pt x="111025" y="118318"/>
                </a:lnTo>
                <a:lnTo>
                  <a:pt x="111918" y="118318"/>
                </a:lnTo>
                <a:lnTo>
                  <a:pt x="111918" y="120997"/>
                </a:lnTo>
                <a:lnTo>
                  <a:pt x="112811" y="120997"/>
                </a:lnTo>
                <a:lnTo>
                  <a:pt x="112811" y="121890"/>
                </a:lnTo>
                <a:lnTo>
                  <a:pt x="114597" y="121890"/>
                </a:lnTo>
                <a:lnTo>
                  <a:pt x="114597" y="123676"/>
                </a:lnTo>
                <a:lnTo>
                  <a:pt x="115639" y="123676"/>
                </a:lnTo>
                <a:lnTo>
                  <a:pt x="115639" y="129927"/>
                </a:lnTo>
                <a:lnTo>
                  <a:pt x="116532" y="129927"/>
                </a:lnTo>
                <a:lnTo>
                  <a:pt x="116532" y="130820"/>
                </a:lnTo>
                <a:lnTo>
                  <a:pt x="115639" y="130820"/>
                </a:lnTo>
                <a:lnTo>
                  <a:pt x="115639" y="132606"/>
                </a:lnTo>
                <a:lnTo>
                  <a:pt x="114597" y="132606"/>
                </a:lnTo>
                <a:lnTo>
                  <a:pt x="114597" y="134392"/>
                </a:lnTo>
                <a:lnTo>
                  <a:pt x="113704" y="134392"/>
                </a:lnTo>
                <a:lnTo>
                  <a:pt x="113704" y="135285"/>
                </a:lnTo>
                <a:lnTo>
                  <a:pt x="112811" y="135285"/>
                </a:lnTo>
                <a:lnTo>
                  <a:pt x="112811" y="136177"/>
                </a:lnTo>
                <a:lnTo>
                  <a:pt x="111918" y="136177"/>
                </a:lnTo>
                <a:lnTo>
                  <a:pt x="111918" y="137070"/>
                </a:lnTo>
                <a:lnTo>
                  <a:pt x="111025" y="137070"/>
                </a:lnTo>
                <a:lnTo>
                  <a:pt x="111025" y="137963"/>
                </a:lnTo>
                <a:lnTo>
                  <a:pt x="105667" y="137963"/>
                </a:lnTo>
                <a:lnTo>
                  <a:pt x="105667" y="137070"/>
                </a:lnTo>
                <a:lnTo>
                  <a:pt x="104775" y="137070"/>
                </a:lnTo>
                <a:lnTo>
                  <a:pt x="104775" y="136177"/>
                </a:lnTo>
                <a:lnTo>
                  <a:pt x="103882" y="136177"/>
                </a:lnTo>
                <a:lnTo>
                  <a:pt x="103882" y="135285"/>
                </a:lnTo>
                <a:lnTo>
                  <a:pt x="102096" y="135285"/>
                </a:lnTo>
                <a:lnTo>
                  <a:pt x="102096" y="134392"/>
                </a:lnTo>
                <a:lnTo>
                  <a:pt x="101203" y="134392"/>
                </a:lnTo>
                <a:lnTo>
                  <a:pt x="101203" y="133499"/>
                </a:lnTo>
                <a:lnTo>
                  <a:pt x="100310" y="133499"/>
                </a:lnTo>
                <a:lnTo>
                  <a:pt x="100310" y="129927"/>
                </a:lnTo>
                <a:lnTo>
                  <a:pt x="99417" y="129927"/>
                </a:lnTo>
                <a:lnTo>
                  <a:pt x="99417" y="128141"/>
                </a:lnTo>
                <a:lnTo>
                  <a:pt x="100310" y="128141"/>
                </a:lnTo>
                <a:lnTo>
                  <a:pt x="100310" y="127248"/>
                </a:lnTo>
                <a:lnTo>
                  <a:pt x="99417" y="127248"/>
                </a:lnTo>
                <a:lnTo>
                  <a:pt x="99417" y="125462"/>
                </a:lnTo>
                <a:lnTo>
                  <a:pt x="98524" y="125462"/>
                </a:lnTo>
                <a:lnTo>
                  <a:pt x="98524" y="123676"/>
                </a:lnTo>
                <a:lnTo>
                  <a:pt x="97631" y="123676"/>
                </a:lnTo>
                <a:lnTo>
                  <a:pt x="97631" y="122783"/>
                </a:lnTo>
                <a:lnTo>
                  <a:pt x="96738" y="122783"/>
                </a:lnTo>
                <a:lnTo>
                  <a:pt x="96738" y="120104"/>
                </a:lnTo>
                <a:lnTo>
                  <a:pt x="95845" y="120104"/>
                </a:lnTo>
                <a:lnTo>
                  <a:pt x="95845" y="119211"/>
                </a:lnTo>
                <a:lnTo>
                  <a:pt x="94952" y="119211"/>
                </a:lnTo>
                <a:lnTo>
                  <a:pt x="94952" y="118318"/>
                </a:lnTo>
                <a:lnTo>
                  <a:pt x="94059" y="118318"/>
                </a:lnTo>
                <a:lnTo>
                  <a:pt x="94059" y="115639"/>
                </a:lnTo>
                <a:lnTo>
                  <a:pt x="93166" y="115639"/>
                </a:lnTo>
                <a:lnTo>
                  <a:pt x="93166" y="114597"/>
                </a:lnTo>
                <a:lnTo>
                  <a:pt x="91380" y="114597"/>
                </a:lnTo>
                <a:lnTo>
                  <a:pt x="91380" y="111918"/>
                </a:lnTo>
                <a:lnTo>
                  <a:pt x="90487" y="111918"/>
                </a:lnTo>
                <a:lnTo>
                  <a:pt x="90487" y="111026"/>
                </a:lnTo>
                <a:lnTo>
                  <a:pt x="89594" y="111026"/>
                </a:lnTo>
                <a:lnTo>
                  <a:pt x="89594" y="110133"/>
                </a:lnTo>
                <a:lnTo>
                  <a:pt x="88701" y="110133"/>
                </a:lnTo>
                <a:lnTo>
                  <a:pt x="88701" y="109240"/>
                </a:lnTo>
                <a:lnTo>
                  <a:pt x="86915" y="109240"/>
                </a:lnTo>
                <a:lnTo>
                  <a:pt x="86915" y="108347"/>
                </a:lnTo>
                <a:lnTo>
                  <a:pt x="86022" y="108347"/>
                </a:lnTo>
                <a:lnTo>
                  <a:pt x="86022" y="107454"/>
                </a:lnTo>
                <a:lnTo>
                  <a:pt x="85129" y="107454"/>
                </a:lnTo>
                <a:lnTo>
                  <a:pt x="85129" y="106561"/>
                </a:lnTo>
                <a:lnTo>
                  <a:pt x="84236" y="106561"/>
                </a:lnTo>
                <a:lnTo>
                  <a:pt x="84236" y="105668"/>
                </a:lnTo>
                <a:lnTo>
                  <a:pt x="82450" y="105668"/>
                </a:lnTo>
                <a:lnTo>
                  <a:pt x="82450" y="103882"/>
                </a:lnTo>
                <a:lnTo>
                  <a:pt x="81557" y="103882"/>
                </a:lnTo>
                <a:lnTo>
                  <a:pt x="81557" y="102989"/>
                </a:lnTo>
                <a:lnTo>
                  <a:pt x="79771" y="102989"/>
                </a:lnTo>
                <a:lnTo>
                  <a:pt x="79771" y="102096"/>
                </a:lnTo>
                <a:lnTo>
                  <a:pt x="77092" y="102096"/>
                </a:lnTo>
                <a:lnTo>
                  <a:pt x="77092" y="101203"/>
                </a:lnTo>
                <a:lnTo>
                  <a:pt x="75307" y="101203"/>
                </a:lnTo>
                <a:lnTo>
                  <a:pt x="75307" y="98524"/>
                </a:lnTo>
                <a:lnTo>
                  <a:pt x="76200" y="98524"/>
                </a:lnTo>
                <a:lnTo>
                  <a:pt x="76200" y="97631"/>
                </a:lnTo>
                <a:lnTo>
                  <a:pt x="81557" y="97631"/>
                </a:lnTo>
                <a:lnTo>
                  <a:pt x="81557" y="98524"/>
                </a:lnTo>
                <a:lnTo>
                  <a:pt x="84236" y="98524"/>
                </a:lnTo>
                <a:lnTo>
                  <a:pt x="84236" y="99417"/>
                </a:lnTo>
                <a:lnTo>
                  <a:pt x="86915" y="99417"/>
                </a:lnTo>
                <a:lnTo>
                  <a:pt x="86915" y="100310"/>
                </a:lnTo>
                <a:lnTo>
                  <a:pt x="87808" y="100310"/>
                </a:lnTo>
                <a:lnTo>
                  <a:pt x="87808" y="101203"/>
                </a:lnTo>
                <a:lnTo>
                  <a:pt x="90487" y="101203"/>
                </a:lnTo>
                <a:lnTo>
                  <a:pt x="90487" y="102096"/>
                </a:lnTo>
                <a:lnTo>
                  <a:pt x="92273" y="102096"/>
                </a:lnTo>
                <a:lnTo>
                  <a:pt x="92273" y="102989"/>
                </a:lnTo>
                <a:lnTo>
                  <a:pt x="94952" y="102989"/>
                </a:lnTo>
                <a:lnTo>
                  <a:pt x="94952" y="104775"/>
                </a:lnTo>
                <a:lnTo>
                  <a:pt x="95845" y="104775"/>
                </a:lnTo>
                <a:lnTo>
                  <a:pt x="95845" y="105668"/>
                </a:lnTo>
                <a:lnTo>
                  <a:pt x="97631" y="105668"/>
                </a:lnTo>
                <a:lnTo>
                  <a:pt x="97631" y="101203"/>
                </a:lnTo>
                <a:lnTo>
                  <a:pt x="98524" y="101203"/>
                </a:lnTo>
                <a:lnTo>
                  <a:pt x="98524" y="100310"/>
                </a:lnTo>
                <a:lnTo>
                  <a:pt x="99417" y="100310"/>
                </a:lnTo>
                <a:lnTo>
                  <a:pt x="99417" y="95845"/>
                </a:lnTo>
                <a:lnTo>
                  <a:pt x="100310" y="95845"/>
                </a:lnTo>
                <a:lnTo>
                  <a:pt x="100310" y="94059"/>
                </a:lnTo>
                <a:lnTo>
                  <a:pt x="101203" y="94059"/>
                </a:lnTo>
                <a:lnTo>
                  <a:pt x="101203" y="92273"/>
                </a:lnTo>
                <a:lnTo>
                  <a:pt x="102096" y="92273"/>
                </a:lnTo>
                <a:lnTo>
                  <a:pt x="102096" y="88701"/>
                </a:lnTo>
                <a:lnTo>
                  <a:pt x="103882" y="88701"/>
                </a:lnTo>
                <a:lnTo>
                  <a:pt x="103882" y="86915"/>
                </a:lnTo>
                <a:lnTo>
                  <a:pt x="104775" y="86915"/>
                </a:lnTo>
                <a:lnTo>
                  <a:pt x="104775" y="84236"/>
                </a:lnTo>
                <a:lnTo>
                  <a:pt x="105667" y="84236"/>
                </a:lnTo>
                <a:lnTo>
                  <a:pt x="105667" y="82451"/>
                </a:lnTo>
                <a:lnTo>
                  <a:pt x="106560" y="82451"/>
                </a:lnTo>
                <a:lnTo>
                  <a:pt x="106560" y="81558"/>
                </a:lnTo>
                <a:lnTo>
                  <a:pt x="107453" y="81558"/>
                </a:lnTo>
                <a:lnTo>
                  <a:pt x="107453" y="79772"/>
                </a:lnTo>
                <a:lnTo>
                  <a:pt x="106560" y="79772"/>
                </a:lnTo>
                <a:lnTo>
                  <a:pt x="106560" y="78879"/>
                </a:lnTo>
                <a:lnTo>
                  <a:pt x="96738" y="78879"/>
                </a:lnTo>
                <a:lnTo>
                  <a:pt x="96738" y="79772"/>
                </a:lnTo>
                <a:lnTo>
                  <a:pt x="94952" y="79772"/>
                </a:lnTo>
                <a:lnTo>
                  <a:pt x="94952" y="78879"/>
                </a:lnTo>
                <a:lnTo>
                  <a:pt x="90487" y="78879"/>
                </a:lnTo>
                <a:lnTo>
                  <a:pt x="90487" y="77986"/>
                </a:lnTo>
                <a:lnTo>
                  <a:pt x="86915" y="77986"/>
                </a:lnTo>
                <a:lnTo>
                  <a:pt x="86915" y="78879"/>
                </a:lnTo>
                <a:lnTo>
                  <a:pt x="77985" y="78879"/>
                </a:lnTo>
                <a:lnTo>
                  <a:pt x="77985" y="79772"/>
                </a:lnTo>
                <a:lnTo>
                  <a:pt x="77092" y="79772"/>
                </a:lnTo>
                <a:lnTo>
                  <a:pt x="77092" y="80665"/>
                </a:lnTo>
                <a:lnTo>
                  <a:pt x="76200" y="80665"/>
                </a:lnTo>
                <a:lnTo>
                  <a:pt x="76200" y="81558"/>
                </a:lnTo>
                <a:lnTo>
                  <a:pt x="75307" y="81558"/>
                </a:lnTo>
                <a:lnTo>
                  <a:pt x="75307" y="82451"/>
                </a:lnTo>
                <a:lnTo>
                  <a:pt x="74414" y="82451"/>
                </a:lnTo>
                <a:lnTo>
                  <a:pt x="74414" y="83343"/>
                </a:lnTo>
                <a:lnTo>
                  <a:pt x="72628" y="83343"/>
                </a:lnTo>
                <a:lnTo>
                  <a:pt x="72628" y="84236"/>
                </a:lnTo>
                <a:lnTo>
                  <a:pt x="69949" y="84236"/>
                </a:lnTo>
                <a:lnTo>
                  <a:pt x="69949" y="83343"/>
                </a:lnTo>
                <a:lnTo>
                  <a:pt x="67121" y="83343"/>
                </a:lnTo>
                <a:lnTo>
                  <a:pt x="67121" y="82451"/>
                </a:lnTo>
                <a:lnTo>
                  <a:pt x="65335" y="82451"/>
                </a:lnTo>
                <a:lnTo>
                  <a:pt x="65335" y="79772"/>
                </a:lnTo>
                <a:lnTo>
                  <a:pt x="66228" y="79772"/>
                </a:lnTo>
                <a:lnTo>
                  <a:pt x="66228" y="78879"/>
                </a:lnTo>
                <a:lnTo>
                  <a:pt x="67121" y="78879"/>
                </a:lnTo>
                <a:lnTo>
                  <a:pt x="67121" y="77093"/>
                </a:lnTo>
                <a:lnTo>
                  <a:pt x="66228" y="77093"/>
                </a:lnTo>
                <a:lnTo>
                  <a:pt x="66228" y="72628"/>
                </a:lnTo>
                <a:lnTo>
                  <a:pt x="67121" y="72628"/>
                </a:lnTo>
                <a:lnTo>
                  <a:pt x="67121" y="71735"/>
                </a:lnTo>
                <a:lnTo>
                  <a:pt x="68014" y="71735"/>
                </a:lnTo>
                <a:lnTo>
                  <a:pt x="68014" y="70842"/>
                </a:lnTo>
                <a:lnTo>
                  <a:pt x="69056" y="70842"/>
                </a:lnTo>
                <a:lnTo>
                  <a:pt x="69056" y="69949"/>
                </a:lnTo>
                <a:lnTo>
                  <a:pt x="69949" y="69949"/>
                </a:lnTo>
                <a:lnTo>
                  <a:pt x="69949" y="68907"/>
                </a:lnTo>
                <a:lnTo>
                  <a:pt x="70842" y="68907"/>
                </a:lnTo>
                <a:lnTo>
                  <a:pt x="70842" y="67121"/>
                </a:lnTo>
                <a:lnTo>
                  <a:pt x="69949" y="67121"/>
                </a:lnTo>
                <a:lnTo>
                  <a:pt x="69949" y="63549"/>
                </a:lnTo>
                <a:lnTo>
                  <a:pt x="72628" y="63549"/>
                </a:lnTo>
                <a:lnTo>
                  <a:pt x="72628" y="62656"/>
                </a:lnTo>
                <a:lnTo>
                  <a:pt x="73521" y="62656"/>
                </a:lnTo>
                <a:lnTo>
                  <a:pt x="73521" y="60870"/>
                </a:lnTo>
                <a:lnTo>
                  <a:pt x="71735" y="60870"/>
                </a:lnTo>
                <a:lnTo>
                  <a:pt x="71735" y="59977"/>
                </a:lnTo>
                <a:lnTo>
                  <a:pt x="70842" y="59977"/>
                </a:lnTo>
                <a:lnTo>
                  <a:pt x="70842" y="59084"/>
                </a:lnTo>
                <a:lnTo>
                  <a:pt x="69949" y="59084"/>
                </a:lnTo>
                <a:lnTo>
                  <a:pt x="69949" y="58192"/>
                </a:lnTo>
                <a:lnTo>
                  <a:pt x="67121" y="58192"/>
                </a:lnTo>
                <a:lnTo>
                  <a:pt x="67121" y="59084"/>
                </a:lnTo>
                <a:lnTo>
                  <a:pt x="66228" y="59084"/>
                </a:lnTo>
                <a:lnTo>
                  <a:pt x="66228" y="58192"/>
                </a:lnTo>
                <a:lnTo>
                  <a:pt x="65335" y="58192"/>
                </a:lnTo>
                <a:lnTo>
                  <a:pt x="65335" y="59084"/>
                </a:lnTo>
                <a:lnTo>
                  <a:pt x="58191" y="59084"/>
                </a:lnTo>
                <a:lnTo>
                  <a:pt x="58191" y="58192"/>
                </a:lnTo>
                <a:lnTo>
                  <a:pt x="54619" y="58192"/>
                </a:lnTo>
                <a:lnTo>
                  <a:pt x="54619" y="59084"/>
                </a:lnTo>
                <a:lnTo>
                  <a:pt x="52834" y="59084"/>
                </a:lnTo>
                <a:lnTo>
                  <a:pt x="52834" y="58192"/>
                </a:lnTo>
                <a:lnTo>
                  <a:pt x="50155" y="58192"/>
                </a:lnTo>
                <a:lnTo>
                  <a:pt x="50155" y="59084"/>
                </a:lnTo>
                <a:lnTo>
                  <a:pt x="48369" y="59084"/>
                </a:lnTo>
                <a:lnTo>
                  <a:pt x="48369" y="58192"/>
                </a:lnTo>
                <a:lnTo>
                  <a:pt x="46583" y="58192"/>
                </a:lnTo>
                <a:lnTo>
                  <a:pt x="46583" y="57299"/>
                </a:lnTo>
                <a:lnTo>
                  <a:pt x="45690" y="57299"/>
                </a:lnTo>
                <a:lnTo>
                  <a:pt x="45690" y="56406"/>
                </a:lnTo>
                <a:lnTo>
                  <a:pt x="44797" y="56406"/>
                </a:lnTo>
                <a:lnTo>
                  <a:pt x="44797" y="57299"/>
                </a:lnTo>
                <a:lnTo>
                  <a:pt x="43904" y="57299"/>
                </a:lnTo>
                <a:lnTo>
                  <a:pt x="43904" y="58192"/>
                </a:lnTo>
                <a:lnTo>
                  <a:pt x="42118" y="58192"/>
                </a:lnTo>
                <a:lnTo>
                  <a:pt x="42118" y="57299"/>
                </a:lnTo>
                <a:lnTo>
                  <a:pt x="41225" y="57299"/>
                </a:lnTo>
                <a:lnTo>
                  <a:pt x="41225" y="55513"/>
                </a:lnTo>
                <a:lnTo>
                  <a:pt x="42118" y="55513"/>
                </a:lnTo>
                <a:lnTo>
                  <a:pt x="42118" y="54620"/>
                </a:lnTo>
                <a:lnTo>
                  <a:pt x="44797" y="54620"/>
                </a:lnTo>
                <a:lnTo>
                  <a:pt x="44797" y="55513"/>
                </a:lnTo>
                <a:lnTo>
                  <a:pt x="46583" y="55513"/>
                </a:lnTo>
                <a:lnTo>
                  <a:pt x="46583" y="54620"/>
                </a:lnTo>
                <a:lnTo>
                  <a:pt x="51941" y="54620"/>
                </a:lnTo>
                <a:lnTo>
                  <a:pt x="51941" y="55513"/>
                </a:lnTo>
                <a:lnTo>
                  <a:pt x="54619" y="55513"/>
                </a:lnTo>
                <a:lnTo>
                  <a:pt x="54619" y="54620"/>
                </a:lnTo>
                <a:lnTo>
                  <a:pt x="62656" y="54620"/>
                </a:lnTo>
                <a:lnTo>
                  <a:pt x="62656" y="55513"/>
                </a:lnTo>
                <a:lnTo>
                  <a:pt x="65335" y="55513"/>
                </a:lnTo>
                <a:lnTo>
                  <a:pt x="65335" y="56406"/>
                </a:lnTo>
                <a:lnTo>
                  <a:pt x="66228" y="56406"/>
                </a:lnTo>
                <a:lnTo>
                  <a:pt x="66228" y="55513"/>
                </a:lnTo>
                <a:lnTo>
                  <a:pt x="67121" y="55513"/>
                </a:lnTo>
                <a:lnTo>
                  <a:pt x="67121" y="54620"/>
                </a:lnTo>
                <a:lnTo>
                  <a:pt x="69949" y="54620"/>
                </a:lnTo>
                <a:lnTo>
                  <a:pt x="69949" y="55513"/>
                </a:lnTo>
                <a:lnTo>
                  <a:pt x="70842" y="55513"/>
                </a:lnTo>
                <a:lnTo>
                  <a:pt x="70842" y="56406"/>
                </a:lnTo>
                <a:lnTo>
                  <a:pt x="71735" y="56406"/>
                </a:lnTo>
                <a:lnTo>
                  <a:pt x="71735" y="53727"/>
                </a:lnTo>
                <a:lnTo>
                  <a:pt x="72628" y="53727"/>
                </a:lnTo>
                <a:lnTo>
                  <a:pt x="72628" y="49262"/>
                </a:lnTo>
                <a:lnTo>
                  <a:pt x="73521" y="49262"/>
                </a:lnTo>
                <a:lnTo>
                  <a:pt x="73521" y="40332"/>
                </a:lnTo>
                <a:lnTo>
                  <a:pt x="74414" y="40332"/>
                </a:lnTo>
                <a:lnTo>
                  <a:pt x="74414" y="38546"/>
                </a:lnTo>
                <a:lnTo>
                  <a:pt x="75307" y="38546"/>
                </a:lnTo>
                <a:lnTo>
                  <a:pt x="75307" y="37653"/>
                </a:lnTo>
                <a:lnTo>
                  <a:pt x="78878" y="37653"/>
                </a:lnTo>
                <a:lnTo>
                  <a:pt x="78878" y="35867"/>
                </a:lnTo>
                <a:lnTo>
                  <a:pt x="77985" y="35867"/>
                </a:lnTo>
                <a:lnTo>
                  <a:pt x="77985" y="33188"/>
                </a:lnTo>
                <a:lnTo>
                  <a:pt x="77092" y="33188"/>
                </a:lnTo>
                <a:lnTo>
                  <a:pt x="77092" y="29617"/>
                </a:lnTo>
                <a:lnTo>
                  <a:pt x="77985" y="29617"/>
                </a:lnTo>
                <a:lnTo>
                  <a:pt x="77985" y="27831"/>
                </a:lnTo>
                <a:lnTo>
                  <a:pt x="78878" y="27831"/>
                </a:lnTo>
                <a:lnTo>
                  <a:pt x="78878" y="26045"/>
                </a:lnTo>
                <a:lnTo>
                  <a:pt x="79771" y="26045"/>
                </a:lnTo>
                <a:lnTo>
                  <a:pt x="79771" y="16966"/>
                </a:lnTo>
                <a:lnTo>
                  <a:pt x="80664" y="16966"/>
                </a:lnTo>
                <a:lnTo>
                  <a:pt x="80664" y="14287"/>
                </a:lnTo>
                <a:lnTo>
                  <a:pt x="81557" y="14287"/>
                </a:lnTo>
                <a:lnTo>
                  <a:pt x="81557" y="11608"/>
                </a:lnTo>
                <a:lnTo>
                  <a:pt x="82450" y="11608"/>
                </a:lnTo>
                <a:lnTo>
                  <a:pt x="82450" y="9822"/>
                </a:lnTo>
                <a:lnTo>
                  <a:pt x="81557" y="9822"/>
                </a:lnTo>
                <a:lnTo>
                  <a:pt x="81557" y="7143"/>
                </a:lnTo>
                <a:lnTo>
                  <a:pt x="79771" y="7143"/>
                </a:lnTo>
                <a:lnTo>
                  <a:pt x="79771" y="6251"/>
                </a:lnTo>
                <a:lnTo>
                  <a:pt x="78878" y="6251"/>
                </a:lnTo>
                <a:lnTo>
                  <a:pt x="78878" y="1786"/>
                </a:lnTo>
                <a:lnTo>
                  <a:pt x="79771" y="1786"/>
                </a:lnTo>
                <a:lnTo>
                  <a:pt x="79771" y="893"/>
                </a:lnTo>
                <a:lnTo>
                  <a:pt x="83343" y="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52CDF65-B124-7015-1220-3FE69D89F67B}"/>
              </a:ext>
            </a:extLst>
          </p:cNvPr>
          <p:cNvSpPr txBox="1"/>
          <p:nvPr/>
        </p:nvSpPr>
        <p:spPr>
          <a:xfrm>
            <a:off x="4665647" y="1772342"/>
            <a:ext cx="137369" cy="136624"/>
          </a:xfrm>
          <a:custGeom>
            <a:avLst/>
            <a:gdLst/>
            <a:ahLst/>
            <a:cxnLst/>
            <a:rect l="l" t="t" r="r" b="b"/>
            <a:pathLst>
              <a:path w="137369" h="136624">
                <a:moveTo>
                  <a:pt x="40928" y="98227"/>
                </a:moveTo>
                <a:lnTo>
                  <a:pt x="46732" y="98227"/>
                </a:lnTo>
                <a:lnTo>
                  <a:pt x="46732" y="99268"/>
                </a:lnTo>
                <a:lnTo>
                  <a:pt x="47774" y="99268"/>
                </a:lnTo>
                <a:lnTo>
                  <a:pt x="47774" y="100608"/>
                </a:lnTo>
                <a:lnTo>
                  <a:pt x="46732" y="100608"/>
                </a:lnTo>
                <a:lnTo>
                  <a:pt x="46732" y="102543"/>
                </a:lnTo>
                <a:lnTo>
                  <a:pt x="42863" y="102543"/>
                </a:lnTo>
                <a:lnTo>
                  <a:pt x="42863" y="103584"/>
                </a:lnTo>
                <a:lnTo>
                  <a:pt x="41970" y="103584"/>
                </a:lnTo>
                <a:lnTo>
                  <a:pt x="41970" y="105519"/>
                </a:lnTo>
                <a:lnTo>
                  <a:pt x="40928" y="105519"/>
                </a:lnTo>
                <a:lnTo>
                  <a:pt x="40928" y="104477"/>
                </a:lnTo>
                <a:lnTo>
                  <a:pt x="38993" y="104477"/>
                </a:lnTo>
                <a:lnTo>
                  <a:pt x="38993" y="102543"/>
                </a:lnTo>
                <a:lnTo>
                  <a:pt x="36017" y="102543"/>
                </a:lnTo>
                <a:lnTo>
                  <a:pt x="36017" y="104477"/>
                </a:lnTo>
                <a:lnTo>
                  <a:pt x="35124" y="104477"/>
                </a:lnTo>
                <a:lnTo>
                  <a:pt x="35124" y="105519"/>
                </a:lnTo>
                <a:lnTo>
                  <a:pt x="34082" y="105519"/>
                </a:lnTo>
                <a:lnTo>
                  <a:pt x="34082" y="107454"/>
                </a:lnTo>
                <a:lnTo>
                  <a:pt x="33189" y="107454"/>
                </a:lnTo>
                <a:lnTo>
                  <a:pt x="33189" y="108347"/>
                </a:lnTo>
                <a:lnTo>
                  <a:pt x="32147" y="108347"/>
                </a:lnTo>
                <a:lnTo>
                  <a:pt x="32147" y="109389"/>
                </a:lnTo>
                <a:lnTo>
                  <a:pt x="30212" y="109389"/>
                </a:lnTo>
                <a:lnTo>
                  <a:pt x="30212" y="110282"/>
                </a:lnTo>
                <a:lnTo>
                  <a:pt x="29319" y="110282"/>
                </a:lnTo>
                <a:lnTo>
                  <a:pt x="29319" y="111323"/>
                </a:lnTo>
                <a:lnTo>
                  <a:pt x="28278" y="111323"/>
                </a:lnTo>
                <a:lnTo>
                  <a:pt x="28278" y="112365"/>
                </a:lnTo>
                <a:lnTo>
                  <a:pt x="27385" y="112365"/>
                </a:lnTo>
                <a:lnTo>
                  <a:pt x="27385" y="113258"/>
                </a:lnTo>
                <a:lnTo>
                  <a:pt x="23366" y="113258"/>
                </a:lnTo>
                <a:lnTo>
                  <a:pt x="23366" y="114300"/>
                </a:lnTo>
                <a:lnTo>
                  <a:pt x="22473" y="114300"/>
                </a:lnTo>
                <a:lnTo>
                  <a:pt x="22473" y="115193"/>
                </a:lnTo>
                <a:lnTo>
                  <a:pt x="21432" y="115193"/>
                </a:lnTo>
                <a:lnTo>
                  <a:pt x="21432" y="116235"/>
                </a:lnTo>
                <a:lnTo>
                  <a:pt x="19497" y="116235"/>
                </a:lnTo>
                <a:lnTo>
                  <a:pt x="19497" y="117128"/>
                </a:lnTo>
                <a:lnTo>
                  <a:pt x="18604" y="117128"/>
                </a:lnTo>
                <a:lnTo>
                  <a:pt x="18604" y="118170"/>
                </a:lnTo>
                <a:lnTo>
                  <a:pt x="15627" y="118170"/>
                </a:lnTo>
                <a:lnTo>
                  <a:pt x="15627" y="119063"/>
                </a:lnTo>
                <a:lnTo>
                  <a:pt x="14734" y="119063"/>
                </a:lnTo>
                <a:lnTo>
                  <a:pt x="14734" y="120104"/>
                </a:lnTo>
                <a:lnTo>
                  <a:pt x="13693" y="120104"/>
                </a:lnTo>
                <a:lnTo>
                  <a:pt x="13693" y="120997"/>
                </a:lnTo>
                <a:lnTo>
                  <a:pt x="12800" y="120997"/>
                </a:lnTo>
                <a:lnTo>
                  <a:pt x="12800" y="122039"/>
                </a:lnTo>
                <a:lnTo>
                  <a:pt x="11758" y="122039"/>
                </a:lnTo>
                <a:lnTo>
                  <a:pt x="11758" y="122932"/>
                </a:lnTo>
                <a:lnTo>
                  <a:pt x="6846" y="122932"/>
                </a:lnTo>
                <a:lnTo>
                  <a:pt x="6846" y="122039"/>
                </a:lnTo>
                <a:lnTo>
                  <a:pt x="5805" y="122039"/>
                </a:lnTo>
                <a:lnTo>
                  <a:pt x="5805" y="120997"/>
                </a:lnTo>
                <a:lnTo>
                  <a:pt x="3870" y="120997"/>
                </a:lnTo>
                <a:lnTo>
                  <a:pt x="3870" y="120104"/>
                </a:lnTo>
                <a:lnTo>
                  <a:pt x="2977" y="120104"/>
                </a:lnTo>
                <a:lnTo>
                  <a:pt x="2977" y="116235"/>
                </a:lnTo>
                <a:lnTo>
                  <a:pt x="1935" y="116235"/>
                </a:lnTo>
                <a:lnTo>
                  <a:pt x="1935" y="114300"/>
                </a:lnTo>
                <a:lnTo>
                  <a:pt x="1042" y="114300"/>
                </a:lnTo>
                <a:lnTo>
                  <a:pt x="1042" y="112365"/>
                </a:lnTo>
                <a:lnTo>
                  <a:pt x="0" y="112365"/>
                </a:lnTo>
                <a:lnTo>
                  <a:pt x="0" y="111919"/>
                </a:lnTo>
                <a:lnTo>
                  <a:pt x="1042" y="111919"/>
                </a:lnTo>
                <a:lnTo>
                  <a:pt x="1042" y="109389"/>
                </a:lnTo>
                <a:lnTo>
                  <a:pt x="0" y="109389"/>
                </a:lnTo>
                <a:lnTo>
                  <a:pt x="0" y="108049"/>
                </a:lnTo>
                <a:lnTo>
                  <a:pt x="1042" y="108049"/>
                </a:lnTo>
                <a:lnTo>
                  <a:pt x="1042" y="105073"/>
                </a:lnTo>
                <a:lnTo>
                  <a:pt x="2977" y="105073"/>
                </a:lnTo>
                <a:lnTo>
                  <a:pt x="2977" y="104180"/>
                </a:lnTo>
                <a:lnTo>
                  <a:pt x="8781" y="104180"/>
                </a:lnTo>
                <a:lnTo>
                  <a:pt x="8781" y="103138"/>
                </a:lnTo>
                <a:lnTo>
                  <a:pt x="10716" y="103138"/>
                </a:lnTo>
                <a:lnTo>
                  <a:pt x="10716" y="104180"/>
                </a:lnTo>
                <a:lnTo>
                  <a:pt x="14734" y="104180"/>
                </a:lnTo>
                <a:lnTo>
                  <a:pt x="14734" y="105073"/>
                </a:lnTo>
                <a:lnTo>
                  <a:pt x="16520" y="105073"/>
                </a:lnTo>
                <a:lnTo>
                  <a:pt x="16520" y="104180"/>
                </a:lnTo>
                <a:lnTo>
                  <a:pt x="18455" y="104180"/>
                </a:lnTo>
                <a:lnTo>
                  <a:pt x="18455" y="103138"/>
                </a:lnTo>
                <a:lnTo>
                  <a:pt x="21432" y="103138"/>
                </a:lnTo>
                <a:lnTo>
                  <a:pt x="21432" y="102245"/>
                </a:lnTo>
                <a:lnTo>
                  <a:pt x="22325" y="102245"/>
                </a:lnTo>
                <a:lnTo>
                  <a:pt x="22325" y="101203"/>
                </a:lnTo>
                <a:lnTo>
                  <a:pt x="22473" y="101203"/>
                </a:lnTo>
                <a:lnTo>
                  <a:pt x="22473" y="102245"/>
                </a:lnTo>
                <a:lnTo>
                  <a:pt x="24408" y="102245"/>
                </a:lnTo>
                <a:lnTo>
                  <a:pt x="24408" y="103138"/>
                </a:lnTo>
                <a:lnTo>
                  <a:pt x="28278" y="103138"/>
                </a:lnTo>
                <a:lnTo>
                  <a:pt x="28278" y="102245"/>
                </a:lnTo>
                <a:lnTo>
                  <a:pt x="34082" y="102245"/>
                </a:lnTo>
                <a:lnTo>
                  <a:pt x="34082" y="101203"/>
                </a:lnTo>
                <a:lnTo>
                  <a:pt x="36017" y="101203"/>
                </a:lnTo>
                <a:lnTo>
                  <a:pt x="36017" y="100310"/>
                </a:lnTo>
                <a:lnTo>
                  <a:pt x="36910" y="100310"/>
                </a:lnTo>
                <a:lnTo>
                  <a:pt x="36910" y="99268"/>
                </a:lnTo>
                <a:lnTo>
                  <a:pt x="40928" y="99268"/>
                </a:lnTo>
                <a:close/>
                <a:moveTo>
                  <a:pt x="99269" y="52536"/>
                </a:moveTo>
                <a:lnTo>
                  <a:pt x="103287" y="52536"/>
                </a:lnTo>
                <a:lnTo>
                  <a:pt x="103287" y="53578"/>
                </a:lnTo>
                <a:lnTo>
                  <a:pt x="106115" y="53578"/>
                </a:lnTo>
                <a:lnTo>
                  <a:pt x="106115" y="54471"/>
                </a:lnTo>
                <a:lnTo>
                  <a:pt x="107157" y="54471"/>
                </a:lnTo>
                <a:lnTo>
                  <a:pt x="107157" y="55513"/>
                </a:lnTo>
                <a:lnTo>
                  <a:pt x="108050" y="55513"/>
                </a:lnTo>
                <a:lnTo>
                  <a:pt x="108050" y="56406"/>
                </a:lnTo>
                <a:lnTo>
                  <a:pt x="112068" y="56406"/>
                </a:lnTo>
                <a:lnTo>
                  <a:pt x="112068" y="57448"/>
                </a:lnTo>
                <a:lnTo>
                  <a:pt x="116830" y="57448"/>
                </a:lnTo>
                <a:lnTo>
                  <a:pt x="116830" y="58341"/>
                </a:lnTo>
                <a:lnTo>
                  <a:pt x="117872" y="58341"/>
                </a:lnTo>
                <a:lnTo>
                  <a:pt x="117872" y="58787"/>
                </a:lnTo>
                <a:lnTo>
                  <a:pt x="116830" y="58787"/>
                </a:lnTo>
                <a:lnTo>
                  <a:pt x="116830" y="60275"/>
                </a:lnTo>
                <a:lnTo>
                  <a:pt x="119807" y="60275"/>
                </a:lnTo>
                <a:lnTo>
                  <a:pt x="119807" y="61317"/>
                </a:lnTo>
                <a:lnTo>
                  <a:pt x="120700" y="61317"/>
                </a:lnTo>
                <a:lnTo>
                  <a:pt x="120700" y="62210"/>
                </a:lnTo>
                <a:lnTo>
                  <a:pt x="121742" y="62210"/>
                </a:lnTo>
                <a:lnTo>
                  <a:pt x="121742" y="63252"/>
                </a:lnTo>
                <a:lnTo>
                  <a:pt x="122635" y="63252"/>
                </a:lnTo>
                <a:lnTo>
                  <a:pt x="122635" y="64294"/>
                </a:lnTo>
                <a:lnTo>
                  <a:pt x="124718" y="64294"/>
                </a:lnTo>
                <a:lnTo>
                  <a:pt x="124718" y="66229"/>
                </a:lnTo>
                <a:lnTo>
                  <a:pt x="125611" y="66229"/>
                </a:lnTo>
                <a:lnTo>
                  <a:pt x="125611" y="68461"/>
                </a:lnTo>
                <a:lnTo>
                  <a:pt x="123676" y="68461"/>
                </a:lnTo>
                <a:lnTo>
                  <a:pt x="123676" y="69503"/>
                </a:lnTo>
                <a:lnTo>
                  <a:pt x="122635" y="69503"/>
                </a:lnTo>
                <a:lnTo>
                  <a:pt x="122635" y="70991"/>
                </a:lnTo>
                <a:lnTo>
                  <a:pt x="123676" y="70991"/>
                </a:lnTo>
                <a:lnTo>
                  <a:pt x="123676" y="72033"/>
                </a:lnTo>
                <a:lnTo>
                  <a:pt x="124718" y="72033"/>
                </a:lnTo>
                <a:lnTo>
                  <a:pt x="124718" y="75307"/>
                </a:lnTo>
                <a:lnTo>
                  <a:pt x="123676" y="75307"/>
                </a:lnTo>
                <a:lnTo>
                  <a:pt x="123676" y="76349"/>
                </a:lnTo>
                <a:lnTo>
                  <a:pt x="122635" y="76349"/>
                </a:lnTo>
                <a:lnTo>
                  <a:pt x="122635" y="77242"/>
                </a:lnTo>
                <a:lnTo>
                  <a:pt x="121742" y="77242"/>
                </a:lnTo>
                <a:lnTo>
                  <a:pt x="121742" y="78284"/>
                </a:lnTo>
                <a:lnTo>
                  <a:pt x="119807" y="78284"/>
                </a:lnTo>
                <a:lnTo>
                  <a:pt x="119807" y="79177"/>
                </a:lnTo>
                <a:lnTo>
                  <a:pt x="116830" y="79177"/>
                </a:lnTo>
                <a:lnTo>
                  <a:pt x="116830" y="78284"/>
                </a:lnTo>
                <a:lnTo>
                  <a:pt x="114896" y="78284"/>
                </a:lnTo>
                <a:lnTo>
                  <a:pt x="114896" y="77242"/>
                </a:lnTo>
                <a:lnTo>
                  <a:pt x="112961" y="77242"/>
                </a:lnTo>
                <a:lnTo>
                  <a:pt x="112961" y="76349"/>
                </a:lnTo>
                <a:lnTo>
                  <a:pt x="111919" y="76349"/>
                </a:lnTo>
                <a:lnTo>
                  <a:pt x="111919" y="74414"/>
                </a:lnTo>
                <a:lnTo>
                  <a:pt x="110877" y="74414"/>
                </a:lnTo>
                <a:lnTo>
                  <a:pt x="110877" y="73372"/>
                </a:lnTo>
                <a:lnTo>
                  <a:pt x="108050" y="73372"/>
                </a:lnTo>
                <a:lnTo>
                  <a:pt x="108050" y="72331"/>
                </a:lnTo>
                <a:lnTo>
                  <a:pt x="107008" y="72331"/>
                </a:lnTo>
                <a:lnTo>
                  <a:pt x="107008" y="70991"/>
                </a:lnTo>
                <a:lnTo>
                  <a:pt x="108050" y="70991"/>
                </a:lnTo>
                <a:lnTo>
                  <a:pt x="108050" y="69056"/>
                </a:lnTo>
                <a:lnTo>
                  <a:pt x="108943" y="69056"/>
                </a:lnTo>
                <a:lnTo>
                  <a:pt x="108943" y="65633"/>
                </a:lnTo>
                <a:lnTo>
                  <a:pt x="108050" y="65633"/>
                </a:lnTo>
                <a:lnTo>
                  <a:pt x="108050" y="64591"/>
                </a:lnTo>
                <a:lnTo>
                  <a:pt x="107008" y="64591"/>
                </a:lnTo>
                <a:lnTo>
                  <a:pt x="107008" y="60722"/>
                </a:lnTo>
                <a:lnTo>
                  <a:pt x="106115" y="60722"/>
                </a:lnTo>
                <a:lnTo>
                  <a:pt x="106115" y="59680"/>
                </a:lnTo>
                <a:lnTo>
                  <a:pt x="104180" y="59680"/>
                </a:lnTo>
                <a:lnTo>
                  <a:pt x="104180" y="58787"/>
                </a:lnTo>
                <a:lnTo>
                  <a:pt x="103138" y="58787"/>
                </a:lnTo>
                <a:lnTo>
                  <a:pt x="103138" y="57745"/>
                </a:lnTo>
                <a:lnTo>
                  <a:pt x="98227" y="57745"/>
                </a:lnTo>
                <a:lnTo>
                  <a:pt x="98227" y="56852"/>
                </a:lnTo>
                <a:lnTo>
                  <a:pt x="97334" y="56852"/>
                </a:lnTo>
                <a:lnTo>
                  <a:pt x="97334" y="54471"/>
                </a:lnTo>
                <a:lnTo>
                  <a:pt x="98227" y="54471"/>
                </a:lnTo>
                <a:lnTo>
                  <a:pt x="98227" y="53578"/>
                </a:lnTo>
                <a:lnTo>
                  <a:pt x="99269" y="53578"/>
                </a:lnTo>
                <a:close/>
                <a:moveTo>
                  <a:pt x="29171" y="0"/>
                </a:moveTo>
                <a:lnTo>
                  <a:pt x="32147" y="0"/>
                </a:lnTo>
                <a:lnTo>
                  <a:pt x="32147" y="1042"/>
                </a:lnTo>
                <a:lnTo>
                  <a:pt x="33189" y="1042"/>
                </a:lnTo>
                <a:lnTo>
                  <a:pt x="33189" y="1935"/>
                </a:lnTo>
                <a:lnTo>
                  <a:pt x="35124" y="1935"/>
                </a:lnTo>
                <a:lnTo>
                  <a:pt x="35124" y="2977"/>
                </a:lnTo>
                <a:lnTo>
                  <a:pt x="37059" y="2977"/>
                </a:lnTo>
                <a:lnTo>
                  <a:pt x="37059" y="3870"/>
                </a:lnTo>
                <a:lnTo>
                  <a:pt x="38993" y="3870"/>
                </a:lnTo>
                <a:lnTo>
                  <a:pt x="38993" y="4911"/>
                </a:lnTo>
                <a:lnTo>
                  <a:pt x="40035" y="4911"/>
                </a:lnTo>
                <a:lnTo>
                  <a:pt x="40035" y="5804"/>
                </a:lnTo>
                <a:lnTo>
                  <a:pt x="40928" y="5804"/>
                </a:lnTo>
                <a:lnTo>
                  <a:pt x="40928" y="8781"/>
                </a:lnTo>
                <a:lnTo>
                  <a:pt x="41970" y="8781"/>
                </a:lnTo>
                <a:lnTo>
                  <a:pt x="41970" y="17859"/>
                </a:lnTo>
                <a:lnTo>
                  <a:pt x="40035" y="17859"/>
                </a:lnTo>
                <a:lnTo>
                  <a:pt x="40035" y="18901"/>
                </a:lnTo>
                <a:lnTo>
                  <a:pt x="38100" y="18901"/>
                </a:lnTo>
                <a:lnTo>
                  <a:pt x="38100" y="19794"/>
                </a:lnTo>
                <a:lnTo>
                  <a:pt x="36017" y="19794"/>
                </a:lnTo>
                <a:lnTo>
                  <a:pt x="36017" y="20836"/>
                </a:lnTo>
                <a:lnTo>
                  <a:pt x="35124" y="20836"/>
                </a:lnTo>
                <a:lnTo>
                  <a:pt x="35124" y="21729"/>
                </a:lnTo>
                <a:lnTo>
                  <a:pt x="34082" y="21729"/>
                </a:lnTo>
                <a:lnTo>
                  <a:pt x="34082" y="22771"/>
                </a:lnTo>
                <a:lnTo>
                  <a:pt x="32147" y="22771"/>
                </a:lnTo>
                <a:lnTo>
                  <a:pt x="32147" y="25747"/>
                </a:lnTo>
                <a:lnTo>
                  <a:pt x="31254" y="25747"/>
                </a:lnTo>
                <a:lnTo>
                  <a:pt x="31254" y="26640"/>
                </a:lnTo>
                <a:lnTo>
                  <a:pt x="30212" y="26640"/>
                </a:lnTo>
                <a:lnTo>
                  <a:pt x="30212" y="30510"/>
                </a:lnTo>
                <a:lnTo>
                  <a:pt x="28278" y="30510"/>
                </a:lnTo>
                <a:lnTo>
                  <a:pt x="28278" y="32445"/>
                </a:lnTo>
                <a:lnTo>
                  <a:pt x="27385" y="32445"/>
                </a:lnTo>
                <a:lnTo>
                  <a:pt x="27385" y="33486"/>
                </a:lnTo>
                <a:lnTo>
                  <a:pt x="26343" y="33486"/>
                </a:lnTo>
                <a:lnTo>
                  <a:pt x="26343" y="34379"/>
                </a:lnTo>
                <a:lnTo>
                  <a:pt x="25450" y="34379"/>
                </a:lnTo>
                <a:lnTo>
                  <a:pt x="25450" y="36314"/>
                </a:lnTo>
                <a:lnTo>
                  <a:pt x="24408" y="36314"/>
                </a:lnTo>
                <a:lnTo>
                  <a:pt x="24408" y="38398"/>
                </a:lnTo>
                <a:lnTo>
                  <a:pt x="23366" y="38398"/>
                </a:lnTo>
                <a:lnTo>
                  <a:pt x="23366" y="39291"/>
                </a:lnTo>
                <a:lnTo>
                  <a:pt x="22473" y="39291"/>
                </a:lnTo>
                <a:lnTo>
                  <a:pt x="22473" y="40332"/>
                </a:lnTo>
                <a:lnTo>
                  <a:pt x="21432" y="40332"/>
                </a:lnTo>
                <a:lnTo>
                  <a:pt x="21432" y="41225"/>
                </a:lnTo>
                <a:lnTo>
                  <a:pt x="20539" y="41225"/>
                </a:lnTo>
                <a:lnTo>
                  <a:pt x="20539" y="42267"/>
                </a:lnTo>
                <a:lnTo>
                  <a:pt x="18604" y="42267"/>
                </a:lnTo>
                <a:lnTo>
                  <a:pt x="18604" y="43160"/>
                </a:lnTo>
                <a:lnTo>
                  <a:pt x="17562" y="43160"/>
                </a:lnTo>
                <a:lnTo>
                  <a:pt x="17562" y="44202"/>
                </a:lnTo>
                <a:lnTo>
                  <a:pt x="16669" y="44202"/>
                </a:lnTo>
                <a:lnTo>
                  <a:pt x="16669" y="47625"/>
                </a:lnTo>
                <a:lnTo>
                  <a:pt x="17562" y="47625"/>
                </a:lnTo>
                <a:lnTo>
                  <a:pt x="17562" y="48667"/>
                </a:lnTo>
                <a:lnTo>
                  <a:pt x="21432" y="48667"/>
                </a:lnTo>
                <a:lnTo>
                  <a:pt x="21432" y="49560"/>
                </a:lnTo>
                <a:lnTo>
                  <a:pt x="26343" y="49560"/>
                </a:lnTo>
                <a:lnTo>
                  <a:pt x="26343" y="50602"/>
                </a:lnTo>
                <a:lnTo>
                  <a:pt x="27385" y="50602"/>
                </a:lnTo>
                <a:lnTo>
                  <a:pt x="27385" y="51643"/>
                </a:lnTo>
                <a:lnTo>
                  <a:pt x="30212" y="51643"/>
                </a:lnTo>
                <a:lnTo>
                  <a:pt x="30212" y="48667"/>
                </a:lnTo>
                <a:lnTo>
                  <a:pt x="31105" y="48667"/>
                </a:lnTo>
                <a:lnTo>
                  <a:pt x="31105" y="47625"/>
                </a:lnTo>
                <a:lnTo>
                  <a:pt x="32147" y="47625"/>
                </a:lnTo>
                <a:lnTo>
                  <a:pt x="32147" y="46732"/>
                </a:lnTo>
                <a:lnTo>
                  <a:pt x="34975" y="46732"/>
                </a:lnTo>
                <a:lnTo>
                  <a:pt x="34975" y="45690"/>
                </a:lnTo>
                <a:lnTo>
                  <a:pt x="36017" y="45690"/>
                </a:lnTo>
                <a:lnTo>
                  <a:pt x="36017" y="41821"/>
                </a:lnTo>
                <a:lnTo>
                  <a:pt x="36910" y="41821"/>
                </a:lnTo>
                <a:lnTo>
                  <a:pt x="36910" y="38993"/>
                </a:lnTo>
                <a:lnTo>
                  <a:pt x="37951" y="38993"/>
                </a:lnTo>
                <a:lnTo>
                  <a:pt x="37951" y="36909"/>
                </a:lnTo>
                <a:lnTo>
                  <a:pt x="38993" y="36909"/>
                </a:lnTo>
                <a:lnTo>
                  <a:pt x="38993" y="34975"/>
                </a:lnTo>
                <a:lnTo>
                  <a:pt x="39886" y="34975"/>
                </a:lnTo>
                <a:lnTo>
                  <a:pt x="39886" y="34082"/>
                </a:lnTo>
                <a:lnTo>
                  <a:pt x="40928" y="34082"/>
                </a:lnTo>
                <a:lnTo>
                  <a:pt x="40928" y="33040"/>
                </a:lnTo>
                <a:lnTo>
                  <a:pt x="41821" y="33040"/>
                </a:lnTo>
                <a:lnTo>
                  <a:pt x="41821" y="31105"/>
                </a:lnTo>
                <a:lnTo>
                  <a:pt x="44798" y="31105"/>
                </a:lnTo>
                <a:lnTo>
                  <a:pt x="44798" y="32147"/>
                </a:lnTo>
                <a:lnTo>
                  <a:pt x="45839" y="32147"/>
                </a:lnTo>
                <a:lnTo>
                  <a:pt x="45839" y="33040"/>
                </a:lnTo>
                <a:lnTo>
                  <a:pt x="46732" y="33040"/>
                </a:lnTo>
                <a:lnTo>
                  <a:pt x="46732" y="34082"/>
                </a:lnTo>
                <a:lnTo>
                  <a:pt x="47774" y="34082"/>
                </a:lnTo>
                <a:lnTo>
                  <a:pt x="47774" y="34975"/>
                </a:lnTo>
                <a:lnTo>
                  <a:pt x="48667" y="34975"/>
                </a:lnTo>
                <a:lnTo>
                  <a:pt x="48667" y="38993"/>
                </a:lnTo>
                <a:lnTo>
                  <a:pt x="49709" y="38993"/>
                </a:lnTo>
                <a:lnTo>
                  <a:pt x="49709" y="39886"/>
                </a:lnTo>
                <a:lnTo>
                  <a:pt x="51644" y="39886"/>
                </a:lnTo>
                <a:lnTo>
                  <a:pt x="51644" y="42267"/>
                </a:lnTo>
                <a:lnTo>
                  <a:pt x="50751" y="42267"/>
                </a:lnTo>
                <a:lnTo>
                  <a:pt x="50751" y="43160"/>
                </a:lnTo>
                <a:lnTo>
                  <a:pt x="49709" y="43160"/>
                </a:lnTo>
                <a:lnTo>
                  <a:pt x="49709" y="44202"/>
                </a:lnTo>
                <a:lnTo>
                  <a:pt x="48667" y="44202"/>
                </a:lnTo>
                <a:lnTo>
                  <a:pt x="48667" y="45095"/>
                </a:lnTo>
                <a:lnTo>
                  <a:pt x="46732" y="45095"/>
                </a:lnTo>
                <a:lnTo>
                  <a:pt x="46732" y="46137"/>
                </a:lnTo>
                <a:lnTo>
                  <a:pt x="45839" y="46137"/>
                </a:lnTo>
                <a:lnTo>
                  <a:pt x="45839" y="48965"/>
                </a:lnTo>
                <a:lnTo>
                  <a:pt x="44798" y="48965"/>
                </a:lnTo>
                <a:lnTo>
                  <a:pt x="44798" y="50006"/>
                </a:lnTo>
                <a:lnTo>
                  <a:pt x="42863" y="50006"/>
                </a:lnTo>
                <a:lnTo>
                  <a:pt x="42863" y="51941"/>
                </a:lnTo>
                <a:lnTo>
                  <a:pt x="40928" y="51941"/>
                </a:lnTo>
                <a:lnTo>
                  <a:pt x="40928" y="52983"/>
                </a:lnTo>
                <a:lnTo>
                  <a:pt x="40035" y="52983"/>
                </a:lnTo>
                <a:lnTo>
                  <a:pt x="40035" y="54918"/>
                </a:lnTo>
                <a:lnTo>
                  <a:pt x="38993" y="54918"/>
                </a:lnTo>
                <a:lnTo>
                  <a:pt x="38993" y="55811"/>
                </a:lnTo>
                <a:lnTo>
                  <a:pt x="38100" y="55811"/>
                </a:lnTo>
                <a:lnTo>
                  <a:pt x="38100" y="56852"/>
                </a:lnTo>
                <a:lnTo>
                  <a:pt x="37059" y="56852"/>
                </a:lnTo>
                <a:lnTo>
                  <a:pt x="37059" y="57745"/>
                </a:lnTo>
                <a:lnTo>
                  <a:pt x="36017" y="57745"/>
                </a:lnTo>
                <a:lnTo>
                  <a:pt x="36017" y="58787"/>
                </a:lnTo>
                <a:lnTo>
                  <a:pt x="35124" y="58787"/>
                </a:lnTo>
                <a:lnTo>
                  <a:pt x="35124" y="60722"/>
                </a:lnTo>
                <a:lnTo>
                  <a:pt x="34082" y="60722"/>
                </a:lnTo>
                <a:lnTo>
                  <a:pt x="34082" y="61615"/>
                </a:lnTo>
                <a:lnTo>
                  <a:pt x="32147" y="61615"/>
                </a:lnTo>
                <a:lnTo>
                  <a:pt x="32147" y="62657"/>
                </a:lnTo>
                <a:lnTo>
                  <a:pt x="31254" y="62657"/>
                </a:lnTo>
                <a:lnTo>
                  <a:pt x="31254" y="64591"/>
                </a:lnTo>
                <a:lnTo>
                  <a:pt x="30212" y="64591"/>
                </a:lnTo>
                <a:lnTo>
                  <a:pt x="30212" y="66526"/>
                </a:lnTo>
                <a:lnTo>
                  <a:pt x="29319" y="66526"/>
                </a:lnTo>
                <a:lnTo>
                  <a:pt x="29319" y="68461"/>
                </a:lnTo>
                <a:lnTo>
                  <a:pt x="28278" y="68461"/>
                </a:lnTo>
                <a:lnTo>
                  <a:pt x="28278" y="69503"/>
                </a:lnTo>
                <a:lnTo>
                  <a:pt x="26343" y="69503"/>
                </a:lnTo>
                <a:lnTo>
                  <a:pt x="26343" y="72033"/>
                </a:lnTo>
                <a:lnTo>
                  <a:pt x="27385" y="72033"/>
                </a:lnTo>
                <a:lnTo>
                  <a:pt x="27385" y="75902"/>
                </a:lnTo>
                <a:lnTo>
                  <a:pt x="28278" y="75902"/>
                </a:lnTo>
                <a:lnTo>
                  <a:pt x="28278" y="76944"/>
                </a:lnTo>
                <a:lnTo>
                  <a:pt x="30212" y="76944"/>
                </a:lnTo>
                <a:lnTo>
                  <a:pt x="30212" y="75902"/>
                </a:lnTo>
                <a:lnTo>
                  <a:pt x="37951" y="75902"/>
                </a:lnTo>
                <a:lnTo>
                  <a:pt x="37951" y="75009"/>
                </a:lnTo>
                <a:lnTo>
                  <a:pt x="40928" y="75009"/>
                </a:lnTo>
                <a:lnTo>
                  <a:pt x="40928" y="73968"/>
                </a:lnTo>
                <a:lnTo>
                  <a:pt x="45691" y="73968"/>
                </a:lnTo>
                <a:lnTo>
                  <a:pt x="45691" y="72926"/>
                </a:lnTo>
                <a:lnTo>
                  <a:pt x="46732" y="72926"/>
                </a:lnTo>
                <a:lnTo>
                  <a:pt x="46732" y="68163"/>
                </a:lnTo>
                <a:lnTo>
                  <a:pt x="47625" y="68163"/>
                </a:lnTo>
                <a:lnTo>
                  <a:pt x="47625" y="67122"/>
                </a:lnTo>
                <a:lnTo>
                  <a:pt x="48667" y="67122"/>
                </a:lnTo>
                <a:lnTo>
                  <a:pt x="48667" y="66229"/>
                </a:lnTo>
                <a:lnTo>
                  <a:pt x="49560" y="66229"/>
                </a:lnTo>
                <a:lnTo>
                  <a:pt x="49560" y="65187"/>
                </a:lnTo>
                <a:lnTo>
                  <a:pt x="52685" y="65187"/>
                </a:lnTo>
                <a:lnTo>
                  <a:pt x="52685" y="66229"/>
                </a:lnTo>
                <a:lnTo>
                  <a:pt x="54620" y="66229"/>
                </a:lnTo>
                <a:lnTo>
                  <a:pt x="54620" y="69056"/>
                </a:lnTo>
                <a:lnTo>
                  <a:pt x="58341" y="69056"/>
                </a:lnTo>
                <a:lnTo>
                  <a:pt x="58341" y="68163"/>
                </a:lnTo>
                <a:lnTo>
                  <a:pt x="59383" y="68163"/>
                </a:lnTo>
                <a:lnTo>
                  <a:pt x="59383" y="67122"/>
                </a:lnTo>
                <a:lnTo>
                  <a:pt x="60276" y="67122"/>
                </a:lnTo>
                <a:lnTo>
                  <a:pt x="60276" y="66229"/>
                </a:lnTo>
                <a:lnTo>
                  <a:pt x="61318" y="66229"/>
                </a:lnTo>
                <a:lnTo>
                  <a:pt x="61318" y="65187"/>
                </a:lnTo>
                <a:lnTo>
                  <a:pt x="62210" y="65187"/>
                </a:lnTo>
                <a:lnTo>
                  <a:pt x="62210" y="63698"/>
                </a:lnTo>
                <a:lnTo>
                  <a:pt x="61318" y="63698"/>
                </a:lnTo>
                <a:lnTo>
                  <a:pt x="61318" y="62657"/>
                </a:lnTo>
                <a:lnTo>
                  <a:pt x="60276" y="62657"/>
                </a:lnTo>
                <a:lnTo>
                  <a:pt x="60276" y="61615"/>
                </a:lnTo>
                <a:lnTo>
                  <a:pt x="59383" y="61615"/>
                </a:lnTo>
                <a:lnTo>
                  <a:pt x="59383" y="60275"/>
                </a:lnTo>
                <a:lnTo>
                  <a:pt x="60276" y="60275"/>
                </a:lnTo>
                <a:lnTo>
                  <a:pt x="60276" y="59382"/>
                </a:lnTo>
                <a:lnTo>
                  <a:pt x="61318" y="59382"/>
                </a:lnTo>
                <a:lnTo>
                  <a:pt x="61318" y="58341"/>
                </a:lnTo>
                <a:lnTo>
                  <a:pt x="62210" y="58341"/>
                </a:lnTo>
                <a:lnTo>
                  <a:pt x="62210" y="57448"/>
                </a:lnTo>
                <a:lnTo>
                  <a:pt x="64294" y="57448"/>
                </a:lnTo>
                <a:lnTo>
                  <a:pt x="64294" y="56406"/>
                </a:lnTo>
                <a:lnTo>
                  <a:pt x="65187" y="56406"/>
                </a:lnTo>
                <a:lnTo>
                  <a:pt x="65187" y="55513"/>
                </a:lnTo>
                <a:lnTo>
                  <a:pt x="66229" y="55513"/>
                </a:lnTo>
                <a:lnTo>
                  <a:pt x="66229" y="54471"/>
                </a:lnTo>
                <a:lnTo>
                  <a:pt x="67122" y="54471"/>
                </a:lnTo>
                <a:lnTo>
                  <a:pt x="67122" y="53578"/>
                </a:lnTo>
                <a:lnTo>
                  <a:pt x="67271" y="53578"/>
                </a:lnTo>
                <a:lnTo>
                  <a:pt x="67271" y="54471"/>
                </a:lnTo>
                <a:lnTo>
                  <a:pt x="68164" y="54471"/>
                </a:lnTo>
                <a:lnTo>
                  <a:pt x="68164" y="56406"/>
                </a:lnTo>
                <a:lnTo>
                  <a:pt x="70991" y="56406"/>
                </a:lnTo>
                <a:lnTo>
                  <a:pt x="70991" y="55513"/>
                </a:lnTo>
                <a:lnTo>
                  <a:pt x="72033" y="55513"/>
                </a:lnTo>
                <a:lnTo>
                  <a:pt x="72033" y="53876"/>
                </a:lnTo>
                <a:lnTo>
                  <a:pt x="70991" y="53876"/>
                </a:lnTo>
                <a:lnTo>
                  <a:pt x="70991" y="52983"/>
                </a:lnTo>
                <a:lnTo>
                  <a:pt x="68164" y="52983"/>
                </a:lnTo>
                <a:lnTo>
                  <a:pt x="68164" y="51643"/>
                </a:lnTo>
                <a:lnTo>
                  <a:pt x="69057" y="51643"/>
                </a:lnTo>
                <a:lnTo>
                  <a:pt x="69057" y="49560"/>
                </a:lnTo>
                <a:lnTo>
                  <a:pt x="70098" y="49560"/>
                </a:lnTo>
                <a:lnTo>
                  <a:pt x="70098" y="47625"/>
                </a:lnTo>
                <a:lnTo>
                  <a:pt x="70991" y="47625"/>
                </a:lnTo>
                <a:lnTo>
                  <a:pt x="70991" y="45690"/>
                </a:lnTo>
                <a:lnTo>
                  <a:pt x="72033" y="45690"/>
                </a:lnTo>
                <a:lnTo>
                  <a:pt x="72033" y="44797"/>
                </a:lnTo>
                <a:lnTo>
                  <a:pt x="72926" y="44797"/>
                </a:lnTo>
                <a:lnTo>
                  <a:pt x="72926" y="43756"/>
                </a:lnTo>
                <a:lnTo>
                  <a:pt x="73968" y="43756"/>
                </a:lnTo>
                <a:lnTo>
                  <a:pt x="73968" y="42863"/>
                </a:lnTo>
                <a:lnTo>
                  <a:pt x="75010" y="42863"/>
                </a:lnTo>
                <a:lnTo>
                  <a:pt x="75010" y="41821"/>
                </a:lnTo>
                <a:lnTo>
                  <a:pt x="75903" y="41821"/>
                </a:lnTo>
                <a:lnTo>
                  <a:pt x="75903" y="40928"/>
                </a:lnTo>
                <a:lnTo>
                  <a:pt x="76944" y="40928"/>
                </a:lnTo>
                <a:lnTo>
                  <a:pt x="76944" y="36909"/>
                </a:lnTo>
                <a:lnTo>
                  <a:pt x="77837" y="36909"/>
                </a:lnTo>
                <a:lnTo>
                  <a:pt x="77837" y="36016"/>
                </a:lnTo>
                <a:lnTo>
                  <a:pt x="78879" y="36016"/>
                </a:lnTo>
                <a:lnTo>
                  <a:pt x="78879" y="34975"/>
                </a:lnTo>
                <a:lnTo>
                  <a:pt x="79772" y="34975"/>
                </a:lnTo>
                <a:lnTo>
                  <a:pt x="79772" y="29617"/>
                </a:lnTo>
                <a:lnTo>
                  <a:pt x="78879" y="29617"/>
                </a:lnTo>
                <a:lnTo>
                  <a:pt x="78879" y="28575"/>
                </a:lnTo>
                <a:lnTo>
                  <a:pt x="75010" y="28575"/>
                </a:lnTo>
                <a:lnTo>
                  <a:pt x="75010" y="29617"/>
                </a:lnTo>
                <a:lnTo>
                  <a:pt x="74117" y="29617"/>
                </a:lnTo>
                <a:lnTo>
                  <a:pt x="74117" y="30510"/>
                </a:lnTo>
                <a:lnTo>
                  <a:pt x="70098" y="30510"/>
                </a:lnTo>
                <a:lnTo>
                  <a:pt x="70098" y="29617"/>
                </a:lnTo>
                <a:lnTo>
                  <a:pt x="66229" y="29617"/>
                </a:lnTo>
                <a:lnTo>
                  <a:pt x="66229" y="30510"/>
                </a:lnTo>
                <a:lnTo>
                  <a:pt x="63252" y="30510"/>
                </a:lnTo>
                <a:lnTo>
                  <a:pt x="63252" y="29617"/>
                </a:lnTo>
                <a:lnTo>
                  <a:pt x="61318" y="29617"/>
                </a:lnTo>
                <a:lnTo>
                  <a:pt x="61318" y="28575"/>
                </a:lnTo>
                <a:lnTo>
                  <a:pt x="59383" y="28575"/>
                </a:lnTo>
                <a:lnTo>
                  <a:pt x="59383" y="29617"/>
                </a:lnTo>
                <a:lnTo>
                  <a:pt x="58490" y="29617"/>
                </a:lnTo>
                <a:lnTo>
                  <a:pt x="58490" y="30510"/>
                </a:lnTo>
                <a:lnTo>
                  <a:pt x="56555" y="30510"/>
                </a:lnTo>
                <a:lnTo>
                  <a:pt x="56555" y="31552"/>
                </a:lnTo>
                <a:lnTo>
                  <a:pt x="55513" y="31552"/>
                </a:lnTo>
                <a:lnTo>
                  <a:pt x="55513" y="30510"/>
                </a:lnTo>
                <a:lnTo>
                  <a:pt x="52685" y="30510"/>
                </a:lnTo>
                <a:lnTo>
                  <a:pt x="52685" y="31552"/>
                </a:lnTo>
                <a:lnTo>
                  <a:pt x="50602" y="31552"/>
                </a:lnTo>
                <a:lnTo>
                  <a:pt x="50602" y="30510"/>
                </a:lnTo>
                <a:lnTo>
                  <a:pt x="49560" y="30510"/>
                </a:lnTo>
                <a:lnTo>
                  <a:pt x="49560" y="28575"/>
                </a:lnTo>
                <a:lnTo>
                  <a:pt x="48667" y="28575"/>
                </a:lnTo>
                <a:lnTo>
                  <a:pt x="48667" y="26343"/>
                </a:lnTo>
                <a:lnTo>
                  <a:pt x="49560" y="26343"/>
                </a:lnTo>
                <a:lnTo>
                  <a:pt x="49560" y="25301"/>
                </a:lnTo>
                <a:lnTo>
                  <a:pt x="50602" y="25301"/>
                </a:lnTo>
                <a:lnTo>
                  <a:pt x="50602" y="24259"/>
                </a:lnTo>
                <a:lnTo>
                  <a:pt x="54620" y="24259"/>
                </a:lnTo>
                <a:lnTo>
                  <a:pt x="54620" y="25301"/>
                </a:lnTo>
                <a:lnTo>
                  <a:pt x="56406" y="25301"/>
                </a:lnTo>
                <a:lnTo>
                  <a:pt x="56406" y="24259"/>
                </a:lnTo>
                <a:lnTo>
                  <a:pt x="59383" y="24259"/>
                </a:lnTo>
                <a:lnTo>
                  <a:pt x="59383" y="25301"/>
                </a:lnTo>
                <a:lnTo>
                  <a:pt x="62210" y="25301"/>
                </a:lnTo>
                <a:lnTo>
                  <a:pt x="62210" y="24259"/>
                </a:lnTo>
                <a:lnTo>
                  <a:pt x="63401" y="24259"/>
                </a:lnTo>
                <a:lnTo>
                  <a:pt x="63401" y="25301"/>
                </a:lnTo>
                <a:lnTo>
                  <a:pt x="72033" y="25301"/>
                </a:lnTo>
                <a:lnTo>
                  <a:pt x="72033" y="24259"/>
                </a:lnTo>
                <a:lnTo>
                  <a:pt x="75010" y="24259"/>
                </a:lnTo>
                <a:lnTo>
                  <a:pt x="75010" y="25301"/>
                </a:lnTo>
                <a:lnTo>
                  <a:pt x="76944" y="25301"/>
                </a:lnTo>
                <a:lnTo>
                  <a:pt x="76944" y="22324"/>
                </a:lnTo>
                <a:lnTo>
                  <a:pt x="78879" y="22324"/>
                </a:lnTo>
                <a:lnTo>
                  <a:pt x="78879" y="21431"/>
                </a:lnTo>
                <a:lnTo>
                  <a:pt x="79772" y="21431"/>
                </a:lnTo>
                <a:lnTo>
                  <a:pt x="79772" y="20390"/>
                </a:lnTo>
                <a:lnTo>
                  <a:pt x="80814" y="20390"/>
                </a:lnTo>
                <a:lnTo>
                  <a:pt x="80814" y="17859"/>
                </a:lnTo>
                <a:lnTo>
                  <a:pt x="79772" y="17859"/>
                </a:lnTo>
                <a:lnTo>
                  <a:pt x="79772" y="16966"/>
                </a:lnTo>
                <a:lnTo>
                  <a:pt x="78879" y="16966"/>
                </a:lnTo>
                <a:lnTo>
                  <a:pt x="78879" y="15925"/>
                </a:lnTo>
                <a:lnTo>
                  <a:pt x="77837" y="15925"/>
                </a:lnTo>
                <a:lnTo>
                  <a:pt x="77837" y="15032"/>
                </a:lnTo>
                <a:lnTo>
                  <a:pt x="75903" y="15032"/>
                </a:lnTo>
                <a:lnTo>
                  <a:pt x="75903" y="12055"/>
                </a:lnTo>
                <a:lnTo>
                  <a:pt x="72926" y="12055"/>
                </a:lnTo>
                <a:lnTo>
                  <a:pt x="72926" y="11013"/>
                </a:lnTo>
                <a:lnTo>
                  <a:pt x="69205" y="11013"/>
                </a:lnTo>
                <a:lnTo>
                  <a:pt x="69205" y="12055"/>
                </a:lnTo>
                <a:lnTo>
                  <a:pt x="69057" y="12055"/>
                </a:lnTo>
                <a:lnTo>
                  <a:pt x="69057" y="11013"/>
                </a:lnTo>
                <a:lnTo>
                  <a:pt x="68164" y="11013"/>
                </a:lnTo>
                <a:lnTo>
                  <a:pt x="68164" y="4911"/>
                </a:lnTo>
                <a:lnTo>
                  <a:pt x="69057" y="4911"/>
                </a:lnTo>
                <a:lnTo>
                  <a:pt x="69057" y="3870"/>
                </a:lnTo>
                <a:lnTo>
                  <a:pt x="75010" y="3870"/>
                </a:lnTo>
                <a:lnTo>
                  <a:pt x="75010" y="2977"/>
                </a:lnTo>
                <a:lnTo>
                  <a:pt x="77986" y="2977"/>
                </a:lnTo>
                <a:lnTo>
                  <a:pt x="77986" y="3870"/>
                </a:lnTo>
                <a:lnTo>
                  <a:pt x="78879" y="3870"/>
                </a:lnTo>
                <a:lnTo>
                  <a:pt x="78879" y="4911"/>
                </a:lnTo>
                <a:lnTo>
                  <a:pt x="81856" y="4911"/>
                </a:lnTo>
                <a:lnTo>
                  <a:pt x="81856" y="5804"/>
                </a:lnTo>
                <a:lnTo>
                  <a:pt x="84684" y="5804"/>
                </a:lnTo>
                <a:lnTo>
                  <a:pt x="84684" y="6846"/>
                </a:lnTo>
                <a:lnTo>
                  <a:pt x="88702" y="6846"/>
                </a:lnTo>
                <a:lnTo>
                  <a:pt x="88702" y="9674"/>
                </a:lnTo>
                <a:lnTo>
                  <a:pt x="91530" y="9674"/>
                </a:lnTo>
                <a:lnTo>
                  <a:pt x="91530" y="10716"/>
                </a:lnTo>
                <a:lnTo>
                  <a:pt x="92571" y="10716"/>
                </a:lnTo>
                <a:lnTo>
                  <a:pt x="92571" y="11609"/>
                </a:lnTo>
                <a:lnTo>
                  <a:pt x="93464" y="11609"/>
                </a:lnTo>
                <a:lnTo>
                  <a:pt x="93464" y="14585"/>
                </a:lnTo>
                <a:lnTo>
                  <a:pt x="94506" y="14585"/>
                </a:lnTo>
                <a:lnTo>
                  <a:pt x="94506" y="16520"/>
                </a:lnTo>
                <a:lnTo>
                  <a:pt x="95399" y="16520"/>
                </a:lnTo>
                <a:lnTo>
                  <a:pt x="95399" y="20390"/>
                </a:lnTo>
                <a:lnTo>
                  <a:pt x="96441" y="20390"/>
                </a:lnTo>
                <a:lnTo>
                  <a:pt x="96441" y="24259"/>
                </a:lnTo>
                <a:lnTo>
                  <a:pt x="97334" y="24259"/>
                </a:lnTo>
                <a:lnTo>
                  <a:pt x="97334" y="25301"/>
                </a:lnTo>
                <a:lnTo>
                  <a:pt x="99269" y="25301"/>
                </a:lnTo>
                <a:lnTo>
                  <a:pt x="99269" y="24259"/>
                </a:lnTo>
                <a:lnTo>
                  <a:pt x="99418" y="24259"/>
                </a:lnTo>
                <a:lnTo>
                  <a:pt x="99418" y="25301"/>
                </a:lnTo>
                <a:lnTo>
                  <a:pt x="101203" y="25301"/>
                </a:lnTo>
                <a:lnTo>
                  <a:pt x="101203" y="24259"/>
                </a:lnTo>
                <a:lnTo>
                  <a:pt x="109984" y="24259"/>
                </a:lnTo>
                <a:lnTo>
                  <a:pt x="109984" y="23366"/>
                </a:lnTo>
                <a:lnTo>
                  <a:pt x="111919" y="23366"/>
                </a:lnTo>
                <a:lnTo>
                  <a:pt x="111919" y="22324"/>
                </a:lnTo>
                <a:lnTo>
                  <a:pt x="112961" y="22324"/>
                </a:lnTo>
                <a:lnTo>
                  <a:pt x="112961" y="21431"/>
                </a:lnTo>
                <a:lnTo>
                  <a:pt x="113854" y="21431"/>
                </a:lnTo>
                <a:lnTo>
                  <a:pt x="113854" y="20390"/>
                </a:lnTo>
                <a:lnTo>
                  <a:pt x="114896" y="20390"/>
                </a:lnTo>
                <a:lnTo>
                  <a:pt x="114896" y="19497"/>
                </a:lnTo>
                <a:lnTo>
                  <a:pt x="115789" y="19497"/>
                </a:lnTo>
                <a:lnTo>
                  <a:pt x="115789" y="17562"/>
                </a:lnTo>
                <a:lnTo>
                  <a:pt x="116830" y="17562"/>
                </a:lnTo>
                <a:lnTo>
                  <a:pt x="116830" y="16520"/>
                </a:lnTo>
                <a:lnTo>
                  <a:pt x="117723" y="16520"/>
                </a:lnTo>
                <a:lnTo>
                  <a:pt x="117723" y="15627"/>
                </a:lnTo>
                <a:lnTo>
                  <a:pt x="120700" y="15627"/>
                </a:lnTo>
                <a:lnTo>
                  <a:pt x="120700" y="14585"/>
                </a:lnTo>
                <a:lnTo>
                  <a:pt x="124718" y="14585"/>
                </a:lnTo>
                <a:lnTo>
                  <a:pt x="124718" y="15627"/>
                </a:lnTo>
                <a:lnTo>
                  <a:pt x="126653" y="15627"/>
                </a:lnTo>
                <a:lnTo>
                  <a:pt x="126653" y="16520"/>
                </a:lnTo>
                <a:lnTo>
                  <a:pt x="128588" y="16520"/>
                </a:lnTo>
                <a:lnTo>
                  <a:pt x="128588" y="19497"/>
                </a:lnTo>
                <a:lnTo>
                  <a:pt x="129481" y="19497"/>
                </a:lnTo>
                <a:lnTo>
                  <a:pt x="129481" y="21431"/>
                </a:lnTo>
                <a:lnTo>
                  <a:pt x="130523" y="21431"/>
                </a:lnTo>
                <a:lnTo>
                  <a:pt x="130523" y="23366"/>
                </a:lnTo>
                <a:lnTo>
                  <a:pt x="131416" y="23366"/>
                </a:lnTo>
                <a:lnTo>
                  <a:pt x="131416" y="24259"/>
                </a:lnTo>
                <a:lnTo>
                  <a:pt x="133350" y="24259"/>
                </a:lnTo>
                <a:lnTo>
                  <a:pt x="133350" y="25301"/>
                </a:lnTo>
                <a:lnTo>
                  <a:pt x="134392" y="25301"/>
                </a:lnTo>
                <a:lnTo>
                  <a:pt x="134392" y="27682"/>
                </a:lnTo>
                <a:lnTo>
                  <a:pt x="133350" y="27682"/>
                </a:lnTo>
                <a:lnTo>
                  <a:pt x="133350" y="28575"/>
                </a:lnTo>
                <a:lnTo>
                  <a:pt x="132457" y="28575"/>
                </a:lnTo>
                <a:lnTo>
                  <a:pt x="132457" y="31552"/>
                </a:lnTo>
                <a:lnTo>
                  <a:pt x="131416" y="31552"/>
                </a:lnTo>
                <a:lnTo>
                  <a:pt x="131416" y="32445"/>
                </a:lnTo>
                <a:lnTo>
                  <a:pt x="130523" y="32445"/>
                </a:lnTo>
                <a:lnTo>
                  <a:pt x="130523" y="33486"/>
                </a:lnTo>
                <a:lnTo>
                  <a:pt x="129481" y="33486"/>
                </a:lnTo>
                <a:lnTo>
                  <a:pt x="129481" y="32445"/>
                </a:lnTo>
                <a:lnTo>
                  <a:pt x="127546" y="32445"/>
                </a:lnTo>
                <a:lnTo>
                  <a:pt x="127546" y="31552"/>
                </a:lnTo>
                <a:lnTo>
                  <a:pt x="120700" y="31552"/>
                </a:lnTo>
                <a:lnTo>
                  <a:pt x="120700" y="32445"/>
                </a:lnTo>
                <a:lnTo>
                  <a:pt x="111919" y="32445"/>
                </a:lnTo>
                <a:lnTo>
                  <a:pt x="111919" y="31552"/>
                </a:lnTo>
                <a:lnTo>
                  <a:pt x="108943" y="31552"/>
                </a:lnTo>
                <a:lnTo>
                  <a:pt x="108943" y="30510"/>
                </a:lnTo>
                <a:lnTo>
                  <a:pt x="103138" y="30510"/>
                </a:lnTo>
                <a:lnTo>
                  <a:pt x="103138" y="29617"/>
                </a:lnTo>
                <a:lnTo>
                  <a:pt x="99418" y="29617"/>
                </a:lnTo>
                <a:lnTo>
                  <a:pt x="99418" y="31552"/>
                </a:lnTo>
                <a:lnTo>
                  <a:pt x="98376" y="31552"/>
                </a:lnTo>
                <a:lnTo>
                  <a:pt x="98376" y="32445"/>
                </a:lnTo>
                <a:lnTo>
                  <a:pt x="97334" y="32445"/>
                </a:lnTo>
                <a:lnTo>
                  <a:pt x="97334" y="33486"/>
                </a:lnTo>
                <a:lnTo>
                  <a:pt x="96292" y="33486"/>
                </a:lnTo>
                <a:lnTo>
                  <a:pt x="96292" y="32445"/>
                </a:lnTo>
                <a:lnTo>
                  <a:pt x="93464" y="32445"/>
                </a:lnTo>
                <a:lnTo>
                  <a:pt x="93464" y="34379"/>
                </a:lnTo>
                <a:lnTo>
                  <a:pt x="92571" y="34379"/>
                </a:lnTo>
                <a:lnTo>
                  <a:pt x="92571" y="40332"/>
                </a:lnTo>
                <a:lnTo>
                  <a:pt x="91530" y="40332"/>
                </a:lnTo>
                <a:lnTo>
                  <a:pt x="91530" y="39291"/>
                </a:lnTo>
                <a:lnTo>
                  <a:pt x="89595" y="39291"/>
                </a:lnTo>
                <a:lnTo>
                  <a:pt x="89595" y="40332"/>
                </a:lnTo>
                <a:lnTo>
                  <a:pt x="88702" y="40332"/>
                </a:lnTo>
                <a:lnTo>
                  <a:pt x="88702" y="41225"/>
                </a:lnTo>
                <a:lnTo>
                  <a:pt x="86767" y="41225"/>
                </a:lnTo>
                <a:lnTo>
                  <a:pt x="86767" y="42267"/>
                </a:lnTo>
                <a:lnTo>
                  <a:pt x="85725" y="42267"/>
                </a:lnTo>
                <a:lnTo>
                  <a:pt x="85725" y="44202"/>
                </a:lnTo>
                <a:lnTo>
                  <a:pt x="84684" y="44202"/>
                </a:lnTo>
                <a:lnTo>
                  <a:pt x="84684" y="45095"/>
                </a:lnTo>
                <a:lnTo>
                  <a:pt x="82749" y="45095"/>
                </a:lnTo>
                <a:lnTo>
                  <a:pt x="82749" y="47030"/>
                </a:lnTo>
                <a:lnTo>
                  <a:pt x="81856" y="47030"/>
                </a:lnTo>
                <a:lnTo>
                  <a:pt x="81856" y="48965"/>
                </a:lnTo>
                <a:lnTo>
                  <a:pt x="80814" y="48965"/>
                </a:lnTo>
                <a:lnTo>
                  <a:pt x="80814" y="50006"/>
                </a:lnTo>
                <a:lnTo>
                  <a:pt x="79921" y="50006"/>
                </a:lnTo>
                <a:lnTo>
                  <a:pt x="79921" y="51048"/>
                </a:lnTo>
                <a:lnTo>
                  <a:pt x="78879" y="51048"/>
                </a:lnTo>
                <a:lnTo>
                  <a:pt x="78879" y="51941"/>
                </a:lnTo>
                <a:lnTo>
                  <a:pt x="77986" y="51941"/>
                </a:lnTo>
                <a:lnTo>
                  <a:pt x="77986" y="55811"/>
                </a:lnTo>
                <a:lnTo>
                  <a:pt x="75903" y="55811"/>
                </a:lnTo>
                <a:lnTo>
                  <a:pt x="75903" y="54918"/>
                </a:lnTo>
                <a:lnTo>
                  <a:pt x="74117" y="54918"/>
                </a:lnTo>
                <a:lnTo>
                  <a:pt x="74117" y="55811"/>
                </a:lnTo>
                <a:lnTo>
                  <a:pt x="73075" y="55811"/>
                </a:lnTo>
                <a:lnTo>
                  <a:pt x="73075" y="58787"/>
                </a:lnTo>
                <a:lnTo>
                  <a:pt x="72033" y="58787"/>
                </a:lnTo>
                <a:lnTo>
                  <a:pt x="72033" y="59680"/>
                </a:lnTo>
                <a:lnTo>
                  <a:pt x="71140" y="59680"/>
                </a:lnTo>
                <a:lnTo>
                  <a:pt x="71140" y="66229"/>
                </a:lnTo>
                <a:lnTo>
                  <a:pt x="75010" y="66229"/>
                </a:lnTo>
                <a:lnTo>
                  <a:pt x="75010" y="67122"/>
                </a:lnTo>
                <a:lnTo>
                  <a:pt x="77837" y="67122"/>
                </a:lnTo>
                <a:lnTo>
                  <a:pt x="77837" y="66229"/>
                </a:lnTo>
                <a:lnTo>
                  <a:pt x="80814" y="66229"/>
                </a:lnTo>
                <a:lnTo>
                  <a:pt x="80814" y="65187"/>
                </a:lnTo>
                <a:lnTo>
                  <a:pt x="83642" y="65187"/>
                </a:lnTo>
                <a:lnTo>
                  <a:pt x="83642" y="64294"/>
                </a:lnTo>
                <a:lnTo>
                  <a:pt x="86618" y="64294"/>
                </a:lnTo>
                <a:lnTo>
                  <a:pt x="86618" y="62210"/>
                </a:lnTo>
                <a:lnTo>
                  <a:pt x="87660" y="62210"/>
                </a:lnTo>
                <a:lnTo>
                  <a:pt x="88702" y="62210"/>
                </a:lnTo>
                <a:lnTo>
                  <a:pt x="88702" y="63252"/>
                </a:lnTo>
                <a:lnTo>
                  <a:pt x="89595" y="63252"/>
                </a:lnTo>
                <a:lnTo>
                  <a:pt x="89595" y="65187"/>
                </a:lnTo>
                <a:lnTo>
                  <a:pt x="92423" y="65187"/>
                </a:lnTo>
                <a:lnTo>
                  <a:pt x="92423" y="64294"/>
                </a:lnTo>
                <a:lnTo>
                  <a:pt x="96292" y="64294"/>
                </a:lnTo>
                <a:lnTo>
                  <a:pt x="96292" y="61317"/>
                </a:lnTo>
                <a:lnTo>
                  <a:pt x="97334" y="61317"/>
                </a:lnTo>
                <a:lnTo>
                  <a:pt x="97334" y="63252"/>
                </a:lnTo>
                <a:lnTo>
                  <a:pt x="100310" y="63252"/>
                </a:lnTo>
                <a:lnTo>
                  <a:pt x="101352" y="63252"/>
                </a:lnTo>
                <a:lnTo>
                  <a:pt x="101352" y="66229"/>
                </a:lnTo>
                <a:lnTo>
                  <a:pt x="102245" y="66229"/>
                </a:lnTo>
                <a:lnTo>
                  <a:pt x="102245" y="67568"/>
                </a:lnTo>
                <a:lnTo>
                  <a:pt x="101352" y="67568"/>
                </a:lnTo>
                <a:lnTo>
                  <a:pt x="101352" y="68461"/>
                </a:lnTo>
                <a:lnTo>
                  <a:pt x="100310" y="68461"/>
                </a:lnTo>
                <a:lnTo>
                  <a:pt x="100310" y="70098"/>
                </a:lnTo>
                <a:lnTo>
                  <a:pt x="101352" y="70098"/>
                </a:lnTo>
                <a:lnTo>
                  <a:pt x="101352" y="70991"/>
                </a:lnTo>
                <a:lnTo>
                  <a:pt x="102245" y="70991"/>
                </a:lnTo>
                <a:lnTo>
                  <a:pt x="102245" y="72331"/>
                </a:lnTo>
                <a:lnTo>
                  <a:pt x="101352" y="72331"/>
                </a:lnTo>
                <a:lnTo>
                  <a:pt x="101352" y="74414"/>
                </a:lnTo>
                <a:lnTo>
                  <a:pt x="100310" y="74414"/>
                </a:lnTo>
                <a:lnTo>
                  <a:pt x="100310" y="76349"/>
                </a:lnTo>
                <a:lnTo>
                  <a:pt x="99418" y="76349"/>
                </a:lnTo>
                <a:lnTo>
                  <a:pt x="99418" y="79177"/>
                </a:lnTo>
                <a:lnTo>
                  <a:pt x="97334" y="79177"/>
                </a:lnTo>
                <a:lnTo>
                  <a:pt x="97334" y="84683"/>
                </a:lnTo>
                <a:lnTo>
                  <a:pt x="98376" y="84683"/>
                </a:lnTo>
                <a:lnTo>
                  <a:pt x="98376" y="85576"/>
                </a:lnTo>
                <a:lnTo>
                  <a:pt x="99418" y="85576"/>
                </a:lnTo>
                <a:lnTo>
                  <a:pt x="99418" y="93464"/>
                </a:lnTo>
                <a:lnTo>
                  <a:pt x="100310" y="93464"/>
                </a:lnTo>
                <a:lnTo>
                  <a:pt x="100310" y="93762"/>
                </a:lnTo>
                <a:lnTo>
                  <a:pt x="99418" y="93762"/>
                </a:lnTo>
                <a:lnTo>
                  <a:pt x="99418" y="103138"/>
                </a:lnTo>
                <a:lnTo>
                  <a:pt x="100310" y="103138"/>
                </a:lnTo>
                <a:lnTo>
                  <a:pt x="100310" y="107454"/>
                </a:lnTo>
                <a:lnTo>
                  <a:pt x="99418" y="107454"/>
                </a:lnTo>
                <a:lnTo>
                  <a:pt x="99418" y="113854"/>
                </a:lnTo>
                <a:lnTo>
                  <a:pt x="100310" y="113854"/>
                </a:lnTo>
                <a:lnTo>
                  <a:pt x="100310" y="117723"/>
                </a:lnTo>
                <a:lnTo>
                  <a:pt x="104180" y="117723"/>
                </a:lnTo>
                <a:lnTo>
                  <a:pt x="104180" y="118765"/>
                </a:lnTo>
                <a:lnTo>
                  <a:pt x="105222" y="118765"/>
                </a:lnTo>
                <a:lnTo>
                  <a:pt x="105222" y="122634"/>
                </a:lnTo>
                <a:lnTo>
                  <a:pt x="108943" y="122634"/>
                </a:lnTo>
                <a:lnTo>
                  <a:pt x="108943" y="121593"/>
                </a:lnTo>
                <a:lnTo>
                  <a:pt x="110877" y="121593"/>
                </a:lnTo>
                <a:lnTo>
                  <a:pt x="110877" y="120700"/>
                </a:lnTo>
                <a:lnTo>
                  <a:pt x="111919" y="120700"/>
                </a:lnTo>
                <a:lnTo>
                  <a:pt x="111919" y="119658"/>
                </a:lnTo>
                <a:lnTo>
                  <a:pt x="115789" y="119658"/>
                </a:lnTo>
                <a:lnTo>
                  <a:pt x="115789" y="118765"/>
                </a:lnTo>
                <a:lnTo>
                  <a:pt x="118765" y="118765"/>
                </a:lnTo>
                <a:lnTo>
                  <a:pt x="118765" y="117723"/>
                </a:lnTo>
                <a:lnTo>
                  <a:pt x="121593" y="117723"/>
                </a:lnTo>
                <a:lnTo>
                  <a:pt x="121593" y="116830"/>
                </a:lnTo>
                <a:lnTo>
                  <a:pt x="122635" y="116830"/>
                </a:lnTo>
                <a:lnTo>
                  <a:pt x="122635" y="115193"/>
                </a:lnTo>
                <a:lnTo>
                  <a:pt x="121593" y="115193"/>
                </a:lnTo>
                <a:lnTo>
                  <a:pt x="121593" y="113854"/>
                </a:lnTo>
                <a:lnTo>
                  <a:pt x="122635" y="113854"/>
                </a:lnTo>
                <a:lnTo>
                  <a:pt x="122635" y="108347"/>
                </a:lnTo>
                <a:lnTo>
                  <a:pt x="121593" y="108347"/>
                </a:lnTo>
                <a:lnTo>
                  <a:pt x="121593" y="107007"/>
                </a:lnTo>
                <a:lnTo>
                  <a:pt x="122635" y="107007"/>
                </a:lnTo>
                <a:lnTo>
                  <a:pt x="122635" y="105073"/>
                </a:lnTo>
                <a:lnTo>
                  <a:pt x="123528" y="105073"/>
                </a:lnTo>
                <a:lnTo>
                  <a:pt x="123528" y="101203"/>
                </a:lnTo>
                <a:lnTo>
                  <a:pt x="124569" y="101203"/>
                </a:lnTo>
                <a:lnTo>
                  <a:pt x="124569" y="100310"/>
                </a:lnTo>
                <a:lnTo>
                  <a:pt x="125611" y="100310"/>
                </a:lnTo>
                <a:lnTo>
                  <a:pt x="125611" y="99268"/>
                </a:lnTo>
                <a:lnTo>
                  <a:pt x="129481" y="99268"/>
                </a:lnTo>
                <a:lnTo>
                  <a:pt x="129481" y="100310"/>
                </a:lnTo>
                <a:lnTo>
                  <a:pt x="131416" y="100310"/>
                </a:lnTo>
                <a:lnTo>
                  <a:pt x="131416" y="103138"/>
                </a:lnTo>
                <a:lnTo>
                  <a:pt x="132457" y="103138"/>
                </a:lnTo>
                <a:lnTo>
                  <a:pt x="132457" y="108049"/>
                </a:lnTo>
                <a:lnTo>
                  <a:pt x="133350" y="108049"/>
                </a:lnTo>
                <a:lnTo>
                  <a:pt x="133350" y="109389"/>
                </a:lnTo>
                <a:lnTo>
                  <a:pt x="132457" y="109389"/>
                </a:lnTo>
                <a:lnTo>
                  <a:pt x="132457" y="111919"/>
                </a:lnTo>
                <a:lnTo>
                  <a:pt x="133350" y="111919"/>
                </a:lnTo>
                <a:lnTo>
                  <a:pt x="133350" y="114300"/>
                </a:lnTo>
                <a:lnTo>
                  <a:pt x="132457" y="114300"/>
                </a:lnTo>
                <a:lnTo>
                  <a:pt x="132457" y="115788"/>
                </a:lnTo>
                <a:lnTo>
                  <a:pt x="133350" y="115788"/>
                </a:lnTo>
                <a:lnTo>
                  <a:pt x="133350" y="117723"/>
                </a:lnTo>
                <a:lnTo>
                  <a:pt x="134392" y="117723"/>
                </a:lnTo>
                <a:lnTo>
                  <a:pt x="134392" y="118765"/>
                </a:lnTo>
                <a:lnTo>
                  <a:pt x="135285" y="118765"/>
                </a:lnTo>
                <a:lnTo>
                  <a:pt x="135285" y="121593"/>
                </a:lnTo>
                <a:lnTo>
                  <a:pt x="136327" y="121593"/>
                </a:lnTo>
                <a:lnTo>
                  <a:pt x="136327" y="122634"/>
                </a:lnTo>
                <a:lnTo>
                  <a:pt x="137369" y="122634"/>
                </a:lnTo>
                <a:lnTo>
                  <a:pt x="137369" y="125016"/>
                </a:lnTo>
                <a:lnTo>
                  <a:pt x="136327" y="125016"/>
                </a:lnTo>
                <a:lnTo>
                  <a:pt x="136327" y="126950"/>
                </a:lnTo>
                <a:lnTo>
                  <a:pt x="135285" y="126950"/>
                </a:lnTo>
                <a:lnTo>
                  <a:pt x="135285" y="127843"/>
                </a:lnTo>
                <a:lnTo>
                  <a:pt x="133350" y="127843"/>
                </a:lnTo>
                <a:lnTo>
                  <a:pt x="133350" y="129778"/>
                </a:lnTo>
                <a:lnTo>
                  <a:pt x="132457" y="129778"/>
                </a:lnTo>
                <a:lnTo>
                  <a:pt x="132457" y="130820"/>
                </a:lnTo>
                <a:lnTo>
                  <a:pt x="129481" y="130820"/>
                </a:lnTo>
                <a:lnTo>
                  <a:pt x="129481" y="131713"/>
                </a:lnTo>
                <a:lnTo>
                  <a:pt x="126653" y="131713"/>
                </a:lnTo>
                <a:lnTo>
                  <a:pt x="126653" y="132755"/>
                </a:lnTo>
                <a:lnTo>
                  <a:pt x="124718" y="132755"/>
                </a:lnTo>
                <a:lnTo>
                  <a:pt x="124718" y="133648"/>
                </a:lnTo>
                <a:lnTo>
                  <a:pt x="121742" y="133648"/>
                </a:lnTo>
                <a:lnTo>
                  <a:pt x="121742" y="134689"/>
                </a:lnTo>
                <a:lnTo>
                  <a:pt x="119807" y="134689"/>
                </a:lnTo>
                <a:lnTo>
                  <a:pt x="119807" y="135582"/>
                </a:lnTo>
                <a:lnTo>
                  <a:pt x="109984" y="135582"/>
                </a:lnTo>
                <a:lnTo>
                  <a:pt x="109984" y="136624"/>
                </a:lnTo>
                <a:lnTo>
                  <a:pt x="107008" y="136624"/>
                </a:lnTo>
                <a:lnTo>
                  <a:pt x="107008" y="135582"/>
                </a:lnTo>
                <a:lnTo>
                  <a:pt x="106115" y="135582"/>
                </a:lnTo>
                <a:lnTo>
                  <a:pt x="106115" y="134689"/>
                </a:lnTo>
                <a:lnTo>
                  <a:pt x="105073" y="134689"/>
                </a:lnTo>
                <a:lnTo>
                  <a:pt x="105073" y="133648"/>
                </a:lnTo>
                <a:lnTo>
                  <a:pt x="100310" y="133648"/>
                </a:lnTo>
                <a:lnTo>
                  <a:pt x="100310" y="132755"/>
                </a:lnTo>
                <a:lnTo>
                  <a:pt x="94357" y="132755"/>
                </a:lnTo>
                <a:lnTo>
                  <a:pt x="94357" y="130820"/>
                </a:lnTo>
                <a:lnTo>
                  <a:pt x="93464" y="130820"/>
                </a:lnTo>
                <a:lnTo>
                  <a:pt x="93464" y="129778"/>
                </a:lnTo>
                <a:lnTo>
                  <a:pt x="92423" y="129778"/>
                </a:lnTo>
                <a:lnTo>
                  <a:pt x="92423" y="128885"/>
                </a:lnTo>
                <a:lnTo>
                  <a:pt x="91530" y="128885"/>
                </a:lnTo>
                <a:lnTo>
                  <a:pt x="91530" y="127843"/>
                </a:lnTo>
                <a:lnTo>
                  <a:pt x="89595" y="127843"/>
                </a:lnTo>
                <a:lnTo>
                  <a:pt x="89595" y="126950"/>
                </a:lnTo>
                <a:lnTo>
                  <a:pt x="87660" y="126950"/>
                </a:lnTo>
                <a:lnTo>
                  <a:pt x="87660" y="125016"/>
                </a:lnTo>
                <a:lnTo>
                  <a:pt x="86618" y="125016"/>
                </a:lnTo>
                <a:lnTo>
                  <a:pt x="86618" y="122932"/>
                </a:lnTo>
                <a:lnTo>
                  <a:pt x="85576" y="122932"/>
                </a:lnTo>
                <a:lnTo>
                  <a:pt x="85576" y="122634"/>
                </a:lnTo>
                <a:lnTo>
                  <a:pt x="86618" y="122634"/>
                </a:lnTo>
                <a:lnTo>
                  <a:pt x="86618" y="113854"/>
                </a:lnTo>
                <a:lnTo>
                  <a:pt x="87660" y="113854"/>
                </a:lnTo>
                <a:lnTo>
                  <a:pt x="87660" y="108942"/>
                </a:lnTo>
                <a:lnTo>
                  <a:pt x="88553" y="108942"/>
                </a:lnTo>
                <a:lnTo>
                  <a:pt x="88553" y="108049"/>
                </a:lnTo>
                <a:lnTo>
                  <a:pt x="89595" y="108049"/>
                </a:lnTo>
                <a:lnTo>
                  <a:pt x="89595" y="106412"/>
                </a:lnTo>
                <a:lnTo>
                  <a:pt x="88553" y="106412"/>
                </a:lnTo>
                <a:lnTo>
                  <a:pt x="88553" y="105519"/>
                </a:lnTo>
                <a:lnTo>
                  <a:pt x="87660" y="105519"/>
                </a:lnTo>
                <a:lnTo>
                  <a:pt x="87660" y="99268"/>
                </a:lnTo>
                <a:lnTo>
                  <a:pt x="88553" y="99268"/>
                </a:lnTo>
                <a:lnTo>
                  <a:pt x="88553" y="94804"/>
                </a:lnTo>
                <a:lnTo>
                  <a:pt x="87660" y="94804"/>
                </a:lnTo>
                <a:lnTo>
                  <a:pt x="87660" y="83641"/>
                </a:lnTo>
                <a:lnTo>
                  <a:pt x="88553" y="83641"/>
                </a:lnTo>
                <a:lnTo>
                  <a:pt x="88553" y="82748"/>
                </a:lnTo>
                <a:lnTo>
                  <a:pt x="90488" y="82748"/>
                </a:lnTo>
                <a:lnTo>
                  <a:pt x="90488" y="80218"/>
                </a:lnTo>
                <a:lnTo>
                  <a:pt x="89595" y="80218"/>
                </a:lnTo>
                <a:lnTo>
                  <a:pt x="89595" y="76944"/>
                </a:lnTo>
                <a:lnTo>
                  <a:pt x="90488" y="76944"/>
                </a:lnTo>
                <a:lnTo>
                  <a:pt x="90488" y="73372"/>
                </a:lnTo>
                <a:lnTo>
                  <a:pt x="85576" y="73372"/>
                </a:lnTo>
                <a:lnTo>
                  <a:pt x="85576" y="72331"/>
                </a:lnTo>
                <a:lnTo>
                  <a:pt x="83791" y="72331"/>
                </a:lnTo>
                <a:lnTo>
                  <a:pt x="83791" y="74414"/>
                </a:lnTo>
                <a:lnTo>
                  <a:pt x="82749" y="74414"/>
                </a:lnTo>
                <a:lnTo>
                  <a:pt x="82749" y="76349"/>
                </a:lnTo>
                <a:lnTo>
                  <a:pt x="80814" y="76349"/>
                </a:lnTo>
                <a:lnTo>
                  <a:pt x="80814" y="74414"/>
                </a:lnTo>
                <a:lnTo>
                  <a:pt x="79772" y="74414"/>
                </a:lnTo>
                <a:lnTo>
                  <a:pt x="79772" y="73372"/>
                </a:lnTo>
                <a:lnTo>
                  <a:pt x="77986" y="73372"/>
                </a:lnTo>
                <a:lnTo>
                  <a:pt x="77986" y="74414"/>
                </a:lnTo>
                <a:lnTo>
                  <a:pt x="76944" y="74414"/>
                </a:lnTo>
                <a:lnTo>
                  <a:pt x="76944" y="76944"/>
                </a:lnTo>
                <a:lnTo>
                  <a:pt x="77986" y="76944"/>
                </a:lnTo>
                <a:lnTo>
                  <a:pt x="77986" y="79772"/>
                </a:lnTo>
                <a:lnTo>
                  <a:pt x="78879" y="79772"/>
                </a:lnTo>
                <a:lnTo>
                  <a:pt x="78879" y="82153"/>
                </a:lnTo>
                <a:lnTo>
                  <a:pt x="77986" y="82153"/>
                </a:lnTo>
                <a:lnTo>
                  <a:pt x="77986" y="83641"/>
                </a:lnTo>
                <a:lnTo>
                  <a:pt x="78879" y="83641"/>
                </a:lnTo>
                <a:lnTo>
                  <a:pt x="78879" y="84683"/>
                </a:lnTo>
                <a:lnTo>
                  <a:pt x="80814" y="84683"/>
                </a:lnTo>
                <a:lnTo>
                  <a:pt x="80814" y="87065"/>
                </a:lnTo>
                <a:lnTo>
                  <a:pt x="76944" y="87065"/>
                </a:lnTo>
                <a:lnTo>
                  <a:pt x="76944" y="87957"/>
                </a:lnTo>
                <a:lnTo>
                  <a:pt x="76051" y="87957"/>
                </a:lnTo>
                <a:lnTo>
                  <a:pt x="76051" y="91529"/>
                </a:lnTo>
                <a:lnTo>
                  <a:pt x="76944" y="91529"/>
                </a:lnTo>
                <a:lnTo>
                  <a:pt x="76944" y="93762"/>
                </a:lnTo>
                <a:lnTo>
                  <a:pt x="76051" y="93762"/>
                </a:lnTo>
                <a:lnTo>
                  <a:pt x="76051" y="95697"/>
                </a:lnTo>
                <a:lnTo>
                  <a:pt x="75010" y="95697"/>
                </a:lnTo>
                <a:lnTo>
                  <a:pt x="75010" y="97631"/>
                </a:lnTo>
                <a:lnTo>
                  <a:pt x="74117" y="97631"/>
                </a:lnTo>
                <a:lnTo>
                  <a:pt x="74117" y="99715"/>
                </a:lnTo>
                <a:lnTo>
                  <a:pt x="73075" y="99715"/>
                </a:lnTo>
                <a:lnTo>
                  <a:pt x="73075" y="100608"/>
                </a:lnTo>
                <a:lnTo>
                  <a:pt x="72033" y="100608"/>
                </a:lnTo>
                <a:lnTo>
                  <a:pt x="72033" y="101650"/>
                </a:lnTo>
                <a:lnTo>
                  <a:pt x="71140" y="101650"/>
                </a:lnTo>
                <a:lnTo>
                  <a:pt x="71140" y="105519"/>
                </a:lnTo>
                <a:lnTo>
                  <a:pt x="70098" y="105519"/>
                </a:lnTo>
                <a:lnTo>
                  <a:pt x="70098" y="107454"/>
                </a:lnTo>
                <a:lnTo>
                  <a:pt x="69205" y="107454"/>
                </a:lnTo>
                <a:lnTo>
                  <a:pt x="69205" y="108347"/>
                </a:lnTo>
                <a:lnTo>
                  <a:pt x="68164" y="108347"/>
                </a:lnTo>
                <a:lnTo>
                  <a:pt x="68164" y="110282"/>
                </a:lnTo>
                <a:lnTo>
                  <a:pt x="67271" y="110282"/>
                </a:lnTo>
                <a:lnTo>
                  <a:pt x="67271" y="111323"/>
                </a:lnTo>
                <a:lnTo>
                  <a:pt x="66229" y="111323"/>
                </a:lnTo>
                <a:lnTo>
                  <a:pt x="66229" y="113258"/>
                </a:lnTo>
                <a:lnTo>
                  <a:pt x="65336" y="113258"/>
                </a:lnTo>
                <a:lnTo>
                  <a:pt x="65336" y="114300"/>
                </a:lnTo>
                <a:lnTo>
                  <a:pt x="64294" y="114300"/>
                </a:lnTo>
                <a:lnTo>
                  <a:pt x="64294" y="115193"/>
                </a:lnTo>
                <a:lnTo>
                  <a:pt x="61318" y="115193"/>
                </a:lnTo>
                <a:lnTo>
                  <a:pt x="61318" y="116235"/>
                </a:lnTo>
                <a:lnTo>
                  <a:pt x="60425" y="116235"/>
                </a:lnTo>
                <a:lnTo>
                  <a:pt x="60425" y="117128"/>
                </a:lnTo>
                <a:lnTo>
                  <a:pt x="59383" y="117128"/>
                </a:lnTo>
                <a:lnTo>
                  <a:pt x="59383" y="118170"/>
                </a:lnTo>
                <a:lnTo>
                  <a:pt x="58490" y="118170"/>
                </a:lnTo>
                <a:lnTo>
                  <a:pt x="58490" y="119063"/>
                </a:lnTo>
                <a:lnTo>
                  <a:pt x="57448" y="119063"/>
                </a:lnTo>
                <a:lnTo>
                  <a:pt x="57448" y="120997"/>
                </a:lnTo>
                <a:lnTo>
                  <a:pt x="56555" y="120997"/>
                </a:lnTo>
                <a:lnTo>
                  <a:pt x="56555" y="122039"/>
                </a:lnTo>
                <a:lnTo>
                  <a:pt x="55513" y="122039"/>
                </a:lnTo>
                <a:lnTo>
                  <a:pt x="55513" y="123974"/>
                </a:lnTo>
                <a:lnTo>
                  <a:pt x="53578" y="123974"/>
                </a:lnTo>
                <a:lnTo>
                  <a:pt x="53578" y="125016"/>
                </a:lnTo>
                <a:lnTo>
                  <a:pt x="52685" y="125016"/>
                </a:lnTo>
                <a:lnTo>
                  <a:pt x="52685" y="125909"/>
                </a:lnTo>
                <a:lnTo>
                  <a:pt x="51644" y="125909"/>
                </a:lnTo>
                <a:lnTo>
                  <a:pt x="51644" y="126950"/>
                </a:lnTo>
                <a:lnTo>
                  <a:pt x="48667" y="126950"/>
                </a:lnTo>
                <a:lnTo>
                  <a:pt x="48667" y="127843"/>
                </a:lnTo>
                <a:lnTo>
                  <a:pt x="47774" y="127843"/>
                </a:lnTo>
                <a:lnTo>
                  <a:pt x="47774" y="128885"/>
                </a:lnTo>
                <a:lnTo>
                  <a:pt x="44798" y="128885"/>
                </a:lnTo>
                <a:lnTo>
                  <a:pt x="44798" y="129778"/>
                </a:lnTo>
                <a:lnTo>
                  <a:pt x="43905" y="129778"/>
                </a:lnTo>
                <a:lnTo>
                  <a:pt x="43905" y="130820"/>
                </a:lnTo>
                <a:lnTo>
                  <a:pt x="40035" y="130820"/>
                </a:lnTo>
                <a:lnTo>
                  <a:pt x="40035" y="131713"/>
                </a:lnTo>
                <a:lnTo>
                  <a:pt x="38993" y="131713"/>
                </a:lnTo>
                <a:lnTo>
                  <a:pt x="38993" y="132755"/>
                </a:lnTo>
                <a:lnTo>
                  <a:pt x="38100" y="132755"/>
                </a:lnTo>
                <a:lnTo>
                  <a:pt x="38100" y="133648"/>
                </a:lnTo>
                <a:lnTo>
                  <a:pt x="30212" y="133648"/>
                </a:lnTo>
                <a:lnTo>
                  <a:pt x="30212" y="132755"/>
                </a:lnTo>
                <a:lnTo>
                  <a:pt x="28278" y="132755"/>
                </a:lnTo>
                <a:lnTo>
                  <a:pt x="28278" y="131713"/>
                </a:lnTo>
                <a:lnTo>
                  <a:pt x="27236" y="131713"/>
                </a:lnTo>
                <a:lnTo>
                  <a:pt x="27236" y="130820"/>
                </a:lnTo>
                <a:lnTo>
                  <a:pt x="26343" y="130820"/>
                </a:lnTo>
                <a:lnTo>
                  <a:pt x="26343" y="128439"/>
                </a:lnTo>
                <a:lnTo>
                  <a:pt x="27236" y="128439"/>
                </a:lnTo>
                <a:lnTo>
                  <a:pt x="27236" y="125611"/>
                </a:lnTo>
                <a:lnTo>
                  <a:pt x="29171" y="125611"/>
                </a:lnTo>
                <a:lnTo>
                  <a:pt x="29171" y="124569"/>
                </a:lnTo>
                <a:lnTo>
                  <a:pt x="30212" y="124569"/>
                </a:lnTo>
                <a:lnTo>
                  <a:pt x="30212" y="123527"/>
                </a:lnTo>
                <a:lnTo>
                  <a:pt x="33040" y="123527"/>
                </a:lnTo>
                <a:lnTo>
                  <a:pt x="33040" y="122634"/>
                </a:lnTo>
                <a:lnTo>
                  <a:pt x="34975" y="122634"/>
                </a:lnTo>
                <a:lnTo>
                  <a:pt x="34975" y="121593"/>
                </a:lnTo>
                <a:lnTo>
                  <a:pt x="36910" y="121593"/>
                </a:lnTo>
                <a:lnTo>
                  <a:pt x="36910" y="120700"/>
                </a:lnTo>
                <a:lnTo>
                  <a:pt x="39886" y="120700"/>
                </a:lnTo>
                <a:lnTo>
                  <a:pt x="39886" y="119658"/>
                </a:lnTo>
                <a:lnTo>
                  <a:pt x="42863" y="119658"/>
                </a:lnTo>
                <a:lnTo>
                  <a:pt x="42863" y="117723"/>
                </a:lnTo>
                <a:lnTo>
                  <a:pt x="43756" y="117723"/>
                </a:lnTo>
                <a:lnTo>
                  <a:pt x="43756" y="116830"/>
                </a:lnTo>
                <a:lnTo>
                  <a:pt x="44798" y="116830"/>
                </a:lnTo>
                <a:lnTo>
                  <a:pt x="44798" y="115788"/>
                </a:lnTo>
                <a:lnTo>
                  <a:pt x="46732" y="115788"/>
                </a:lnTo>
                <a:lnTo>
                  <a:pt x="46732" y="114895"/>
                </a:lnTo>
                <a:lnTo>
                  <a:pt x="50602" y="114895"/>
                </a:lnTo>
                <a:lnTo>
                  <a:pt x="50602" y="113854"/>
                </a:lnTo>
                <a:lnTo>
                  <a:pt x="52537" y="113854"/>
                </a:lnTo>
                <a:lnTo>
                  <a:pt x="52537" y="112961"/>
                </a:lnTo>
                <a:lnTo>
                  <a:pt x="53578" y="112961"/>
                </a:lnTo>
                <a:lnTo>
                  <a:pt x="53578" y="111919"/>
                </a:lnTo>
                <a:lnTo>
                  <a:pt x="54471" y="111919"/>
                </a:lnTo>
                <a:lnTo>
                  <a:pt x="54471" y="110877"/>
                </a:lnTo>
                <a:lnTo>
                  <a:pt x="56406" y="110877"/>
                </a:lnTo>
                <a:lnTo>
                  <a:pt x="56406" y="108942"/>
                </a:lnTo>
                <a:lnTo>
                  <a:pt x="57448" y="108942"/>
                </a:lnTo>
                <a:lnTo>
                  <a:pt x="57448" y="108049"/>
                </a:lnTo>
                <a:lnTo>
                  <a:pt x="58341" y="108049"/>
                </a:lnTo>
                <a:lnTo>
                  <a:pt x="58341" y="107007"/>
                </a:lnTo>
                <a:lnTo>
                  <a:pt x="59383" y="107007"/>
                </a:lnTo>
                <a:lnTo>
                  <a:pt x="59383" y="105073"/>
                </a:lnTo>
                <a:lnTo>
                  <a:pt x="60276" y="105073"/>
                </a:lnTo>
                <a:lnTo>
                  <a:pt x="60276" y="103138"/>
                </a:lnTo>
                <a:lnTo>
                  <a:pt x="61318" y="103138"/>
                </a:lnTo>
                <a:lnTo>
                  <a:pt x="61318" y="102245"/>
                </a:lnTo>
                <a:lnTo>
                  <a:pt x="62210" y="102245"/>
                </a:lnTo>
                <a:lnTo>
                  <a:pt x="62210" y="100310"/>
                </a:lnTo>
                <a:lnTo>
                  <a:pt x="63252" y="100310"/>
                </a:lnTo>
                <a:lnTo>
                  <a:pt x="63252" y="99268"/>
                </a:lnTo>
                <a:lnTo>
                  <a:pt x="64294" y="99268"/>
                </a:lnTo>
                <a:lnTo>
                  <a:pt x="64294" y="98227"/>
                </a:lnTo>
                <a:lnTo>
                  <a:pt x="66229" y="98227"/>
                </a:lnTo>
                <a:lnTo>
                  <a:pt x="66229" y="97334"/>
                </a:lnTo>
                <a:lnTo>
                  <a:pt x="67122" y="97334"/>
                </a:lnTo>
                <a:lnTo>
                  <a:pt x="67122" y="92869"/>
                </a:lnTo>
                <a:lnTo>
                  <a:pt x="66229" y="92869"/>
                </a:lnTo>
                <a:lnTo>
                  <a:pt x="66229" y="91827"/>
                </a:lnTo>
                <a:lnTo>
                  <a:pt x="65187" y="91827"/>
                </a:lnTo>
                <a:lnTo>
                  <a:pt x="65187" y="90934"/>
                </a:lnTo>
                <a:lnTo>
                  <a:pt x="64294" y="90934"/>
                </a:lnTo>
                <a:lnTo>
                  <a:pt x="64294" y="90488"/>
                </a:lnTo>
                <a:lnTo>
                  <a:pt x="65187" y="90488"/>
                </a:lnTo>
                <a:lnTo>
                  <a:pt x="65187" y="89595"/>
                </a:lnTo>
                <a:lnTo>
                  <a:pt x="66229" y="89595"/>
                </a:lnTo>
                <a:lnTo>
                  <a:pt x="66229" y="88553"/>
                </a:lnTo>
                <a:lnTo>
                  <a:pt x="67122" y="88553"/>
                </a:lnTo>
                <a:lnTo>
                  <a:pt x="67122" y="87660"/>
                </a:lnTo>
                <a:lnTo>
                  <a:pt x="68164" y="87660"/>
                </a:lnTo>
                <a:lnTo>
                  <a:pt x="68164" y="83046"/>
                </a:lnTo>
                <a:lnTo>
                  <a:pt x="67122" y="83046"/>
                </a:lnTo>
                <a:lnTo>
                  <a:pt x="67122" y="77837"/>
                </a:lnTo>
                <a:lnTo>
                  <a:pt x="67271" y="77837"/>
                </a:lnTo>
                <a:lnTo>
                  <a:pt x="67271" y="78879"/>
                </a:lnTo>
                <a:lnTo>
                  <a:pt x="69057" y="78879"/>
                </a:lnTo>
                <a:lnTo>
                  <a:pt x="69057" y="77837"/>
                </a:lnTo>
                <a:lnTo>
                  <a:pt x="70098" y="77837"/>
                </a:lnTo>
                <a:lnTo>
                  <a:pt x="70098" y="76349"/>
                </a:lnTo>
                <a:lnTo>
                  <a:pt x="64294" y="76349"/>
                </a:lnTo>
                <a:lnTo>
                  <a:pt x="64294" y="75307"/>
                </a:lnTo>
                <a:lnTo>
                  <a:pt x="63252" y="75307"/>
                </a:lnTo>
                <a:lnTo>
                  <a:pt x="63252" y="73372"/>
                </a:lnTo>
                <a:lnTo>
                  <a:pt x="61318" y="73372"/>
                </a:lnTo>
                <a:lnTo>
                  <a:pt x="61318" y="74414"/>
                </a:lnTo>
                <a:lnTo>
                  <a:pt x="60425" y="74414"/>
                </a:lnTo>
                <a:lnTo>
                  <a:pt x="60425" y="75307"/>
                </a:lnTo>
                <a:lnTo>
                  <a:pt x="59383" y="75307"/>
                </a:lnTo>
                <a:lnTo>
                  <a:pt x="59383" y="76349"/>
                </a:lnTo>
                <a:lnTo>
                  <a:pt x="56555" y="76349"/>
                </a:lnTo>
                <a:lnTo>
                  <a:pt x="56555" y="77242"/>
                </a:lnTo>
                <a:lnTo>
                  <a:pt x="55513" y="77242"/>
                </a:lnTo>
                <a:lnTo>
                  <a:pt x="55513" y="78284"/>
                </a:lnTo>
                <a:lnTo>
                  <a:pt x="52685" y="78284"/>
                </a:lnTo>
                <a:lnTo>
                  <a:pt x="52685" y="79177"/>
                </a:lnTo>
                <a:lnTo>
                  <a:pt x="51644" y="79177"/>
                </a:lnTo>
                <a:lnTo>
                  <a:pt x="51644" y="78284"/>
                </a:lnTo>
                <a:lnTo>
                  <a:pt x="50602" y="78284"/>
                </a:lnTo>
                <a:lnTo>
                  <a:pt x="50602" y="76349"/>
                </a:lnTo>
                <a:lnTo>
                  <a:pt x="49560" y="76349"/>
                </a:lnTo>
                <a:lnTo>
                  <a:pt x="49560" y="75307"/>
                </a:lnTo>
                <a:lnTo>
                  <a:pt x="45839" y="75307"/>
                </a:lnTo>
                <a:lnTo>
                  <a:pt x="45839" y="79177"/>
                </a:lnTo>
                <a:lnTo>
                  <a:pt x="40035" y="79177"/>
                </a:lnTo>
                <a:lnTo>
                  <a:pt x="40035" y="80218"/>
                </a:lnTo>
                <a:lnTo>
                  <a:pt x="35124" y="80218"/>
                </a:lnTo>
                <a:lnTo>
                  <a:pt x="35124" y="81111"/>
                </a:lnTo>
                <a:lnTo>
                  <a:pt x="33189" y="81111"/>
                </a:lnTo>
                <a:lnTo>
                  <a:pt x="33189" y="82153"/>
                </a:lnTo>
                <a:lnTo>
                  <a:pt x="30212" y="82153"/>
                </a:lnTo>
                <a:lnTo>
                  <a:pt x="30212" y="83046"/>
                </a:lnTo>
                <a:lnTo>
                  <a:pt x="29319" y="83046"/>
                </a:lnTo>
                <a:lnTo>
                  <a:pt x="29319" y="84088"/>
                </a:lnTo>
                <a:lnTo>
                  <a:pt x="26343" y="84088"/>
                </a:lnTo>
                <a:lnTo>
                  <a:pt x="26343" y="84981"/>
                </a:lnTo>
                <a:lnTo>
                  <a:pt x="24408" y="84981"/>
                </a:lnTo>
                <a:lnTo>
                  <a:pt x="24408" y="86023"/>
                </a:lnTo>
                <a:lnTo>
                  <a:pt x="23366" y="86023"/>
                </a:lnTo>
                <a:lnTo>
                  <a:pt x="23366" y="87065"/>
                </a:lnTo>
                <a:lnTo>
                  <a:pt x="17562" y="87065"/>
                </a:lnTo>
                <a:lnTo>
                  <a:pt x="17562" y="87957"/>
                </a:lnTo>
                <a:lnTo>
                  <a:pt x="14734" y="87957"/>
                </a:lnTo>
                <a:lnTo>
                  <a:pt x="14734" y="88999"/>
                </a:lnTo>
                <a:lnTo>
                  <a:pt x="13693" y="88999"/>
                </a:lnTo>
                <a:lnTo>
                  <a:pt x="13693" y="89892"/>
                </a:lnTo>
                <a:lnTo>
                  <a:pt x="11758" y="89892"/>
                </a:lnTo>
                <a:lnTo>
                  <a:pt x="11758" y="90934"/>
                </a:lnTo>
                <a:lnTo>
                  <a:pt x="10716" y="90934"/>
                </a:lnTo>
                <a:lnTo>
                  <a:pt x="10716" y="91827"/>
                </a:lnTo>
                <a:lnTo>
                  <a:pt x="6846" y="91827"/>
                </a:lnTo>
                <a:lnTo>
                  <a:pt x="6846" y="90934"/>
                </a:lnTo>
                <a:lnTo>
                  <a:pt x="4912" y="90934"/>
                </a:lnTo>
                <a:lnTo>
                  <a:pt x="4912" y="89892"/>
                </a:lnTo>
                <a:lnTo>
                  <a:pt x="3870" y="89892"/>
                </a:lnTo>
                <a:lnTo>
                  <a:pt x="3870" y="87065"/>
                </a:lnTo>
                <a:lnTo>
                  <a:pt x="2977" y="87065"/>
                </a:lnTo>
                <a:lnTo>
                  <a:pt x="2977" y="86023"/>
                </a:lnTo>
                <a:lnTo>
                  <a:pt x="1042" y="86023"/>
                </a:lnTo>
                <a:lnTo>
                  <a:pt x="1042" y="84981"/>
                </a:lnTo>
                <a:lnTo>
                  <a:pt x="0" y="84981"/>
                </a:lnTo>
                <a:lnTo>
                  <a:pt x="0" y="77837"/>
                </a:lnTo>
                <a:lnTo>
                  <a:pt x="1042" y="77837"/>
                </a:lnTo>
                <a:lnTo>
                  <a:pt x="1042" y="76944"/>
                </a:lnTo>
                <a:lnTo>
                  <a:pt x="1935" y="76944"/>
                </a:lnTo>
                <a:lnTo>
                  <a:pt x="1935" y="75009"/>
                </a:lnTo>
                <a:lnTo>
                  <a:pt x="2977" y="75009"/>
                </a:lnTo>
                <a:lnTo>
                  <a:pt x="2977" y="73968"/>
                </a:lnTo>
                <a:lnTo>
                  <a:pt x="7888" y="73968"/>
                </a:lnTo>
                <a:lnTo>
                  <a:pt x="7888" y="75009"/>
                </a:lnTo>
                <a:lnTo>
                  <a:pt x="10716" y="75009"/>
                </a:lnTo>
                <a:lnTo>
                  <a:pt x="10716" y="73968"/>
                </a:lnTo>
                <a:lnTo>
                  <a:pt x="14585" y="73968"/>
                </a:lnTo>
                <a:lnTo>
                  <a:pt x="14585" y="70991"/>
                </a:lnTo>
                <a:lnTo>
                  <a:pt x="15627" y="70991"/>
                </a:lnTo>
                <a:lnTo>
                  <a:pt x="15627" y="67122"/>
                </a:lnTo>
                <a:lnTo>
                  <a:pt x="16520" y="67122"/>
                </a:lnTo>
                <a:lnTo>
                  <a:pt x="16520" y="66229"/>
                </a:lnTo>
                <a:lnTo>
                  <a:pt x="18455" y="66229"/>
                </a:lnTo>
                <a:lnTo>
                  <a:pt x="18455" y="65187"/>
                </a:lnTo>
                <a:lnTo>
                  <a:pt x="19497" y="65187"/>
                </a:lnTo>
                <a:lnTo>
                  <a:pt x="19497" y="64294"/>
                </a:lnTo>
                <a:lnTo>
                  <a:pt x="21432" y="64294"/>
                </a:lnTo>
                <a:lnTo>
                  <a:pt x="21432" y="63252"/>
                </a:lnTo>
                <a:lnTo>
                  <a:pt x="22325" y="63252"/>
                </a:lnTo>
                <a:lnTo>
                  <a:pt x="22325" y="62210"/>
                </a:lnTo>
                <a:lnTo>
                  <a:pt x="23366" y="62210"/>
                </a:lnTo>
                <a:lnTo>
                  <a:pt x="23366" y="60275"/>
                </a:lnTo>
                <a:lnTo>
                  <a:pt x="24259" y="60275"/>
                </a:lnTo>
                <a:lnTo>
                  <a:pt x="24259" y="58787"/>
                </a:lnTo>
                <a:lnTo>
                  <a:pt x="23366" y="58787"/>
                </a:lnTo>
                <a:lnTo>
                  <a:pt x="23366" y="57745"/>
                </a:lnTo>
                <a:lnTo>
                  <a:pt x="17562" y="57745"/>
                </a:lnTo>
                <a:lnTo>
                  <a:pt x="17562" y="56852"/>
                </a:lnTo>
                <a:lnTo>
                  <a:pt x="16520" y="56852"/>
                </a:lnTo>
                <a:lnTo>
                  <a:pt x="16520" y="55811"/>
                </a:lnTo>
                <a:lnTo>
                  <a:pt x="13693" y="55811"/>
                </a:lnTo>
                <a:lnTo>
                  <a:pt x="13693" y="56852"/>
                </a:lnTo>
                <a:lnTo>
                  <a:pt x="9823" y="56852"/>
                </a:lnTo>
                <a:lnTo>
                  <a:pt x="9823" y="57745"/>
                </a:lnTo>
                <a:lnTo>
                  <a:pt x="4912" y="57745"/>
                </a:lnTo>
                <a:lnTo>
                  <a:pt x="4912" y="56852"/>
                </a:lnTo>
                <a:lnTo>
                  <a:pt x="3870" y="56852"/>
                </a:lnTo>
                <a:lnTo>
                  <a:pt x="3870" y="54918"/>
                </a:lnTo>
                <a:lnTo>
                  <a:pt x="2977" y="54918"/>
                </a:lnTo>
                <a:lnTo>
                  <a:pt x="2977" y="51941"/>
                </a:lnTo>
                <a:lnTo>
                  <a:pt x="1935" y="51941"/>
                </a:lnTo>
                <a:lnTo>
                  <a:pt x="1935" y="50006"/>
                </a:lnTo>
                <a:lnTo>
                  <a:pt x="1042" y="50006"/>
                </a:lnTo>
                <a:lnTo>
                  <a:pt x="1042" y="46732"/>
                </a:lnTo>
                <a:lnTo>
                  <a:pt x="1935" y="46732"/>
                </a:lnTo>
                <a:lnTo>
                  <a:pt x="1935" y="44797"/>
                </a:lnTo>
                <a:lnTo>
                  <a:pt x="3870" y="44797"/>
                </a:lnTo>
                <a:lnTo>
                  <a:pt x="3870" y="43756"/>
                </a:lnTo>
                <a:lnTo>
                  <a:pt x="4912" y="43756"/>
                </a:lnTo>
                <a:lnTo>
                  <a:pt x="4912" y="42863"/>
                </a:lnTo>
                <a:lnTo>
                  <a:pt x="6846" y="42863"/>
                </a:lnTo>
                <a:lnTo>
                  <a:pt x="6846" y="41821"/>
                </a:lnTo>
                <a:lnTo>
                  <a:pt x="8781" y="41821"/>
                </a:lnTo>
                <a:lnTo>
                  <a:pt x="8781" y="40928"/>
                </a:lnTo>
                <a:lnTo>
                  <a:pt x="9674" y="40928"/>
                </a:lnTo>
                <a:lnTo>
                  <a:pt x="9674" y="39886"/>
                </a:lnTo>
                <a:lnTo>
                  <a:pt x="10716" y="39886"/>
                </a:lnTo>
                <a:lnTo>
                  <a:pt x="10716" y="36909"/>
                </a:lnTo>
                <a:lnTo>
                  <a:pt x="11609" y="36909"/>
                </a:lnTo>
                <a:lnTo>
                  <a:pt x="11609" y="36016"/>
                </a:lnTo>
                <a:lnTo>
                  <a:pt x="12651" y="36016"/>
                </a:lnTo>
                <a:lnTo>
                  <a:pt x="12651" y="33040"/>
                </a:lnTo>
                <a:lnTo>
                  <a:pt x="13693" y="33040"/>
                </a:lnTo>
                <a:lnTo>
                  <a:pt x="13693" y="31105"/>
                </a:lnTo>
                <a:lnTo>
                  <a:pt x="14585" y="31105"/>
                </a:lnTo>
                <a:lnTo>
                  <a:pt x="14585" y="29170"/>
                </a:lnTo>
                <a:lnTo>
                  <a:pt x="15627" y="29170"/>
                </a:lnTo>
                <a:lnTo>
                  <a:pt x="15627" y="27236"/>
                </a:lnTo>
                <a:lnTo>
                  <a:pt x="16520" y="27236"/>
                </a:lnTo>
                <a:lnTo>
                  <a:pt x="16520" y="25301"/>
                </a:lnTo>
                <a:lnTo>
                  <a:pt x="17562" y="25301"/>
                </a:lnTo>
                <a:lnTo>
                  <a:pt x="17562" y="23366"/>
                </a:lnTo>
                <a:lnTo>
                  <a:pt x="18455" y="23366"/>
                </a:lnTo>
                <a:lnTo>
                  <a:pt x="18455" y="21431"/>
                </a:lnTo>
                <a:lnTo>
                  <a:pt x="19497" y="21431"/>
                </a:lnTo>
                <a:lnTo>
                  <a:pt x="19497" y="20390"/>
                </a:lnTo>
                <a:lnTo>
                  <a:pt x="20390" y="20390"/>
                </a:lnTo>
                <a:lnTo>
                  <a:pt x="20390" y="18455"/>
                </a:lnTo>
                <a:lnTo>
                  <a:pt x="21432" y="18455"/>
                </a:lnTo>
                <a:lnTo>
                  <a:pt x="21432" y="16520"/>
                </a:lnTo>
                <a:lnTo>
                  <a:pt x="22325" y="16520"/>
                </a:lnTo>
                <a:lnTo>
                  <a:pt x="22325" y="14585"/>
                </a:lnTo>
                <a:lnTo>
                  <a:pt x="23366" y="14585"/>
                </a:lnTo>
                <a:lnTo>
                  <a:pt x="23366" y="13692"/>
                </a:lnTo>
                <a:lnTo>
                  <a:pt x="24259" y="13692"/>
                </a:lnTo>
                <a:lnTo>
                  <a:pt x="24259" y="11609"/>
                </a:lnTo>
                <a:lnTo>
                  <a:pt x="25301" y="11609"/>
                </a:lnTo>
                <a:lnTo>
                  <a:pt x="25301" y="10716"/>
                </a:lnTo>
                <a:lnTo>
                  <a:pt x="26343" y="10716"/>
                </a:lnTo>
                <a:lnTo>
                  <a:pt x="26343" y="8781"/>
                </a:lnTo>
                <a:lnTo>
                  <a:pt x="27236" y="8781"/>
                </a:lnTo>
                <a:lnTo>
                  <a:pt x="27236" y="7739"/>
                </a:lnTo>
                <a:lnTo>
                  <a:pt x="28278" y="7739"/>
                </a:lnTo>
                <a:lnTo>
                  <a:pt x="28278" y="5804"/>
                </a:lnTo>
                <a:lnTo>
                  <a:pt x="29171" y="58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4E1488AB-5166-FB08-D70D-CA675A7D8BE1}"/>
              </a:ext>
            </a:extLst>
          </p:cNvPr>
          <p:cNvSpPr txBox="1"/>
          <p:nvPr/>
        </p:nvSpPr>
        <p:spPr>
          <a:xfrm>
            <a:off x="4665944" y="1924445"/>
            <a:ext cx="136624" cy="134095"/>
          </a:xfrm>
          <a:custGeom>
            <a:avLst/>
            <a:gdLst/>
            <a:ahLst/>
            <a:cxnLst/>
            <a:rect l="l" t="t" r="r" b="b"/>
            <a:pathLst>
              <a:path w="136624" h="134095">
                <a:moveTo>
                  <a:pt x="102096" y="99566"/>
                </a:moveTo>
                <a:lnTo>
                  <a:pt x="102096" y="101204"/>
                </a:lnTo>
                <a:lnTo>
                  <a:pt x="102840" y="101204"/>
                </a:lnTo>
                <a:lnTo>
                  <a:pt x="102840" y="103734"/>
                </a:lnTo>
                <a:lnTo>
                  <a:pt x="103733" y="103734"/>
                </a:lnTo>
                <a:lnTo>
                  <a:pt x="103733" y="99566"/>
                </a:lnTo>
                <a:close/>
                <a:moveTo>
                  <a:pt x="46434" y="15181"/>
                </a:moveTo>
                <a:lnTo>
                  <a:pt x="46434" y="16074"/>
                </a:lnTo>
                <a:lnTo>
                  <a:pt x="47178" y="16074"/>
                </a:lnTo>
                <a:lnTo>
                  <a:pt x="47178" y="15181"/>
                </a:lnTo>
                <a:close/>
                <a:moveTo>
                  <a:pt x="45541" y="7591"/>
                </a:moveTo>
                <a:lnTo>
                  <a:pt x="45541" y="8484"/>
                </a:lnTo>
                <a:lnTo>
                  <a:pt x="44648" y="8484"/>
                </a:lnTo>
                <a:lnTo>
                  <a:pt x="44648" y="9228"/>
                </a:lnTo>
                <a:lnTo>
                  <a:pt x="46434" y="9228"/>
                </a:lnTo>
                <a:lnTo>
                  <a:pt x="46434" y="7591"/>
                </a:lnTo>
                <a:close/>
                <a:moveTo>
                  <a:pt x="85130" y="0"/>
                </a:moveTo>
                <a:lnTo>
                  <a:pt x="86023" y="0"/>
                </a:lnTo>
                <a:lnTo>
                  <a:pt x="86023" y="893"/>
                </a:lnTo>
                <a:lnTo>
                  <a:pt x="93613" y="893"/>
                </a:lnTo>
                <a:lnTo>
                  <a:pt x="93613" y="1637"/>
                </a:lnTo>
                <a:lnTo>
                  <a:pt x="94506" y="1637"/>
                </a:lnTo>
                <a:lnTo>
                  <a:pt x="94506" y="3423"/>
                </a:lnTo>
                <a:lnTo>
                  <a:pt x="95250" y="3423"/>
                </a:lnTo>
                <a:lnTo>
                  <a:pt x="95250" y="5954"/>
                </a:lnTo>
                <a:lnTo>
                  <a:pt x="94506" y="5954"/>
                </a:lnTo>
                <a:lnTo>
                  <a:pt x="94506" y="7591"/>
                </a:lnTo>
                <a:lnTo>
                  <a:pt x="93613" y="7591"/>
                </a:lnTo>
                <a:lnTo>
                  <a:pt x="93613" y="9228"/>
                </a:lnTo>
                <a:lnTo>
                  <a:pt x="92720" y="9228"/>
                </a:lnTo>
                <a:lnTo>
                  <a:pt x="92720" y="14288"/>
                </a:lnTo>
                <a:lnTo>
                  <a:pt x="91976" y="14288"/>
                </a:lnTo>
                <a:lnTo>
                  <a:pt x="91976" y="16074"/>
                </a:lnTo>
                <a:lnTo>
                  <a:pt x="92720" y="16074"/>
                </a:lnTo>
                <a:lnTo>
                  <a:pt x="92720" y="21878"/>
                </a:lnTo>
                <a:lnTo>
                  <a:pt x="93613" y="21878"/>
                </a:lnTo>
                <a:lnTo>
                  <a:pt x="93613" y="22771"/>
                </a:lnTo>
                <a:lnTo>
                  <a:pt x="96143" y="22771"/>
                </a:lnTo>
                <a:lnTo>
                  <a:pt x="96143" y="23664"/>
                </a:lnTo>
                <a:lnTo>
                  <a:pt x="101203" y="23664"/>
                </a:lnTo>
                <a:lnTo>
                  <a:pt x="101203" y="24408"/>
                </a:lnTo>
                <a:lnTo>
                  <a:pt x="104626" y="24408"/>
                </a:lnTo>
                <a:lnTo>
                  <a:pt x="104626" y="23664"/>
                </a:lnTo>
                <a:lnTo>
                  <a:pt x="107156" y="23664"/>
                </a:lnTo>
                <a:lnTo>
                  <a:pt x="107156" y="22771"/>
                </a:lnTo>
                <a:lnTo>
                  <a:pt x="108793" y="22771"/>
                </a:lnTo>
                <a:lnTo>
                  <a:pt x="108793" y="23664"/>
                </a:lnTo>
                <a:lnTo>
                  <a:pt x="112216" y="23664"/>
                </a:lnTo>
                <a:lnTo>
                  <a:pt x="112216" y="22771"/>
                </a:lnTo>
                <a:lnTo>
                  <a:pt x="113853" y="22771"/>
                </a:lnTo>
                <a:lnTo>
                  <a:pt x="113853" y="21134"/>
                </a:lnTo>
                <a:lnTo>
                  <a:pt x="114746" y="21134"/>
                </a:lnTo>
                <a:lnTo>
                  <a:pt x="114746" y="20241"/>
                </a:lnTo>
                <a:lnTo>
                  <a:pt x="116384" y="20241"/>
                </a:lnTo>
                <a:lnTo>
                  <a:pt x="116384" y="19348"/>
                </a:lnTo>
                <a:lnTo>
                  <a:pt x="118021" y="19348"/>
                </a:lnTo>
                <a:lnTo>
                  <a:pt x="118021" y="18604"/>
                </a:lnTo>
                <a:lnTo>
                  <a:pt x="119807" y="18604"/>
                </a:lnTo>
                <a:lnTo>
                  <a:pt x="119807" y="17711"/>
                </a:lnTo>
                <a:lnTo>
                  <a:pt x="123974" y="17711"/>
                </a:lnTo>
                <a:lnTo>
                  <a:pt x="123974" y="18604"/>
                </a:lnTo>
                <a:lnTo>
                  <a:pt x="124867" y="18604"/>
                </a:lnTo>
                <a:lnTo>
                  <a:pt x="124867" y="17711"/>
                </a:lnTo>
                <a:lnTo>
                  <a:pt x="126504" y="17711"/>
                </a:lnTo>
                <a:lnTo>
                  <a:pt x="126504" y="18604"/>
                </a:lnTo>
                <a:lnTo>
                  <a:pt x="128141" y="18604"/>
                </a:lnTo>
                <a:lnTo>
                  <a:pt x="128141" y="19348"/>
                </a:lnTo>
                <a:lnTo>
                  <a:pt x="129034" y="19348"/>
                </a:lnTo>
                <a:lnTo>
                  <a:pt x="129034" y="21878"/>
                </a:lnTo>
                <a:lnTo>
                  <a:pt x="129927" y="21878"/>
                </a:lnTo>
                <a:lnTo>
                  <a:pt x="129927" y="22771"/>
                </a:lnTo>
                <a:lnTo>
                  <a:pt x="133201" y="22771"/>
                </a:lnTo>
                <a:lnTo>
                  <a:pt x="133201" y="23664"/>
                </a:lnTo>
                <a:lnTo>
                  <a:pt x="134987" y="23664"/>
                </a:lnTo>
                <a:lnTo>
                  <a:pt x="134987" y="24408"/>
                </a:lnTo>
                <a:lnTo>
                  <a:pt x="136624" y="24408"/>
                </a:lnTo>
                <a:lnTo>
                  <a:pt x="136624" y="26938"/>
                </a:lnTo>
                <a:lnTo>
                  <a:pt x="135731" y="26938"/>
                </a:lnTo>
                <a:lnTo>
                  <a:pt x="135731" y="27831"/>
                </a:lnTo>
                <a:lnTo>
                  <a:pt x="134987" y="27831"/>
                </a:lnTo>
                <a:lnTo>
                  <a:pt x="134987" y="28724"/>
                </a:lnTo>
                <a:lnTo>
                  <a:pt x="134094" y="28724"/>
                </a:lnTo>
                <a:lnTo>
                  <a:pt x="134094" y="31998"/>
                </a:lnTo>
                <a:lnTo>
                  <a:pt x="133201" y="31998"/>
                </a:lnTo>
                <a:lnTo>
                  <a:pt x="133201" y="32891"/>
                </a:lnTo>
                <a:lnTo>
                  <a:pt x="129034" y="32891"/>
                </a:lnTo>
                <a:lnTo>
                  <a:pt x="129034" y="31998"/>
                </a:lnTo>
                <a:lnTo>
                  <a:pt x="125611" y="31998"/>
                </a:lnTo>
                <a:lnTo>
                  <a:pt x="125611" y="32891"/>
                </a:lnTo>
                <a:lnTo>
                  <a:pt x="124867" y="32891"/>
                </a:lnTo>
                <a:lnTo>
                  <a:pt x="124867" y="31998"/>
                </a:lnTo>
                <a:lnTo>
                  <a:pt x="119807" y="31998"/>
                </a:lnTo>
                <a:lnTo>
                  <a:pt x="119807" y="31254"/>
                </a:lnTo>
                <a:lnTo>
                  <a:pt x="116384" y="31254"/>
                </a:lnTo>
                <a:lnTo>
                  <a:pt x="116384" y="30361"/>
                </a:lnTo>
                <a:lnTo>
                  <a:pt x="114746" y="30361"/>
                </a:lnTo>
                <a:lnTo>
                  <a:pt x="114746" y="31254"/>
                </a:lnTo>
                <a:lnTo>
                  <a:pt x="108793" y="31254"/>
                </a:lnTo>
                <a:lnTo>
                  <a:pt x="108793" y="30361"/>
                </a:lnTo>
                <a:lnTo>
                  <a:pt x="96143" y="30361"/>
                </a:lnTo>
                <a:lnTo>
                  <a:pt x="96143" y="31254"/>
                </a:lnTo>
                <a:lnTo>
                  <a:pt x="93613" y="31254"/>
                </a:lnTo>
                <a:lnTo>
                  <a:pt x="93613" y="31998"/>
                </a:lnTo>
                <a:lnTo>
                  <a:pt x="92720" y="31998"/>
                </a:lnTo>
                <a:lnTo>
                  <a:pt x="92720" y="32891"/>
                </a:lnTo>
                <a:lnTo>
                  <a:pt x="91976" y="32891"/>
                </a:lnTo>
                <a:lnTo>
                  <a:pt x="91976" y="39589"/>
                </a:lnTo>
                <a:lnTo>
                  <a:pt x="92720" y="39589"/>
                </a:lnTo>
                <a:lnTo>
                  <a:pt x="92720" y="43012"/>
                </a:lnTo>
                <a:lnTo>
                  <a:pt x="93613" y="43012"/>
                </a:lnTo>
                <a:lnTo>
                  <a:pt x="93613" y="46435"/>
                </a:lnTo>
                <a:lnTo>
                  <a:pt x="92720" y="46435"/>
                </a:lnTo>
                <a:lnTo>
                  <a:pt x="92720" y="48072"/>
                </a:lnTo>
                <a:lnTo>
                  <a:pt x="89446" y="48072"/>
                </a:lnTo>
                <a:lnTo>
                  <a:pt x="89446" y="48965"/>
                </a:lnTo>
                <a:lnTo>
                  <a:pt x="86023" y="48965"/>
                </a:lnTo>
                <a:lnTo>
                  <a:pt x="86023" y="49709"/>
                </a:lnTo>
                <a:lnTo>
                  <a:pt x="80070" y="49709"/>
                </a:lnTo>
                <a:lnTo>
                  <a:pt x="80070" y="48965"/>
                </a:lnTo>
                <a:lnTo>
                  <a:pt x="79325" y="48965"/>
                </a:lnTo>
                <a:lnTo>
                  <a:pt x="79325" y="37059"/>
                </a:lnTo>
                <a:lnTo>
                  <a:pt x="80070" y="37059"/>
                </a:lnTo>
                <a:lnTo>
                  <a:pt x="80070" y="34529"/>
                </a:lnTo>
                <a:lnTo>
                  <a:pt x="79325" y="34529"/>
                </a:lnTo>
                <a:lnTo>
                  <a:pt x="79325" y="30361"/>
                </a:lnTo>
                <a:lnTo>
                  <a:pt x="78432" y="30361"/>
                </a:lnTo>
                <a:lnTo>
                  <a:pt x="78432" y="27831"/>
                </a:lnTo>
                <a:lnTo>
                  <a:pt x="61615" y="27831"/>
                </a:lnTo>
                <a:lnTo>
                  <a:pt x="61615" y="28724"/>
                </a:lnTo>
                <a:lnTo>
                  <a:pt x="59085" y="28724"/>
                </a:lnTo>
                <a:lnTo>
                  <a:pt x="59085" y="29468"/>
                </a:lnTo>
                <a:lnTo>
                  <a:pt x="55662" y="29468"/>
                </a:lnTo>
                <a:lnTo>
                  <a:pt x="55662" y="30361"/>
                </a:lnTo>
                <a:lnTo>
                  <a:pt x="54769" y="30361"/>
                </a:lnTo>
                <a:lnTo>
                  <a:pt x="54769" y="31254"/>
                </a:lnTo>
                <a:lnTo>
                  <a:pt x="54025" y="31254"/>
                </a:lnTo>
                <a:lnTo>
                  <a:pt x="54025" y="31998"/>
                </a:lnTo>
                <a:lnTo>
                  <a:pt x="55662" y="31998"/>
                </a:lnTo>
                <a:lnTo>
                  <a:pt x="55662" y="32891"/>
                </a:lnTo>
                <a:lnTo>
                  <a:pt x="56555" y="32891"/>
                </a:lnTo>
                <a:lnTo>
                  <a:pt x="56555" y="37952"/>
                </a:lnTo>
                <a:lnTo>
                  <a:pt x="57299" y="37952"/>
                </a:lnTo>
                <a:lnTo>
                  <a:pt x="57299" y="42119"/>
                </a:lnTo>
                <a:lnTo>
                  <a:pt x="56555" y="42119"/>
                </a:lnTo>
                <a:lnTo>
                  <a:pt x="56555" y="43012"/>
                </a:lnTo>
                <a:lnTo>
                  <a:pt x="57299" y="43012"/>
                </a:lnTo>
                <a:lnTo>
                  <a:pt x="57299" y="46435"/>
                </a:lnTo>
                <a:lnTo>
                  <a:pt x="56555" y="46435"/>
                </a:lnTo>
                <a:lnTo>
                  <a:pt x="56555" y="49709"/>
                </a:lnTo>
                <a:lnTo>
                  <a:pt x="57299" y="49709"/>
                </a:lnTo>
                <a:lnTo>
                  <a:pt x="57299" y="50602"/>
                </a:lnTo>
                <a:lnTo>
                  <a:pt x="59829" y="50602"/>
                </a:lnTo>
                <a:lnTo>
                  <a:pt x="59829" y="51495"/>
                </a:lnTo>
                <a:lnTo>
                  <a:pt x="61615" y="51495"/>
                </a:lnTo>
                <a:lnTo>
                  <a:pt x="61615" y="52239"/>
                </a:lnTo>
                <a:lnTo>
                  <a:pt x="70842" y="52239"/>
                </a:lnTo>
                <a:lnTo>
                  <a:pt x="70842" y="53132"/>
                </a:lnTo>
                <a:lnTo>
                  <a:pt x="71735" y="53132"/>
                </a:lnTo>
                <a:lnTo>
                  <a:pt x="71735" y="54025"/>
                </a:lnTo>
                <a:lnTo>
                  <a:pt x="73372" y="54025"/>
                </a:lnTo>
                <a:lnTo>
                  <a:pt x="73372" y="53132"/>
                </a:lnTo>
                <a:lnTo>
                  <a:pt x="74265" y="53132"/>
                </a:lnTo>
                <a:lnTo>
                  <a:pt x="74265" y="52239"/>
                </a:lnTo>
                <a:lnTo>
                  <a:pt x="79325" y="52239"/>
                </a:lnTo>
                <a:lnTo>
                  <a:pt x="79325" y="51495"/>
                </a:lnTo>
                <a:lnTo>
                  <a:pt x="80962" y="51495"/>
                </a:lnTo>
                <a:lnTo>
                  <a:pt x="80962" y="52239"/>
                </a:lnTo>
                <a:lnTo>
                  <a:pt x="82600" y="52239"/>
                </a:lnTo>
                <a:lnTo>
                  <a:pt x="82600" y="53132"/>
                </a:lnTo>
                <a:lnTo>
                  <a:pt x="86023" y="53132"/>
                </a:lnTo>
                <a:lnTo>
                  <a:pt x="86023" y="54025"/>
                </a:lnTo>
                <a:lnTo>
                  <a:pt x="86916" y="54025"/>
                </a:lnTo>
                <a:lnTo>
                  <a:pt x="86916" y="54769"/>
                </a:lnTo>
                <a:lnTo>
                  <a:pt x="88553" y="54769"/>
                </a:lnTo>
                <a:lnTo>
                  <a:pt x="88553" y="54025"/>
                </a:lnTo>
                <a:lnTo>
                  <a:pt x="89446" y="54025"/>
                </a:lnTo>
                <a:lnTo>
                  <a:pt x="89446" y="53132"/>
                </a:lnTo>
                <a:lnTo>
                  <a:pt x="91976" y="53132"/>
                </a:lnTo>
                <a:lnTo>
                  <a:pt x="91976" y="54025"/>
                </a:lnTo>
                <a:lnTo>
                  <a:pt x="97036" y="54025"/>
                </a:lnTo>
                <a:lnTo>
                  <a:pt x="97036" y="54769"/>
                </a:lnTo>
                <a:lnTo>
                  <a:pt x="97780" y="54769"/>
                </a:lnTo>
                <a:lnTo>
                  <a:pt x="97780" y="54025"/>
                </a:lnTo>
                <a:lnTo>
                  <a:pt x="99566" y="54025"/>
                </a:lnTo>
                <a:lnTo>
                  <a:pt x="99566" y="53132"/>
                </a:lnTo>
                <a:lnTo>
                  <a:pt x="100310" y="53132"/>
                </a:lnTo>
                <a:lnTo>
                  <a:pt x="100310" y="51495"/>
                </a:lnTo>
                <a:lnTo>
                  <a:pt x="101203" y="51495"/>
                </a:lnTo>
                <a:lnTo>
                  <a:pt x="101203" y="50602"/>
                </a:lnTo>
                <a:lnTo>
                  <a:pt x="102096" y="50602"/>
                </a:lnTo>
                <a:lnTo>
                  <a:pt x="102096" y="49709"/>
                </a:lnTo>
                <a:lnTo>
                  <a:pt x="102840" y="49709"/>
                </a:lnTo>
                <a:lnTo>
                  <a:pt x="102840" y="48072"/>
                </a:lnTo>
                <a:lnTo>
                  <a:pt x="103733" y="48072"/>
                </a:lnTo>
                <a:lnTo>
                  <a:pt x="103733" y="47179"/>
                </a:lnTo>
                <a:lnTo>
                  <a:pt x="105370" y="47179"/>
                </a:lnTo>
                <a:lnTo>
                  <a:pt x="105370" y="45542"/>
                </a:lnTo>
                <a:lnTo>
                  <a:pt x="107900" y="45542"/>
                </a:lnTo>
                <a:lnTo>
                  <a:pt x="107900" y="46435"/>
                </a:lnTo>
                <a:lnTo>
                  <a:pt x="111323" y="46435"/>
                </a:lnTo>
                <a:lnTo>
                  <a:pt x="111323" y="47179"/>
                </a:lnTo>
                <a:lnTo>
                  <a:pt x="112216" y="47179"/>
                </a:lnTo>
                <a:lnTo>
                  <a:pt x="112216" y="48072"/>
                </a:lnTo>
                <a:lnTo>
                  <a:pt x="113853" y="48072"/>
                </a:lnTo>
                <a:lnTo>
                  <a:pt x="113853" y="48965"/>
                </a:lnTo>
                <a:lnTo>
                  <a:pt x="116384" y="48965"/>
                </a:lnTo>
                <a:lnTo>
                  <a:pt x="116384" y="49709"/>
                </a:lnTo>
                <a:lnTo>
                  <a:pt x="118021" y="49709"/>
                </a:lnTo>
                <a:lnTo>
                  <a:pt x="118021" y="50602"/>
                </a:lnTo>
                <a:lnTo>
                  <a:pt x="118914" y="50602"/>
                </a:lnTo>
                <a:lnTo>
                  <a:pt x="118914" y="51495"/>
                </a:lnTo>
                <a:lnTo>
                  <a:pt x="120551" y="51495"/>
                </a:lnTo>
                <a:lnTo>
                  <a:pt x="120551" y="52239"/>
                </a:lnTo>
                <a:lnTo>
                  <a:pt x="121444" y="52239"/>
                </a:lnTo>
                <a:lnTo>
                  <a:pt x="121444" y="53132"/>
                </a:lnTo>
                <a:lnTo>
                  <a:pt x="122337" y="53132"/>
                </a:lnTo>
                <a:lnTo>
                  <a:pt x="122337" y="54025"/>
                </a:lnTo>
                <a:lnTo>
                  <a:pt x="123081" y="54025"/>
                </a:lnTo>
                <a:lnTo>
                  <a:pt x="123081" y="59829"/>
                </a:lnTo>
                <a:lnTo>
                  <a:pt x="122337" y="59829"/>
                </a:lnTo>
                <a:lnTo>
                  <a:pt x="122337" y="60722"/>
                </a:lnTo>
                <a:lnTo>
                  <a:pt x="121444" y="60722"/>
                </a:lnTo>
                <a:lnTo>
                  <a:pt x="121444" y="61615"/>
                </a:lnTo>
                <a:lnTo>
                  <a:pt x="120551" y="61615"/>
                </a:lnTo>
                <a:lnTo>
                  <a:pt x="120551" y="62359"/>
                </a:lnTo>
                <a:lnTo>
                  <a:pt x="119807" y="62359"/>
                </a:lnTo>
                <a:lnTo>
                  <a:pt x="119807" y="63252"/>
                </a:lnTo>
                <a:lnTo>
                  <a:pt x="118914" y="63252"/>
                </a:lnTo>
                <a:lnTo>
                  <a:pt x="118914" y="64145"/>
                </a:lnTo>
                <a:lnTo>
                  <a:pt x="118021" y="64145"/>
                </a:lnTo>
                <a:lnTo>
                  <a:pt x="118021" y="64889"/>
                </a:lnTo>
                <a:lnTo>
                  <a:pt x="117277" y="64889"/>
                </a:lnTo>
                <a:lnTo>
                  <a:pt x="117277" y="69950"/>
                </a:lnTo>
                <a:lnTo>
                  <a:pt x="118021" y="69950"/>
                </a:lnTo>
                <a:lnTo>
                  <a:pt x="118021" y="71736"/>
                </a:lnTo>
                <a:lnTo>
                  <a:pt x="118914" y="71736"/>
                </a:lnTo>
                <a:lnTo>
                  <a:pt x="118914" y="80963"/>
                </a:lnTo>
                <a:lnTo>
                  <a:pt x="118021" y="80963"/>
                </a:lnTo>
                <a:lnTo>
                  <a:pt x="118021" y="85130"/>
                </a:lnTo>
                <a:lnTo>
                  <a:pt x="117277" y="85130"/>
                </a:lnTo>
                <a:lnTo>
                  <a:pt x="117277" y="86023"/>
                </a:lnTo>
                <a:lnTo>
                  <a:pt x="116384" y="86023"/>
                </a:lnTo>
                <a:lnTo>
                  <a:pt x="116384" y="86916"/>
                </a:lnTo>
                <a:lnTo>
                  <a:pt x="117277" y="86916"/>
                </a:lnTo>
                <a:lnTo>
                  <a:pt x="117277" y="93613"/>
                </a:lnTo>
                <a:lnTo>
                  <a:pt x="116384" y="93613"/>
                </a:lnTo>
                <a:lnTo>
                  <a:pt x="116384" y="97036"/>
                </a:lnTo>
                <a:lnTo>
                  <a:pt x="115491" y="97036"/>
                </a:lnTo>
                <a:lnTo>
                  <a:pt x="115491" y="98673"/>
                </a:lnTo>
                <a:lnTo>
                  <a:pt x="116384" y="98673"/>
                </a:lnTo>
                <a:lnTo>
                  <a:pt x="116384" y="102096"/>
                </a:lnTo>
                <a:lnTo>
                  <a:pt x="115491" y="102096"/>
                </a:lnTo>
                <a:lnTo>
                  <a:pt x="115491" y="103734"/>
                </a:lnTo>
                <a:lnTo>
                  <a:pt x="114746" y="103734"/>
                </a:lnTo>
                <a:lnTo>
                  <a:pt x="114746" y="104627"/>
                </a:lnTo>
                <a:lnTo>
                  <a:pt x="113853" y="104627"/>
                </a:lnTo>
                <a:lnTo>
                  <a:pt x="113853" y="105371"/>
                </a:lnTo>
                <a:lnTo>
                  <a:pt x="112961" y="105371"/>
                </a:lnTo>
                <a:lnTo>
                  <a:pt x="112961" y="107157"/>
                </a:lnTo>
                <a:lnTo>
                  <a:pt x="112216" y="107157"/>
                </a:lnTo>
                <a:lnTo>
                  <a:pt x="112216" y="107901"/>
                </a:lnTo>
                <a:lnTo>
                  <a:pt x="111323" y="107901"/>
                </a:lnTo>
                <a:lnTo>
                  <a:pt x="111323" y="108794"/>
                </a:lnTo>
                <a:lnTo>
                  <a:pt x="110430" y="108794"/>
                </a:lnTo>
                <a:lnTo>
                  <a:pt x="110430" y="109687"/>
                </a:lnTo>
                <a:lnTo>
                  <a:pt x="107900" y="109687"/>
                </a:lnTo>
                <a:lnTo>
                  <a:pt x="107900" y="110431"/>
                </a:lnTo>
                <a:lnTo>
                  <a:pt x="106263" y="110431"/>
                </a:lnTo>
                <a:lnTo>
                  <a:pt x="106263" y="111324"/>
                </a:lnTo>
                <a:lnTo>
                  <a:pt x="105370" y="111324"/>
                </a:lnTo>
                <a:lnTo>
                  <a:pt x="105370" y="112217"/>
                </a:lnTo>
                <a:lnTo>
                  <a:pt x="104626" y="112217"/>
                </a:lnTo>
                <a:lnTo>
                  <a:pt x="104626" y="113854"/>
                </a:lnTo>
                <a:lnTo>
                  <a:pt x="102840" y="113854"/>
                </a:lnTo>
                <a:lnTo>
                  <a:pt x="102840" y="114747"/>
                </a:lnTo>
                <a:lnTo>
                  <a:pt x="100310" y="114747"/>
                </a:lnTo>
                <a:lnTo>
                  <a:pt x="100310" y="113854"/>
                </a:lnTo>
                <a:lnTo>
                  <a:pt x="99566" y="113854"/>
                </a:lnTo>
                <a:lnTo>
                  <a:pt x="99566" y="114747"/>
                </a:lnTo>
                <a:lnTo>
                  <a:pt x="97780" y="114747"/>
                </a:lnTo>
                <a:lnTo>
                  <a:pt x="97780" y="115491"/>
                </a:lnTo>
                <a:lnTo>
                  <a:pt x="97036" y="115491"/>
                </a:lnTo>
                <a:lnTo>
                  <a:pt x="97036" y="116384"/>
                </a:lnTo>
                <a:lnTo>
                  <a:pt x="94506" y="116384"/>
                </a:lnTo>
                <a:lnTo>
                  <a:pt x="94506" y="117277"/>
                </a:lnTo>
                <a:lnTo>
                  <a:pt x="89446" y="117277"/>
                </a:lnTo>
                <a:lnTo>
                  <a:pt x="89446" y="116384"/>
                </a:lnTo>
                <a:lnTo>
                  <a:pt x="88553" y="116384"/>
                </a:lnTo>
                <a:lnTo>
                  <a:pt x="88553" y="115491"/>
                </a:lnTo>
                <a:lnTo>
                  <a:pt x="87660" y="115491"/>
                </a:lnTo>
                <a:lnTo>
                  <a:pt x="87660" y="114747"/>
                </a:lnTo>
                <a:lnTo>
                  <a:pt x="86916" y="114747"/>
                </a:lnTo>
                <a:lnTo>
                  <a:pt x="86916" y="113854"/>
                </a:lnTo>
                <a:lnTo>
                  <a:pt x="85130" y="113854"/>
                </a:lnTo>
                <a:lnTo>
                  <a:pt x="85130" y="112961"/>
                </a:lnTo>
                <a:lnTo>
                  <a:pt x="84386" y="112961"/>
                </a:lnTo>
                <a:lnTo>
                  <a:pt x="84386" y="112217"/>
                </a:lnTo>
                <a:lnTo>
                  <a:pt x="82600" y="112217"/>
                </a:lnTo>
                <a:lnTo>
                  <a:pt x="82600" y="111324"/>
                </a:lnTo>
                <a:lnTo>
                  <a:pt x="81855" y="111324"/>
                </a:lnTo>
                <a:lnTo>
                  <a:pt x="81855" y="110431"/>
                </a:lnTo>
                <a:lnTo>
                  <a:pt x="80962" y="110431"/>
                </a:lnTo>
                <a:lnTo>
                  <a:pt x="80962" y="109687"/>
                </a:lnTo>
                <a:lnTo>
                  <a:pt x="76795" y="109687"/>
                </a:lnTo>
                <a:lnTo>
                  <a:pt x="76795" y="108794"/>
                </a:lnTo>
                <a:lnTo>
                  <a:pt x="75902" y="108794"/>
                </a:lnTo>
                <a:lnTo>
                  <a:pt x="75902" y="107901"/>
                </a:lnTo>
                <a:lnTo>
                  <a:pt x="75009" y="107901"/>
                </a:lnTo>
                <a:lnTo>
                  <a:pt x="75009" y="106264"/>
                </a:lnTo>
                <a:lnTo>
                  <a:pt x="75902" y="106264"/>
                </a:lnTo>
                <a:lnTo>
                  <a:pt x="75902" y="105371"/>
                </a:lnTo>
                <a:lnTo>
                  <a:pt x="76795" y="105371"/>
                </a:lnTo>
                <a:lnTo>
                  <a:pt x="76795" y="104627"/>
                </a:lnTo>
                <a:lnTo>
                  <a:pt x="77539" y="104627"/>
                </a:lnTo>
                <a:lnTo>
                  <a:pt x="77539" y="103734"/>
                </a:lnTo>
                <a:lnTo>
                  <a:pt x="80070" y="103734"/>
                </a:lnTo>
                <a:lnTo>
                  <a:pt x="80070" y="102841"/>
                </a:lnTo>
                <a:lnTo>
                  <a:pt x="81855" y="102841"/>
                </a:lnTo>
                <a:lnTo>
                  <a:pt x="81855" y="102096"/>
                </a:lnTo>
                <a:lnTo>
                  <a:pt x="82600" y="102096"/>
                </a:lnTo>
                <a:lnTo>
                  <a:pt x="82600" y="102841"/>
                </a:lnTo>
                <a:lnTo>
                  <a:pt x="86916" y="102841"/>
                </a:lnTo>
                <a:lnTo>
                  <a:pt x="86916" y="102096"/>
                </a:lnTo>
                <a:lnTo>
                  <a:pt x="87660" y="102096"/>
                </a:lnTo>
                <a:lnTo>
                  <a:pt x="87660" y="101204"/>
                </a:lnTo>
                <a:lnTo>
                  <a:pt x="88553" y="101204"/>
                </a:lnTo>
                <a:lnTo>
                  <a:pt x="88553" y="102096"/>
                </a:lnTo>
                <a:lnTo>
                  <a:pt x="90190" y="102096"/>
                </a:lnTo>
                <a:lnTo>
                  <a:pt x="90190" y="102841"/>
                </a:lnTo>
                <a:lnTo>
                  <a:pt x="97036" y="102841"/>
                </a:lnTo>
                <a:lnTo>
                  <a:pt x="97036" y="100311"/>
                </a:lnTo>
                <a:lnTo>
                  <a:pt x="97780" y="100311"/>
                </a:lnTo>
                <a:lnTo>
                  <a:pt x="97780" y="99566"/>
                </a:lnTo>
                <a:lnTo>
                  <a:pt x="99566" y="99566"/>
                </a:lnTo>
                <a:lnTo>
                  <a:pt x="99566" y="98673"/>
                </a:lnTo>
                <a:lnTo>
                  <a:pt x="100310" y="98673"/>
                </a:lnTo>
                <a:lnTo>
                  <a:pt x="100310" y="97780"/>
                </a:lnTo>
                <a:lnTo>
                  <a:pt x="101203" y="97780"/>
                </a:lnTo>
                <a:lnTo>
                  <a:pt x="101203" y="97036"/>
                </a:lnTo>
                <a:lnTo>
                  <a:pt x="102096" y="97036"/>
                </a:lnTo>
                <a:lnTo>
                  <a:pt x="102096" y="95250"/>
                </a:lnTo>
                <a:lnTo>
                  <a:pt x="102840" y="95250"/>
                </a:lnTo>
                <a:lnTo>
                  <a:pt x="102840" y="94506"/>
                </a:lnTo>
                <a:lnTo>
                  <a:pt x="103733" y="94506"/>
                </a:lnTo>
                <a:lnTo>
                  <a:pt x="103733" y="91083"/>
                </a:lnTo>
                <a:lnTo>
                  <a:pt x="104626" y="91083"/>
                </a:lnTo>
                <a:lnTo>
                  <a:pt x="104626" y="90190"/>
                </a:lnTo>
                <a:lnTo>
                  <a:pt x="105370" y="90190"/>
                </a:lnTo>
                <a:lnTo>
                  <a:pt x="105370" y="83493"/>
                </a:lnTo>
                <a:lnTo>
                  <a:pt x="106263" y="83493"/>
                </a:lnTo>
                <a:lnTo>
                  <a:pt x="106263" y="81856"/>
                </a:lnTo>
                <a:lnTo>
                  <a:pt x="107156" y="81856"/>
                </a:lnTo>
                <a:lnTo>
                  <a:pt x="107156" y="78433"/>
                </a:lnTo>
                <a:lnTo>
                  <a:pt x="107900" y="78433"/>
                </a:lnTo>
                <a:lnTo>
                  <a:pt x="107900" y="76796"/>
                </a:lnTo>
                <a:lnTo>
                  <a:pt x="107156" y="76796"/>
                </a:lnTo>
                <a:lnTo>
                  <a:pt x="107156" y="75010"/>
                </a:lnTo>
                <a:lnTo>
                  <a:pt x="106263" y="75010"/>
                </a:lnTo>
                <a:lnTo>
                  <a:pt x="106263" y="74266"/>
                </a:lnTo>
                <a:lnTo>
                  <a:pt x="105370" y="74266"/>
                </a:lnTo>
                <a:lnTo>
                  <a:pt x="105370" y="64889"/>
                </a:lnTo>
                <a:lnTo>
                  <a:pt x="106263" y="64889"/>
                </a:lnTo>
                <a:lnTo>
                  <a:pt x="106263" y="62359"/>
                </a:lnTo>
                <a:lnTo>
                  <a:pt x="105370" y="62359"/>
                </a:lnTo>
                <a:lnTo>
                  <a:pt x="105370" y="60722"/>
                </a:lnTo>
                <a:lnTo>
                  <a:pt x="104626" y="60722"/>
                </a:lnTo>
                <a:lnTo>
                  <a:pt x="104626" y="59829"/>
                </a:lnTo>
                <a:lnTo>
                  <a:pt x="103733" y="59829"/>
                </a:lnTo>
                <a:lnTo>
                  <a:pt x="103733" y="59085"/>
                </a:lnTo>
                <a:lnTo>
                  <a:pt x="102096" y="59085"/>
                </a:lnTo>
                <a:lnTo>
                  <a:pt x="102096" y="58192"/>
                </a:lnTo>
                <a:lnTo>
                  <a:pt x="100310" y="58192"/>
                </a:lnTo>
                <a:lnTo>
                  <a:pt x="100310" y="57299"/>
                </a:lnTo>
                <a:lnTo>
                  <a:pt x="98673" y="57299"/>
                </a:lnTo>
                <a:lnTo>
                  <a:pt x="98673" y="58192"/>
                </a:lnTo>
                <a:lnTo>
                  <a:pt x="97036" y="58192"/>
                </a:lnTo>
                <a:lnTo>
                  <a:pt x="97036" y="59085"/>
                </a:lnTo>
                <a:lnTo>
                  <a:pt x="96143" y="59085"/>
                </a:lnTo>
                <a:lnTo>
                  <a:pt x="96143" y="58192"/>
                </a:lnTo>
                <a:lnTo>
                  <a:pt x="86023" y="58192"/>
                </a:lnTo>
                <a:lnTo>
                  <a:pt x="86023" y="57299"/>
                </a:lnTo>
                <a:lnTo>
                  <a:pt x="84386" y="57299"/>
                </a:lnTo>
                <a:lnTo>
                  <a:pt x="84386" y="58192"/>
                </a:lnTo>
                <a:lnTo>
                  <a:pt x="81855" y="58192"/>
                </a:lnTo>
                <a:lnTo>
                  <a:pt x="81855" y="59085"/>
                </a:lnTo>
                <a:lnTo>
                  <a:pt x="76795" y="59085"/>
                </a:lnTo>
                <a:lnTo>
                  <a:pt x="76795" y="59829"/>
                </a:lnTo>
                <a:lnTo>
                  <a:pt x="75009" y="59829"/>
                </a:lnTo>
                <a:lnTo>
                  <a:pt x="75009" y="61615"/>
                </a:lnTo>
                <a:lnTo>
                  <a:pt x="74265" y="61615"/>
                </a:lnTo>
                <a:lnTo>
                  <a:pt x="74265" y="64145"/>
                </a:lnTo>
                <a:lnTo>
                  <a:pt x="72479" y="64145"/>
                </a:lnTo>
                <a:lnTo>
                  <a:pt x="72479" y="65782"/>
                </a:lnTo>
                <a:lnTo>
                  <a:pt x="71735" y="65782"/>
                </a:lnTo>
                <a:lnTo>
                  <a:pt x="71735" y="66675"/>
                </a:lnTo>
                <a:lnTo>
                  <a:pt x="70842" y="66675"/>
                </a:lnTo>
                <a:lnTo>
                  <a:pt x="70842" y="68312"/>
                </a:lnTo>
                <a:lnTo>
                  <a:pt x="69949" y="68312"/>
                </a:lnTo>
                <a:lnTo>
                  <a:pt x="69949" y="71736"/>
                </a:lnTo>
                <a:lnTo>
                  <a:pt x="69205" y="71736"/>
                </a:lnTo>
                <a:lnTo>
                  <a:pt x="69205" y="73373"/>
                </a:lnTo>
                <a:lnTo>
                  <a:pt x="68312" y="73373"/>
                </a:lnTo>
                <a:lnTo>
                  <a:pt x="68312" y="76796"/>
                </a:lnTo>
                <a:lnTo>
                  <a:pt x="69205" y="76796"/>
                </a:lnTo>
                <a:lnTo>
                  <a:pt x="69205" y="77540"/>
                </a:lnTo>
                <a:lnTo>
                  <a:pt x="69949" y="77540"/>
                </a:lnTo>
                <a:lnTo>
                  <a:pt x="69949" y="81856"/>
                </a:lnTo>
                <a:lnTo>
                  <a:pt x="69205" y="81856"/>
                </a:lnTo>
                <a:lnTo>
                  <a:pt x="69205" y="84386"/>
                </a:lnTo>
                <a:lnTo>
                  <a:pt x="69949" y="84386"/>
                </a:lnTo>
                <a:lnTo>
                  <a:pt x="69949" y="91976"/>
                </a:lnTo>
                <a:lnTo>
                  <a:pt x="69205" y="91976"/>
                </a:lnTo>
                <a:lnTo>
                  <a:pt x="69205" y="94506"/>
                </a:lnTo>
                <a:lnTo>
                  <a:pt x="69949" y="94506"/>
                </a:lnTo>
                <a:lnTo>
                  <a:pt x="69949" y="101204"/>
                </a:lnTo>
                <a:lnTo>
                  <a:pt x="69205" y="101204"/>
                </a:lnTo>
                <a:lnTo>
                  <a:pt x="69205" y="104627"/>
                </a:lnTo>
                <a:lnTo>
                  <a:pt x="69949" y="104627"/>
                </a:lnTo>
                <a:lnTo>
                  <a:pt x="69949" y="106264"/>
                </a:lnTo>
                <a:lnTo>
                  <a:pt x="69205" y="106264"/>
                </a:lnTo>
                <a:lnTo>
                  <a:pt x="69205" y="108794"/>
                </a:lnTo>
                <a:lnTo>
                  <a:pt x="69949" y="108794"/>
                </a:lnTo>
                <a:lnTo>
                  <a:pt x="69949" y="109687"/>
                </a:lnTo>
                <a:lnTo>
                  <a:pt x="70842" y="109687"/>
                </a:lnTo>
                <a:lnTo>
                  <a:pt x="70842" y="112217"/>
                </a:lnTo>
                <a:lnTo>
                  <a:pt x="69949" y="112217"/>
                </a:lnTo>
                <a:lnTo>
                  <a:pt x="69949" y="125611"/>
                </a:lnTo>
                <a:lnTo>
                  <a:pt x="70842" y="125611"/>
                </a:lnTo>
                <a:lnTo>
                  <a:pt x="70842" y="128141"/>
                </a:lnTo>
                <a:lnTo>
                  <a:pt x="69949" y="128141"/>
                </a:lnTo>
                <a:lnTo>
                  <a:pt x="69949" y="131564"/>
                </a:lnTo>
                <a:lnTo>
                  <a:pt x="69205" y="131564"/>
                </a:lnTo>
                <a:lnTo>
                  <a:pt x="69205" y="132457"/>
                </a:lnTo>
                <a:lnTo>
                  <a:pt x="66675" y="132457"/>
                </a:lnTo>
                <a:lnTo>
                  <a:pt x="66675" y="133202"/>
                </a:lnTo>
                <a:lnTo>
                  <a:pt x="59829" y="133202"/>
                </a:lnTo>
                <a:lnTo>
                  <a:pt x="59829" y="134095"/>
                </a:lnTo>
                <a:lnTo>
                  <a:pt x="57299" y="134095"/>
                </a:lnTo>
                <a:lnTo>
                  <a:pt x="57299" y="133202"/>
                </a:lnTo>
                <a:lnTo>
                  <a:pt x="55662" y="133202"/>
                </a:lnTo>
                <a:lnTo>
                  <a:pt x="55662" y="132457"/>
                </a:lnTo>
                <a:lnTo>
                  <a:pt x="54769" y="132457"/>
                </a:lnTo>
                <a:lnTo>
                  <a:pt x="54769" y="131564"/>
                </a:lnTo>
                <a:lnTo>
                  <a:pt x="54025" y="131564"/>
                </a:lnTo>
                <a:lnTo>
                  <a:pt x="54025" y="129927"/>
                </a:lnTo>
                <a:lnTo>
                  <a:pt x="53132" y="129927"/>
                </a:lnTo>
                <a:lnTo>
                  <a:pt x="53132" y="129034"/>
                </a:lnTo>
                <a:lnTo>
                  <a:pt x="54025" y="129034"/>
                </a:lnTo>
                <a:lnTo>
                  <a:pt x="54025" y="124867"/>
                </a:lnTo>
                <a:lnTo>
                  <a:pt x="53132" y="124867"/>
                </a:lnTo>
                <a:lnTo>
                  <a:pt x="53132" y="121444"/>
                </a:lnTo>
                <a:lnTo>
                  <a:pt x="54025" y="121444"/>
                </a:lnTo>
                <a:lnTo>
                  <a:pt x="54025" y="118914"/>
                </a:lnTo>
                <a:lnTo>
                  <a:pt x="53132" y="118914"/>
                </a:lnTo>
                <a:lnTo>
                  <a:pt x="53132" y="112217"/>
                </a:lnTo>
                <a:lnTo>
                  <a:pt x="54025" y="112217"/>
                </a:lnTo>
                <a:lnTo>
                  <a:pt x="54025" y="110431"/>
                </a:lnTo>
                <a:lnTo>
                  <a:pt x="54769" y="110431"/>
                </a:lnTo>
                <a:lnTo>
                  <a:pt x="54769" y="107901"/>
                </a:lnTo>
                <a:lnTo>
                  <a:pt x="55662" y="107901"/>
                </a:lnTo>
                <a:lnTo>
                  <a:pt x="55662" y="101204"/>
                </a:lnTo>
                <a:lnTo>
                  <a:pt x="54769" y="101204"/>
                </a:lnTo>
                <a:lnTo>
                  <a:pt x="54769" y="91083"/>
                </a:lnTo>
                <a:lnTo>
                  <a:pt x="55662" y="91083"/>
                </a:lnTo>
                <a:lnTo>
                  <a:pt x="55662" y="86916"/>
                </a:lnTo>
                <a:lnTo>
                  <a:pt x="56555" y="86916"/>
                </a:lnTo>
                <a:lnTo>
                  <a:pt x="56555" y="80070"/>
                </a:lnTo>
                <a:lnTo>
                  <a:pt x="57299" y="80070"/>
                </a:lnTo>
                <a:lnTo>
                  <a:pt x="57299" y="79326"/>
                </a:lnTo>
                <a:lnTo>
                  <a:pt x="56555" y="79326"/>
                </a:lnTo>
                <a:lnTo>
                  <a:pt x="56555" y="77540"/>
                </a:lnTo>
                <a:lnTo>
                  <a:pt x="55662" y="77540"/>
                </a:lnTo>
                <a:lnTo>
                  <a:pt x="55662" y="75903"/>
                </a:lnTo>
                <a:lnTo>
                  <a:pt x="56555" y="75903"/>
                </a:lnTo>
                <a:lnTo>
                  <a:pt x="56555" y="74266"/>
                </a:lnTo>
                <a:lnTo>
                  <a:pt x="55662" y="74266"/>
                </a:lnTo>
                <a:lnTo>
                  <a:pt x="55662" y="72480"/>
                </a:lnTo>
                <a:lnTo>
                  <a:pt x="56555" y="72480"/>
                </a:lnTo>
                <a:lnTo>
                  <a:pt x="56555" y="69950"/>
                </a:lnTo>
                <a:lnTo>
                  <a:pt x="57299" y="69950"/>
                </a:lnTo>
                <a:lnTo>
                  <a:pt x="57299" y="63252"/>
                </a:lnTo>
                <a:lnTo>
                  <a:pt x="56555" y="63252"/>
                </a:lnTo>
                <a:lnTo>
                  <a:pt x="56555" y="62359"/>
                </a:lnTo>
                <a:lnTo>
                  <a:pt x="55662" y="62359"/>
                </a:lnTo>
                <a:lnTo>
                  <a:pt x="55662" y="60722"/>
                </a:lnTo>
                <a:lnTo>
                  <a:pt x="54769" y="60722"/>
                </a:lnTo>
                <a:lnTo>
                  <a:pt x="54769" y="59829"/>
                </a:lnTo>
                <a:lnTo>
                  <a:pt x="48964" y="59829"/>
                </a:lnTo>
                <a:lnTo>
                  <a:pt x="48964" y="60722"/>
                </a:lnTo>
                <a:lnTo>
                  <a:pt x="48071" y="60722"/>
                </a:lnTo>
                <a:lnTo>
                  <a:pt x="48071" y="59829"/>
                </a:lnTo>
                <a:lnTo>
                  <a:pt x="45541" y="59829"/>
                </a:lnTo>
                <a:lnTo>
                  <a:pt x="45541" y="60722"/>
                </a:lnTo>
                <a:lnTo>
                  <a:pt x="42118" y="60722"/>
                </a:lnTo>
                <a:lnTo>
                  <a:pt x="42118" y="59829"/>
                </a:lnTo>
                <a:lnTo>
                  <a:pt x="37951" y="59829"/>
                </a:lnTo>
                <a:lnTo>
                  <a:pt x="37951" y="60722"/>
                </a:lnTo>
                <a:lnTo>
                  <a:pt x="36314" y="60722"/>
                </a:lnTo>
                <a:lnTo>
                  <a:pt x="36314" y="59829"/>
                </a:lnTo>
                <a:lnTo>
                  <a:pt x="31998" y="59829"/>
                </a:lnTo>
                <a:lnTo>
                  <a:pt x="31998" y="60722"/>
                </a:lnTo>
                <a:lnTo>
                  <a:pt x="26938" y="60722"/>
                </a:lnTo>
                <a:lnTo>
                  <a:pt x="26938" y="61615"/>
                </a:lnTo>
                <a:lnTo>
                  <a:pt x="25301" y="61615"/>
                </a:lnTo>
                <a:lnTo>
                  <a:pt x="25301" y="60722"/>
                </a:lnTo>
                <a:lnTo>
                  <a:pt x="21878" y="60722"/>
                </a:lnTo>
                <a:lnTo>
                  <a:pt x="21878" y="61615"/>
                </a:lnTo>
                <a:lnTo>
                  <a:pt x="17711" y="61615"/>
                </a:lnTo>
                <a:lnTo>
                  <a:pt x="17711" y="62359"/>
                </a:lnTo>
                <a:lnTo>
                  <a:pt x="11757" y="62359"/>
                </a:lnTo>
                <a:lnTo>
                  <a:pt x="11757" y="63252"/>
                </a:lnTo>
                <a:lnTo>
                  <a:pt x="8483" y="63252"/>
                </a:lnTo>
                <a:lnTo>
                  <a:pt x="8483" y="62359"/>
                </a:lnTo>
                <a:lnTo>
                  <a:pt x="7590" y="62359"/>
                </a:lnTo>
                <a:lnTo>
                  <a:pt x="7590" y="60722"/>
                </a:lnTo>
                <a:lnTo>
                  <a:pt x="6697" y="60722"/>
                </a:lnTo>
                <a:lnTo>
                  <a:pt x="6697" y="59829"/>
                </a:lnTo>
                <a:lnTo>
                  <a:pt x="5953" y="59829"/>
                </a:lnTo>
                <a:lnTo>
                  <a:pt x="5953" y="59085"/>
                </a:lnTo>
                <a:lnTo>
                  <a:pt x="5060" y="59085"/>
                </a:lnTo>
                <a:lnTo>
                  <a:pt x="5060" y="58192"/>
                </a:lnTo>
                <a:lnTo>
                  <a:pt x="4167" y="58192"/>
                </a:lnTo>
                <a:lnTo>
                  <a:pt x="4167" y="56555"/>
                </a:lnTo>
                <a:lnTo>
                  <a:pt x="3423" y="56555"/>
                </a:lnTo>
                <a:lnTo>
                  <a:pt x="3423" y="55662"/>
                </a:lnTo>
                <a:lnTo>
                  <a:pt x="2530" y="55662"/>
                </a:lnTo>
                <a:lnTo>
                  <a:pt x="2530" y="54769"/>
                </a:lnTo>
                <a:lnTo>
                  <a:pt x="1637" y="54769"/>
                </a:lnTo>
                <a:lnTo>
                  <a:pt x="1637" y="53132"/>
                </a:lnTo>
                <a:lnTo>
                  <a:pt x="893" y="53132"/>
                </a:lnTo>
                <a:lnTo>
                  <a:pt x="893" y="48965"/>
                </a:lnTo>
                <a:lnTo>
                  <a:pt x="7590" y="48965"/>
                </a:lnTo>
                <a:lnTo>
                  <a:pt x="7590" y="49709"/>
                </a:lnTo>
                <a:lnTo>
                  <a:pt x="15180" y="49709"/>
                </a:lnTo>
                <a:lnTo>
                  <a:pt x="15180" y="50602"/>
                </a:lnTo>
                <a:lnTo>
                  <a:pt x="18603" y="50602"/>
                </a:lnTo>
                <a:lnTo>
                  <a:pt x="18603" y="51495"/>
                </a:lnTo>
                <a:lnTo>
                  <a:pt x="31254" y="51495"/>
                </a:lnTo>
                <a:lnTo>
                  <a:pt x="31254" y="52239"/>
                </a:lnTo>
                <a:lnTo>
                  <a:pt x="32891" y="52239"/>
                </a:lnTo>
                <a:lnTo>
                  <a:pt x="32891" y="51495"/>
                </a:lnTo>
                <a:lnTo>
                  <a:pt x="34528" y="51495"/>
                </a:lnTo>
                <a:lnTo>
                  <a:pt x="34528" y="52239"/>
                </a:lnTo>
                <a:lnTo>
                  <a:pt x="39588" y="52239"/>
                </a:lnTo>
                <a:lnTo>
                  <a:pt x="39588" y="53132"/>
                </a:lnTo>
                <a:lnTo>
                  <a:pt x="41374" y="53132"/>
                </a:lnTo>
                <a:lnTo>
                  <a:pt x="41374" y="52239"/>
                </a:lnTo>
                <a:lnTo>
                  <a:pt x="42118" y="52239"/>
                </a:lnTo>
                <a:lnTo>
                  <a:pt x="42118" y="51495"/>
                </a:lnTo>
                <a:lnTo>
                  <a:pt x="43011" y="51495"/>
                </a:lnTo>
                <a:lnTo>
                  <a:pt x="43011" y="50602"/>
                </a:lnTo>
                <a:lnTo>
                  <a:pt x="43904" y="50602"/>
                </a:lnTo>
                <a:lnTo>
                  <a:pt x="43904" y="49709"/>
                </a:lnTo>
                <a:lnTo>
                  <a:pt x="44648" y="49709"/>
                </a:lnTo>
                <a:lnTo>
                  <a:pt x="44648" y="48965"/>
                </a:lnTo>
                <a:lnTo>
                  <a:pt x="43904" y="48965"/>
                </a:lnTo>
                <a:lnTo>
                  <a:pt x="43904" y="45542"/>
                </a:lnTo>
                <a:lnTo>
                  <a:pt x="44648" y="45542"/>
                </a:lnTo>
                <a:lnTo>
                  <a:pt x="44648" y="44649"/>
                </a:lnTo>
                <a:lnTo>
                  <a:pt x="45541" y="44649"/>
                </a:lnTo>
                <a:lnTo>
                  <a:pt x="45541" y="43905"/>
                </a:lnTo>
                <a:lnTo>
                  <a:pt x="44648" y="43905"/>
                </a:lnTo>
                <a:lnTo>
                  <a:pt x="44648" y="40482"/>
                </a:lnTo>
                <a:lnTo>
                  <a:pt x="43904" y="40482"/>
                </a:lnTo>
                <a:lnTo>
                  <a:pt x="43904" y="37952"/>
                </a:lnTo>
                <a:lnTo>
                  <a:pt x="43011" y="37952"/>
                </a:lnTo>
                <a:lnTo>
                  <a:pt x="43011" y="37059"/>
                </a:lnTo>
                <a:lnTo>
                  <a:pt x="42118" y="37059"/>
                </a:lnTo>
                <a:lnTo>
                  <a:pt x="42118" y="35421"/>
                </a:lnTo>
                <a:lnTo>
                  <a:pt x="43011" y="35421"/>
                </a:lnTo>
                <a:lnTo>
                  <a:pt x="43011" y="32891"/>
                </a:lnTo>
                <a:lnTo>
                  <a:pt x="42118" y="32891"/>
                </a:lnTo>
                <a:lnTo>
                  <a:pt x="42118" y="31254"/>
                </a:lnTo>
                <a:lnTo>
                  <a:pt x="41374" y="31254"/>
                </a:lnTo>
                <a:lnTo>
                  <a:pt x="41374" y="30361"/>
                </a:lnTo>
                <a:lnTo>
                  <a:pt x="38844" y="30361"/>
                </a:lnTo>
                <a:lnTo>
                  <a:pt x="38844" y="31254"/>
                </a:lnTo>
                <a:lnTo>
                  <a:pt x="37058" y="31254"/>
                </a:lnTo>
                <a:lnTo>
                  <a:pt x="37058" y="30361"/>
                </a:lnTo>
                <a:lnTo>
                  <a:pt x="28724" y="30361"/>
                </a:lnTo>
                <a:lnTo>
                  <a:pt x="28724" y="31254"/>
                </a:lnTo>
                <a:lnTo>
                  <a:pt x="22771" y="31254"/>
                </a:lnTo>
                <a:lnTo>
                  <a:pt x="22771" y="30361"/>
                </a:lnTo>
                <a:lnTo>
                  <a:pt x="20241" y="30361"/>
                </a:lnTo>
                <a:lnTo>
                  <a:pt x="20241" y="31254"/>
                </a:lnTo>
                <a:lnTo>
                  <a:pt x="12650" y="31254"/>
                </a:lnTo>
                <a:lnTo>
                  <a:pt x="12650" y="30361"/>
                </a:lnTo>
                <a:lnTo>
                  <a:pt x="9227" y="30361"/>
                </a:lnTo>
                <a:lnTo>
                  <a:pt x="9227" y="31254"/>
                </a:lnTo>
                <a:lnTo>
                  <a:pt x="5953" y="31254"/>
                </a:lnTo>
                <a:lnTo>
                  <a:pt x="5953" y="30361"/>
                </a:lnTo>
                <a:lnTo>
                  <a:pt x="4167" y="30361"/>
                </a:lnTo>
                <a:lnTo>
                  <a:pt x="4167" y="29468"/>
                </a:lnTo>
                <a:lnTo>
                  <a:pt x="1637" y="29468"/>
                </a:lnTo>
                <a:lnTo>
                  <a:pt x="1637" y="28724"/>
                </a:lnTo>
                <a:lnTo>
                  <a:pt x="893" y="28724"/>
                </a:lnTo>
                <a:lnTo>
                  <a:pt x="893" y="27831"/>
                </a:lnTo>
                <a:lnTo>
                  <a:pt x="0" y="27831"/>
                </a:lnTo>
                <a:lnTo>
                  <a:pt x="0" y="22771"/>
                </a:lnTo>
                <a:lnTo>
                  <a:pt x="893" y="22771"/>
                </a:lnTo>
                <a:lnTo>
                  <a:pt x="893" y="21878"/>
                </a:lnTo>
                <a:lnTo>
                  <a:pt x="1637" y="21878"/>
                </a:lnTo>
                <a:lnTo>
                  <a:pt x="1637" y="21134"/>
                </a:lnTo>
                <a:lnTo>
                  <a:pt x="3423" y="21134"/>
                </a:lnTo>
                <a:lnTo>
                  <a:pt x="3423" y="22771"/>
                </a:lnTo>
                <a:lnTo>
                  <a:pt x="4167" y="22771"/>
                </a:lnTo>
                <a:lnTo>
                  <a:pt x="4167" y="23664"/>
                </a:lnTo>
                <a:lnTo>
                  <a:pt x="5060" y="23664"/>
                </a:lnTo>
                <a:lnTo>
                  <a:pt x="5060" y="22771"/>
                </a:lnTo>
                <a:lnTo>
                  <a:pt x="5953" y="22771"/>
                </a:lnTo>
                <a:lnTo>
                  <a:pt x="5953" y="21878"/>
                </a:lnTo>
                <a:lnTo>
                  <a:pt x="6697" y="21878"/>
                </a:lnTo>
                <a:lnTo>
                  <a:pt x="6697" y="21134"/>
                </a:lnTo>
                <a:lnTo>
                  <a:pt x="9227" y="21134"/>
                </a:lnTo>
                <a:lnTo>
                  <a:pt x="9227" y="21878"/>
                </a:lnTo>
                <a:lnTo>
                  <a:pt x="12650" y="21878"/>
                </a:lnTo>
                <a:lnTo>
                  <a:pt x="12650" y="22771"/>
                </a:lnTo>
                <a:lnTo>
                  <a:pt x="13543" y="22771"/>
                </a:lnTo>
                <a:lnTo>
                  <a:pt x="13543" y="21878"/>
                </a:lnTo>
                <a:lnTo>
                  <a:pt x="17711" y="21878"/>
                </a:lnTo>
                <a:lnTo>
                  <a:pt x="17711" y="22771"/>
                </a:lnTo>
                <a:lnTo>
                  <a:pt x="20241" y="22771"/>
                </a:lnTo>
                <a:lnTo>
                  <a:pt x="20241" y="21878"/>
                </a:lnTo>
                <a:lnTo>
                  <a:pt x="26938" y="21878"/>
                </a:lnTo>
                <a:lnTo>
                  <a:pt x="26938" y="22771"/>
                </a:lnTo>
                <a:lnTo>
                  <a:pt x="28724" y="22771"/>
                </a:lnTo>
                <a:lnTo>
                  <a:pt x="28724" y="21878"/>
                </a:lnTo>
                <a:lnTo>
                  <a:pt x="29468" y="21878"/>
                </a:lnTo>
                <a:lnTo>
                  <a:pt x="29468" y="22771"/>
                </a:lnTo>
                <a:lnTo>
                  <a:pt x="32891" y="22771"/>
                </a:lnTo>
                <a:lnTo>
                  <a:pt x="32891" y="21878"/>
                </a:lnTo>
                <a:lnTo>
                  <a:pt x="34528" y="21878"/>
                </a:lnTo>
                <a:lnTo>
                  <a:pt x="34528" y="22771"/>
                </a:lnTo>
                <a:lnTo>
                  <a:pt x="37951" y="22771"/>
                </a:lnTo>
                <a:lnTo>
                  <a:pt x="37951" y="21878"/>
                </a:lnTo>
                <a:lnTo>
                  <a:pt x="40481" y="21878"/>
                </a:lnTo>
                <a:lnTo>
                  <a:pt x="40481" y="21134"/>
                </a:lnTo>
                <a:lnTo>
                  <a:pt x="41374" y="21134"/>
                </a:lnTo>
                <a:lnTo>
                  <a:pt x="41374" y="20241"/>
                </a:lnTo>
                <a:lnTo>
                  <a:pt x="42118" y="20241"/>
                </a:lnTo>
                <a:lnTo>
                  <a:pt x="42118" y="19348"/>
                </a:lnTo>
                <a:lnTo>
                  <a:pt x="43011" y="19348"/>
                </a:lnTo>
                <a:lnTo>
                  <a:pt x="43011" y="16074"/>
                </a:lnTo>
                <a:lnTo>
                  <a:pt x="42118" y="16074"/>
                </a:lnTo>
                <a:lnTo>
                  <a:pt x="42118" y="2530"/>
                </a:lnTo>
                <a:lnTo>
                  <a:pt x="43011" y="2530"/>
                </a:lnTo>
                <a:lnTo>
                  <a:pt x="43011" y="1637"/>
                </a:lnTo>
                <a:lnTo>
                  <a:pt x="47178" y="1637"/>
                </a:lnTo>
                <a:lnTo>
                  <a:pt x="47178" y="893"/>
                </a:lnTo>
                <a:lnTo>
                  <a:pt x="52239" y="893"/>
                </a:lnTo>
                <a:lnTo>
                  <a:pt x="52239" y="1637"/>
                </a:lnTo>
                <a:lnTo>
                  <a:pt x="55662" y="1637"/>
                </a:lnTo>
                <a:lnTo>
                  <a:pt x="55662" y="893"/>
                </a:lnTo>
                <a:lnTo>
                  <a:pt x="59085" y="893"/>
                </a:lnTo>
                <a:lnTo>
                  <a:pt x="59085" y="1637"/>
                </a:lnTo>
                <a:lnTo>
                  <a:pt x="61615" y="1637"/>
                </a:lnTo>
                <a:lnTo>
                  <a:pt x="61615" y="2530"/>
                </a:lnTo>
                <a:lnTo>
                  <a:pt x="62359" y="2530"/>
                </a:lnTo>
                <a:lnTo>
                  <a:pt x="62359" y="5954"/>
                </a:lnTo>
                <a:lnTo>
                  <a:pt x="61615" y="5954"/>
                </a:lnTo>
                <a:lnTo>
                  <a:pt x="61615" y="6698"/>
                </a:lnTo>
                <a:lnTo>
                  <a:pt x="59829" y="6698"/>
                </a:lnTo>
                <a:lnTo>
                  <a:pt x="59829" y="8484"/>
                </a:lnTo>
                <a:lnTo>
                  <a:pt x="59085" y="8484"/>
                </a:lnTo>
                <a:lnTo>
                  <a:pt x="59085" y="10121"/>
                </a:lnTo>
                <a:lnTo>
                  <a:pt x="58192" y="10121"/>
                </a:lnTo>
                <a:lnTo>
                  <a:pt x="58192" y="12651"/>
                </a:lnTo>
                <a:lnTo>
                  <a:pt x="57299" y="12651"/>
                </a:lnTo>
                <a:lnTo>
                  <a:pt x="57299" y="13544"/>
                </a:lnTo>
                <a:lnTo>
                  <a:pt x="56555" y="13544"/>
                </a:lnTo>
                <a:lnTo>
                  <a:pt x="56555" y="14288"/>
                </a:lnTo>
                <a:lnTo>
                  <a:pt x="55662" y="14288"/>
                </a:lnTo>
                <a:lnTo>
                  <a:pt x="55662" y="16818"/>
                </a:lnTo>
                <a:lnTo>
                  <a:pt x="56555" y="16818"/>
                </a:lnTo>
                <a:lnTo>
                  <a:pt x="56555" y="19348"/>
                </a:lnTo>
                <a:lnTo>
                  <a:pt x="57299" y="19348"/>
                </a:lnTo>
                <a:lnTo>
                  <a:pt x="57299" y="21134"/>
                </a:lnTo>
                <a:lnTo>
                  <a:pt x="58192" y="21134"/>
                </a:lnTo>
                <a:lnTo>
                  <a:pt x="58192" y="21878"/>
                </a:lnTo>
                <a:lnTo>
                  <a:pt x="59829" y="21878"/>
                </a:lnTo>
                <a:lnTo>
                  <a:pt x="59829" y="22771"/>
                </a:lnTo>
                <a:lnTo>
                  <a:pt x="61615" y="22771"/>
                </a:lnTo>
                <a:lnTo>
                  <a:pt x="61615" y="23664"/>
                </a:lnTo>
                <a:lnTo>
                  <a:pt x="64889" y="23664"/>
                </a:lnTo>
                <a:lnTo>
                  <a:pt x="64889" y="22771"/>
                </a:lnTo>
                <a:lnTo>
                  <a:pt x="66675" y="22771"/>
                </a:lnTo>
                <a:lnTo>
                  <a:pt x="66675" y="21878"/>
                </a:lnTo>
                <a:lnTo>
                  <a:pt x="72479" y="21878"/>
                </a:lnTo>
                <a:lnTo>
                  <a:pt x="72479" y="22771"/>
                </a:lnTo>
                <a:lnTo>
                  <a:pt x="73372" y="22771"/>
                </a:lnTo>
                <a:lnTo>
                  <a:pt x="73372" y="23664"/>
                </a:lnTo>
                <a:lnTo>
                  <a:pt x="75009" y="23664"/>
                </a:lnTo>
                <a:lnTo>
                  <a:pt x="75009" y="22771"/>
                </a:lnTo>
                <a:lnTo>
                  <a:pt x="75902" y="22771"/>
                </a:lnTo>
                <a:lnTo>
                  <a:pt x="75902" y="21878"/>
                </a:lnTo>
                <a:lnTo>
                  <a:pt x="77539" y="21878"/>
                </a:lnTo>
                <a:lnTo>
                  <a:pt x="77539" y="21134"/>
                </a:lnTo>
                <a:lnTo>
                  <a:pt x="78432" y="21134"/>
                </a:lnTo>
                <a:lnTo>
                  <a:pt x="78432" y="16818"/>
                </a:lnTo>
                <a:lnTo>
                  <a:pt x="79325" y="16818"/>
                </a:lnTo>
                <a:lnTo>
                  <a:pt x="79325" y="10121"/>
                </a:lnTo>
                <a:lnTo>
                  <a:pt x="78432" y="10121"/>
                </a:lnTo>
                <a:lnTo>
                  <a:pt x="78432" y="9228"/>
                </a:lnTo>
                <a:lnTo>
                  <a:pt x="77539" y="9228"/>
                </a:lnTo>
                <a:lnTo>
                  <a:pt x="77539" y="7591"/>
                </a:lnTo>
                <a:lnTo>
                  <a:pt x="76795" y="7591"/>
                </a:lnTo>
                <a:lnTo>
                  <a:pt x="76795" y="5061"/>
                </a:lnTo>
                <a:lnTo>
                  <a:pt x="77539" y="5061"/>
                </a:lnTo>
                <a:lnTo>
                  <a:pt x="77539" y="3423"/>
                </a:lnTo>
                <a:lnTo>
                  <a:pt x="78432" y="3423"/>
                </a:lnTo>
                <a:lnTo>
                  <a:pt x="78432" y="2530"/>
                </a:lnTo>
                <a:lnTo>
                  <a:pt x="80070" y="2530"/>
                </a:lnTo>
                <a:lnTo>
                  <a:pt x="80070" y="3423"/>
                </a:lnTo>
                <a:lnTo>
                  <a:pt x="80962" y="3423"/>
                </a:lnTo>
                <a:lnTo>
                  <a:pt x="80962" y="1637"/>
                </a:lnTo>
                <a:lnTo>
                  <a:pt x="81855" y="1637"/>
                </a:lnTo>
                <a:lnTo>
                  <a:pt x="81855" y="893"/>
                </a:lnTo>
                <a:lnTo>
                  <a:pt x="85130" y="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C6DD504-C26B-1CA9-EE64-35977DFD73CC}"/>
              </a:ext>
            </a:extLst>
          </p:cNvPr>
          <p:cNvSpPr txBox="1"/>
          <p:nvPr/>
        </p:nvSpPr>
        <p:spPr>
          <a:xfrm>
            <a:off x="4664010" y="2078185"/>
            <a:ext cx="134987" cy="132159"/>
          </a:xfrm>
          <a:custGeom>
            <a:avLst/>
            <a:gdLst/>
            <a:ahLst/>
            <a:cxnLst/>
            <a:rect l="l" t="t" r="r" b="b"/>
            <a:pathLst>
              <a:path w="134987" h="132159">
                <a:moveTo>
                  <a:pt x="98971" y="32593"/>
                </a:moveTo>
                <a:lnTo>
                  <a:pt x="99566" y="32593"/>
                </a:lnTo>
                <a:cubicBezTo>
                  <a:pt x="101848" y="32593"/>
                  <a:pt x="105271" y="34330"/>
                  <a:pt x="109835" y="37802"/>
                </a:cubicBezTo>
                <a:cubicBezTo>
                  <a:pt x="112812" y="41076"/>
                  <a:pt x="114300" y="42962"/>
                  <a:pt x="114300" y="43458"/>
                </a:cubicBezTo>
                <a:cubicBezTo>
                  <a:pt x="113705" y="45244"/>
                  <a:pt x="112564" y="46583"/>
                  <a:pt x="110877" y="47476"/>
                </a:cubicBezTo>
                <a:lnTo>
                  <a:pt x="109240" y="47476"/>
                </a:lnTo>
                <a:cubicBezTo>
                  <a:pt x="107653" y="47476"/>
                  <a:pt x="105569" y="47327"/>
                  <a:pt x="102989" y="47030"/>
                </a:cubicBezTo>
                <a:cubicBezTo>
                  <a:pt x="102196" y="47327"/>
                  <a:pt x="101600" y="47476"/>
                  <a:pt x="101203" y="47476"/>
                </a:cubicBezTo>
                <a:cubicBezTo>
                  <a:pt x="100410" y="46583"/>
                  <a:pt x="100013" y="45641"/>
                  <a:pt x="100013" y="44648"/>
                </a:cubicBezTo>
                <a:lnTo>
                  <a:pt x="98971" y="44648"/>
                </a:lnTo>
                <a:cubicBezTo>
                  <a:pt x="98475" y="45244"/>
                  <a:pt x="96193" y="45839"/>
                  <a:pt x="92125" y="46434"/>
                </a:cubicBezTo>
                <a:cubicBezTo>
                  <a:pt x="92125" y="46831"/>
                  <a:pt x="91926" y="47030"/>
                  <a:pt x="91530" y="47030"/>
                </a:cubicBezTo>
                <a:lnTo>
                  <a:pt x="88702" y="47030"/>
                </a:lnTo>
                <a:cubicBezTo>
                  <a:pt x="87313" y="47030"/>
                  <a:pt x="85775" y="46236"/>
                  <a:pt x="84088" y="44648"/>
                </a:cubicBezTo>
                <a:lnTo>
                  <a:pt x="83493" y="44648"/>
                </a:lnTo>
                <a:cubicBezTo>
                  <a:pt x="82005" y="46236"/>
                  <a:pt x="79524" y="47030"/>
                  <a:pt x="76051" y="47030"/>
                </a:cubicBezTo>
                <a:lnTo>
                  <a:pt x="76051" y="46434"/>
                </a:lnTo>
                <a:lnTo>
                  <a:pt x="74861" y="47030"/>
                </a:lnTo>
                <a:lnTo>
                  <a:pt x="71438" y="47030"/>
                </a:lnTo>
                <a:lnTo>
                  <a:pt x="72033" y="44053"/>
                </a:lnTo>
                <a:cubicBezTo>
                  <a:pt x="71636" y="44053"/>
                  <a:pt x="69156" y="44847"/>
                  <a:pt x="64592" y="46434"/>
                </a:cubicBezTo>
                <a:lnTo>
                  <a:pt x="62359" y="46434"/>
                </a:lnTo>
                <a:cubicBezTo>
                  <a:pt x="58887" y="46434"/>
                  <a:pt x="55612" y="46037"/>
                  <a:pt x="52537" y="45244"/>
                </a:cubicBezTo>
                <a:cubicBezTo>
                  <a:pt x="51842" y="45244"/>
                  <a:pt x="50552" y="45641"/>
                  <a:pt x="48667" y="46434"/>
                </a:cubicBezTo>
                <a:lnTo>
                  <a:pt x="47476" y="45839"/>
                </a:lnTo>
                <a:cubicBezTo>
                  <a:pt x="44797" y="46633"/>
                  <a:pt x="42515" y="47030"/>
                  <a:pt x="40630" y="47030"/>
                </a:cubicBezTo>
                <a:cubicBezTo>
                  <a:pt x="37158" y="47030"/>
                  <a:pt x="34280" y="46633"/>
                  <a:pt x="31998" y="45839"/>
                </a:cubicBezTo>
                <a:lnTo>
                  <a:pt x="28575" y="46434"/>
                </a:lnTo>
                <a:cubicBezTo>
                  <a:pt x="24011" y="45144"/>
                  <a:pt x="21729" y="44003"/>
                  <a:pt x="21729" y="43011"/>
                </a:cubicBezTo>
                <a:lnTo>
                  <a:pt x="21729" y="41821"/>
                </a:lnTo>
                <a:cubicBezTo>
                  <a:pt x="22324" y="40332"/>
                  <a:pt x="23664" y="39588"/>
                  <a:pt x="25747" y="39588"/>
                </a:cubicBezTo>
                <a:cubicBezTo>
                  <a:pt x="27732" y="39886"/>
                  <a:pt x="28873" y="40035"/>
                  <a:pt x="29171" y="40035"/>
                </a:cubicBezTo>
                <a:lnTo>
                  <a:pt x="30361" y="39588"/>
                </a:lnTo>
                <a:cubicBezTo>
                  <a:pt x="32643" y="40283"/>
                  <a:pt x="33784" y="41225"/>
                  <a:pt x="33784" y="42416"/>
                </a:cubicBezTo>
                <a:cubicBezTo>
                  <a:pt x="35868" y="40630"/>
                  <a:pt x="38348" y="39687"/>
                  <a:pt x="41226" y="39588"/>
                </a:cubicBezTo>
                <a:lnTo>
                  <a:pt x="59531" y="41225"/>
                </a:lnTo>
                <a:cubicBezTo>
                  <a:pt x="59829" y="41225"/>
                  <a:pt x="59978" y="41027"/>
                  <a:pt x="59978" y="40630"/>
                </a:cubicBezTo>
                <a:lnTo>
                  <a:pt x="65782" y="41225"/>
                </a:lnTo>
                <a:lnTo>
                  <a:pt x="66378" y="41225"/>
                </a:lnTo>
                <a:cubicBezTo>
                  <a:pt x="71338" y="41225"/>
                  <a:pt x="77788" y="40828"/>
                  <a:pt x="85725" y="40035"/>
                </a:cubicBezTo>
                <a:cubicBezTo>
                  <a:pt x="85924" y="40828"/>
                  <a:pt x="86321" y="41225"/>
                  <a:pt x="86916" y="41225"/>
                </a:cubicBezTo>
                <a:cubicBezTo>
                  <a:pt x="93365" y="40233"/>
                  <a:pt x="96590" y="39092"/>
                  <a:pt x="96590" y="37802"/>
                </a:cubicBezTo>
                <a:cubicBezTo>
                  <a:pt x="96590" y="34826"/>
                  <a:pt x="97383" y="33089"/>
                  <a:pt x="98971" y="32593"/>
                </a:cubicBezTo>
                <a:close/>
                <a:moveTo>
                  <a:pt x="30361" y="0"/>
                </a:moveTo>
                <a:cubicBezTo>
                  <a:pt x="37803" y="3472"/>
                  <a:pt x="42367" y="5209"/>
                  <a:pt x="44053" y="5209"/>
                </a:cubicBezTo>
                <a:lnTo>
                  <a:pt x="45690" y="7441"/>
                </a:lnTo>
                <a:cubicBezTo>
                  <a:pt x="45690" y="8334"/>
                  <a:pt x="42267" y="11956"/>
                  <a:pt x="35421" y="18306"/>
                </a:cubicBezTo>
                <a:cubicBezTo>
                  <a:pt x="33933" y="20389"/>
                  <a:pt x="33189" y="22126"/>
                  <a:pt x="33189" y="23515"/>
                </a:cubicBezTo>
                <a:lnTo>
                  <a:pt x="34380" y="24110"/>
                </a:lnTo>
                <a:cubicBezTo>
                  <a:pt x="38646" y="23316"/>
                  <a:pt x="41672" y="22919"/>
                  <a:pt x="43458" y="22919"/>
                </a:cubicBezTo>
                <a:lnTo>
                  <a:pt x="44649" y="22919"/>
                </a:lnTo>
                <a:cubicBezTo>
                  <a:pt x="46236" y="22919"/>
                  <a:pt x="50403" y="23316"/>
                  <a:pt x="57150" y="24110"/>
                </a:cubicBezTo>
                <a:cubicBezTo>
                  <a:pt x="59432" y="22919"/>
                  <a:pt x="61367" y="22324"/>
                  <a:pt x="62955" y="22324"/>
                </a:cubicBezTo>
                <a:lnTo>
                  <a:pt x="62955" y="22919"/>
                </a:lnTo>
                <a:cubicBezTo>
                  <a:pt x="63252" y="22919"/>
                  <a:pt x="63401" y="22721"/>
                  <a:pt x="63401" y="22324"/>
                </a:cubicBezTo>
                <a:lnTo>
                  <a:pt x="67419" y="22919"/>
                </a:lnTo>
                <a:lnTo>
                  <a:pt x="72628" y="22919"/>
                </a:lnTo>
                <a:lnTo>
                  <a:pt x="76051" y="22324"/>
                </a:lnTo>
                <a:lnTo>
                  <a:pt x="77242" y="22919"/>
                </a:lnTo>
                <a:cubicBezTo>
                  <a:pt x="79028" y="22126"/>
                  <a:pt x="87213" y="21580"/>
                  <a:pt x="101799" y="21282"/>
                </a:cubicBezTo>
                <a:cubicBezTo>
                  <a:pt x="105569" y="20191"/>
                  <a:pt x="107454" y="17909"/>
                  <a:pt x="107454" y="14436"/>
                </a:cubicBezTo>
                <a:cubicBezTo>
                  <a:pt x="108347" y="12055"/>
                  <a:pt x="109141" y="10864"/>
                  <a:pt x="109835" y="10864"/>
                </a:cubicBezTo>
                <a:lnTo>
                  <a:pt x="112663" y="10864"/>
                </a:lnTo>
                <a:cubicBezTo>
                  <a:pt x="114449" y="12749"/>
                  <a:pt x="118467" y="15230"/>
                  <a:pt x="124718" y="18306"/>
                </a:cubicBezTo>
                <a:lnTo>
                  <a:pt x="126951" y="26342"/>
                </a:lnTo>
                <a:cubicBezTo>
                  <a:pt x="125760" y="28625"/>
                  <a:pt x="123875" y="29766"/>
                  <a:pt x="121295" y="29766"/>
                </a:cubicBezTo>
                <a:cubicBezTo>
                  <a:pt x="120303" y="29766"/>
                  <a:pt x="118765" y="29567"/>
                  <a:pt x="116681" y="29170"/>
                </a:cubicBezTo>
                <a:lnTo>
                  <a:pt x="113258" y="29766"/>
                </a:lnTo>
                <a:cubicBezTo>
                  <a:pt x="112465" y="29766"/>
                  <a:pt x="110728" y="29021"/>
                  <a:pt x="108049" y="27533"/>
                </a:cubicBezTo>
                <a:cubicBezTo>
                  <a:pt x="107256" y="28128"/>
                  <a:pt x="104428" y="28674"/>
                  <a:pt x="99566" y="29170"/>
                </a:cubicBezTo>
                <a:cubicBezTo>
                  <a:pt x="97483" y="28873"/>
                  <a:pt x="95548" y="28724"/>
                  <a:pt x="93762" y="28724"/>
                </a:cubicBezTo>
                <a:cubicBezTo>
                  <a:pt x="92472" y="29418"/>
                  <a:pt x="91331" y="29766"/>
                  <a:pt x="90339" y="29766"/>
                </a:cubicBezTo>
                <a:lnTo>
                  <a:pt x="85130" y="29766"/>
                </a:lnTo>
                <a:cubicBezTo>
                  <a:pt x="82550" y="29766"/>
                  <a:pt x="81260" y="29418"/>
                  <a:pt x="81260" y="28724"/>
                </a:cubicBezTo>
                <a:lnTo>
                  <a:pt x="72033" y="29766"/>
                </a:lnTo>
                <a:cubicBezTo>
                  <a:pt x="67568" y="28674"/>
                  <a:pt x="64542" y="28128"/>
                  <a:pt x="62955" y="28128"/>
                </a:cubicBezTo>
                <a:lnTo>
                  <a:pt x="60573" y="29170"/>
                </a:lnTo>
                <a:cubicBezTo>
                  <a:pt x="58490" y="28873"/>
                  <a:pt x="56803" y="28724"/>
                  <a:pt x="55513" y="28724"/>
                </a:cubicBezTo>
                <a:cubicBezTo>
                  <a:pt x="54819" y="28724"/>
                  <a:pt x="53678" y="29071"/>
                  <a:pt x="52090" y="29766"/>
                </a:cubicBezTo>
                <a:cubicBezTo>
                  <a:pt x="45442" y="29369"/>
                  <a:pt x="39688" y="28625"/>
                  <a:pt x="34826" y="27533"/>
                </a:cubicBezTo>
                <a:lnTo>
                  <a:pt x="33784" y="28128"/>
                </a:lnTo>
                <a:cubicBezTo>
                  <a:pt x="32197" y="27732"/>
                  <a:pt x="30857" y="27533"/>
                  <a:pt x="29766" y="27533"/>
                </a:cubicBezTo>
                <a:cubicBezTo>
                  <a:pt x="28079" y="27533"/>
                  <a:pt x="26541" y="28476"/>
                  <a:pt x="25152" y="30361"/>
                </a:cubicBezTo>
                <a:lnTo>
                  <a:pt x="25747" y="31551"/>
                </a:lnTo>
                <a:lnTo>
                  <a:pt x="25747" y="32147"/>
                </a:lnTo>
                <a:cubicBezTo>
                  <a:pt x="25747" y="34032"/>
                  <a:pt x="23813" y="36512"/>
                  <a:pt x="19943" y="39588"/>
                </a:cubicBezTo>
                <a:cubicBezTo>
                  <a:pt x="19943" y="42466"/>
                  <a:pt x="16917" y="45492"/>
                  <a:pt x="10865" y="48667"/>
                </a:cubicBezTo>
                <a:cubicBezTo>
                  <a:pt x="10865" y="49659"/>
                  <a:pt x="8980" y="51544"/>
                  <a:pt x="5209" y="54322"/>
                </a:cubicBezTo>
                <a:lnTo>
                  <a:pt x="5209" y="56703"/>
                </a:lnTo>
                <a:lnTo>
                  <a:pt x="8037" y="57299"/>
                </a:lnTo>
                <a:cubicBezTo>
                  <a:pt x="8831" y="57299"/>
                  <a:pt x="9575" y="57100"/>
                  <a:pt x="10269" y="56703"/>
                </a:cubicBezTo>
                <a:cubicBezTo>
                  <a:pt x="11658" y="57795"/>
                  <a:pt x="16074" y="58539"/>
                  <a:pt x="23515" y="58936"/>
                </a:cubicBezTo>
                <a:lnTo>
                  <a:pt x="23515" y="59531"/>
                </a:lnTo>
                <a:lnTo>
                  <a:pt x="26343" y="58936"/>
                </a:lnTo>
                <a:cubicBezTo>
                  <a:pt x="27037" y="58936"/>
                  <a:pt x="28922" y="59333"/>
                  <a:pt x="31998" y="60126"/>
                </a:cubicBezTo>
                <a:cubicBezTo>
                  <a:pt x="33288" y="59333"/>
                  <a:pt x="34429" y="58936"/>
                  <a:pt x="35421" y="58936"/>
                </a:cubicBezTo>
                <a:lnTo>
                  <a:pt x="38249" y="58936"/>
                </a:lnTo>
                <a:cubicBezTo>
                  <a:pt x="39539" y="58936"/>
                  <a:pt x="40531" y="59134"/>
                  <a:pt x="41226" y="59531"/>
                </a:cubicBezTo>
                <a:cubicBezTo>
                  <a:pt x="44599" y="59035"/>
                  <a:pt x="46683" y="58638"/>
                  <a:pt x="47476" y="58341"/>
                </a:cubicBezTo>
                <a:lnTo>
                  <a:pt x="50304" y="59531"/>
                </a:lnTo>
                <a:cubicBezTo>
                  <a:pt x="52586" y="58440"/>
                  <a:pt x="56009" y="57894"/>
                  <a:pt x="60573" y="57894"/>
                </a:cubicBezTo>
                <a:cubicBezTo>
                  <a:pt x="60672" y="58589"/>
                  <a:pt x="61069" y="58936"/>
                  <a:pt x="61764" y="58936"/>
                </a:cubicBezTo>
                <a:lnTo>
                  <a:pt x="66378" y="58936"/>
                </a:lnTo>
                <a:cubicBezTo>
                  <a:pt x="67965" y="58936"/>
                  <a:pt x="70049" y="59134"/>
                  <a:pt x="72628" y="59531"/>
                </a:cubicBezTo>
                <a:lnTo>
                  <a:pt x="73819" y="58936"/>
                </a:lnTo>
                <a:cubicBezTo>
                  <a:pt x="75803" y="59333"/>
                  <a:pt x="77490" y="59531"/>
                  <a:pt x="78879" y="59531"/>
                </a:cubicBezTo>
                <a:lnTo>
                  <a:pt x="84088" y="59531"/>
                </a:lnTo>
                <a:cubicBezTo>
                  <a:pt x="86866" y="59531"/>
                  <a:pt x="88950" y="57249"/>
                  <a:pt x="90339" y="52685"/>
                </a:cubicBezTo>
                <a:lnTo>
                  <a:pt x="92125" y="51494"/>
                </a:lnTo>
                <a:cubicBezTo>
                  <a:pt x="98276" y="54173"/>
                  <a:pt x="101898" y="55513"/>
                  <a:pt x="102989" y="55513"/>
                </a:cubicBezTo>
                <a:cubicBezTo>
                  <a:pt x="107553" y="57696"/>
                  <a:pt x="110183" y="59432"/>
                  <a:pt x="110877" y="60722"/>
                </a:cubicBezTo>
                <a:lnTo>
                  <a:pt x="110877" y="61317"/>
                </a:lnTo>
                <a:cubicBezTo>
                  <a:pt x="108694" y="63798"/>
                  <a:pt x="105668" y="65683"/>
                  <a:pt x="101799" y="66973"/>
                </a:cubicBezTo>
                <a:lnTo>
                  <a:pt x="102394" y="69800"/>
                </a:lnTo>
                <a:lnTo>
                  <a:pt x="102394" y="72182"/>
                </a:lnTo>
                <a:cubicBezTo>
                  <a:pt x="102394" y="74265"/>
                  <a:pt x="102196" y="76894"/>
                  <a:pt x="101799" y="80069"/>
                </a:cubicBezTo>
                <a:cubicBezTo>
                  <a:pt x="103188" y="86419"/>
                  <a:pt x="104527" y="90438"/>
                  <a:pt x="105817" y="92125"/>
                </a:cubicBezTo>
                <a:lnTo>
                  <a:pt x="104626" y="93910"/>
                </a:lnTo>
                <a:lnTo>
                  <a:pt x="104626" y="94357"/>
                </a:lnTo>
                <a:cubicBezTo>
                  <a:pt x="107305" y="96738"/>
                  <a:pt x="108645" y="100360"/>
                  <a:pt x="108645" y="105221"/>
                </a:cubicBezTo>
                <a:cubicBezTo>
                  <a:pt x="109637" y="105221"/>
                  <a:pt x="110381" y="107355"/>
                  <a:pt x="110877" y="111621"/>
                </a:cubicBezTo>
                <a:cubicBezTo>
                  <a:pt x="112365" y="111621"/>
                  <a:pt x="115044" y="113903"/>
                  <a:pt x="118914" y="118467"/>
                </a:cubicBezTo>
                <a:lnTo>
                  <a:pt x="120105" y="118467"/>
                </a:lnTo>
                <a:cubicBezTo>
                  <a:pt x="120997" y="118467"/>
                  <a:pt x="121742" y="116532"/>
                  <a:pt x="122337" y="112663"/>
                </a:cubicBezTo>
                <a:cubicBezTo>
                  <a:pt x="124817" y="112663"/>
                  <a:pt x="127298" y="109041"/>
                  <a:pt x="129778" y="101798"/>
                </a:cubicBezTo>
                <a:lnTo>
                  <a:pt x="132160" y="100161"/>
                </a:lnTo>
                <a:lnTo>
                  <a:pt x="133201" y="100161"/>
                </a:lnTo>
                <a:cubicBezTo>
                  <a:pt x="133797" y="100161"/>
                  <a:pt x="134392" y="100707"/>
                  <a:pt x="134987" y="101798"/>
                </a:cubicBezTo>
                <a:lnTo>
                  <a:pt x="134987" y="111621"/>
                </a:lnTo>
                <a:cubicBezTo>
                  <a:pt x="131912" y="114300"/>
                  <a:pt x="130374" y="117525"/>
                  <a:pt x="130374" y="121295"/>
                </a:cubicBezTo>
                <a:cubicBezTo>
                  <a:pt x="131564" y="124271"/>
                  <a:pt x="132160" y="126157"/>
                  <a:pt x="132160" y="126950"/>
                </a:cubicBezTo>
                <a:cubicBezTo>
                  <a:pt x="132160" y="130423"/>
                  <a:pt x="130622" y="132159"/>
                  <a:pt x="127546" y="132159"/>
                </a:cubicBezTo>
                <a:cubicBezTo>
                  <a:pt x="124669" y="131366"/>
                  <a:pt x="122932" y="130969"/>
                  <a:pt x="122337" y="130969"/>
                </a:cubicBezTo>
                <a:lnTo>
                  <a:pt x="120105" y="131564"/>
                </a:lnTo>
                <a:cubicBezTo>
                  <a:pt x="116136" y="131564"/>
                  <a:pt x="113060" y="129877"/>
                  <a:pt x="110877" y="126504"/>
                </a:cubicBezTo>
                <a:cubicBezTo>
                  <a:pt x="110282" y="126504"/>
                  <a:pt x="108794" y="125363"/>
                  <a:pt x="106412" y="123081"/>
                </a:cubicBezTo>
                <a:cubicBezTo>
                  <a:pt x="102146" y="118814"/>
                  <a:pt x="100013" y="115342"/>
                  <a:pt x="100013" y="112663"/>
                </a:cubicBezTo>
                <a:cubicBezTo>
                  <a:pt x="97433" y="110282"/>
                  <a:pt x="96094" y="108396"/>
                  <a:pt x="95994" y="107007"/>
                </a:cubicBezTo>
                <a:lnTo>
                  <a:pt x="96590" y="104180"/>
                </a:lnTo>
                <a:cubicBezTo>
                  <a:pt x="94308" y="104180"/>
                  <a:pt x="92819" y="100360"/>
                  <a:pt x="92125" y="92720"/>
                </a:cubicBezTo>
                <a:cubicBezTo>
                  <a:pt x="92422" y="92025"/>
                  <a:pt x="92571" y="91281"/>
                  <a:pt x="92571" y="90487"/>
                </a:cubicBezTo>
                <a:cubicBezTo>
                  <a:pt x="91678" y="90487"/>
                  <a:pt x="91133" y="89694"/>
                  <a:pt x="90934" y="88106"/>
                </a:cubicBezTo>
                <a:cubicBezTo>
                  <a:pt x="90934" y="85328"/>
                  <a:pt x="91331" y="82848"/>
                  <a:pt x="92125" y="80665"/>
                </a:cubicBezTo>
                <a:lnTo>
                  <a:pt x="90339" y="77837"/>
                </a:lnTo>
                <a:lnTo>
                  <a:pt x="90339" y="75009"/>
                </a:lnTo>
                <a:cubicBezTo>
                  <a:pt x="90339" y="74612"/>
                  <a:pt x="90537" y="74414"/>
                  <a:pt x="90934" y="74414"/>
                </a:cubicBezTo>
                <a:lnTo>
                  <a:pt x="90339" y="73223"/>
                </a:lnTo>
                <a:lnTo>
                  <a:pt x="90339" y="71586"/>
                </a:lnTo>
                <a:cubicBezTo>
                  <a:pt x="90339" y="69602"/>
                  <a:pt x="90537" y="66725"/>
                  <a:pt x="90934" y="62954"/>
                </a:cubicBezTo>
                <a:lnTo>
                  <a:pt x="89744" y="62359"/>
                </a:lnTo>
                <a:lnTo>
                  <a:pt x="86916" y="63550"/>
                </a:lnTo>
                <a:lnTo>
                  <a:pt x="84088" y="61764"/>
                </a:lnTo>
                <a:cubicBezTo>
                  <a:pt x="83592" y="63748"/>
                  <a:pt x="82997" y="64740"/>
                  <a:pt x="82302" y="64740"/>
                </a:cubicBezTo>
                <a:lnTo>
                  <a:pt x="80665" y="64740"/>
                </a:lnTo>
                <a:lnTo>
                  <a:pt x="78879" y="63550"/>
                </a:lnTo>
                <a:cubicBezTo>
                  <a:pt x="72827" y="64641"/>
                  <a:pt x="63897" y="65187"/>
                  <a:pt x="52090" y="65187"/>
                </a:cubicBezTo>
                <a:lnTo>
                  <a:pt x="49113" y="65187"/>
                </a:lnTo>
                <a:lnTo>
                  <a:pt x="45244" y="64145"/>
                </a:lnTo>
                <a:cubicBezTo>
                  <a:pt x="45244" y="65137"/>
                  <a:pt x="43706" y="65881"/>
                  <a:pt x="40630" y="66377"/>
                </a:cubicBezTo>
                <a:lnTo>
                  <a:pt x="40035" y="66377"/>
                </a:lnTo>
                <a:cubicBezTo>
                  <a:pt x="39539" y="66377"/>
                  <a:pt x="36463" y="65633"/>
                  <a:pt x="30808" y="64145"/>
                </a:cubicBezTo>
                <a:cubicBezTo>
                  <a:pt x="29419" y="65236"/>
                  <a:pt x="28129" y="65782"/>
                  <a:pt x="26938" y="65782"/>
                </a:cubicBezTo>
                <a:cubicBezTo>
                  <a:pt x="24755" y="65087"/>
                  <a:pt x="22275" y="64542"/>
                  <a:pt x="19497" y="64145"/>
                </a:cubicBezTo>
                <a:cubicBezTo>
                  <a:pt x="17413" y="64542"/>
                  <a:pt x="15478" y="64740"/>
                  <a:pt x="13692" y="64740"/>
                </a:cubicBezTo>
                <a:lnTo>
                  <a:pt x="11460" y="64145"/>
                </a:lnTo>
                <a:cubicBezTo>
                  <a:pt x="10170" y="64839"/>
                  <a:pt x="9029" y="65187"/>
                  <a:pt x="8037" y="65187"/>
                </a:cubicBezTo>
                <a:lnTo>
                  <a:pt x="6251" y="65187"/>
                </a:lnTo>
                <a:cubicBezTo>
                  <a:pt x="5457" y="65187"/>
                  <a:pt x="4713" y="65038"/>
                  <a:pt x="4019" y="64740"/>
                </a:cubicBezTo>
                <a:cubicBezTo>
                  <a:pt x="3324" y="65038"/>
                  <a:pt x="2580" y="65187"/>
                  <a:pt x="1786" y="65187"/>
                </a:cubicBezTo>
                <a:cubicBezTo>
                  <a:pt x="992" y="63798"/>
                  <a:pt x="596" y="62309"/>
                  <a:pt x="596" y="60722"/>
                </a:cubicBezTo>
                <a:lnTo>
                  <a:pt x="596" y="60126"/>
                </a:lnTo>
                <a:lnTo>
                  <a:pt x="4019" y="56703"/>
                </a:lnTo>
                <a:lnTo>
                  <a:pt x="4019" y="56108"/>
                </a:lnTo>
                <a:cubicBezTo>
                  <a:pt x="1340" y="56108"/>
                  <a:pt x="0" y="55513"/>
                  <a:pt x="0" y="54322"/>
                </a:cubicBezTo>
                <a:lnTo>
                  <a:pt x="0" y="53280"/>
                </a:lnTo>
                <a:cubicBezTo>
                  <a:pt x="1191" y="46434"/>
                  <a:pt x="3473" y="43011"/>
                  <a:pt x="6846" y="43011"/>
                </a:cubicBezTo>
                <a:cubicBezTo>
                  <a:pt x="6846" y="42714"/>
                  <a:pt x="8186" y="40432"/>
                  <a:pt x="10865" y="36165"/>
                </a:cubicBezTo>
                <a:cubicBezTo>
                  <a:pt x="14139" y="30807"/>
                  <a:pt x="16619" y="27930"/>
                  <a:pt x="18306" y="27533"/>
                </a:cubicBezTo>
                <a:lnTo>
                  <a:pt x="17711" y="24705"/>
                </a:lnTo>
                <a:lnTo>
                  <a:pt x="17711" y="24110"/>
                </a:lnTo>
                <a:cubicBezTo>
                  <a:pt x="20092" y="21927"/>
                  <a:pt x="21431" y="19447"/>
                  <a:pt x="21729" y="16669"/>
                </a:cubicBezTo>
                <a:cubicBezTo>
                  <a:pt x="22721" y="16669"/>
                  <a:pt x="23862" y="14932"/>
                  <a:pt x="25152" y="11460"/>
                </a:cubicBezTo>
                <a:cubicBezTo>
                  <a:pt x="24358" y="11460"/>
                  <a:pt x="23962" y="11112"/>
                  <a:pt x="23962" y="10418"/>
                </a:cubicBezTo>
                <a:cubicBezTo>
                  <a:pt x="23962" y="3472"/>
                  <a:pt x="26095" y="0"/>
                  <a:pt x="3036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71" name="Arc 12++">
            <a:extLst>
              <a:ext uri="{FF2B5EF4-FFF2-40B4-BE49-F238E27FC236}">
                <a16:creationId xmlns:a16="http://schemas.microsoft.com/office/drawing/2014/main" id="{941CC00A-1835-7E5D-144B-EE78D98C5BE1}"/>
              </a:ext>
            </a:extLst>
          </p:cNvPr>
          <p:cNvSpPr/>
          <p:nvPr/>
        </p:nvSpPr>
        <p:spPr>
          <a:xfrm>
            <a:off x="3067050" y="400050"/>
            <a:ext cx="6057900" cy="6057900"/>
          </a:xfrm>
          <a:prstGeom prst="arc">
            <a:avLst>
              <a:gd name="adj1" fmla="val 14620097"/>
              <a:gd name="adj2" fmla="val 184891"/>
            </a:avLst>
          </a:prstGeom>
          <a:ln w="1016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5E94B90C-27E0-AECE-D1B5-A865E1696666}"/>
              </a:ext>
            </a:extLst>
          </p:cNvPr>
          <p:cNvSpPr/>
          <p:nvPr/>
        </p:nvSpPr>
        <p:spPr>
          <a:xfrm>
            <a:off x="6912077" y="3789649"/>
            <a:ext cx="1156248" cy="1594675"/>
          </a:xfrm>
          <a:custGeom>
            <a:avLst/>
            <a:gdLst>
              <a:gd name="csX0" fmla="*/ 937676 w 1156248"/>
              <a:gd name="csY0" fmla="*/ 154952 h 1594675"/>
              <a:gd name="csX1" fmla="*/ 846879 w 1156248"/>
              <a:gd name="csY1" fmla="*/ 160989 h 1594675"/>
              <a:gd name="csX2" fmla="*/ 672515 w 1156248"/>
              <a:gd name="csY2" fmla="*/ 206092 h 1594675"/>
              <a:gd name="csX3" fmla="*/ 503637 w 1156248"/>
              <a:gd name="csY3" fmla="*/ 290836 h 1594675"/>
              <a:gd name="csX4" fmla="*/ 402786 w 1156248"/>
              <a:gd name="csY4" fmla="*/ 401316 h 1594675"/>
              <a:gd name="csX5" fmla="*/ 334708 w 1156248"/>
              <a:gd name="csY5" fmla="*/ 578167 h 1594675"/>
              <a:gd name="csX6" fmla="*/ 288166 w 1156248"/>
              <a:gd name="csY6" fmla="*/ 811816 h 1594675"/>
              <a:gd name="csX7" fmla="*/ 250221 w 1156248"/>
              <a:gd name="csY7" fmla="*/ 1052817 h 1594675"/>
              <a:gd name="csX8" fmla="*/ 209455 w 1156248"/>
              <a:gd name="csY8" fmla="*/ 1258271 h 1594675"/>
              <a:gd name="csX9" fmla="*/ 161604 w 1156248"/>
              <a:gd name="csY9" fmla="*/ 1415986 h 1594675"/>
              <a:gd name="csX10" fmla="*/ 123828 w 1156248"/>
              <a:gd name="csY10" fmla="*/ 1501151 h 1594675"/>
              <a:gd name="csX11" fmla="*/ 102671 w 1156248"/>
              <a:gd name="csY11" fmla="*/ 1550746 h 1594675"/>
              <a:gd name="csX12" fmla="*/ 52319 w 1156248"/>
              <a:gd name="csY12" fmla="*/ 1479041 h 1594675"/>
              <a:gd name="csX13" fmla="*/ 82006 w 1156248"/>
              <a:gd name="csY13" fmla="*/ 1464194 h 1594675"/>
              <a:gd name="csX14" fmla="*/ 187219 w 1156248"/>
              <a:gd name="csY14" fmla="*/ 1361058 h 1594675"/>
              <a:gd name="csX15" fmla="*/ 343219 w 1156248"/>
              <a:gd name="csY15" fmla="*/ 1217735 h 1594675"/>
              <a:gd name="csX16" fmla="*/ 500448 w 1156248"/>
              <a:gd name="csY16" fmla="*/ 1102597 h 1594675"/>
              <a:gd name="csX17" fmla="*/ 673184 w 1156248"/>
              <a:gd name="csY17" fmla="*/ 977276 h 1594675"/>
              <a:gd name="csX18" fmla="*/ 860151 w 1156248"/>
              <a:gd name="csY18" fmla="*/ 764440 h 1594675"/>
              <a:gd name="csX19" fmla="*/ 977041 w 1156248"/>
              <a:gd name="csY19" fmla="*/ 528430 h 1594675"/>
              <a:gd name="csX20" fmla="*/ 1054205 w 1156248"/>
              <a:gd name="csY20" fmla="*/ 322385 h 1594675"/>
              <a:gd name="csX21" fmla="*/ 1086319 w 1156248"/>
              <a:gd name="csY21" fmla="*/ 227343 h 1594675"/>
              <a:gd name="csX22" fmla="*/ 1113172 w 1156248"/>
              <a:gd name="csY22" fmla="*/ 222921 h 1594675"/>
              <a:gd name="csX23" fmla="*/ 1156065 w 1156248"/>
              <a:gd name="csY23" fmla="*/ 336783 h 1594675"/>
              <a:gd name="csX24" fmla="*/ 1094450 w 1156248"/>
              <a:gd name="csY24" fmla="*/ 581814 h 1594675"/>
              <a:gd name="csX25" fmla="*/ 952814 w 1156248"/>
              <a:gd name="csY25" fmla="*/ 830636 h 1594675"/>
              <a:gd name="csX26" fmla="*/ 755951 w 1156248"/>
              <a:gd name="csY26" fmla="*/ 1065979 h 1594675"/>
              <a:gd name="csX27" fmla="*/ 579376 w 1156248"/>
              <a:gd name="csY27" fmla="*/ 1220856 h 1594675"/>
              <a:gd name="csX28" fmla="*/ 424833 w 1156248"/>
              <a:gd name="csY28" fmla="*/ 1321668 h 1594675"/>
              <a:gd name="csX29" fmla="*/ 279977 w 1156248"/>
              <a:gd name="csY29" fmla="*/ 1454657 h 1594675"/>
              <a:gd name="csX30" fmla="*/ 139922 w 1156248"/>
              <a:gd name="csY30" fmla="*/ 1559193 h 1594675"/>
              <a:gd name="csX31" fmla="*/ 63704 w 1156248"/>
              <a:gd name="csY31" fmla="*/ 1594676 h 1594675"/>
              <a:gd name="csX32" fmla="*/ 8748 w 1156248"/>
              <a:gd name="csY32" fmla="*/ 1500767 h 1594675"/>
              <a:gd name="csX33" fmla="*/ 32515 w 1156248"/>
              <a:gd name="csY33" fmla="*/ 1460101 h 1594675"/>
              <a:gd name="csX34" fmla="*/ 64734 w 1156248"/>
              <a:gd name="csY34" fmla="*/ 1377029 h 1594675"/>
              <a:gd name="csX35" fmla="*/ 124653 w 1156248"/>
              <a:gd name="csY35" fmla="*/ 1234278 h 1594675"/>
              <a:gd name="csX36" fmla="*/ 174553 w 1156248"/>
              <a:gd name="csY36" fmla="*/ 1038568 h 1594675"/>
              <a:gd name="csX37" fmla="*/ 216903 w 1156248"/>
              <a:gd name="csY37" fmla="*/ 799805 h 1594675"/>
              <a:gd name="csX38" fmla="*/ 263393 w 1156248"/>
              <a:gd name="csY38" fmla="*/ 559242 h 1594675"/>
              <a:gd name="csX39" fmla="*/ 332730 w 1156248"/>
              <a:gd name="csY39" fmla="*/ 359760 h 1594675"/>
              <a:gd name="csX40" fmla="*/ 454193 w 1156248"/>
              <a:gd name="csY40" fmla="*/ 219056 h 1594675"/>
              <a:gd name="csX41" fmla="*/ 635559 w 1156248"/>
              <a:gd name="csY41" fmla="*/ 113796 h 1594675"/>
              <a:gd name="csX42" fmla="*/ 814210 w 1156248"/>
              <a:gd name="csY42" fmla="*/ 38743 h 1594675"/>
              <a:gd name="csX43" fmla="*/ 929967 w 1156248"/>
              <a:gd name="csY43" fmla="*/ 2965 h 1594675"/>
              <a:gd name="csX44" fmla="*/ 937675 w 1156248"/>
              <a:gd name="csY44" fmla="*/ 154926 h 15946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1156248" h="1594675">
                <a:moveTo>
                  <a:pt x="937676" y="154952"/>
                </a:moveTo>
                <a:cubicBezTo>
                  <a:pt x="907428" y="146657"/>
                  <a:pt x="877163" y="155933"/>
                  <a:pt x="846879" y="160989"/>
                </a:cubicBezTo>
                <a:cubicBezTo>
                  <a:pt x="787950" y="172912"/>
                  <a:pt x="730522" y="190499"/>
                  <a:pt x="672515" y="206092"/>
                </a:cubicBezTo>
                <a:cubicBezTo>
                  <a:pt x="610857" y="223395"/>
                  <a:pt x="557567" y="257356"/>
                  <a:pt x="503637" y="290836"/>
                </a:cubicBezTo>
                <a:cubicBezTo>
                  <a:pt x="462054" y="321302"/>
                  <a:pt x="431335" y="359528"/>
                  <a:pt x="402786" y="401316"/>
                </a:cubicBezTo>
                <a:cubicBezTo>
                  <a:pt x="369657" y="455729"/>
                  <a:pt x="351450" y="517179"/>
                  <a:pt x="334708" y="578167"/>
                </a:cubicBezTo>
                <a:cubicBezTo>
                  <a:pt x="312098" y="654415"/>
                  <a:pt x="301124" y="733472"/>
                  <a:pt x="288166" y="811816"/>
                </a:cubicBezTo>
                <a:cubicBezTo>
                  <a:pt x="277054" y="892466"/>
                  <a:pt x="263223" y="972559"/>
                  <a:pt x="250221" y="1052817"/>
                </a:cubicBezTo>
                <a:cubicBezTo>
                  <a:pt x="242167" y="1122399"/>
                  <a:pt x="227251" y="1190624"/>
                  <a:pt x="209455" y="1258271"/>
                </a:cubicBezTo>
                <a:cubicBezTo>
                  <a:pt x="194513" y="1311100"/>
                  <a:pt x="176598" y="1363075"/>
                  <a:pt x="161604" y="1415986"/>
                </a:cubicBezTo>
                <a:cubicBezTo>
                  <a:pt x="148340" y="1444222"/>
                  <a:pt x="136312" y="1473344"/>
                  <a:pt x="123828" y="1501151"/>
                </a:cubicBezTo>
                <a:cubicBezTo>
                  <a:pt x="118367" y="1518468"/>
                  <a:pt x="109684" y="1534713"/>
                  <a:pt x="102671" y="1550746"/>
                </a:cubicBezTo>
                <a:cubicBezTo>
                  <a:pt x="119995" y="1508103"/>
                  <a:pt x="96471" y="1491967"/>
                  <a:pt x="52319" y="1479041"/>
                </a:cubicBezTo>
                <a:cubicBezTo>
                  <a:pt x="50090" y="1484553"/>
                  <a:pt x="75216" y="1467589"/>
                  <a:pt x="82006" y="1464194"/>
                </a:cubicBezTo>
                <a:cubicBezTo>
                  <a:pt x="118432" y="1431129"/>
                  <a:pt x="154238" y="1397512"/>
                  <a:pt x="187219" y="1361058"/>
                </a:cubicBezTo>
                <a:cubicBezTo>
                  <a:pt x="234185" y="1308136"/>
                  <a:pt x="288355" y="1262130"/>
                  <a:pt x="343219" y="1217735"/>
                </a:cubicBezTo>
                <a:cubicBezTo>
                  <a:pt x="393729" y="1176937"/>
                  <a:pt x="447547" y="1140021"/>
                  <a:pt x="500448" y="1102597"/>
                </a:cubicBezTo>
                <a:cubicBezTo>
                  <a:pt x="559817" y="1063318"/>
                  <a:pt x="618616" y="1023166"/>
                  <a:pt x="673184" y="977276"/>
                </a:cubicBezTo>
                <a:cubicBezTo>
                  <a:pt x="744987" y="914367"/>
                  <a:pt x="802991" y="840192"/>
                  <a:pt x="860151" y="764440"/>
                </a:cubicBezTo>
                <a:cubicBezTo>
                  <a:pt x="908137" y="690228"/>
                  <a:pt x="944503" y="610297"/>
                  <a:pt x="977041" y="528430"/>
                </a:cubicBezTo>
                <a:cubicBezTo>
                  <a:pt x="1005153" y="460641"/>
                  <a:pt x="1029798" y="391574"/>
                  <a:pt x="1054205" y="322385"/>
                </a:cubicBezTo>
                <a:cubicBezTo>
                  <a:pt x="1085054" y="291985"/>
                  <a:pt x="1078411" y="260172"/>
                  <a:pt x="1086319" y="227343"/>
                </a:cubicBezTo>
                <a:cubicBezTo>
                  <a:pt x="1090826" y="208635"/>
                  <a:pt x="1105805" y="205143"/>
                  <a:pt x="1113172" y="222921"/>
                </a:cubicBezTo>
                <a:cubicBezTo>
                  <a:pt x="1128436" y="259758"/>
                  <a:pt x="1140224" y="298699"/>
                  <a:pt x="1156065" y="336783"/>
                </a:cubicBezTo>
                <a:cubicBezTo>
                  <a:pt x="1158665" y="424089"/>
                  <a:pt x="1133409" y="504014"/>
                  <a:pt x="1094450" y="581814"/>
                </a:cubicBezTo>
                <a:cubicBezTo>
                  <a:pt x="1050972" y="666691"/>
                  <a:pt x="1008836" y="753169"/>
                  <a:pt x="952814" y="830636"/>
                </a:cubicBezTo>
                <a:cubicBezTo>
                  <a:pt x="895372" y="915174"/>
                  <a:pt x="827398" y="993008"/>
                  <a:pt x="755951" y="1065979"/>
                </a:cubicBezTo>
                <a:cubicBezTo>
                  <a:pt x="701129" y="1122230"/>
                  <a:pt x="646833" y="1179441"/>
                  <a:pt x="579376" y="1220856"/>
                </a:cubicBezTo>
                <a:cubicBezTo>
                  <a:pt x="527266" y="1253389"/>
                  <a:pt x="474449" y="1285122"/>
                  <a:pt x="424833" y="1321668"/>
                </a:cubicBezTo>
                <a:cubicBezTo>
                  <a:pt x="374025" y="1363616"/>
                  <a:pt x="325088" y="1406679"/>
                  <a:pt x="279977" y="1454657"/>
                </a:cubicBezTo>
                <a:cubicBezTo>
                  <a:pt x="235768" y="1492541"/>
                  <a:pt x="194105" y="1534566"/>
                  <a:pt x="139922" y="1559193"/>
                </a:cubicBezTo>
                <a:cubicBezTo>
                  <a:pt x="115644" y="1572969"/>
                  <a:pt x="91310" y="1589385"/>
                  <a:pt x="63704" y="1594676"/>
                </a:cubicBezTo>
                <a:cubicBezTo>
                  <a:pt x="2014" y="1579322"/>
                  <a:pt x="-11491" y="1555190"/>
                  <a:pt x="8748" y="1500767"/>
                </a:cubicBezTo>
                <a:cubicBezTo>
                  <a:pt x="16197" y="1488021"/>
                  <a:pt x="24346" y="1473496"/>
                  <a:pt x="32515" y="1460101"/>
                </a:cubicBezTo>
                <a:cubicBezTo>
                  <a:pt x="43244" y="1433008"/>
                  <a:pt x="56127" y="1405576"/>
                  <a:pt x="64734" y="1377029"/>
                </a:cubicBezTo>
                <a:cubicBezTo>
                  <a:pt x="88822" y="1331015"/>
                  <a:pt x="108821" y="1283802"/>
                  <a:pt x="124653" y="1234278"/>
                </a:cubicBezTo>
                <a:cubicBezTo>
                  <a:pt x="143098" y="1169458"/>
                  <a:pt x="161381" y="1104701"/>
                  <a:pt x="174553" y="1038568"/>
                </a:cubicBezTo>
                <a:cubicBezTo>
                  <a:pt x="190455" y="959312"/>
                  <a:pt x="203580" y="879577"/>
                  <a:pt x="216903" y="799805"/>
                </a:cubicBezTo>
                <a:cubicBezTo>
                  <a:pt x="230674" y="719241"/>
                  <a:pt x="247598" y="639395"/>
                  <a:pt x="263393" y="559242"/>
                </a:cubicBezTo>
                <a:cubicBezTo>
                  <a:pt x="282886" y="491332"/>
                  <a:pt x="300007" y="422901"/>
                  <a:pt x="332730" y="359760"/>
                </a:cubicBezTo>
                <a:cubicBezTo>
                  <a:pt x="365732" y="305569"/>
                  <a:pt x="397604" y="251965"/>
                  <a:pt x="454193" y="219056"/>
                </a:cubicBezTo>
                <a:cubicBezTo>
                  <a:pt x="512309" y="179589"/>
                  <a:pt x="572608" y="145090"/>
                  <a:pt x="635559" y="113796"/>
                </a:cubicBezTo>
                <a:cubicBezTo>
                  <a:pt x="693454" y="84710"/>
                  <a:pt x="752373" y="58599"/>
                  <a:pt x="814210" y="38743"/>
                </a:cubicBezTo>
                <a:cubicBezTo>
                  <a:pt x="852529" y="25836"/>
                  <a:pt x="891208" y="14283"/>
                  <a:pt x="929967" y="2965"/>
                </a:cubicBezTo>
                <a:cubicBezTo>
                  <a:pt x="1033246" y="-27196"/>
                  <a:pt x="1041438" y="183387"/>
                  <a:pt x="937675" y="15492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65698678-57F0-4BBE-F4F9-FE1FC76D5BD7}"/>
              </a:ext>
            </a:extLst>
          </p:cNvPr>
          <p:cNvSpPr/>
          <p:nvPr/>
        </p:nvSpPr>
        <p:spPr>
          <a:xfrm>
            <a:off x="7991559" y="3554265"/>
            <a:ext cx="1053170" cy="461119"/>
          </a:xfrm>
          <a:custGeom>
            <a:avLst/>
            <a:gdLst>
              <a:gd name="csX0" fmla="*/ 50599 w 1053170"/>
              <a:gd name="csY0" fmla="*/ 316231 h 461119"/>
              <a:gd name="csX1" fmla="*/ 123124 w 1053170"/>
              <a:gd name="csY1" fmla="*/ 333626 h 461119"/>
              <a:gd name="csX2" fmla="*/ 259532 w 1053170"/>
              <a:gd name="csY2" fmla="*/ 361879 h 461119"/>
              <a:gd name="csX3" fmla="*/ 429515 w 1053170"/>
              <a:gd name="csY3" fmla="*/ 381342 h 461119"/>
              <a:gd name="csX4" fmla="*/ 580515 w 1053170"/>
              <a:gd name="csY4" fmla="*/ 368971 h 461119"/>
              <a:gd name="csX5" fmla="*/ 746507 w 1053170"/>
              <a:gd name="csY5" fmla="*/ 306524 h 461119"/>
              <a:gd name="csX6" fmla="*/ 884515 w 1053170"/>
              <a:gd name="csY6" fmla="*/ 207236 h 461119"/>
              <a:gd name="csX7" fmla="*/ 936550 w 1053170"/>
              <a:gd name="csY7" fmla="*/ 134192 h 461119"/>
              <a:gd name="csX8" fmla="*/ 943221 w 1053170"/>
              <a:gd name="csY8" fmla="*/ 98760 h 461119"/>
              <a:gd name="csX9" fmla="*/ 940162 w 1053170"/>
              <a:gd name="csY9" fmla="*/ 86192 h 461119"/>
              <a:gd name="csX10" fmla="*/ 944156 w 1053170"/>
              <a:gd name="csY10" fmla="*/ 97294 h 461119"/>
              <a:gd name="csX11" fmla="*/ 960898 w 1053170"/>
              <a:gd name="csY11" fmla="*/ 101979 h 461119"/>
              <a:gd name="csX12" fmla="*/ 855170 w 1053170"/>
              <a:gd name="csY12" fmla="*/ 117932 h 461119"/>
              <a:gd name="csX13" fmla="*/ 667766 w 1053170"/>
              <a:gd name="csY13" fmla="*/ 166190 h 461119"/>
              <a:gd name="csX14" fmla="*/ 484257 w 1053170"/>
              <a:gd name="csY14" fmla="*/ 208179 h 461119"/>
              <a:gd name="csX15" fmla="*/ 295233 w 1053170"/>
              <a:gd name="csY15" fmla="*/ 234657 h 461119"/>
              <a:gd name="csX16" fmla="*/ 92923 w 1053170"/>
              <a:gd name="csY16" fmla="*/ 266502 h 461119"/>
              <a:gd name="csX17" fmla="*/ 89893 w 1053170"/>
              <a:gd name="csY17" fmla="*/ 239456 h 461119"/>
              <a:gd name="csX18" fmla="*/ 289108 w 1053170"/>
              <a:gd name="csY18" fmla="*/ 208141 h 461119"/>
              <a:gd name="csX19" fmla="*/ 468121 w 1053170"/>
              <a:gd name="csY19" fmla="*/ 142685 h 461119"/>
              <a:gd name="csX20" fmla="*/ 652363 w 1053170"/>
              <a:gd name="csY20" fmla="*/ 102301 h 461119"/>
              <a:gd name="csX21" fmla="*/ 832919 w 1053170"/>
              <a:gd name="csY21" fmla="*/ 46635 h 461119"/>
              <a:gd name="csX22" fmla="*/ 949133 w 1053170"/>
              <a:gd name="csY22" fmla="*/ 4585 h 461119"/>
              <a:gd name="csX23" fmla="*/ 1025737 w 1053170"/>
              <a:gd name="csY23" fmla="*/ 15471 h 461119"/>
              <a:gd name="csX24" fmla="*/ 1048434 w 1053170"/>
              <a:gd name="csY24" fmla="*/ 60227 h 461119"/>
              <a:gd name="csX25" fmla="*/ 1052584 w 1053170"/>
              <a:gd name="csY25" fmla="*/ 106887 h 461119"/>
              <a:gd name="csX26" fmla="*/ 1030457 w 1053170"/>
              <a:gd name="csY26" fmla="*/ 181423 h 461119"/>
              <a:gd name="csX27" fmla="*/ 940307 w 1053170"/>
              <a:gd name="csY27" fmla="*/ 275475 h 461119"/>
              <a:gd name="csX28" fmla="*/ 780286 w 1053170"/>
              <a:gd name="csY28" fmla="*/ 371916 h 461119"/>
              <a:gd name="csX29" fmla="*/ 596568 w 1053170"/>
              <a:gd name="csY29" fmla="*/ 453611 h 461119"/>
              <a:gd name="csX30" fmla="*/ 425890 w 1053170"/>
              <a:gd name="csY30" fmla="*/ 456959 h 461119"/>
              <a:gd name="csX31" fmla="*/ 245219 w 1053170"/>
              <a:gd name="csY31" fmla="*/ 440588 h 461119"/>
              <a:gd name="csX32" fmla="*/ 105345 w 1053170"/>
              <a:gd name="csY32" fmla="*/ 411966 h 461119"/>
              <a:gd name="csX33" fmla="*/ 23560 w 1053170"/>
              <a:gd name="csY33" fmla="*/ 384679 h 461119"/>
              <a:gd name="csX34" fmla="*/ 50594 w 1053170"/>
              <a:gd name="csY34" fmla="*/ 316234 h 4611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53170" h="461119">
                <a:moveTo>
                  <a:pt x="50599" y="316231"/>
                </a:moveTo>
                <a:cubicBezTo>
                  <a:pt x="75064" y="317211"/>
                  <a:pt x="99473" y="326198"/>
                  <a:pt x="123124" y="333626"/>
                </a:cubicBezTo>
                <a:cubicBezTo>
                  <a:pt x="168224" y="345301"/>
                  <a:pt x="213505" y="354566"/>
                  <a:pt x="259532" y="361879"/>
                </a:cubicBezTo>
                <a:cubicBezTo>
                  <a:pt x="315014" y="376768"/>
                  <a:pt x="372660" y="379252"/>
                  <a:pt x="429515" y="381342"/>
                </a:cubicBezTo>
                <a:cubicBezTo>
                  <a:pt x="480672" y="383028"/>
                  <a:pt x="530432" y="377665"/>
                  <a:pt x="580515" y="368971"/>
                </a:cubicBezTo>
                <a:cubicBezTo>
                  <a:pt x="639512" y="358806"/>
                  <a:pt x="692786" y="331634"/>
                  <a:pt x="746507" y="306524"/>
                </a:cubicBezTo>
                <a:cubicBezTo>
                  <a:pt x="797462" y="279727"/>
                  <a:pt x="841663" y="245089"/>
                  <a:pt x="884515" y="207236"/>
                </a:cubicBezTo>
                <a:cubicBezTo>
                  <a:pt x="908876" y="187294"/>
                  <a:pt x="921700" y="158957"/>
                  <a:pt x="936550" y="134192"/>
                </a:cubicBezTo>
                <a:cubicBezTo>
                  <a:pt x="946957" y="123635"/>
                  <a:pt x="941129" y="109875"/>
                  <a:pt x="943221" y="98760"/>
                </a:cubicBezTo>
                <a:cubicBezTo>
                  <a:pt x="942991" y="93979"/>
                  <a:pt x="941303" y="90879"/>
                  <a:pt x="940162" y="86192"/>
                </a:cubicBezTo>
                <a:cubicBezTo>
                  <a:pt x="938375" y="82688"/>
                  <a:pt x="942825" y="93593"/>
                  <a:pt x="944156" y="97294"/>
                </a:cubicBezTo>
                <a:cubicBezTo>
                  <a:pt x="949148" y="100238"/>
                  <a:pt x="955318" y="100418"/>
                  <a:pt x="960898" y="101979"/>
                </a:cubicBezTo>
                <a:cubicBezTo>
                  <a:pt x="925655" y="100344"/>
                  <a:pt x="889746" y="110429"/>
                  <a:pt x="855170" y="117932"/>
                </a:cubicBezTo>
                <a:cubicBezTo>
                  <a:pt x="793000" y="135140"/>
                  <a:pt x="730155" y="149576"/>
                  <a:pt x="667766" y="166190"/>
                </a:cubicBezTo>
                <a:cubicBezTo>
                  <a:pt x="606667" y="180642"/>
                  <a:pt x="545617" y="194953"/>
                  <a:pt x="484257" y="208179"/>
                </a:cubicBezTo>
                <a:cubicBezTo>
                  <a:pt x="420835" y="231554"/>
                  <a:pt x="358403" y="239252"/>
                  <a:pt x="295233" y="234657"/>
                </a:cubicBezTo>
                <a:cubicBezTo>
                  <a:pt x="228635" y="250297"/>
                  <a:pt x="160740" y="258450"/>
                  <a:pt x="92923" y="266502"/>
                </a:cubicBezTo>
                <a:cubicBezTo>
                  <a:pt x="73813" y="268770"/>
                  <a:pt x="70783" y="241723"/>
                  <a:pt x="89893" y="239456"/>
                </a:cubicBezTo>
                <a:cubicBezTo>
                  <a:pt x="156671" y="231536"/>
                  <a:pt x="223529" y="223532"/>
                  <a:pt x="289108" y="208141"/>
                </a:cubicBezTo>
                <a:cubicBezTo>
                  <a:pt x="342477" y="176375"/>
                  <a:pt x="402456" y="153410"/>
                  <a:pt x="468121" y="142685"/>
                </a:cubicBezTo>
                <a:cubicBezTo>
                  <a:pt x="529096" y="127192"/>
                  <a:pt x="590746" y="115417"/>
                  <a:pt x="652363" y="102301"/>
                </a:cubicBezTo>
                <a:cubicBezTo>
                  <a:pt x="713982" y="87984"/>
                  <a:pt x="774273" y="70534"/>
                  <a:pt x="832919" y="46635"/>
                </a:cubicBezTo>
                <a:cubicBezTo>
                  <a:pt x="871439" y="31865"/>
                  <a:pt x="910169" y="17672"/>
                  <a:pt x="949133" y="4585"/>
                </a:cubicBezTo>
                <a:cubicBezTo>
                  <a:pt x="979779" y="118"/>
                  <a:pt x="999130" y="-6638"/>
                  <a:pt x="1025737" y="15471"/>
                </a:cubicBezTo>
                <a:cubicBezTo>
                  <a:pt x="1033532" y="29982"/>
                  <a:pt x="1049077" y="42285"/>
                  <a:pt x="1048434" y="60227"/>
                </a:cubicBezTo>
                <a:cubicBezTo>
                  <a:pt x="1049805" y="75639"/>
                  <a:pt x="1054876" y="90722"/>
                  <a:pt x="1052584" y="106887"/>
                </a:cubicBezTo>
                <a:cubicBezTo>
                  <a:pt x="1046830" y="132242"/>
                  <a:pt x="1041739" y="157742"/>
                  <a:pt x="1030457" y="181423"/>
                </a:cubicBezTo>
                <a:cubicBezTo>
                  <a:pt x="1003776" y="216416"/>
                  <a:pt x="979899" y="253021"/>
                  <a:pt x="940307" y="275475"/>
                </a:cubicBezTo>
                <a:cubicBezTo>
                  <a:pt x="889357" y="311343"/>
                  <a:pt x="837093" y="345866"/>
                  <a:pt x="780286" y="371916"/>
                </a:cubicBezTo>
                <a:cubicBezTo>
                  <a:pt x="721157" y="403688"/>
                  <a:pt x="661681" y="435743"/>
                  <a:pt x="596568" y="453611"/>
                </a:cubicBezTo>
                <a:cubicBezTo>
                  <a:pt x="539706" y="460926"/>
                  <a:pt x="483144" y="464434"/>
                  <a:pt x="425890" y="456959"/>
                </a:cubicBezTo>
                <a:cubicBezTo>
                  <a:pt x="365887" y="452360"/>
                  <a:pt x="305399" y="447236"/>
                  <a:pt x="245219" y="440588"/>
                </a:cubicBezTo>
                <a:cubicBezTo>
                  <a:pt x="198763" y="430078"/>
                  <a:pt x="152304" y="420107"/>
                  <a:pt x="105345" y="411966"/>
                </a:cubicBezTo>
                <a:cubicBezTo>
                  <a:pt x="76764" y="405857"/>
                  <a:pt x="47677" y="402514"/>
                  <a:pt x="23560" y="384679"/>
                </a:cubicBezTo>
                <a:cubicBezTo>
                  <a:pt x="-18277" y="353737"/>
                  <a:pt x="-1400" y="314151"/>
                  <a:pt x="50594" y="31623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D2F942C7-6279-F30B-8850-FEC91AD4FA3A}"/>
              </a:ext>
            </a:extLst>
          </p:cNvPr>
          <p:cNvSpPr/>
          <p:nvPr/>
        </p:nvSpPr>
        <p:spPr>
          <a:xfrm>
            <a:off x="9117420" y="3574548"/>
            <a:ext cx="1424884" cy="588274"/>
          </a:xfrm>
          <a:custGeom>
            <a:avLst/>
            <a:gdLst>
              <a:gd name="csX0" fmla="*/ 37543 w 1424884"/>
              <a:gd name="csY0" fmla="*/ 6960 h 588274"/>
              <a:gd name="csX1" fmla="*/ 198125 w 1424884"/>
              <a:gd name="csY1" fmla="*/ 104 h 588274"/>
              <a:gd name="csX2" fmla="*/ 486609 w 1424884"/>
              <a:gd name="csY2" fmla="*/ 36390 h 588274"/>
              <a:gd name="csX3" fmla="*/ 815774 w 1424884"/>
              <a:gd name="csY3" fmla="*/ 142831 h 588274"/>
              <a:gd name="csX4" fmla="*/ 1108658 w 1424884"/>
              <a:gd name="csY4" fmla="*/ 269438 h 588274"/>
              <a:gd name="csX5" fmla="*/ 1287880 w 1424884"/>
              <a:gd name="csY5" fmla="*/ 357330 h 588274"/>
              <a:gd name="csX6" fmla="*/ 1379522 w 1424884"/>
              <a:gd name="csY6" fmla="*/ 416909 h 588274"/>
              <a:gd name="csX7" fmla="*/ 1423203 w 1424884"/>
              <a:gd name="csY7" fmla="*/ 540982 h 588274"/>
              <a:gd name="csX8" fmla="*/ 1302236 w 1424884"/>
              <a:gd name="csY8" fmla="*/ 573510 h 588274"/>
              <a:gd name="csX9" fmla="*/ 1285696 w 1424884"/>
              <a:gd name="csY9" fmla="*/ 551898 h 588274"/>
              <a:gd name="csX10" fmla="*/ 1247569 w 1424884"/>
              <a:gd name="csY10" fmla="*/ 500143 h 588274"/>
              <a:gd name="csX11" fmla="*/ 1253984 w 1424884"/>
              <a:gd name="csY11" fmla="*/ 540188 h 588274"/>
              <a:gd name="csX12" fmla="*/ 1201685 w 1424884"/>
              <a:gd name="csY12" fmla="*/ 486101 h 588274"/>
              <a:gd name="csX13" fmla="*/ 1055485 w 1424884"/>
              <a:gd name="csY13" fmla="*/ 372353 h 588274"/>
              <a:gd name="csX14" fmla="*/ 777574 w 1424884"/>
              <a:gd name="csY14" fmla="*/ 235660 h 588274"/>
              <a:gd name="csX15" fmla="*/ 468050 w 1424884"/>
              <a:gd name="csY15" fmla="*/ 123598 h 588274"/>
              <a:gd name="csX16" fmla="*/ 194416 w 1424884"/>
              <a:gd name="csY16" fmla="*/ 91167 h 588274"/>
              <a:gd name="csX17" fmla="*/ 41635 w 1424884"/>
              <a:gd name="csY17" fmla="*/ 82571 h 588274"/>
              <a:gd name="csX18" fmla="*/ 37530 w 1424884"/>
              <a:gd name="csY18" fmla="*/ 6954 h 5882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1424884" h="588274">
                <a:moveTo>
                  <a:pt x="37543" y="6960"/>
                </a:moveTo>
                <a:cubicBezTo>
                  <a:pt x="93442" y="13249"/>
                  <a:pt x="141042" y="-1361"/>
                  <a:pt x="198125" y="104"/>
                </a:cubicBezTo>
                <a:cubicBezTo>
                  <a:pt x="294461" y="11490"/>
                  <a:pt x="390549" y="23311"/>
                  <a:pt x="486609" y="36390"/>
                </a:cubicBezTo>
                <a:cubicBezTo>
                  <a:pt x="599957" y="60180"/>
                  <a:pt x="706370" y="106196"/>
                  <a:pt x="815774" y="142831"/>
                </a:cubicBezTo>
                <a:cubicBezTo>
                  <a:pt x="913081" y="185872"/>
                  <a:pt x="1012408" y="224093"/>
                  <a:pt x="1108658" y="269438"/>
                </a:cubicBezTo>
                <a:cubicBezTo>
                  <a:pt x="1171731" y="291760"/>
                  <a:pt x="1228483" y="327206"/>
                  <a:pt x="1287880" y="357330"/>
                </a:cubicBezTo>
                <a:cubicBezTo>
                  <a:pt x="1323832" y="368565"/>
                  <a:pt x="1351231" y="393340"/>
                  <a:pt x="1379522" y="416909"/>
                </a:cubicBezTo>
                <a:cubicBezTo>
                  <a:pt x="1418353" y="453678"/>
                  <a:pt x="1429592" y="486357"/>
                  <a:pt x="1423203" y="540982"/>
                </a:cubicBezTo>
                <a:cubicBezTo>
                  <a:pt x="1392434" y="602096"/>
                  <a:pt x="1364019" y="593327"/>
                  <a:pt x="1302236" y="573510"/>
                </a:cubicBezTo>
                <a:cubicBezTo>
                  <a:pt x="1283911" y="567633"/>
                  <a:pt x="1290770" y="570461"/>
                  <a:pt x="1285696" y="551898"/>
                </a:cubicBezTo>
                <a:cubicBezTo>
                  <a:pt x="1282655" y="540777"/>
                  <a:pt x="1266254" y="453829"/>
                  <a:pt x="1247569" y="500143"/>
                </a:cubicBezTo>
                <a:cubicBezTo>
                  <a:pt x="1248302" y="507040"/>
                  <a:pt x="1259026" y="574765"/>
                  <a:pt x="1253984" y="540188"/>
                </a:cubicBezTo>
                <a:cubicBezTo>
                  <a:pt x="1236559" y="522572"/>
                  <a:pt x="1220243" y="502966"/>
                  <a:pt x="1201685" y="486101"/>
                </a:cubicBezTo>
                <a:cubicBezTo>
                  <a:pt x="1154701" y="445859"/>
                  <a:pt x="1105082" y="409401"/>
                  <a:pt x="1055485" y="372353"/>
                </a:cubicBezTo>
                <a:cubicBezTo>
                  <a:pt x="965478" y="321405"/>
                  <a:pt x="874729" y="272198"/>
                  <a:pt x="777574" y="235660"/>
                </a:cubicBezTo>
                <a:cubicBezTo>
                  <a:pt x="678924" y="186811"/>
                  <a:pt x="574902" y="150102"/>
                  <a:pt x="468050" y="123598"/>
                </a:cubicBezTo>
                <a:cubicBezTo>
                  <a:pt x="378259" y="96872"/>
                  <a:pt x="288447" y="85988"/>
                  <a:pt x="194416" y="91167"/>
                </a:cubicBezTo>
                <a:cubicBezTo>
                  <a:pt x="140125" y="89201"/>
                  <a:pt x="94299" y="70229"/>
                  <a:pt x="41635" y="82571"/>
                </a:cubicBezTo>
                <a:cubicBezTo>
                  <a:pt x="-10501" y="94790"/>
                  <a:pt x="-15683" y="966"/>
                  <a:pt x="37530" y="695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E01A0E43-710C-7F2B-4184-778FAB8956AF}"/>
              </a:ext>
            </a:extLst>
          </p:cNvPr>
          <p:cNvSpPr/>
          <p:nvPr/>
        </p:nvSpPr>
        <p:spPr>
          <a:xfrm>
            <a:off x="7466635" y="2573941"/>
            <a:ext cx="811458" cy="1203497"/>
          </a:xfrm>
          <a:custGeom>
            <a:avLst/>
            <a:gdLst>
              <a:gd name="csX0" fmla="*/ 615623 w 811458"/>
              <a:gd name="csY0" fmla="*/ 1049192 h 1203497"/>
              <a:gd name="csX1" fmla="*/ 660413 w 811458"/>
              <a:gd name="csY1" fmla="*/ 987364 h 1203497"/>
              <a:gd name="csX2" fmla="*/ 698188 w 811458"/>
              <a:gd name="csY2" fmla="*/ 911382 h 1203497"/>
              <a:gd name="csX3" fmla="*/ 718757 w 811458"/>
              <a:gd name="csY3" fmla="*/ 834642 h 1203497"/>
              <a:gd name="csX4" fmla="*/ 719135 w 811458"/>
              <a:gd name="csY4" fmla="*/ 753393 h 1203497"/>
              <a:gd name="csX5" fmla="*/ 684980 w 811458"/>
              <a:gd name="csY5" fmla="*/ 646246 h 1203497"/>
              <a:gd name="csX6" fmla="*/ 620323 w 811458"/>
              <a:gd name="csY6" fmla="*/ 512020 h 1203497"/>
              <a:gd name="csX7" fmla="*/ 527986 w 811458"/>
              <a:gd name="csY7" fmla="*/ 382289 h 1203497"/>
              <a:gd name="csX8" fmla="*/ 406790 w 811458"/>
              <a:gd name="csY8" fmla="*/ 270370 h 1203497"/>
              <a:gd name="csX9" fmla="*/ 290775 w 811458"/>
              <a:gd name="csY9" fmla="*/ 178893 h 1203497"/>
              <a:gd name="csX10" fmla="*/ 210184 w 811458"/>
              <a:gd name="csY10" fmla="*/ 125992 h 1203497"/>
              <a:gd name="csX11" fmla="*/ 167842 w 811458"/>
              <a:gd name="csY11" fmla="*/ 101079 h 1203497"/>
              <a:gd name="csX12" fmla="*/ 146476 w 811458"/>
              <a:gd name="csY12" fmla="*/ 96269 h 1203497"/>
              <a:gd name="csX13" fmla="*/ 123767 w 811458"/>
              <a:gd name="csY13" fmla="*/ 82256 h 1203497"/>
              <a:gd name="csX14" fmla="*/ 91258 w 811458"/>
              <a:gd name="csY14" fmla="*/ 116553 h 1203497"/>
              <a:gd name="csX15" fmla="*/ 57750 w 811458"/>
              <a:gd name="csY15" fmla="*/ 190145 h 1203497"/>
              <a:gd name="csX16" fmla="*/ 36738 w 811458"/>
              <a:gd name="csY16" fmla="*/ 288481 h 1203497"/>
              <a:gd name="csX17" fmla="*/ 33454 w 811458"/>
              <a:gd name="csY17" fmla="*/ 409563 h 1203497"/>
              <a:gd name="csX18" fmla="*/ 53608 w 811458"/>
              <a:gd name="csY18" fmla="*/ 558762 h 1203497"/>
              <a:gd name="csX19" fmla="*/ 99557 w 811458"/>
              <a:gd name="csY19" fmla="*/ 715734 h 1203497"/>
              <a:gd name="csX20" fmla="*/ 167565 w 811458"/>
              <a:gd name="csY20" fmla="*/ 865067 h 1203497"/>
              <a:gd name="csX21" fmla="*/ 249392 w 811458"/>
              <a:gd name="csY21" fmla="*/ 995693 h 1203497"/>
              <a:gd name="csX22" fmla="*/ 366568 w 811458"/>
              <a:gd name="csY22" fmla="*/ 1117423 h 1203497"/>
              <a:gd name="csX23" fmla="*/ 454003 w 811458"/>
              <a:gd name="csY23" fmla="*/ 1190574 h 1203497"/>
              <a:gd name="csX24" fmla="*/ 447228 w 811458"/>
              <a:gd name="csY24" fmla="*/ 1202374 h 1203497"/>
              <a:gd name="csX25" fmla="*/ 343243 w 811458"/>
              <a:gd name="csY25" fmla="*/ 1145301 h 1203497"/>
              <a:gd name="csX26" fmla="*/ 214227 w 811458"/>
              <a:gd name="csY26" fmla="*/ 1021181 h 1203497"/>
              <a:gd name="csX27" fmla="*/ 133466 w 811458"/>
              <a:gd name="csY27" fmla="*/ 882430 h 1203497"/>
              <a:gd name="csX28" fmla="*/ 67237 w 811458"/>
              <a:gd name="csY28" fmla="*/ 726877 h 1203497"/>
              <a:gd name="csX29" fmla="*/ 24646 w 811458"/>
              <a:gd name="csY29" fmla="*/ 564819 h 1203497"/>
              <a:gd name="csX30" fmla="*/ 645 w 811458"/>
              <a:gd name="csY30" fmla="*/ 410419 h 1203497"/>
              <a:gd name="csX31" fmla="*/ 5641 w 811458"/>
              <a:gd name="csY31" fmla="*/ 284641 h 1203497"/>
              <a:gd name="csX32" fmla="*/ 27157 w 811458"/>
              <a:gd name="csY32" fmla="*/ 179257 h 1203497"/>
              <a:gd name="csX33" fmla="*/ 60758 w 811458"/>
              <a:gd name="csY33" fmla="*/ 99411 h 1203497"/>
              <a:gd name="csX34" fmla="*/ 96830 w 811458"/>
              <a:gd name="csY34" fmla="*/ 43801 h 1203497"/>
              <a:gd name="csX35" fmla="*/ 148248 w 811458"/>
              <a:gd name="csY35" fmla="*/ 0 h 1203497"/>
              <a:gd name="csX36" fmla="*/ 206474 w 811458"/>
              <a:gd name="csY36" fmla="*/ 10105 h 1203497"/>
              <a:gd name="csX37" fmla="*/ 265731 w 811458"/>
              <a:gd name="csY37" fmla="*/ 43812 h 1203497"/>
              <a:gd name="csX38" fmla="*/ 346753 w 811458"/>
              <a:gd name="csY38" fmla="*/ 109083 h 1203497"/>
              <a:gd name="csX39" fmla="*/ 459195 w 811458"/>
              <a:gd name="csY39" fmla="*/ 211743 h 1203497"/>
              <a:gd name="csX40" fmla="*/ 582087 w 811458"/>
              <a:gd name="csY40" fmla="*/ 335654 h 1203497"/>
              <a:gd name="csX41" fmla="*/ 687224 w 811458"/>
              <a:gd name="csY41" fmla="*/ 474395 h 1203497"/>
              <a:gd name="csX42" fmla="*/ 757255 w 811458"/>
              <a:gd name="csY42" fmla="*/ 615270 h 1203497"/>
              <a:gd name="csX43" fmla="*/ 804305 w 811458"/>
              <a:gd name="csY43" fmla="*/ 738009 h 1203497"/>
              <a:gd name="csX44" fmla="*/ 806367 w 811458"/>
              <a:gd name="csY44" fmla="*/ 852090 h 1203497"/>
              <a:gd name="csX45" fmla="*/ 775614 w 811458"/>
              <a:gd name="csY45" fmla="*/ 947579 h 1203497"/>
              <a:gd name="csX46" fmla="*/ 719870 w 811458"/>
              <a:gd name="csY46" fmla="*/ 1030791 h 1203497"/>
              <a:gd name="csX47" fmla="*/ 670986 w 811458"/>
              <a:gd name="csY47" fmla="*/ 1090419 h 1203497"/>
              <a:gd name="csX48" fmla="*/ 615622 w 811458"/>
              <a:gd name="csY48" fmla="*/ 1049185 h 12034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11458" h="1203497">
                <a:moveTo>
                  <a:pt x="615623" y="1049192"/>
                </a:moveTo>
                <a:cubicBezTo>
                  <a:pt x="628126" y="1027284"/>
                  <a:pt x="646433" y="1009090"/>
                  <a:pt x="660413" y="987364"/>
                </a:cubicBezTo>
                <a:cubicBezTo>
                  <a:pt x="677084" y="964084"/>
                  <a:pt x="687585" y="937708"/>
                  <a:pt x="698188" y="911382"/>
                </a:cubicBezTo>
                <a:cubicBezTo>
                  <a:pt x="706591" y="886219"/>
                  <a:pt x="712244" y="860409"/>
                  <a:pt x="718757" y="834642"/>
                </a:cubicBezTo>
                <a:cubicBezTo>
                  <a:pt x="724821" y="807580"/>
                  <a:pt x="721954" y="780608"/>
                  <a:pt x="719135" y="753393"/>
                </a:cubicBezTo>
                <a:cubicBezTo>
                  <a:pt x="711808" y="716480"/>
                  <a:pt x="697414" y="681637"/>
                  <a:pt x="684980" y="646246"/>
                </a:cubicBezTo>
                <a:cubicBezTo>
                  <a:pt x="663649" y="601235"/>
                  <a:pt x="645443" y="555184"/>
                  <a:pt x="620323" y="512020"/>
                </a:cubicBezTo>
                <a:cubicBezTo>
                  <a:pt x="597387" y="463802"/>
                  <a:pt x="561861" y="423125"/>
                  <a:pt x="527986" y="382289"/>
                </a:cubicBezTo>
                <a:cubicBezTo>
                  <a:pt x="492572" y="339686"/>
                  <a:pt x="447076" y="307694"/>
                  <a:pt x="406790" y="270370"/>
                </a:cubicBezTo>
                <a:cubicBezTo>
                  <a:pt x="369285" y="238365"/>
                  <a:pt x="330816" y="207631"/>
                  <a:pt x="290775" y="178893"/>
                </a:cubicBezTo>
                <a:cubicBezTo>
                  <a:pt x="265193" y="159319"/>
                  <a:pt x="237042" y="143555"/>
                  <a:pt x="210184" y="125992"/>
                </a:cubicBezTo>
                <a:cubicBezTo>
                  <a:pt x="195070" y="119217"/>
                  <a:pt x="182044" y="109426"/>
                  <a:pt x="167842" y="101079"/>
                </a:cubicBezTo>
                <a:cubicBezTo>
                  <a:pt x="160642" y="99353"/>
                  <a:pt x="153623" y="97878"/>
                  <a:pt x="146476" y="96269"/>
                </a:cubicBezTo>
                <a:cubicBezTo>
                  <a:pt x="142523" y="77357"/>
                  <a:pt x="137444" y="85852"/>
                  <a:pt x="123767" y="82256"/>
                </a:cubicBezTo>
                <a:cubicBezTo>
                  <a:pt x="110465" y="91196"/>
                  <a:pt x="100498" y="103630"/>
                  <a:pt x="91258" y="116553"/>
                </a:cubicBezTo>
                <a:cubicBezTo>
                  <a:pt x="77713" y="140006"/>
                  <a:pt x="67684" y="165119"/>
                  <a:pt x="57750" y="190145"/>
                </a:cubicBezTo>
                <a:cubicBezTo>
                  <a:pt x="44968" y="221411"/>
                  <a:pt x="40737" y="255141"/>
                  <a:pt x="36738" y="288481"/>
                </a:cubicBezTo>
                <a:cubicBezTo>
                  <a:pt x="33830" y="328589"/>
                  <a:pt x="32353" y="369304"/>
                  <a:pt x="33454" y="409563"/>
                </a:cubicBezTo>
                <a:cubicBezTo>
                  <a:pt x="36023" y="459675"/>
                  <a:pt x="44075" y="509499"/>
                  <a:pt x="53608" y="558762"/>
                </a:cubicBezTo>
                <a:cubicBezTo>
                  <a:pt x="65909" y="611968"/>
                  <a:pt x="83288" y="663671"/>
                  <a:pt x="99557" y="715734"/>
                </a:cubicBezTo>
                <a:cubicBezTo>
                  <a:pt x="120619" y="766376"/>
                  <a:pt x="141802" y="816575"/>
                  <a:pt x="167565" y="865067"/>
                </a:cubicBezTo>
                <a:cubicBezTo>
                  <a:pt x="194994" y="908682"/>
                  <a:pt x="217941" y="954687"/>
                  <a:pt x="249392" y="995693"/>
                </a:cubicBezTo>
                <a:cubicBezTo>
                  <a:pt x="283407" y="1040239"/>
                  <a:pt x="322810" y="1082315"/>
                  <a:pt x="366568" y="1117423"/>
                </a:cubicBezTo>
                <a:cubicBezTo>
                  <a:pt x="397866" y="1140747"/>
                  <a:pt x="420079" y="1171110"/>
                  <a:pt x="454003" y="1190574"/>
                </a:cubicBezTo>
                <a:cubicBezTo>
                  <a:pt x="462349" y="1195362"/>
                  <a:pt x="455570" y="1207168"/>
                  <a:pt x="447228" y="1202374"/>
                </a:cubicBezTo>
                <a:cubicBezTo>
                  <a:pt x="412697" y="1182533"/>
                  <a:pt x="372771" y="1173549"/>
                  <a:pt x="343243" y="1145301"/>
                </a:cubicBezTo>
                <a:cubicBezTo>
                  <a:pt x="298117" y="1106030"/>
                  <a:pt x="251157" y="1068910"/>
                  <a:pt x="214227" y="1021181"/>
                </a:cubicBezTo>
                <a:cubicBezTo>
                  <a:pt x="183912" y="977083"/>
                  <a:pt x="154299" y="931933"/>
                  <a:pt x="133466" y="882430"/>
                </a:cubicBezTo>
                <a:cubicBezTo>
                  <a:pt x="108775" y="831864"/>
                  <a:pt x="83615" y="780799"/>
                  <a:pt x="67237" y="726877"/>
                </a:cubicBezTo>
                <a:cubicBezTo>
                  <a:pt x="47518" y="674485"/>
                  <a:pt x="34425" y="619893"/>
                  <a:pt x="24646" y="564819"/>
                </a:cubicBezTo>
                <a:cubicBezTo>
                  <a:pt x="13186" y="513792"/>
                  <a:pt x="2597" y="462883"/>
                  <a:pt x="645" y="410419"/>
                </a:cubicBezTo>
                <a:cubicBezTo>
                  <a:pt x="-395" y="368204"/>
                  <a:pt x="-1011" y="326566"/>
                  <a:pt x="5641" y="284641"/>
                </a:cubicBezTo>
                <a:cubicBezTo>
                  <a:pt x="11251" y="249080"/>
                  <a:pt x="16330" y="213796"/>
                  <a:pt x="27157" y="179257"/>
                </a:cubicBezTo>
                <a:cubicBezTo>
                  <a:pt x="36747" y="151990"/>
                  <a:pt x="46385" y="124641"/>
                  <a:pt x="60758" y="99411"/>
                </a:cubicBezTo>
                <a:cubicBezTo>
                  <a:pt x="70569" y="79021"/>
                  <a:pt x="77980" y="58530"/>
                  <a:pt x="96830" y="43801"/>
                </a:cubicBezTo>
                <a:cubicBezTo>
                  <a:pt x="113198" y="27908"/>
                  <a:pt x="129282" y="12607"/>
                  <a:pt x="148248" y="0"/>
                </a:cubicBezTo>
                <a:cubicBezTo>
                  <a:pt x="168529" y="405"/>
                  <a:pt x="187943" y="40"/>
                  <a:pt x="206474" y="10105"/>
                </a:cubicBezTo>
                <a:cubicBezTo>
                  <a:pt x="228359" y="18295"/>
                  <a:pt x="248499" y="27568"/>
                  <a:pt x="265731" y="43812"/>
                </a:cubicBezTo>
                <a:cubicBezTo>
                  <a:pt x="294007" y="63992"/>
                  <a:pt x="320345" y="86462"/>
                  <a:pt x="346753" y="109083"/>
                </a:cubicBezTo>
                <a:cubicBezTo>
                  <a:pt x="384708" y="142806"/>
                  <a:pt x="422304" y="176855"/>
                  <a:pt x="459195" y="211743"/>
                </a:cubicBezTo>
                <a:cubicBezTo>
                  <a:pt x="503181" y="249714"/>
                  <a:pt x="542371" y="293220"/>
                  <a:pt x="582087" y="335654"/>
                </a:cubicBezTo>
                <a:cubicBezTo>
                  <a:pt x="620902" y="379119"/>
                  <a:pt x="654527" y="426269"/>
                  <a:pt x="687224" y="474395"/>
                </a:cubicBezTo>
                <a:cubicBezTo>
                  <a:pt x="712280" y="520390"/>
                  <a:pt x="738588" y="566258"/>
                  <a:pt x="757255" y="615270"/>
                </a:cubicBezTo>
                <a:cubicBezTo>
                  <a:pt x="777030" y="654472"/>
                  <a:pt x="794279" y="695143"/>
                  <a:pt x="804305" y="738009"/>
                </a:cubicBezTo>
                <a:cubicBezTo>
                  <a:pt x="811061" y="776130"/>
                  <a:pt x="815326" y="813592"/>
                  <a:pt x="806367" y="852090"/>
                </a:cubicBezTo>
                <a:cubicBezTo>
                  <a:pt x="800073" y="885388"/>
                  <a:pt x="792577" y="917738"/>
                  <a:pt x="775614" y="947579"/>
                </a:cubicBezTo>
                <a:cubicBezTo>
                  <a:pt x="759182" y="976598"/>
                  <a:pt x="741553" y="1005071"/>
                  <a:pt x="719870" y="1030791"/>
                </a:cubicBezTo>
                <a:cubicBezTo>
                  <a:pt x="703164" y="1050320"/>
                  <a:pt x="689671" y="1073888"/>
                  <a:pt x="670986" y="1090419"/>
                </a:cubicBezTo>
                <a:cubicBezTo>
                  <a:pt x="634428" y="1122765"/>
                  <a:pt x="591426" y="1091579"/>
                  <a:pt x="615622" y="104918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21D54A22-8FDF-5215-3ABB-0F01F5BB938B}"/>
              </a:ext>
            </a:extLst>
          </p:cNvPr>
          <p:cNvSpPr/>
          <p:nvPr/>
        </p:nvSpPr>
        <p:spPr>
          <a:xfrm>
            <a:off x="8381130" y="2155529"/>
            <a:ext cx="706066" cy="1559411"/>
          </a:xfrm>
          <a:custGeom>
            <a:avLst/>
            <a:gdLst>
              <a:gd name="csX0" fmla="*/ 171663 w 706066"/>
              <a:gd name="csY0" fmla="*/ 1457793 h 1559411"/>
              <a:gd name="csX1" fmla="*/ 231527 w 706066"/>
              <a:gd name="csY1" fmla="*/ 1442465 h 1559411"/>
              <a:gd name="csX2" fmla="*/ 360467 w 706066"/>
              <a:gd name="csY2" fmla="*/ 1327232 h 1559411"/>
              <a:gd name="csX3" fmla="*/ 489007 w 706066"/>
              <a:gd name="csY3" fmla="*/ 1078172 h 1559411"/>
              <a:gd name="csX4" fmla="*/ 574545 w 706066"/>
              <a:gd name="csY4" fmla="*/ 804252 h 1559411"/>
              <a:gd name="csX5" fmla="*/ 619813 w 706066"/>
              <a:gd name="csY5" fmla="*/ 575243 h 1559411"/>
              <a:gd name="csX6" fmla="*/ 632196 w 706066"/>
              <a:gd name="csY6" fmla="*/ 392667 h 1559411"/>
              <a:gd name="csX7" fmla="*/ 616989 w 706066"/>
              <a:gd name="csY7" fmla="*/ 257165 h 1559411"/>
              <a:gd name="csX8" fmla="*/ 588590 w 706066"/>
              <a:gd name="csY8" fmla="*/ 156104 h 1559411"/>
              <a:gd name="csX9" fmla="*/ 561610 w 706066"/>
              <a:gd name="csY9" fmla="*/ 104586 h 1559411"/>
              <a:gd name="csX10" fmla="*/ 547968 w 706066"/>
              <a:gd name="csY10" fmla="*/ 89340 h 1559411"/>
              <a:gd name="csX11" fmla="*/ 517130 w 706066"/>
              <a:gd name="csY11" fmla="*/ 96564 h 1559411"/>
              <a:gd name="csX12" fmla="*/ 411812 w 706066"/>
              <a:gd name="csY12" fmla="*/ 204415 h 1559411"/>
              <a:gd name="csX13" fmla="*/ 295255 w 706066"/>
              <a:gd name="csY13" fmla="*/ 416671 h 1559411"/>
              <a:gd name="csX14" fmla="*/ 174392 w 706066"/>
              <a:gd name="csY14" fmla="*/ 698601 h 1559411"/>
              <a:gd name="csX15" fmla="*/ 75761 w 706066"/>
              <a:gd name="csY15" fmla="*/ 1016193 h 1559411"/>
              <a:gd name="csX16" fmla="*/ 21365 w 706066"/>
              <a:gd name="csY16" fmla="*/ 1326584 h 1559411"/>
              <a:gd name="csX17" fmla="*/ 17077 w 706066"/>
              <a:gd name="csY17" fmla="*/ 1455696 h 1559411"/>
              <a:gd name="csX18" fmla="*/ 3487 w 706066"/>
              <a:gd name="csY18" fmla="*/ 1456382 h 1559411"/>
              <a:gd name="csX19" fmla="*/ 0 w 706066"/>
              <a:gd name="csY19" fmla="*/ 1324489 h 1559411"/>
              <a:gd name="csX20" fmla="*/ 60747 w 706066"/>
              <a:gd name="csY20" fmla="*/ 1012031 h 1559411"/>
              <a:gd name="csX21" fmla="*/ 161664 w 706066"/>
              <a:gd name="csY21" fmla="*/ 693772 h 1559411"/>
              <a:gd name="csX22" fmla="*/ 282555 w 706066"/>
              <a:gd name="csY22" fmla="*/ 410413 h 1559411"/>
              <a:gd name="csX23" fmla="*/ 390674 w 706066"/>
              <a:gd name="csY23" fmla="*/ 190843 h 1559411"/>
              <a:gd name="csX24" fmla="*/ 484133 w 706066"/>
              <a:gd name="csY24" fmla="*/ 56607 h 1559411"/>
              <a:gd name="csX25" fmla="*/ 584460 w 706066"/>
              <a:gd name="csY25" fmla="*/ 1141 h 1559411"/>
              <a:gd name="csX26" fmla="*/ 644550 w 706066"/>
              <a:gd name="csY26" fmla="*/ 50698 h 1559411"/>
              <a:gd name="csX27" fmla="*/ 675822 w 706066"/>
              <a:gd name="csY27" fmla="*/ 131566 h 1559411"/>
              <a:gd name="csX28" fmla="*/ 696882 w 706066"/>
              <a:gd name="csY28" fmla="*/ 244189 h 1559411"/>
              <a:gd name="csX29" fmla="*/ 705380 w 706066"/>
              <a:gd name="csY29" fmla="*/ 393484 h 1559411"/>
              <a:gd name="csX30" fmla="*/ 683468 w 706066"/>
              <a:gd name="csY30" fmla="*/ 587204 h 1559411"/>
              <a:gd name="csX31" fmla="*/ 620910 w 706066"/>
              <a:gd name="csY31" fmla="*/ 817137 h 1559411"/>
              <a:gd name="csX32" fmla="*/ 530203 w 706066"/>
              <a:gd name="csY32" fmla="*/ 1094372 h 1559411"/>
              <a:gd name="csX33" fmla="*/ 407930 w 706066"/>
              <a:gd name="csY33" fmla="*/ 1359995 h 1559411"/>
              <a:gd name="csX34" fmla="*/ 273456 w 706066"/>
              <a:gd name="csY34" fmla="*/ 1517682 h 1559411"/>
              <a:gd name="csX35" fmla="*/ 191433 w 706066"/>
              <a:gd name="csY35" fmla="*/ 1558375 h 1559411"/>
              <a:gd name="csX36" fmla="*/ 171672 w 706066"/>
              <a:gd name="csY36" fmla="*/ 1457782 h 15594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706066" h="1559411">
                <a:moveTo>
                  <a:pt x="171663" y="1457793"/>
                </a:moveTo>
                <a:cubicBezTo>
                  <a:pt x="192018" y="1456780"/>
                  <a:pt x="211718" y="1449420"/>
                  <a:pt x="231527" y="1442465"/>
                </a:cubicBezTo>
                <a:cubicBezTo>
                  <a:pt x="285337" y="1418312"/>
                  <a:pt x="323948" y="1371894"/>
                  <a:pt x="360467" y="1327232"/>
                </a:cubicBezTo>
                <a:cubicBezTo>
                  <a:pt x="416010" y="1251154"/>
                  <a:pt x="454262" y="1165192"/>
                  <a:pt x="489007" y="1078172"/>
                </a:cubicBezTo>
                <a:cubicBezTo>
                  <a:pt x="523645" y="988869"/>
                  <a:pt x="550029" y="896750"/>
                  <a:pt x="574545" y="804252"/>
                </a:cubicBezTo>
                <a:cubicBezTo>
                  <a:pt x="594055" y="728812"/>
                  <a:pt x="607708" y="652148"/>
                  <a:pt x="619813" y="575243"/>
                </a:cubicBezTo>
                <a:cubicBezTo>
                  <a:pt x="629265" y="514867"/>
                  <a:pt x="633765" y="453751"/>
                  <a:pt x="632196" y="392667"/>
                </a:cubicBezTo>
                <a:cubicBezTo>
                  <a:pt x="632208" y="346902"/>
                  <a:pt x="624527" y="302083"/>
                  <a:pt x="616989" y="257165"/>
                </a:cubicBezTo>
                <a:cubicBezTo>
                  <a:pt x="609681" y="222895"/>
                  <a:pt x="599365" y="189304"/>
                  <a:pt x="588590" y="156104"/>
                </a:cubicBezTo>
                <a:cubicBezTo>
                  <a:pt x="584451" y="136066"/>
                  <a:pt x="573313" y="120513"/>
                  <a:pt x="561610" y="104586"/>
                </a:cubicBezTo>
                <a:cubicBezTo>
                  <a:pt x="558129" y="98722"/>
                  <a:pt x="552516" y="94422"/>
                  <a:pt x="547968" y="89340"/>
                </a:cubicBezTo>
                <a:cubicBezTo>
                  <a:pt x="567806" y="75999"/>
                  <a:pt x="522887" y="93825"/>
                  <a:pt x="517130" y="96564"/>
                </a:cubicBezTo>
                <a:cubicBezTo>
                  <a:pt x="475369" y="125690"/>
                  <a:pt x="442497" y="164158"/>
                  <a:pt x="411812" y="204415"/>
                </a:cubicBezTo>
                <a:cubicBezTo>
                  <a:pt x="365074" y="270742"/>
                  <a:pt x="330461" y="343900"/>
                  <a:pt x="295255" y="416671"/>
                </a:cubicBezTo>
                <a:cubicBezTo>
                  <a:pt x="250172" y="508565"/>
                  <a:pt x="210585" y="602904"/>
                  <a:pt x="174392" y="698601"/>
                </a:cubicBezTo>
                <a:cubicBezTo>
                  <a:pt x="135890" y="802633"/>
                  <a:pt x="103408" y="908799"/>
                  <a:pt x="75761" y="1016193"/>
                </a:cubicBezTo>
                <a:cubicBezTo>
                  <a:pt x="50804" y="1118330"/>
                  <a:pt x="31518" y="1221914"/>
                  <a:pt x="21365" y="1326584"/>
                </a:cubicBezTo>
                <a:cubicBezTo>
                  <a:pt x="12713" y="1369342"/>
                  <a:pt x="14889" y="1412535"/>
                  <a:pt x="17077" y="1455696"/>
                </a:cubicBezTo>
                <a:cubicBezTo>
                  <a:pt x="17564" y="1465306"/>
                  <a:pt x="3970" y="1465991"/>
                  <a:pt x="3487" y="1456382"/>
                </a:cubicBezTo>
                <a:cubicBezTo>
                  <a:pt x="1279" y="1412430"/>
                  <a:pt x="338" y="1368501"/>
                  <a:pt x="0" y="1324489"/>
                </a:cubicBezTo>
                <a:cubicBezTo>
                  <a:pt x="10456" y="1218514"/>
                  <a:pt x="28698" y="1113872"/>
                  <a:pt x="60747" y="1012031"/>
                </a:cubicBezTo>
                <a:cubicBezTo>
                  <a:pt x="92316" y="905303"/>
                  <a:pt x="122009" y="797909"/>
                  <a:pt x="161664" y="693772"/>
                </a:cubicBezTo>
                <a:cubicBezTo>
                  <a:pt x="198014" y="597674"/>
                  <a:pt x="235595" y="501920"/>
                  <a:pt x="282555" y="410413"/>
                </a:cubicBezTo>
                <a:cubicBezTo>
                  <a:pt x="318973" y="337390"/>
                  <a:pt x="353823" y="263595"/>
                  <a:pt x="390674" y="190843"/>
                </a:cubicBezTo>
                <a:cubicBezTo>
                  <a:pt x="416633" y="142482"/>
                  <a:pt x="445320" y="95824"/>
                  <a:pt x="484133" y="56607"/>
                </a:cubicBezTo>
                <a:cubicBezTo>
                  <a:pt x="511916" y="25713"/>
                  <a:pt x="538636" y="-6512"/>
                  <a:pt x="584460" y="1141"/>
                </a:cubicBezTo>
                <a:cubicBezTo>
                  <a:pt x="609233" y="13719"/>
                  <a:pt x="628536" y="26945"/>
                  <a:pt x="644550" y="50698"/>
                </a:cubicBezTo>
                <a:cubicBezTo>
                  <a:pt x="657617" y="76664"/>
                  <a:pt x="668905" y="103106"/>
                  <a:pt x="675822" y="131566"/>
                </a:cubicBezTo>
                <a:cubicBezTo>
                  <a:pt x="683713" y="168928"/>
                  <a:pt x="691273" y="206386"/>
                  <a:pt x="696882" y="244189"/>
                </a:cubicBezTo>
                <a:cubicBezTo>
                  <a:pt x="703642" y="293644"/>
                  <a:pt x="707778" y="343487"/>
                  <a:pt x="705380" y="393484"/>
                </a:cubicBezTo>
                <a:cubicBezTo>
                  <a:pt x="702425" y="458503"/>
                  <a:pt x="697145" y="523405"/>
                  <a:pt x="683468" y="587204"/>
                </a:cubicBezTo>
                <a:cubicBezTo>
                  <a:pt x="666535" y="664864"/>
                  <a:pt x="643945" y="741099"/>
                  <a:pt x="620910" y="817137"/>
                </a:cubicBezTo>
                <a:cubicBezTo>
                  <a:pt x="593689" y="910585"/>
                  <a:pt x="565181" y="1003446"/>
                  <a:pt x="530203" y="1094372"/>
                </a:cubicBezTo>
                <a:cubicBezTo>
                  <a:pt x="494924" y="1185241"/>
                  <a:pt x="457058" y="1275633"/>
                  <a:pt x="407930" y="1359995"/>
                </a:cubicBezTo>
                <a:cubicBezTo>
                  <a:pt x="372244" y="1420749"/>
                  <a:pt x="332206" y="1476982"/>
                  <a:pt x="273456" y="1517682"/>
                </a:cubicBezTo>
                <a:cubicBezTo>
                  <a:pt x="247890" y="1534089"/>
                  <a:pt x="220904" y="1553094"/>
                  <a:pt x="191433" y="1558375"/>
                </a:cubicBezTo>
                <a:cubicBezTo>
                  <a:pt x="120081" y="1571163"/>
                  <a:pt x="99272" y="1461382"/>
                  <a:pt x="171672" y="1457782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8C5A058F-5D89-F389-8FED-B5C7160CAF6B}"/>
              </a:ext>
            </a:extLst>
          </p:cNvPr>
          <p:cNvSpPr/>
          <p:nvPr/>
        </p:nvSpPr>
        <p:spPr>
          <a:xfrm>
            <a:off x="8812551" y="2806612"/>
            <a:ext cx="600087" cy="840122"/>
          </a:xfrm>
          <a:custGeom>
            <a:avLst/>
            <a:gdLst>
              <a:gd name="csX0" fmla="*/ 22468 w 600087"/>
              <a:gd name="csY0" fmla="*/ 758989 h 840122"/>
              <a:gd name="csX1" fmla="*/ 95765 w 600087"/>
              <a:gd name="csY1" fmla="*/ 712523 h 840122"/>
              <a:gd name="csX2" fmla="*/ 246727 w 600087"/>
              <a:gd name="csY2" fmla="*/ 566885 h 840122"/>
              <a:gd name="csX3" fmla="*/ 384516 w 600087"/>
              <a:gd name="csY3" fmla="*/ 385491 h 840122"/>
              <a:gd name="csX4" fmla="*/ 494719 w 600087"/>
              <a:gd name="csY4" fmla="*/ 203945 h 840122"/>
              <a:gd name="csX5" fmla="*/ 578261 w 600087"/>
              <a:gd name="csY5" fmla="*/ 34066 h 840122"/>
              <a:gd name="csX6" fmla="*/ 586660 w 600087"/>
              <a:gd name="csY6" fmla="*/ 5307 h 840122"/>
              <a:gd name="csX7" fmla="*/ 599722 w 600087"/>
              <a:gd name="csY7" fmla="*/ 9122 h 840122"/>
              <a:gd name="csX8" fmla="*/ 591198 w 600087"/>
              <a:gd name="csY8" fmla="*/ 38285 h 840122"/>
              <a:gd name="csX9" fmla="*/ 525282 w 600087"/>
              <a:gd name="csY9" fmla="*/ 220432 h 840122"/>
              <a:gd name="csX10" fmla="*/ 413811 w 600087"/>
              <a:gd name="csY10" fmla="*/ 405483 h 840122"/>
              <a:gd name="csX11" fmla="*/ 275375 w 600087"/>
              <a:gd name="csY11" fmla="*/ 592240 h 840122"/>
              <a:gd name="csX12" fmla="*/ 133272 w 600087"/>
              <a:gd name="csY12" fmla="*/ 751917 h 840122"/>
              <a:gd name="csX13" fmla="*/ 65177 w 600087"/>
              <a:gd name="csY13" fmla="*/ 829797 h 840122"/>
              <a:gd name="csX14" fmla="*/ 22467 w 600087"/>
              <a:gd name="csY14" fmla="*/ 758995 h 840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600087" h="840122">
                <a:moveTo>
                  <a:pt x="22468" y="758989"/>
                </a:moveTo>
                <a:cubicBezTo>
                  <a:pt x="48467" y="747628"/>
                  <a:pt x="72772" y="729570"/>
                  <a:pt x="95765" y="712523"/>
                </a:cubicBezTo>
                <a:cubicBezTo>
                  <a:pt x="150448" y="668753"/>
                  <a:pt x="199092" y="618063"/>
                  <a:pt x="246727" y="566885"/>
                </a:cubicBezTo>
                <a:cubicBezTo>
                  <a:pt x="297206" y="509940"/>
                  <a:pt x="342386" y="448775"/>
                  <a:pt x="384516" y="385491"/>
                </a:cubicBezTo>
                <a:cubicBezTo>
                  <a:pt x="422240" y="325490"/>
                  <a:pt x="459610" y="265515"/>
                  <a:pt x="494719" y="203945"/>
                </a:cubicBezTo>
                <a:cubicBezTo>
                  <a:pt x="527212" y="149396"/>
                  <a:pt x="558423" y="94922"/>
                  <a:pt x="578261" y="34066"/>
                </a:cubicBezTo>
                <a:cubicBezTo>
                  <a:pt x="581061" y="24480"/>
                  <a:pt x="583861" y="14894"/>
                  <a:pt x="586660" y="5307"/>
                </a:cubicBezTo>
                <a:cubicBezTo>
                  <a:pt x="589358" y="-3929"/>
                  <a:pt x="602420" y="-113"/>
                  <a:pt x="599722" y="9122"/>
                </a:cubicBezTo>
                <a:cubicBezTo>
                  <a:pt x="596881" y="18844"/>
                  <a:pt x="594039" y="28564"/>
                  <a:pt x="591198" y="38285"/>
                </a:cubicBezTo>
                <a:cubicBezTo>
                  <a:pt x="571192" y="99596"/>
                  <a:pt x="554392" y="162977"/>
                  <a:pt x="525282" y="220432"/>
                </a:cubicBezTo>
                <a:cubicBezTo>
                  <a:pt x="492587" y="284460"/>
                  <a:pt x="456397" y="347505"/>
                  <a:pt x="413811" y="405483"/>
                </a:cubicBezTo>
                <a:cubicBezTo>
                  <a:pt x="369394" y="468979"/>
                  <a:pt x="326410" y="533747"/>
                  <a:pt x="275375" y="592240"/>
                </a:cubicBezTo>
                <a:cubicBezTo>
                  <a:pt x="229433" y="646751"/>
                  <a:pt x="179506" y="697663"/>
                  <a:pt x="133272" y="751917"/>
                </a:cubicBezTo>
                <a:cubicBezTo>
                  <a:pt x="111247" y="778443"/>
                  <a:pt x="90413" y="806155"/>
                  <a:pt x="65177" y="829797"/>
                </a:cubicBezTo>
                <a:cubicBezTo>
                  <a:pt x="22509" y="869772"/>
                  <a:pt x="-31111" y="782408"/>
                  <a:pt x="22467" y="75899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11E8B837-7E9D-5543-5377-AFBA05A4FD92}"/>
              </a:ext>
            </a:extLst>
          </p:cNvPr>
          <p:cNvSpPr/>
          <p:nvPr/>
        </p:nvSpPr>
        <p:spPr>
          <a:xfrm>
            <a:off x="8951989" y="2107506"/>
            <a:ext cx="579866" cy="821256"/>
          </a:xfrm>
          <a:custGeom>
            <a:avLst/>
            <a:gdLst>
              <a:gd name="csX0" fmla="*/ 524157 w 579866"/>
              <a:gd name="csY0" fmla="*/ 242038 h 821256"/>
              <a:gd name="csX1" fmla="*/ 531629 w 579866"/>
              <a:gd name="csY1" fmla="*/ 195381 h 821256"/>
              <a:gd name="csX2" fmla="*/ 536382 w 579866"/>
              <a:gd name="csY2" fmla="*/ 122180 h 821256"/>
              <a:gd name="csX3" fmla="*/ 532125 w 579866"/>
              <a:gd name="csY3" fmla="*/ 62173 h 821256"/>
              <a:gd name="csX4" fmla="*/ 526167 w 579866"/>
              <a:gd name="csY4" fmla="*/ 41098 h 821256"/>
              <a:gd name="csX5" fmla="*/ 524517 w 579866"/>
              <a:gd name="csY5" fmla="*/ 49658 h 821256"/>
              <a:gd name="csX6" fmla="*/ 441930 w 579866"/>
              <a:gd name="csY6" fmla="*/ 153909 h 821256"/>
              <a:gd name="csX7" fmla="*/ 306780 w 579866"/>
              <a:gd name="csY7" fmla="*/ 361716 h 821256"/>
              <a:gd name="csX8" fmla="*/ 153951 w 579866"/>
              <a:gd name="csY8" fmla="*/ 586458 h 821256"/>
              <a:gd name="csX9" fmla="*/ 12962 w 579866"/>
              <a:gd name="csY9" fmla="*/ 817363 h 821256"/>
              <a:gd name="csX10" fmla="*/ 1069 w 579866"/>
              <a:gd name="csY10" fmla="*/ 810752 h 821256"/>
              <a:gd name="csX11" fmla="*/ 142611 w 579866"/>
              <a:gd name="csY11" fmla="*/ 578942 h 821256"/>
              <a:gd name="csX12" fmla="*/ 295468 w 579866"/>
              <a:gd name="csY12" fmla="*/ 354152 h 821256"/>
              <a:gd name="csX13" fmla="*/ 430275 w 579866"/>
              <a:gd name="csY13" fmla="*/ 146888 h 821256"/>
              <a:gd name="csX14" fmla="*/ 500831 w 579866"/>
              <a:gd name="csY14" fmla="*/ 22815 h 821256"/>
              <a:gd name="csX15" fmla="*/ 564862 w 579866"/>
              <a:gd name="csY15" fmla="*/ 10814 h 821256"/>
              <a:gd name="csX16" fmla="*/ 579576 w 579866"/>
              <a:gd name="csY16" fmla="*/ 58900 h 821256"/>
              <a:gd name="csX17" fmla="*/ 578384 w 579866"/>
              <a:gd name="csY17" fmla="*/ 123851 h 821256"/>
              <a:gd name="csX18" fmla="*/ 569886 w 579866"/>
              <a:gd name="csY18" fmla="*/ 201051 h 821256"/>
              <a:gd name="csX19" fmla="*/ 562260 w 579866"/>
              <a:gd name="csY19" fmla="*/ 251638 h 821256"/>
              <a:gd name="csX20" fmla="*/ 524159 w 579866"/>
              <a:gd name="csY20" fmla="*/ 242033 h 8212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79866" h="821256">
                <a:moveTo>
                  <a:pt x="524157" y="242038"/>
                </a:moveTo>
                <a:cubicBezTo>
                  <a:pt x="521088" y="229310"/>
                  <a:pt x="527929" y="210189"/>
                  <a:pt x="531629" y="195381"/>
                </a:cubicBezTo>
                <a:cubicBezTo>
                  <a:pt x="537265" y="171228"/>
                  <a:pt x="537669" y="146765"/>
                  <a:pt x="536382" y="122180"/>
                </a:cubicBezTo>
                <a:cubicBezTo>
                  <a:pt x="537937" y="102022"/>
                  <a:pt x="534379" y="82073"/>
                  <a:pt x="532125" y="62173"/>
                </a:cubicBezTo>
                <a:cubicBezTo>
                  <a:pt x="533053" y="55495"/>
                  <a:pt x="526875" y="43605"/>
                  <a:pt x="526167" y="41098"/>
                </a:cubicBezTo>
                <a:cubicBezTo>
                  <a:pt x="543747" y="52035"/>
                  <a:pt x="526348" y="40158"/>
                  <a:pt x="524517" y="49658"/>
                </a:cubicBezTo>
                <a:cubicBezTo>
                  <a:pt x="488839" y="77027"/>
                  <a:pt x="464821" y="115900"/>
                  <a:pt x="441930" y="153909"/>
                </a:cubicBezTo>
                <a:cubicBezTo>
                  <a:pt x="398793" y="224405"/>
                  <a:pt x="352720" y="293031"/>
                  <a:pt x="306780" y="361716"/>
                </a:cubicBezTo>
                <a:cubicBezTo>
                  <a:pt x="255871" y="436661"/>
                  <a:pt x="204005" y="510934"/>
                  <a:pt x="153951" y="586458"/>
                </a:cubicBezTo>
                <a:cubicBezTo>
                  <a:pt x="103943" y="661567"/>
                  <a:pt x="56796" y="738506"/>
                  <a:pt x="12962" y="817363"/>
                </a:cubicBezTo>
                <a:cubicBezTo>
                  <a:pt x="8287" y="825773"/>
                  <a:pt x="-3606" y="819161"/>
                  <a:pt x="1069" y="810752"/>
                </a:cubicBezTo>
                <a:cubicBezTo>
                  <a:pt x="45083" y="731585"/>
                  <a:pt x="92405" y="654342"/>
                  <a:pt x="142611" y="578942"/>
                </a:cubicBezTo>
                <a:cubicBezTo>
                  <a:pt x="192673" y="503401"/>
                  <a:pt x="244547" y="429104"/>
                  <a:pt x="295468" y="354152"/>
                </a:cubicBezTo>
                <a:cubicBezTo>
                  <a:pt x="341288" y="285649"/>
                  <a:pt x="387244" y="217201"/>
                  <a:pt x="430275" y="146888"/>
                </a:cubicBezTo>
                <a:cubicBezTo>
                  <a:pt x="454863" y="106064"/>
                  <a:pt x="473981" y="62208"/>
                  <a:pt x="500831" y="22815"/>
                </a:cubicBezTo>
                <a:cubicBezTo>
                  <a:pt x="521922" y="866"/>
                  <a:pt x="537780" y="-9265"/>
                  <a:pt x="564862" y="10814"/>
                </a:cubicBezTo>
                <a:cubicBezTo>
                  <a:pt x="573182" y="26251"/>
                  <a:pt x="581546" y="39425"/>
                  <a:pt x="579576" y="58900"/>
                </a:cubicBezTo>
                <a:cubicBezTo>
                  <a:pt x="579397" y="80562"/>
                  <a:pt x="578373" y="102178"/>
                  <a:pt x="578384" y="123851"/>
                </a:cubicBezTo>
                <a:cubicBezTo>
                  <a:pt x="574574" y="149539"/>
                  <a:pt x="571814" y="175166"/>
                  <a:pt x="569886" y="201051"/>
                </a:cubicBezTo>
                <a:cubicBezTo>
                  <a:pt x="568973" y="217778"/>
                  <a:pt x="570379" y="238874"/>
                  <a:pt x="562260" y="251638"/>
                </a:cubicBezTo>
                <a:cubicBezTo>
                  <a:pt x="547348" y="275081"/>
                  <a:pt x="530672" y="269043"/>
                  <a:pt x="524159" y="242033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7B5A3402-B1AE-D217-5F99-7D075594886D}"/>
              </a:ext>
            </a:extLst>
          </p:cNvPr>
          <p:cNvSpPr/>
          <p:nvPr/>
        </p:nvSpPr>
        <p:spPr>
          <a:xfrm>
            <a:off x="9175602" y="1645294"/>
            <a:ext cx="874831" cy="1760874"/>
          </a:xfrm>
          <a:custGeom>
            <a:avLst/>
            <a:gdLst>
              <a:gd name="csX0" fmla="*/ 4222 w 874831"/>
              <a:gd name="csY0" fmla="*/ 1720853 h 1760874"/>
              <a:gd name="csX1" fmla="*/ 76151 w 874831"/>
              <a:gd name="csY1" fmla="*/ 1631727 h 1760874"/>
              <a:gd name="csX2" fmla="*/ 236828 w 874831"/>
              <a:gd name="csY2" fmla="*/ 1419129 h 1760874"/>
              <a:gd name="csX3" fmla="*/ 438234 w 874831"/>
              <a:gd name="csY3" fmla="*/ 1157496 h 1760874"/>
              <a:gd name="csX4" fmla="*/ 629792 w 874831"/>
              <a:gd name="csY4" fmla="*/ 851439 h 1760874"/>
              <a:gd name="csX5" fmla="*/ 725585 w 874831"/>
              <a:gd name="csY5" fmla="*/ 583263 h 1760874"/>
              <a:gd name="csX6" fmla="*/ 781722 w 874831"/>
              <a:gd name="csY6" fmla="*/ 360797 h 1760874"/>
              <a:gd name="csX7" fmla="*/ 801658 w 874831"/>
              <a:gd name="csY7" fmla="*/ 192995 h 1760874"/>
              <a:gd name="csX8" fmla="*/ 790311 w 874831"/>
              <a:gd name="csY8" fmla="*/ 107831 h 1760874"/>
              <a:gd name="csX9" fmla="*/ 769938 w 874831"/>
              <a:gd name="csY9" fmla="*/ 89490 h 1760874"/>
              <a:gd name="csX10" fmla="*/ 750898 w 874831"/>
              <a:gd name="csY10" fmla="*/ 93555 h 1760874"/>
              <a:gd name="csX11" fmla="*/ 597050 w 874831"/>
              <a:gd name="csY11" fmla="*/ 203130 h 1760874"/>
              <a:gd name="csX12" fmla="*/ 537537 w 874831"/>
              <a:gd name="csY12" fmla="*/ 286484 h 1760874"/>
              <a:gd name="csX13" fmla="*/ 526284 w 874831"/>
              <a:gd name="csY13" fmla="*/ 278835 h 1760874"/>
              <a:gd name="csX14" fmla="*/ 586598 w 874831"/>
              <a:gd name="csY14" fmla="*/ 194419 h 1760874"/>
              <a:gd name="csX15" fmla="*/ 712461 w 874831"/>
              <a:gd name="csY15" fmla="*/ 26208 h 1760874"/>
              <a:gd name="csX16" fmla="*/ 828818 w 874831"/>
              <a:gd name="csY16" fmla="*/ 14517 h 1760874"/>
              <a:gd name="csX17" fmla="*/ 874028 w 874831"/>
              <a:gd name="csY17" fmla="*/ 88384 h 1760874"/>
              <a:gd name="csX18" fmla="*/ 864523 w 874831"/>
              <a:gd name="csY18" fmla="*/ 201675 h 1760874"/>
              <a:gd name="csX19" fmla="*/ 819628 w 874831"/>
              <a:gd name="csY19" fmla="*/ 370000 h 1760874"/>
              <a:gd name="csX20" fmla="*/ 759868 w 874831"/>
              <a:gd name="csY20" fmla="*/ 593657 h 1760874"/>
              <a:gd name="csX21" fmla="*/ 645701 w 874831"/>
              <a:gd name="csY21" fmla="*/ 859652 h 1760874"/>
              <a:gd name="csX22" fmla="*/ 467003 w 874831"/>
              <a:gd name="csY22" fmla="*/ 1177149 h 1760874"/>
              <a:gd name="csX23" fmla="*/ 273121 w 874831"/>
              <a:gd name="csY23" fmla="*/ 1446983 h 1760874"/>
              <a:gd name="csX24" fmla="*/ 113682 w 874831"/>
              <a:gd name="csY24" fmla="*/ 1660771 h 1760874"/>
              <a:gd name="csX25" fmla="*/ 42390 w 874831"/>
              <a:gd name="csY25" fmla="*/ 1752400 h 1760874"/>
              <a:gd name="csX26" fmla="*/ 4232 w 874831"/>
              <a:gd name="csY26" fmla="*/ 1720861 h 17608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74831" h="1760874">
                <a:moveTo>
                  <a:pt x="4222" y="1720853"/>
                </a:moveTo>
                <a:cubicBezTo>
                  <a:pt x="20362" y="1684888"/>
                  <a:pt x="49929" y="1659996"/>
                  <a:pt x="76151" y="1631727"/>
                </a:cubicBezTo>
                <a:cubicBezTo>
                  <a:pt x="137340" y="1566796"/>
                  <a:pt x="182336" y="1489423"/>
                  <a:pt x="236828" y="1419129"/>
                </a:cubicBezTo>
                <a:cubicBezTo>
                  <a:pt x="307350" y="1334506"/>
                  <a:pt x="374331" y="1247184"/>
                  <a:pt x="438234" y="1157496"/>
                </a:cubicBezTo>
                <a:cubicBezTo>
                  <a:pt x="505893" y="1058160"/>
                  <a:pt x="577756" y="960071"/>
                  <a:pt x="629792" y="851439"/>
                </a:cubicBezTo>
                <a:cubicBezTo>
                  <a:pt x="671377" y="765523"/>
                  <a:pt x="700822" y="675160"/>
                  <a:pt x="725585" y="583263"/>
                </a:cubicBezTo>
                <a:cubicBezTo>
                  <a:pt x="748035" y="510098"/>
                  <a:pt x="764357" y="435282"/>
                  <a:pt x="781722" y="360797"/>
                </a:cubicBezTo>
                <a:cubicBezTo>
                  <a:pt x="791472" y="305176"/>
                  <a:pt x="799126" y="249402"/>
                  <a:pt x="801658" y="192995"/>
                </a:cubicBezTo>
                <a:cubicBezTo>
                  <a:pt x="806610" y="163105"/>
                  <a:pt x="797698" y="135300"/>
                  <a:pt x="790311" y="107831"/>
                </a:cubicBezTo>
                <a:cubicBezTo>
                  <a:pt x="786310" y="98345"/>
                  <a:pt x="777268" y="95222"/>
                  <a:pt x="769938" y="89490"/>
                </a:cubicBezTo>
                <a:cubicBezTo>
                  <a:pt x="768984" y="86262"/>
                  <a:pt x="756670" y="92323"/>
                  <a:pt x="750898" y="93555"/>
                </a:cubicBezTo>
                <a:cubicBezTo>
                  <a:pt x="686684" y="114925"/>
                  <a:pt x="639894" y="151711"/>
                  <a:pt x="597050" y="203130"/>
                </a:cubicBezTo>
                <a:cubicBezTo>
                  <a:pt x="557022" y="256247"/>
                  <a:pt x="576931" y="228513"/>
                  <a:pt x="537537" y="286484"/>
                </a:cubicBezTo>
                <a:cubicBezTo>
                  <a:pt x="532129" y="294442"/>
                  <a:pt x="520874" y="286791"/>
                  <a:pt x="526284" y="278835"/>
                </a:cubicBezTo>
                <a:cubicBezTo>
                  <a:pt x="566195" y="220142"/>
                  <a:pt x="546018" y="248230"/>
                  <a:pt x="586598" y="194419"/>
                </a:cubicBezTo>
                <a:cubicBezTo>
                  <a:pt x="631894" y="140081"/>
                  <a:pt x="664650" y="77700"/>
                  <a:pt x="712461" y="26208"/>
                </a:cubicBezTo>
                <a:cubicBezTo>
                  <a:pt x="750255" y="-1237"/>
                  <a:pt x="787139" y="-10314"/>
                  <a:pt x="828818" y="14517"/>
                </a:cubicBezTo>
                <a:cubicBezTo>
                  <a:pt x="850478" y="35680"/>
                  <a:pt x="868697" y="57238"/>
                  <a:pt x="874028" y="88384"/>
                </a:cubicBezTo>
                <a:cubicBezTo>
                  <a:pt x="876201" y="127115"/>
                  <a:pt x="874262" y="163757"/>
                  <a:pt x="864523" y="201675"/>
                </a:cubicBezTo>
                <a:cubicBezTo>
                  <a:pt x="851581" y="258309"/>
                  <a:pt x="836845" y="314431"/>
                  <a:pt x="819628" y="370000"/>
                </a:cubicBezTo>
                <a:cubicBezTo>
                  <a:pt x="800734" y="444828"/>
                  <a:pt x="778785" y="518857"/>
                  <a:pt x="759868" y="593657"/>
                </a:cubicBezTo>
                <a:cubicBezTo>
                  <a:pt x="729023" y="685190"/>
                  <a:pt x="691955" y="774746"/>
                  <a:pt x="645701" y="859652"/>
                </a:cubicBezTo>
                <a:cubicBezTo>
                  <a:pt x="586780" y="965799"/>
                  <a:pt x="535297" y="1076222"/>
                  <a:pt x="467003" y="1177149"/>
                </a:cubicBezTo>
                <a:cubicBezTo>
                  <a:pt x="406238" y="1269912"/>
                  <a:pt x="340406" y="1358867"/>
                  <a:pt x="273121" y="1446983"/>
                </a:cubicBezTo>
                <a:cubicBezTo>
                  <a:pt x="219329" y="1517789"/>
                  <a:pt x="159450" y="1584181"/>
                  <a:pt x="113682" y="1660771"/>
                </a:cubicBezTo>
                <a:cubicBezTo>
                  <a:pt x="92459" y="1693801"/>
                  <a:pt x="74607" y="1728425"/>
                  <a:pt x="42390" y="1752400"/>
                </a:cubicBezTo>
                <a:cubicBezTo>
                  <a:pt x="14307" y="1773298"/>
                  <a:pt x="-10099" y="1752797"/>
                  <a:pt x="4232" y="172086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92C3E325-F6A1-034A-00B9-BE48E622412E}"/>
              </a:ext>
            </a:extLst>
          </p:cNvPr>
          <p:cNvSpPr/>
          <p:nvPr/>
        </p:nvSpPr>
        <p:spPr>
          <a:xfrm>
            <a:off x="6556623" y="2684045"/>
            <a:ext cx="1308942" cy="1142169"/>
          </a:xfrm>
          <a:custGeom>
            <a:avLst/>
            <a:gdLst>
              <a:gd name="csX0" fmla="*/ 1265126 w 1308942"/>
              <a:gd name="csY0" fmla="*/ 1140160 h 1142169"/>
              <a:gd name="csX1" fmla="*/ 1170852 w 1308942"/>
              <a:gd name="csY1" fmla="*/ 1111350 h 1142169"/>
              <a:gd name="csX2" fmla="*/ 921421 w 1308942"/>
              <a:gd name="csY2" fmla="*/ 1022181 h 1142169"/>
              <a:gd name="csX3" fmla="*/ 593980 w 1308942"/>
              <a:gd name="csY3" fmla="*/ 864180 h 1142169"/>
              <a:gd name="csX4" fmla="*/ 315193 w 1308942"/>
              <a:gd name="csY4" fmla="*/ 592089 h 1142169"/>
              <a:gd name="csX5" fmla="*/ 130817 w 1308942"/>
              <a:gd name="csY5" fmla="*/ 328761 h 1142169"/>
              <a:gd name="csX6" fmla="*/ 54251 w 1308942"/>
              <a:gd name="csY6" fmla="*/ 160511 h 1142169"/>
              <a:gd name="csX7" fmla="*/ 20673 w 1308942"/>
              <a:gd name="csY7" fmla="*/ 84043 h 1142169"/>
              <a:gd name="csX8" fmla="*/ 1467 w 1308942"/>
              <a:gd name="csY8" fmla="*/ 49166 h 1142169"/>
              <a:gd name="csX9" fmla="*/ 51244 w 1308942"/>
              <a:gd name="csY9" fmla="*/ 62 h 1142169"/>
              <a:gd name="csX10" fmla="*/ 148999 w 1308942"/>
              <a:gd name="csY10" fmla="*/ 42823 h 1142169"/>
              <a:gd name="csX11" fmla="*/ 342661 w 1308942"/>
              <a:gd name="csY11" fmla="*/ 112206 h 1142169"/>
              <a:gd name="csX12" fmla="*/ 604675 w 1308942"/>
              <a:gd name="csY12" fmla="*/ 256615 h 1142169"/>
              <a:gd name="csX13" fmla="*/ 839828 w 1308942"/>
              <a:gd name="csY13" fmla="*/ 431446 h 1142169"/>
              <a:gd name="csX14" fmla="*/ 942412 w 1308942"/>
              <a:gd name="csY14" fmla="*/ 554871 h 1142169"/>
              <a:gd name="csX15" fmla="*/ 932162 w 1308942"/>
              <a:gd name="csY15" fmla="*/ 563820 h 1142169"/>
              <a:gd name="csX16" fmla="*/ 815548 w 1308942"/>
              <a:gd name="csY16" fmla="*/ 458625 h 1142169"/>
              <a:gd name="csX17" fmla="*/ 590786 w 1308942"/>
              <a:gd name="csY17" fmla="*/ 277993 h 1142169"/>
              <a:gd name="csX18" fmla="*/ 333240 w 1308942"/>
              <a:gd name="csY18" fmla="*/ 138824 h 1142169"/>
              <a:gd name="csX19" fmla="*/ 134653 w 1308942"/>
              <a:gd name="csY19" fmla="*/ 84426 h 1142169"/>
              <a:gd name="csX20" fmla="*/ 40533 w 1308942"/>
              <a:gd name="csY20" fmla="*/ 63207 h 1142169"/>
              <a:gd name="csX21" fmla="*/ 65866 w 1308942"/>
              <a:gd name="csY21" fmla="*/ 28037 h 1142169"/>
              <a:gd name="csX22" fmla="*/ 76475 w 1308942"/>
              <a:gd name="csY22" fmla="*/ 62606 h 1142169"/>
              <a:gd name="csX23" fmla="*/ 94131 w 1308942"/>
              <a:gd name="csY23" fmla="*/ 148215 h 1142169"/>
              <a:gd name="csX24" fmla="*/ 151868 w 1308942"/>
              <a:gd name="csY24" fmla="*/ 317322 h 1142169"/>
              <a:gd name="csX25" fmla="*/ 325709 w 1308942"/>
              <a:gd name="csY25" fmla="*/ 583460 h 1142169"/>
              <a:gd name="csX26" fmla="*/ 601449 w 1308942"/>
              <a:gd name="csY26" fmla="*/ 852818 h 1142169"/>
              <a:gd name="csX27" fmla="*/ 925956 w 1308942"/>
              <a:gd name="csY27" fmla="*/ 1007990 h 1142169"/>
              <a:gd name="csX28" fmla="*/ 1181559 w 1308942"/>
              <a:gd name="csY28" fmla="*/ 1053665 h 1142169"/>
              <a:gd name="csX29" fmla="*/ 1266577 w 1308942"/>
              <a:gd name="csY29" fmla="*/ 1056051 h 1142169"/>
              <a:gd name="csX30" fmla="*/ 1265131 w 1308942"/>
              <a:gd name="csY30" fmla="*/ 1140174 h 11421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1308942" h="1142169">
                <a:moveTo>
                  <a:pt x="1265126" y="1140160"/>
                </a:moveTo>
                <a:cubicBezTo>
                  <a:pt x="1233832" y="1130014"/>
                  <a:pt x="1202587" y="1120260"/>
                  <a:pt x="1170852" y="1111350"/>
                </a:cubicBezTo>
                <a:cubicBezTo>
                  <a:pt x="1086076" y="1086242"/>
                  <a:pt x="1003508" y="1054996"/>
                  <a:pt x="921421" y="1022181"/>
                </a:cubicBezTo>
                <a:cubicBezTo>
                  <a:pt x="804749" y="985158"/>
                  <a:pt x="696079" y="931103"/>
                  <a:pt x="593980" y="864180"/>
                </a:cubicBezTo>
                <a:cubicBezTo>
                  <a:pt x="485976" y="789795"/>
                  <a:pt x="397965" y="692701"/>
                  <a:pt x="315193" y="592089"/>
                </a:cubicBezTo>
                <a:cubicBezTo>
                  <a:pt x="247300" y="508917"/>
                  <a:pt x="188082" y="419391"/>
                  <a:pt x="130817" y="328761"/>
                </a:cubicBezTo>
                <a:cubicBezTo>
                  <a:pt x="99187" y="275508"/>
                  <a:pt x="78002" y="217413"/>
                  <a:pt x="54251" y="160511"/>
                </a:cubicBezTo>
                <a:cubicBezTo>
                  <a:pt x="42218" y="135414"/>
                  <a:pt x="31858" y="109542"/>
                  <a:pt x="20673" y="84043"/>
                </a:cubicBezTo>
                <a:cubicBezTo>
                  <a:pt x="14441" y="72156"/>
                  <a:pt x="8220" y="60767"/>
                  <a:pt x="1467" y="49166"/>
                </a:cubicBezTo>
                <a:cubicBezTo>
                  <a:pt x="-6130" y="10725"/>
                  <a:pt x="16573" y="-975"/>
                  <a:pt x="51244" y="62"/>
                </a:cubicBezTo>
                <a:cubicBezTo>
                  <a:pt x="84408" y="13178"/>
                  <a:pt x="115221" y="31332"/>
                  <a:pt x="148999" y="42823"/>
                </a:cubicBezTo>
                <a:cubicBezTo>
                  <a:pt x="211502" y="71122"/>
                  <a:pt x="277529" y="90928"/>
                  <a:pt x="342661" y="112206"/>
                </a:cubicBezTo>
                <a:cubicBezTo>
                  <a:pt x="434740" y="151001"/>
                  <a:pt x="521893" y="200811"/>
                  <a:pt x="604675" y="256615"/>
                </a:cubicBezTo>
                <a:cubicBezTo>
                  <a:pt x="689075" y="306914"/>
                  <a:pt x="766647" y="366162"/>
                  <a:pt x="839828" y="431446"/>
                </a:cubicBezTo>
                <a:cubicBezTo>
                  <a:pt x="875914" y="471155"/>
                  <a:pt x="907023" y="514340"/>
                  <a:pt x="942412" y="554871"/>
                </a:cubicBezTo>
                <a:cubicBezTo>
                  <a:pt x="948741" y="562119"/>
                  <a:pt x="938489" y="571068"/>
                  <a:pt x="932162" y="563820"/>
                </a:cubicBezTo>
                <a:cubicBezTo>
                  <a:pt x="897046" y="523589"/>
                  <a:pt x="858365" y="490489"/>
                  <a:pt x="815548" y="458625"/>
                </a:cubicBezTo>
                <a:cubicBezTo>
                  <a:pt x="743941" y="394503"/>
                  <a:pt x="668444" y="334610"/>
                  <a:pt x="590786" y="277993"/>
                </a:cubicBezTo>
                <a:cubicBezTo>
                  <a:pt x="507985" y="226159"/>
                  <a:pt x="426480" y="170685"/>
                  <a:pt x="333240" y="138824"/>
                </a:cubicBezTo>
                <a:cubicBezTo>
                  <a:pt x="268933" y="114208"/>
                  <a:pt x="201871" y="99062"/>
                  <a:pt x="134653" y="84426"/>
                </a:cubicBezTo>
                <a:cubicBezTo>
                  <a:pt x="104343" y="73835"/>
                  <a:pt x="72652" y="65324"/>
                  <a:pt x="40533" y="63207"/>
                </a:cubicBezTo>
                <a:cubicBezTo>
                  <a:pt x="49762" y="56515"/>
                  <a:pt x="73237" y="50061"/>
                  <a:pt x="65866" y="28037"/>
                </a:cubicBezTo>
                <a:cubicBezTo>
                  <a:pt x="69083" y="37709"/>
                  <a:pt x="71738" y="51980"/>
                  <a:pt x="76475" y="62606"/>
                </a:cubicBezTo>
                <a:cubicBezTo>
                  <a:pt x="84694" y="90555"/>
                  <a:pt x="91870" y="118996"/>
                  <a:pt x="94131" y="148215"/>
                </a:cubicBezTo>
                <a:cubicBezTo>
                  <a:pt x="105983" y="206852"/>
                  <a:pt x="126963" y="262934"/>
                  <a:pt x="151868" y="317322"/>
                </a:cubicBezTo>
                <a:cubicBezTo>
                  <a:pt x="196521" y="414230"/>
                  <a:pt x="258692" y="500726"/>
                  <a:pt x="325709" y="583460"/>
                </a:cubicBezTo>
                <a:cubicBezTo>
                  <a:pt x="407590" y="683025"/>
                  <a:pt x="494616" y="779161"/>
                  <a:pt x="601449" y="852818"/>
                </a:cubicBezTo>
                <a:cubicBezTo>
                  <a:pt x="702347" y="919013"/>
                  <a:pt x="809818" y="973566"/>
                  <a:pt x="925956" y="1007990"/>
                </a:cubicBezTo>
                <a:cubicBezTo>
                  <a:pt x="1009983" y="1028263"/>
                  <a:pt x="1095101" y="1048229"/>
                  <a:pt x="1181559" y="1053665"/>
                </a:cubicBezTo>
                <a:cubicBezTo>
                  <a:pt x="1209576" y="1056277"/>
                  <a:pt x="1238898" y="1061766"/>
                  <a:pt x="1266577" y="1056051"/>
                </a:cubicBezTo>
                <a:cubicBezTo>
                  <a:pt x="1324841" y="1044021"/>
                  <a:pt x="1321724" y="1158521"/>
                  <a:pt x="1265131" y="114017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6" name="任意多边形: 形状 85">
            <a:extLst>
              <a:ext uri="{FF2B5EF4-FFF2-40B4-BE49-F238E27FC236}">
                <a16:creationId xmlns:a16="http://schemas.microsoft.com/office/drawing/2014/main" id="{A4653D4F-FB3D-F9A8-9735-2BC03BE058D2}"/>
              </a:ext>
            </a:extLst>
          </p:cNvPr>
          <p:cNvSpPr/>
          <p:nvPr/>
        </p:nvSpPr>
        <p:spPr>
          <a:xfrm>
            <a:off x="5348579" y="3118732"/>
            <a:ext cx="2427372" cy="727780"/>
          </a:xfrm>
          <a:custGeom>
            <a:avLst/>
            <a:gdLst>
              <a:gd name="csX0" fmla="*/ 2396589 w 2427372"/>
              <a:gd name="csY0" fmla="*/ 700806 h 727780"/>
              <a:gd name="csX1" fmla="*/ 2326783 w 2427372"/>
              <a:gd name="csY1" fmla="*/ 716880 h 727780"/>
              <a:gd name="csX2" fmla="*/ 2150837 w 2427372"/>
              <a:gd name="csY2" fmla="*/ 727777 h 727780"/>
              <a:gd name="csX3" fmla="*/ 1859886 w 2427372"/>
              <a:gd name="csY3" fmla="*/ 726334 h 727780"/>
              <a:gd name="csX4" fmla="*/ 1492059 w 2427372"/>
              <a:gd name="csY4" fmla="*/ 711264 h 727780"/>
              <a:gd name="csX5" fmla="*/ 1087037 w 2427372"/>
              <a:gd name="csY5" fmla="*/ 653473 h 727780"/>
              <a:gd name="csX6" fmla="*/ 693436 w 2427372"/>
              <a:gd name="csY6" fmla="*/ 539620 h 727780"/>
              <a:gd name="csX7" fmla="*/ 381006 w 2427372"/>
              <a:gd name="csY7" fmla="*/ 411195 h 727780"/>
              <a:gd name="csX8" fmla="*/ 183686 w 2427372"/>
              <a:gd name="csY8" fmla="*/ 308925 h 727780"/>
              <a:gd name="csX9" fmla="*/ 80835 w 2427372"/>
              <a:gd name="csY9" fmla="*/ 241513 h 727780"/>
              <a:gd name="csX10" fmla="*/ 24722 w 2427372"/>
              <a:gd name="csY10" fmla="*/ 175288 h 727780"/>
              <a:gd name="csX11" fmla="*/ 3705 w 2427372"/>
              <a:gd name="csY11" fmla="*/ 110366 h 727780"/>
              <a:gd name="csX12" fmla="*/ 238 w 2427372"/>
              <a:gd name="csY12" fmla="*/ 65193 h 727780"/>
              <a:gd name="csX13" fmla="*/ 29131 w 2427372"/>
              <a:gd name="csY13" fmla="*/ 9226 h 727780"/>
              <a:gd name="csX14" fmla="*/ 106439 w 2427372"/>
              <a:gd name="csY14" fmla="*/ 1885 h 727780"/>
              <a:gd name="csX15" fmla="*/ 224882 w 2427372"/>
              <a:gd name="csY15" fmla="*/ 2747 h 727780"/>
              <a:gd name="csX16" fmla="*/ 411801 w 2427372"/>
              <a:gd name="csY16" fmla="*/ 17559 h 727780"/>
              <a:gd name="csX17" fmla="*/ 630952 w 2427372"/>
              <a:gd name="csY17" fmla="*/ 44529 h 727780"/>
              <a:gd name="csX18" fmla="*/ 854342 w 2427372"/>
              <a:gd name="csY18" fmla="*/ 94500 h 727780"/>
              <a:gd name="csX19" fmla="*/ 1087057 w 2427372"/>
              <a:gd name="csY19" fmla="*/ 164794 h 727780"/>
              <a:gd name="csX20" fmla="*/ 1305113 w 2427372"/>
              <a:gd name="csY20" fmla="*/ 250901 h 727780"/>
              <a:gd name="csX21" fmla="*/ 1300168 w 2427372"/>
              <a:gd name="csY21" fmla="*/ 263579 h 727780"/>
              <a:gd name="csX22" fmla="*/ 1075826 w 2427372"/>
              <a:gd name="csY22" fmla="*/ 203703 h 727780"/>
              <a:gd name="csX23" fmla="*/ 842530 w 2427372"/>
              <a:gd name="csY23" fmla="*/ 136073 h 727780"/>
              <a:gd name="csX24" fmla="*/ 624789 w 2427372"/>
              <a:gd name="csY24" fmla="*/ 88266 h 727780"/>
              <a:gd name="csX25" fmla="*/ 407485 w 2427372"/>
              <a:gd name="csY25" fmla="*/ 64906 h 727780"/>
              <a:gd name="csX26" fmla="*/ 226587 w 2427372"/>
              <a:gd name="csY26" fmla="*/ 61377 h 727780"/>
              <a:gd name="csX27" fmla="*/ 113915 w 2427372"/>
              <a:gd name="csY27" fmla="*/ 76854 h 727780"/>
              <a:gd name="csX28" fmla="*/ 90956 w 2427372"/>
              <a:gd name="csY28" fmla="*/ 87106 h 727780"/>
              <a:gd name="csX29" fmla="*/ 101638 w 2427372"/>
              <a:gd name="csY29" fmla="*/ 69944 h 727780"/>
              <a:gd name="csX30" fmla="*/ 104286 w 2427372"/>
              <a:gd name="csY30" fmla="*/ 92126 h 727780"/>
              <a:gd name="csX31" fmla="*/ 113998 w 2427372"/>
              <a:gd name="csY31" fmla="*/ 124290 h 727780"/>
              <a:gd name="csX32" fmla="*/ 145342 w 2427372"/>
              <a:gd name="csY32" fmla="*/ 160144 h 727780"/>
              <a:gd name="csX33" fmla="*/ 235136 w 2427372"/>
              <a:gd name="csY33" fmla="*/ 229503 h 727780"/>
              <a:gd name="csX34" fmla="*/ 413225 w 2427372"/>
              <a:gd name="csY34" fmla="*/ 350347 h 727780"/>
              <a:gd name="csX35" fmla="*/ 707681 w 2427372"/>
              <a:gd name="csY35" fmla="*/ 499442 h 727780"/>
              <a:gd name="csX36" fmla="*/ 1095482 w 2427372"/>
              <a:gd name="csY36" fmla="*/ 611389 h 727780"/>
              <a:gd name="csX37" fmla="*/ 1495056 w 2427372"/>
              <a:gd name="csY37" fmla="*/ 662748 h 727780"/>
              <a:gd name="csX38" fmla="*/ 1858530 w 2427372"/>
              <a:gd name="csY38" fmla="*/ 662734 h 727780"/>
              <a:gd name="csX39" fmla="*/ 2145985 w 2427372"/>
              <a:gd name="csY39" fmla="*/ 643273 h 727780"/>
              <a:gd name="csX40" fmla="*/ 2317540 w 2427372"/>
              <a:gd name="csY40" fmla="*/ 626729 h 727780"/>
              <a:gd name="csX41" fmla="*/ 2387465 w 2427372"/>
              <a:gd name="csY41" fmla="*/ 630032 h 727780"/>
              <a:gd name="csX42" fmla="*/ 2396590 w 2427372"/>
              <a:gd name="csY42" fmla="*/ 700815 h 7277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2427372" h="727780">
                <a:moveTo>
                  <a:pt x="2396589" y="700806"/>
                </a:moveTo>
                <a:cubicBezTo>
                  <a:pt x="2374843" y="710817"/>
                  <a:pt x="2350615" y="714034"/>
                  <a:pt x="2326783" y="716880"/>
                </a:cubicBezTo>
                <a:cubicBezTo>
                  <a:pt x="2268243" y="722268"/>
                  <a:pt x="2209682" y="727285"/>
                  <a:pt x="2150837" y="727777"/>
                </a:cubicBezTo>
                <a:cubicBezTo>
                  <a:pt x="2053863" y="727879"/>
                  <a:pt x="1956879" y="725885"/>
                  <a:pt x="1859886" y="726334"/>
                </a:cubicBezTo>
                <a:cubicBezTo>
                  <a:pt x="1736928" y="728030"/>
                  <a:pt x="1614665" y="718873"/>
                  <a:pt x="1492059" y="711264"/>
                </a:cubicBezTo>
                <a:cubicBezTo>
                  <a:pt x="1355680" y="701483"/>
                  <a:pt x="1220711" y="681898"/>
                  <a:pt x="1087037" y="653473"/>
                </a:cubicBezTo>
                <a:cubicBezTo>
                  <a:pt x="953030" y="625225"/>
                  <a:pt x="822938" y="583451"/>
                  <a:pt x="693436" y="539620"/>
                </a:cubicBezTo>
                <a:cubicBezTo>
                  <a:pt x="586279" y="504231"/>
                  <a:pt x="482914" y="459313"/>
                  <a:pt x="381006" y="411195"/>
                </a:cubicBezTo>
                <a:cubicBezTo>
                  <a:pt x="315254" y="377335"/>
                  <a:pt x="247732" y="346091"/>
                  <a:pt x="183686" y="308925"/>
                </a:cubicBezTo>
                <a:cubicBezTo>
                  <a:pt x="147261" y="290161"/>
                  <a:pt x="113763" y="265782"/>
                  <a:pt x="80835" y="241513"/>
                </a:cubicBezTo>
                <a:cubicBezTo>
                  <a:pt x="56665" y="223490"/>
                  <a:pt x="39371" y="201039"/>
                  <a:pt x="24722" y="175288"/>
                </a:cubicBezTo>
                <a:cubicBezTo>
                  <a:pt x="13550" y="154943"/>
                  <a:pt x="8853" y="132591"/>
                  <a:pt x="3705" y="110366"/>
                </a:cubicBezTo>
                <a:cubicBezTo>
                  <a:pt x="-320" y="95398"/>
                  <a:pt x="-265" y="80457"/>
                  <a:pt x="238" y="65193"/>
                </a:cubicBezTo>
                <a:cubicBezTo>
                  <a:pt x="1171" y="40712"/>
                  <a:pt x="13969" y="26637"/>
                  <a:pt x="29131" y="9226"/>
                </a:cubicBezTo>
                <a:cubicBezTo>
                  <a:pt x="54255" y="-3630"/>
                  <a:pt x="79697" y="156"/>
                  <a:pt x="106439" y="1885"/>
                </a:cubicBezTo>
                <a:cubicBezTo>
                  <a:pt x="145888" y="48"/>
                  <a:pt x="185384" y="2721"/>
                  <a:pt x="224882" y="2747"/>
                </a:cubicBezTo>
                <a:cubicBezTo>
                  <a:pt x="287282" y="7084"/>
                  <a:pt x="349641" y="10273"/>
                  <a:pt x="411801" y="17559"/>
                </a:cubicBezTo>
                <a:cubicBezTo>
                  <a:pt x="484921" y="26017"/>
                  <a:pt x="557848" y="35896"/>
                  <a:pt x="630952" y="44529"/>
                </a:cubicBezTo>
                <a:cubicBezTo>
                  <a:pt x="707254" y="52100"/>
                  <a:pt x="780895" y="73604"/>
                  <a:pt x="854342" y="94500"/>
                </a:cubicBezTo>
                <a:cubicBezTo>
                  <a:pt x="931783" y="118330"/>
                  <a:pt x="1009190" y="142383"/>
                  <a:pt x="1087057" y="164794"/>
                </a:cubicBezTo>
                <a:cubicBezTo>
                  <a:pt x="1162730" y="186242"/>
                  <a:pt x="1232123" y="222445"/>
                  <a:pt x="1305113" y="250901"/>
                </a:cubicBezTo>
                <a:cubicBezTo>
                  <a:pt x="1314077" y="254396"/>
                  <a:pt x="1309132" y="267074"/>
                  <a:pt x="1300168" y="263579"/>
                </a:cubicBezTo>
                <a:cubicBezTo>
                  <a:pt x="1227106" y="235081"/>
                  <a:pt x="1151283" y="224828"/>
                  <a:pt x="1075826" y="203703"/>
                </a:cubicBezTo>
                <a:cubicBezTo>
                  <a:pt x="998004" y="181171"/>
                  <a:pt x="920273" y="158833"/>
                  <a:pt x="842530" y="136073"/>
                </a:cubicBezTo>
                <a:cubicBezTo>
                  <a:pt x="770919" y="115768"/>
                  <a:pt x="698293" y="100153"/>
                  <a:pt x="624789" y="88266"/>
                </a:cubicBezTo>
                <a:cubicBezTo>
                  <a:pt x="552746" y="76459"/>
                  <a:pt x="480304" y="69822"/>
                  <a:pt x="407485" y="64906"/>
                </a:cubicBezTo>
                <a:cubicBezTo>
                  <a:pt x="347213" y="61028"/>
                  <a:pt x="286927" y="55380"/>
                  <a:pt x="226587" y="61377"/>
                </a:cubicBezTo>
                <a:cubicBezTo>
                  <a:pt x="188573" y="63680"/>
                  <a:pt x="151415" y="70672"/>
                  <a:pt x="113915" y="76854"/>
                </a:cubicBezTo>
                <a:cubicBezTo>
                  <a:pt x="110674" y="77827"/>
                  <a:pt x="68898" y="91125"/>
                  <a:pt x="90956" y="87106"/>
                </a:cubicBezTo>
                <a:cubicBezTo>
                  <a:pt x="93280" y="83299"/>
                  <a:pt x="103334" y="72055"/>
                  <a:pt x="101638" y="69944"/>
                </a:cubicBezTo>
                <a:cubicBezTo>
                  <a:pt x="101893" y="72079"/>
                  <a:pt x="104937" y="85595"/>
                  <a:pt x="104286" y="92126"/>
                </a:cubicBezTo>
                <a:cubicBezTo>
                  <a:pt x="106444" y="103309"/>
                  <a:pt x="107571" y="114566"/>
                  <a:pt x="113998" y="124290"/>
                </a:cubicBezTo>
                <a:cubicBezTo>
                  <a:pt x="123478" y="137228"/>
                  <a:pt x="132289" y="150380"/>
                  <a:pt x="145342" y="160144"/>
                </a:cubicBezTo>
                <a:cubicBezTo>
                  <a:pt x="174738" y="183848"/>
                  <a:pt x="205247" y="206311"/>
                  <a:pt x="235136" y="229503"/>
                </a:cubicBezTo>
                <a:cubicBezTo>
                  <a:pt x="293345" y="271649"/>
                  <a:pt x="350608" y="314761"/>
                  <a:pt x="413225" y="350347"/>
                </a:cubicBezTo>
                <a:cubicBezTo>
                  <a:pt x="507980" y="406371"/>
                  <a:pt x="605316" y="458560"/>
                  <a:pt x="707681" y="499442"/>
                </a:cubicBezTo>
                <a:cubicBezTo>
                  <a:pt x="833887" y="546266"/>
                  <a:pt x="963675" y="583910"/>
                  <a:pt x="1095482" y="611389"/>
                </a:cubicBezTo>
                <a:cubicBezTo>
                  <a:pt x="1227460" y="636296"/>
                  <a:pt x="1360925" y="654891"/>
                  <a:pt x="1495056" y="662748"/>
                </a:cubicBezTo>
                <a:cubicBezTo>
                  <a:pt x="1616061" y="670240"/>
                  <a:pt x="1737457" y="668422"/>
                  <a:pt x="1858530" y="662734"/>
                </a:cubicBezTo>
                <a:cubicBezTo>
                  <a:pt x="1954503" y="659108"/>
                  <a:pt x="2050458" y="652915"/>
                  <a:pt x="2145985" y="643273"/>
                </a:cubicBezTo>
                <a:cubicBezTo>
                  <a:pt x="2203154" y="637085"/>
                  <a:pt x="2260418" y="633143"/>
                  <a:pt x="2317540" y="626729"/>
                </a:cubicBezTo>
                <a:cubicBezTo>
                  <a:pt x="2340963" y="624887"/>
                  <a:pt x="2365093" y="622298"/>
                  <a:pt x="2387465" y="630032"/>
                </a:cubicBezTo>
                <a:cubicBezTo>
                  <a:pt x="2435162" y="646520"/>
                  <a:pt x="2442432" y="679713"/>
                  <a:pt x="2396590" y="70081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A419378B-D0BA-221C-F959-85E9A4916260}"/>
              </a:ext>
            </a:extLst>
          </p:cNvPr>
          <p:cNvSpPr/>
          <p:nvPr/>
        </p:nvSpPr>
        <p:spPr>
          <a:xfrm>
            <a:off x="8041257" y="2409368"/>
            <a:ext cx="597236" cy="455778"/>
          </a:xfrm>
          <a:custGeom>
            <a:avLst/>
            <a:gdLst>
              <a:gd name="csX0" fmla="*/ 1758 w 597236"/>
              <a:gd name="csY0" fmla="*/ 422618 h 455778"/>
              <a:gd name="csX1" fmla="*/ 46687 w 597236"/>
              <a:gd name="csY1" fmla="*/ 352986 h 455778"/>
              <a:gd name="csX2" fmla="*/ 144175 w 597236"/>
              <a:gd name="csY2" fmla="*/ 213655 h 455778"/>
              <a:gd name="csX3" fmla="*/ 251170 w 597236"/>
              <a:gd name="csY3" fmla="*/ 73504 h 455778"/>
              <a:gd name="csX4" fmla="*/ 365936 w 597236"/>
              <a:gd name="csY4" fmla="*/ 1891 h 455778"/>
              <a:gd name="csX5" fmla="*/ 491943 w 597236"/>
              <a:gd name="csY5" fmla="*/ 43867 h 455778"/>
              <a:gd name="csX6" fmla="*/ 584530 w 597236"/>
              <a:gd name="csY6" fmla="*/ 162700 h 455778"/>
              <a:gd name="csX7" fmla="*/ 596081 w 597236"/>
              <a:gd name="csY7" fmla="*/ 182426 h 455778"/>
              <a:gd name="csX8" fmla="*/ 584336 w 597236"/>
              <a:gd name="csY8" fmla="*/ 189296 h 455778"/>
              <a:gd name="csX9" fmla="*/ 573195 w 597236"/>
              <a:gd name="csY9" fmla="*/ 170227 h 455778"/>
              <a:gd name="csX10" fmla="*/ 471401 w 597236"/>
              <a:gd name="csY10" fmla="*/ 73434 h 455778"/>
              <a:gd name="csX11" fmla="*/ 373122 w 597236"/>
              <a:gd name="csY11" fmla="*/ 39580 h 455778"/>
              <a:gd name="csX12" fmla="*/ 269881 w 597236"/>
              <a:gd name="csY12" fmla="*/ 91352 h 455778"/>
              <a:gd name="csX13" fmla="*/ 159781 w 597236"/>
              <a:gd name="csY13" fmla="*/ 224274 h 455778"/>
              <a:gd name="csX14" fmla="*/ 73689 w 597236"/>
              <a:gd name="csY14" fmla="*/ 368397 h 455778"/>
              <a:gd name="csX15" fmla="*/ 55008 w 597236"/>
              <a:gd name="csY15" fmla="*/ 432285 h 455778"/>
              <a:gd name="csX16" fmla="*/ 1763 w 597236"/>
              <a:gd name="csY16" fmla="*/ 422604 h 4557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597236" h="455778">
                <a:moveTo>
                  <a:pt x="1758" y="422618"/>
                </a:moveTo>
                <a:cubicBezTo>
                  <a:pt x="11196" y="396198"/>
                  <a:pt x="28323" y="373927"/>
                  <a:pt x="46687" y="352986"/>
                </a:cubicBezTo>
                <a:cubicBezTo>
                  <a:pt x="78632" y="306201"/>
                  <a:pt x="110709" y="259393"/>
                  <a:pt x="144175" y="213655"/>
                </a:cubicBezTo>
                <a:cubicBezTo>
                  <a:pt x="177427" y="165032"/>
                  <a:pt x="212111" y="117633"/>
                  <a:pt x="251170" y="73504"/>
                </a:cubicBezTo>
                <a:cubicBezTo>
                  <a:pt x="282430" y="37556"/>
                  <a:pt x="320141" y="13764"/>
                  <a:pt x="365936" y="1891"/>
                </a:cubicBezTo>
                <a:cubicBezTo>
                  <a:pt x="414329" y="-6626"/>
                  <a:pt x="455165" y="14732"/>
                  <a:pt x="491943" y="43867"/>
                </a:cubicBezTo>
                <a:cubicBezTo>
                  <a:pt x="538043" y="72476"/>
                  <a:pt x="556262" y="120168"/>
                  <a:pt x="584530" y="162700"/>
                </a:cubicBezTo>
                <a:cubicBezTo>
                  <a:pt x="588381" y="169275"/>
                  <a:pt x="592231" y="175851"/>
                  <a:pt x="596081" y="182426"/>
                </a:cubicBezTo>
                <a:cubicBezTo>
                  <a:pt x="600943" y="190729"/>
                  <a:pt x="589190" y="197604"/>
                  <a:pt x="584336" y="189296"/>
                </a:cubicBezTo>
                <a:cubicBezTo>
                  <a:pt x="580622" y="182940"/>
                  <a:pt x="576909" y="176583"/>
                  <a:pt x="573195" y="170227"/>
                </a:cubicBezTo>
                <a:cubicBezTo>
                  <a:pt x="547548" y="131563"/>
                  <a:pt x="505231" y="104864"/>
                  <a:pt x="471401" y="73434"/>
                </a:cubicBezTo>
                <a:cubicBezTo>
                  <a:pt x="440625" y="55256"/>
                  <a:pt x="409875" y="38392"/>
                  <a:pt x="373122" y="39580"/>
                </a:cubicBezTo>
                <a:cubicBezTo>
                  <a:pt x="333585" y="47334"/>
                  <a:pt x="298985" y="61451"/>
                  <a:pt x="269881" y="91352"/>
                </a:cubicBezTo>
                <a:cubicBezTo>
                  <a:pt x="228449" y="131505"/>
                  <a:pt x="191982" y="176391"/>
                  <a:pt x="159781" y="224274"/>
                </a:cubicBezTo>
                <a:cubicBezTo>
                  <a:pt x="129848" y="271600"/>
                  <a:pt x="99370" y="318553"/>
                  <a:pt x="73689" y="368397"/>
                </a:cubicBezTo>
                <a:cubicBezTo>
                  <a:pt x="66959" y="389687"/>
                  <a:pt x="57578" y="410211"/>
                  <a:pt x="55008" y="432285"/>
                </a:cubicBezTo>
                <a:cubicBezTo>
                  <a:pt x="50582" y="470294"/>
                  <a:pt x="-11110" y="458641"/>
                  <a:pt x="1763" y="42260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293C7195-9F6A-7D1B-85A5-F8DAC7391D99}"/>
              </a:ext>
            </a:extLst>
          </p:cNvPr>
          <p:cNvSpPr/>
          <p:nvPr/>
        </p:nvSpPr>
        <p:spPr>
          <a:xfrm>
            <a:off x="7780724" y="2522268"/>
            <a:ext cx="413494" cy="188045"/>
          </a:xfrm>
          <a:custGeom>
            <a:avLst/>
            <a:gdLst>
              <a:gd name="csX0" fmla="*/ 384306 w 413494"/>
              <a:gd name="csY0" fmla="*/ 113217 h 188045"/>
              <a:gd name="csX1" fmla="*/ 359807 w 413494"/>
              <a:gd name="csY1" fmla="*/ 90265 h 188045"/>
              <a:gd name="csX2" fmla="*/ 313230 w 413494"/>
              <a:gd name="csY2" fmla="*/ 53173 h 188045"/>
              <a:gd name="csX3" fmla="*/ 257905 w 413494"/>
              <a:gd name="csY3" fmla="*/ 33596 h 188045"/>
              <a:gd name="csX4" fmla="*/ 192971 w 413494"/>
              <a:gd name="csY4" fmla="*/ 28948 h 188045"/>
              <a:gd name="csX5" fmla="*/ 133282 w 413494"/>
              <a:gd name="csY5" fmla="*/ 41010 h 188045"/>
              <a:gd name="csX6" fmla="*/ 86479 w 413494"/>
              <a:gd name="csY6" fmla="*/ 71342 h 188045"/>
              <a:gd name="csX7" fmla="*/ 45280 w 413494"/>
              <a:gd name="csY7" fmla="*/ 121428 h 188045"/>
              <a:gd name="csX8" fmla="*/ 17260 w 413494"/>
              <a:gd name="csY8" fmla="*/ 174766 h 188045"/>
              <a:gd name="csX9" fmla="*/ 13107 w 413494"/>
              <a:gd name="csY9" fmla="*/ 183165 h 188045"/>
              <a:gd name="csX10" fmla="*/ 241 w 413494"/>
              <a:gd name="csY10" fmla="*/ 178734 h 188045"/>
              <a:gd name="csX11" fmla="*/ 2180 w 413494"/>
              <a:gd name="csY11" fmla="*/ 169445 h 188045"/>
              <a:gd name="csX12" fmla="*/ 23939 w 413494"/>
              <a:gd name="csY12" fmla="*/ 107523 h 188045"/>
              <a:gd name="csX13" fmla="*/ 67051 w 413494"/>
              <a:gd name="csY13" fmla="*/ 50825 h 188045"/>
              <a:gd name="csX14" fmla="*/ 124124 w 413494"/>
              <a:gd name="csY14" fmla="*/ 12006 h 188045"/>
              <a:gd name="csX15" fmla="*/ 192241 w 413494"/>
              <a:gd name="csY15" fmla="*/ 91 h 188045"/>
              <a:gd name="csX16" fmla="*/ 263627 w 413494"/>
              <a:gd name="csY16" fmla="*/ 6427 h 188045"/>
              <a:gd name="csX17" fmla="*/ 327646 w 413494"/>
              <a:gd name="csY17" fmla="*/ 30027 h 188045"/>
              <a:gd name="csX18" fmla="*/ 380035 w 413494"/>
              <a:gd name="csY18" fmla="*/ 66014 h 188045"/>
              <a:gd name="csX19" fmla="*/ 409758 w 413494"/>
              <a:gd name="csY19" fmla="*/ 95001 h 188045"/>
              <a:gd name="csX20" fmla="*/ 384306 w 413494"/>
              <a:gd name="csY20" fmla="*/ 113216 h 1880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13494" h="188045">
                <a:moveTo>
                  <a:pt x="384306" y="113217"/>
                </a:moveTo>
                <a:cubicBezTo>
                  <a:pt x="378567" y="104317"/>
                  <a:pt x="368157" y="97459"/>
                  <a:pt x="359807" y="90265"/>
                </a:cubicBezTo>
                <a:cubicBezTo>
                  <a:pt x="346458" y="75291"/>
                  <a:pt x="329332" y="64733"/>
                  <a:pt x="313230" y="53173"/>
                </a:cubicBezTo>
                <a:cubicBezTo>
                  <a:pt x="296052" y="43320"/>
                  <a:pt x="276936" y="38406"/>
                  <a:pt x="257905" y="33596"/>
                </a:cubicBezTo>
                <a:cubicBezTo>
                  <a:pt x="236391" y="29502"/>
                  <a:pt x="214709" y="29428"/>
                  <a:pt x="192971" y="28948"/>
                </a:cubicBezTo>
                <a:cubicBezTo>
                  <a:pt x="172374" y="29438"/>
                  <a:pt x="152866" y="35440"/>
                  <a:pt x="133282" y="41010"/>
                </a:cubicBezTo>
                <a:cubicBezTo>
                  <a:pt x="115389" y="47370"/>
                  <a:pt x="101337" y="60084"/>
                  <a:pt x="86479" y="71342"/>
                </a:cubicBezTo>
                <a:cubicBezTo>
                  <a:pt x="70283" y="85930"/>
                  <a:pt x="57485" y="103561"/>
                  <a:pt x="45280" y="121428"/>
                </a:cubicBezTo>
                <a:cubicBezTo>
                  <a:pt x="33729" y="138009"/>
                  <a:pt x="26105" y="156620"/>
                  <a:pt x="17260" y="174766"/>
                </a:cubicBezTo>
                <a:cubicBezTo>
                  <a:pt x="15876" y="177566"/>
                  <a:pt x="14491" y="180365"/>
                  <a:pt x="13107" y="183165"/>
                </a:cubicBezTo>
                <a:cubicBezTo>
                  <a:pt x="8842" y="191790"/>
                  <a:pt x="-1725" y="188153"/>
                  <a:pt x="241" y="178734"/>
                </a:cubicBezTo>
                <a:cubicBezTo>
                  <a:pt x="887" y="175638"/>
                  <a:pt x="1534" y="172541"/>
                  <a:pt x="2180" y="169445"/>
                </a:cubicBezTo>
                <a:cubicBezTo>
                  <a:pt x="7369" y="148184"/>
                  <a:pt x="12526" y="126420"/>
                  <a:pt x="23939" y="107523"/>
                </a:cubicBezTo>
                <a:cubicBezTo>
                  <a:pt x="37097" y="87788"/>
                  <a:pt x="50329" y="67974"/>
                  <a:pt x="67051" y="50825"/>
                </a:cubicBezTo>
                <a:cubicBezTo>
                  <a:pt x="84141" y="34398"/>
                  <a:pt x="100394" y="18490"/>
                  <a:pt x="124124" y="12006"/>
                </a:cubicBezTo>
                <a:cubicBezTo>
                  <a:pt x="146377" y="5362"/>
                  <a:pt x="168957" y="1415"/>
                  <a:pt x="192241" y="91"/>
                </a:cubicBezTo>
                <a:cubicBezTo>
                  <a:pt x="216240" y="-359"/>
                  <a:pt x="240177" y="724"/>
                  <a:pt x="263627" y="6427"/>
                </a:cubicBezTo>
                <a:cubicBezTo>
                  <a:pt x="286239" y="11338"/>
                  <a:pt x="308314" y="16453"/>
                  <a:pt x="327646" y="30027"/>
                </a:cubicBezTo>
                <a:cubicBezTo>
                  <a:pt x="345348" y="41762"/>
                  <a:pt x="363110" y="53266"/>
                  <a:pt x="380035" y="66014"/>
                </a:cubicBezTo>
                <a:cubicBezTo>
                  <a:pt x="390642" y="75205"/>
                  <a:pt x="401148" y="83963"/>
                  <a:pt x="409758" y="95001"/>
                </a:cubicBezTo>
                <a:cubicBezTo>
                  <a:pt x="423371" y="112451"/>
                  <a:pt x="396301" y="131816"/>
                  <a:pt x="384306" y="11321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B9845CFF-AFEA-C735-59B4-6356EB480AE9}"/>
              </a:ext>
            </a:extLst>
          </p:cNvPr>
          <p:cNvSpPr/>
          <p:nvPr/>
        </p:nvSpPr>
        <p:spPr>
          <a:xfrm>
            <a:off x="7258212" y="2288766"/>
            <a:ext cx="339604" cy="784079"/>
          </a:xfrm>
          <a:custGeom>
            <a:avLst/>
            <a:gdLst>
              <a:gd name="csX0" fmla="*/ 82335 w 339604"/>
              <a:gd name="csY0" fmla="*/ 758104 h 784079"/>
              <a:gd name="csX1" fmla="*/ 76006 w 339604"/>
              <a:gd name="csY1" fmla="*/ 715059 h 784079"/>
              <a:gd name="csX2" fmla="*/ 49540 w 339604"/>
              <a:gd name="csY2" fmla="*/ 604311 h 784079"/>
              <a:gd name="csX3" fmla="*/ 15999 w 339604"/>
              <a:gd name="csY3" fmla="*/ 450549 h 784079"/>
              <a:gd name="csX4" fmla="*/ 246 w 339604"/>
              <a:gd name="csY4" fmla="*/ 295625 h 784079"/>
              <a:gd name="csX5" fmla="*/ 16546 w 339604"/>
              <a:gd name="csY5" fmla="*/ 156027 h 784079"/>
              <a:gd name="csX6" fmla="*/ 35125 w 339604"/>
              <a:gd name="csY6" fmla="*/ 57252 h 784079"/>
              <a:gd name="csX7" fmla="*/ 74496 w 339604"/>
              <a:gd name="csY7" fmla="*/ 4322 h 784079"/>
              <a:gd name="csX8" fmla="*/ 149396 w 339604"/>
              <a:gd name="csY8" fmla="*/ 26170 h 784079"/>
              <a:gd name="csX9" fmla="*/ 242403 w 339604"/>
              <a:gd name="csY9" fmla="*/ 126182 h 784079"/>
              <a:gd name="csX10" fmla="*/ 338234 w 339604"/>
              <a:gd name="csY10" fmla="*/ 251074 h 784079"/>
              <a:gd name="csX11" fmla="*/ 326869 w 339604"/>
              <a:gd name="csY11" fmla="*/ 258556 h 784079"/>
              <a:gd name="csX12" fmla="*/ 232464 w 339604"/>
              <a:gd name="csY12" fmla="*/ 135474 h 784079"/>
              <a:gd name="csX13" fmla="*/ 135433 w 339604"/>
              <a:gd name="csY13" fmla="*/ 45608 h 784079"/>
              <a:gd name="csX14" fmla="*/ 89835 w 339604"/>
              <a:gd name="csY14" fmla="*/ 33213 h 784079"/>
              <a:gd name="csX15" fmla="*/ 61037 w 339604"/>
              <a:gd name="csY15" fmla="*/ 65986 h 784079"/>
              <a:gd name="csX16" fmla="*/ 31192 w 339604"/>
              <a:gd name="csY16" fmla="*/ 158897 h 784079"/>
              <a:gd name="csX17" fmla="*/ 17672 w 339604"/>
              <a:gd name="csY17" fmla="*/ 295171 h 784079"/>
              <a:gd name="csX18" fmla="*/ 34429 w 339604"/>
              <a:gd name="csY18" fmla="*/ 446866 h 784079"/>
              <a:gd name="csX19" fmla="*/ 73607 w 339604"/>
              <a:gd name="csY19" fmla="*/ 597237 h 784079"/>
              <a:gd name="csX20" fmla="*/ 119964 w 339604"/>
              <a:gd name="csY20" fmla="*/ 698878 h 784079"/>
              <a:gd name="csX21" fmla="*/ 142593 w 339604"/>
              <a:gd name="csY21" fmla="*/ 745810 h 784079"/>
              <a:gd name="csX22" fmla="*/ 82333 w 339604"/>
              <a:gd name="csY22" fmla="*/ 758111 h 7840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339604" h="784079">
                <a:moveTo>
                  <a:pt x="82335" y="758104"/>
                </a:moveTo>
                <a:cubicBezTo>
                  <a:pt x="83250" y="743592"/>
                  <a:pt x="78817" y="729222"/>
                  <a:pt x="76006" y="715059"/>
                </a:cubicBezTo>
                <a:cubicBezTo>
                  <a:pt x="66406" y="678389"/>
                  <a:pt x="58373" y="641335"/>
                  <a:pt x="49540" y="604311"/>
                </a:cubicBezTo>
                <a:cubicBezTo>
                  <a:pt x="40170" y="552704"/>
                  <a:pt x="26280" y="502041"/>
                  <a:pt x="15999" y="450549"/>
                </a:cubicBezTo>
                <a:cubicBezTo>
                  <a:pt x="8590" y="399054"/>
                  <a:pt x="2250" y="347708"/>
                  <a:pt x="246" y="295625"/>
                </a:cubicBezTo>
                <a:cubicBezTo>
                  <a:pt x="-1740" y="248421"/>
                  <a:pt x="8696" y="202224"/>
                  <a:pt x="16546" y="156027"/>
                </a:cubicBezTo>
                <a:cubicBezTo>
                  <a:pt x="22270" y="122952"/>
                  <a:pt x="27219" y="89802"/>
                  <a:pt x="35125" y="57252"/>
                </a:cubicBezTo>
                <a:cubicBezTo>
                  <a:pt x="39836" y="31576"/>
                  <a:pt x="53959" y="17758"/>
                  <a:pt x="74496" y="4322"/>
                </a:cubicBezTo>
                <a:cubicBezTo>
                  <a:pt x="105870" y="-7304"/>
                  <a:pt x="125934" y="6058"/>
                  <a:pt x="149396" y="26170"/>
                </a:cubicBezTo>
                <a:cubicBezTo>
                  <a:pt x="180217" y="59572"/>
                  <a:pt x="211310" y="92912"/>
                  <a:pt x="242403" y="126182"/>
                </a:cubicBezTo>
                <a:cubicBezTo>
                  <a:pt x="279145" y="164019"/>
                  <a:pt x="309329" y="207171"/>
                  <a:pt x="338234" y="251074"/>
                </a:cubicBezTo>
                <a:cubicBezTo>
                  <a:pt x="343525" y="259110"/>
                  <a:pt x="332159" y="266593"/>
                  <a:pt x="326869" y="258556"/>
                </a:cubicBezTo>
                <a:cubicBezTo>
                  <a:pt x="298391" y="215292"/>
                  <a:pt x="268682" y="172748"/>
                  <a:pt x="232464" y="135474"/>
                </a:cubicBezTo>
                <a:cubicBezTo>
                  <a:pt x="202323" y="103218"/>
                  <a:pt x="172454" y="70183"/>
                  <a:pt x="135433" y="45608"/>
                </a:cubicBezTo>
                <a:cubicBezTo>
                  <a:pt x="120003" y="39372"/>
                  <a:pt x="107194" y="30023"/>
                  <a:pt x="89835" y="33213"/>
                </a:cubicBezTo>
                <a:cubicBezTo>
                  <a:pt x="78459" y="43283"/>
                  <a:pt x="66560" y="50188"/>
                  <a:pt x="61037" y="65986"/>
                </a:cubicBezTo>
                <a:cubicBezTo>
                  <a:pt x="49356" y="96438"/>
                  <a:pt x="37862" y="126822"/>
                  <a:pt x="31192" y="158897"/>
                </a:cubicBezTo>
                <a:cubicBezTo>
                  <a:pt x="21242" y="203598"/>
                  <a:pt x="17648" y="249430"/>
                  <a:pt x="17672" y="295171"/>
                </a:cubicBezTo>
                <a:cubicBezTo>
                  <a:pt x="18353" y="345975"/>
                  <a:pt x="21824" y="397555"/>
                  <a:pt x="34429" y="446866"/>
                </a:cubicBezTo>
                <a:cubicBezTo>
                  <a:pt x="44542" y="497576"/>
                  <a:pt x="54418" y="549126"/>
                  <a:pt x="73607" y="597237"/>
                </a:cubicBezTo>
                <a:cubicBezTo>
                  <a:pt x="86138" y="632745"/>
                  <a:pt x="101914" y="666010"/>
                  <a:pt x="119964" y="698878"/>
                </a:cubicBezTo>
                <a:cubicBezTo>
                  <a:pt x="128095" y="714272"/>
                  <a:pt x="135704" y="729820"/>
                  <a:pt x="142593" y="745810"/>
                </a:cubicBezTo>
                <a:cubicBezTo>
                  <a:pt x="159800" y="785750"/>
                  <a:pt x="79597" y="801513"/>
                  <a:pt x="82333" y="7581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191AD745-00CF-3B2F-56A3-57DBA0D8254D}"/>
              </a:ext>
            </a:extLst>
          </p:cNvPr>
          <p:cNvSpPr/>
          <p:nvPr/>
        </p:nvSpPr>
        <p:spPr>
          <a:xfrm>
            <a:off x="6765785" y="2124328"/>
            <a:ext cx="506534" cy="821353"/>
          </a:xfrm>
          <a:custGeom>
            <a:avLst/>
            <a:gdLst>
              <a:gd name="csX0" fmla="*/ 118038 w 506534"/>
              <a:gd name="csY0" fmla="*/ 656795 h 821353"/>
              <a:gd name="csX1" fmla="*/ 104832 w 506534"/>
              <a:gd name="csY1" fmla="*/ 607997 h 821353"/>
              <a:gd name="csX2" fmla="*/ 83271 w 506534"/>
              <a:gd name="csY2" fmla="*/ 502508 h 821353"/>
              <a:gd name="csX3" fmla="*/ 54483 w 506534"/>
              <a:gd name="csY3" fmla="*/ 347212 h 821353"/>
              <a:gd name="csX4" fmla="*/ 27309 w 506534"/>
              <a:gd name="csY4" fmla="*/ 212024 h 821353"/>
              <a:gd name="csX5" fmla="*/ 9556 w 506534"/>
              <a:gd name="csY5" fmla="*/ 104382 h 821353"/>
              <a:gd name="csX6" fmla="*/ 0 w 506534"/>
              <a:gd name="csY6" fmla="*/ 44405 h 821353"/>
              <a:gd name="csX7" fmla="*/ 38868 w 506534"/>
              <a:gd name="csY7" fmla="*/ 0 h 821353"/>
              <a:gd name="csX8" fmla="*/ 89386 w 506534"/>
              <a:gd name="csY8" fmla="*/ 40796 h 821353"/>
              <a:gd name="csX9" fmla="*/ 159853 w 506534"/>
              <a:gd name="csY9" fmla="*/ 124619 h 821353"/>
              <a:gd name="csX10" fmla="*/ 246494 w 506534"/>
              <a:gd name="csY10" fmla="*/ 236852 h 821353"/>
              <a:gd name="csX11" fmla="*/ 332618 w 506534"/>
              <a:gd name="csY11" fmla="*/ 367821 h 821353"/>
              <a:gd name="csX12" fmla="*/ 406109 w 506534"/>
              <a:gd name="csY12" fmla="*/ 490017 h 821353"/>
              <a:gd name="csX13" fmla="*/ 455434 w 506534"/>
              <a:gd name="csY13" fmla="*/ 612004 h 821353"/>
              <a:gd name="csX14" fmla="*/ 491255 w 506534"/>
              <a:gd name="csY14" fmla="*/ 724228 h 821353"/>
              <a:gd name="csX15" fmla="*/ 506339 w 506534"/>
              <a:gd name="csY15" fmla="*/ 812417 h 821353"/>
              <a:gd name="csX16" fmla="*/ 493193 w 506534"/>
              <a:gd name="csY16" fmla="*/ 815927 h 821353"/>
              <a:gd name="csX17" fmla="*/ 461587 w 506534"/>
              <a:gd name="csY17" fmla="*/ 732826 h 821353"/>
              <a:gd name="csX18" fmla="*/ 428315 w 506534"/>
              <a:gd name="csY18" fmla="*/ 621098 h 821353"/>
              <a:gd name="csX19" fmla="*/ 381812 w 506534"/>
              <a:gd name="csY19" fmla="*/ 502359 h 821353"/>
              <a:gd name="csX20" fmla="*/ 314579 w 506534"/>
              <a:gd name="csY20" fmla="*/ 379191 h 821353"/>
              <a:gd name="csX21" fmla="*/ 228427 w 506534"/>
              <a:gd name="csY21" fmla="*/ 249823 h 821353"/>
              <a:gd name="csX22" fmla="*/ 142620 w 506534"/>
              <a:gd name="csY22" fmla="*/ 139523 h 821353"/>
              <a:gd name="csX23" fmla="*/ 65289 w 506534"/>
              <a:gd name="csY23" fmla="*/ 68620 h 821353"/>
              <a:gd name="csX24" fmla="*/ 39332 w 506534"/>
              <a:gd name="csY24" fmla="*/ 55422 h 821353"/>
              <a:gd name="csX25" fmla="*/ 56968 w 506534"/>
              <a:gd name="csY25" fmla="*/ 44293 h 821353"/>
              <a:gd name="csX26" fmla="*/ 55903 w 506534"/>
              <a:gd name="csY26" fmla="*/ 99152 h 821353"/>
              <a:gd name="csX27" fmla="*/ 65652 w 506534"/>
              <a:gd name="csY27" fmla="*/ 205898 h 821353"/>
              <a:gd name="csX28" fmla="*/ 87968 w 506534"/>
              <a:gd name="csY28" fmla="*/ 340506 h 821353"/>
              <a:gd name="csX29" fmla="*/ 122789 w 506534"/>
              <a:gd name="csY29" fmla="*/ 492325 h 821353"/>
              <a:gd name="csX30" fmla="*/ 160523 w 506534"/>
              <a:gd name="csY30" fmla="*/ 589956 h 821353"/>
              <a:gd name="csX31" fmla="*/ 178794 w 506534"/>
              <a:gd name="csY31" fmla="*/ 637142 h 821353"/>
              <a:gd name="csX32" fmla="*/ 118037 w 506534"/>
              <a:gd name="csY32" fmla="*/ 656779 h 8213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506534" h="821353">
                <a:moveTo>
                  <a:pt x="118038" y="656795"/>
                </a:moveTo>
                <a:cubicBezTo>
                  <a:pt x="110864" y="641547"/>
                  <a:pt x="108516" y="624344"/>
                  <a:pt x="104832" y="607997"/>
                </a:cubicBezTo>
                <a:cubicBezTo>
                  <a:pt x="96601" y="572997"/>
                  <a:pt x="88887" y="538083"/>
                  <a:pt x="83271" y="502508"/>
                </a:cubicBezTo>
                <a:cubicBezTo>
                  <a:pt x="75088" y="450500"/>
                  <a:pt x="66219" y="398552"/>
                  <a:pt x="54483" y="347212"/>
                </a:cubicBezTo>
                <a:cubicBezTo>
                  <a:pt x="46022" y="302035"/>
                  <a:pt x="33887" y="257513"/>
                  <a:pt x="27309" y="212024"/>
                </a:cubicBezTo>
                <a:cubicBezTo>
                  <a:pt x="20717" y="176249"/>
                  <a:pt x="14846" y="140374"/>
                  <a:pt x="9556" y="104382"/>
                </a:cubicBezTo>
                <a:cubicBezTo>
                  <a:pt x="5718" y="84368"/>
                  <a:pt x="2284" y="64616"/>
                  <a:pt x="0" y="44405"/>
                </a:cubicBezTo>
                <a:cubicBezTo>
                  <a:pt x="913" y="15327"/>
                  <a:pt x="13860" y="8805"/>
                  <a:pt x="38868" y="0"/>
                </a:cubicBezTo>
                <a:cubicBezTo>
                  <a:pt x="60309" y="7088"/>
                  <a:pt x="74304" y="24866"/>
                  <a:pt x="89386" y="40796"/>
                </a:cubicBezTo>
                <a:cubicBezTo>
                  <a:pt x="114669" y="67205"/>
                  <a:pt x="136900" y="96224"/>
                  <a:pt x="159853" y="124619"/>
                </a:cubicBezTo>
                <a:cubicBezTo>
                  <a:pt x="191740" y="159811"/>
                  <a:pt x="219400" y="197889"/>
                  <a:pt x="246494" y="236852"/>
                </a:cubicBezTo>
                <a:cubicBezTo>
                  <a:pt x="276140" y="279909"/>
                  <a:pt x="304183" y="323984"/>
                  <a:pt x="332618" y="367821"/>
                </a:cubicBezTo>
                <a:cubicBezTo>
                  <a:pt x="360149" y="406837"/>
                  <a:pt x="383022" y="448362"/>
                  <a:pt x="406109" y="490017"/>
                </a:cubicBezTo>
                <a:cubicBezTo>
                  <a:pt x="422370" y="530803"/>
                  <a:pt x="440707" y="570561"/>
                  <a:pt x="455434" y="612004"/>
                </a:cubicBezTo>
                <a:cubicBezTo>
                  <a:pt x="469179" y="648835"/>
                  <a:pt x="479754" y="686674"/>
                  <a:pt x="491255" y="724228"/>
                </a:cubicBezTo>
                <a:cubicBezTo>
                  <a:pt x="496158" y="753681"/>
                  <a:pt x="500581" y="783128"/>
                  <a:pt x="506339" y="812417"/>
                </a:cubicBezTo>
                <a:cubicBezTo>
                  <a:pt x="508196" y="821858"/>
                  <a:pt x="496270" y="825043"/>
                  <a:pt x="493193" y="815927"/>
                </a:cubicBezTo>
                <a:cubicBezTo>
                  <a:pt x="483700" y="787795"/>
                  <a:pt x="473244" y="760198"/>
                  <a:pt x="461587" y="732826"/>
                </a:cubicBezTo>
                <a:cubicBezTo>
                  <a:pt x="451054" y="695425"/>
                  <a:pt x="439285" y="658391"/>
                  <a:pt x="428315" y="621098"/>
                </a:cubicBezTo>
                <a:cubicBezTo>
                  <a:pt x="414948" y="580723"/>
                  <a:pt x="404163" y="538971"/>
                  <a:pt x="381812" y="502359"/>
                </a:cubicBezTo>
                <a:cubicBezTo>
                  <a:pt x="362192" y="459928"/>
                  <a:pt x="338370" y="419392"/>
                  <a:pt x="314579" y="379191"/>
                </a:cubicBezTo>
                <a:cubicBezTo>
                  <a:pt x="287525" y="334998"/>
                  <a:pt x="259185" y="291553"/>
                  <a:pt x="228427" y="249823"/>
                </a:cubicBezTo>
                <a:cubicBezTo>
                  <a:pt x="200641" y="212352"/>
                  <a:pt x="173078" y="174796"/>
                  <a:pt x="142620" y="139523"/>
                </a:cubicBezTo>
                <a:cubicBezTo>
                  <a:pt x="118775" y="113789"/>
                  <a:pt x="94236" y="88705"/>
                  <a:pt x="65289" y="68620"/>
                </a:cubicBezTo>
                <a:cubicBezTo>
                  <a:pt x="60917" y="65735"/>
                  <a:pt x="35549" y="45844"/>
                  <a:pt x="39332" y="55422"/>
                </a:cubicBezTo>
                <a:cubicBezTo>
                  <a:pt x="40795" y="54396"/>
                  <a:pt x="64797" y="39379"/>
                  <a:pt x="56968" y="44293"/>
                </a:cubicBezTo>
                <a:cubicBezTo>
                  <a:pt x="56065" y="62499"/>
                  <a:pt x="54043" y="80867"/>
                  <a:pt x="55903" y="99152"/>
                </a:cubicBezTo>
                <a:cubicBezTo>
                  <a:pt x="58801" y="134801"/>
                  <a:pt x="61093" y="170388"/>
                  <a:pt x="65652" y="205898"/>
                </a:cubicBezTo>
                <a:cubicBezTo>
                  <a:pt x="73478" y="250672"/>
                  <a:pt x="78158" y="296035"/>
                  <a:pt x="87968" y="340506"/>
                </a:cubicBezTo>
                <a:cubicBezTo>
                  <a:pt x="96760" y="391648"/>
                  <a:pt x="106475" y="442995"/>
                  <a:pt x="122789" y="492325"/>
                </a:cubicBezTo>
                <a:cubicBezTo>
                  <a:pt x="134773" y="525101"/>
                  <a:pt x="146531" y="558029"/>
                  <a:pt x="160523" y="589956"/>
                </a:cubicBezTo>
                <a:cubicBezTo>
                  <a:pt x="167065" y="605453"/>
                  <a:pt x="174680" y="620746"/>
                  <a:pt x="178794" y="637142"/>
                </a:cubicBezTo>
                <a:cubicBezTo>
                  <a:pt x="189783" y="680934"/>
                  <a:pt x="137258" y="697633"/>
                  <a:pt x="118037" y="65677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11AA96FC-1370-1297-CE50-7228184EC199}"/>
              </a:ext>
            </a:extLst>
          </p:cNvPr>
          <p:cNvSpPr/>
          <p:nvPr/>
        </p:nvSpPr>
        <p:spPr>
          <a:xfrm>
            <a:off x="6520520" y="1579866"/>
            <a:ext cx="650490" cy="1218693"/>
          </a:xfrm>
          <a:custGeom>
            <a:avLst/>
            <a:gdLst>
              <a:gd name="csX0" fmla="*/ 353492 w 650490"/>
              <a:gd name="csY0" fmla="*/ 1207162 h 1218693"/>
              <a:gd name="csX1" fmla="*/ 323261 w 650490"/>
              <a:gd name="csY1" fmla="*/ 1150140 h 1218693"/>
              <a:gd name="csX2" fmla="*/ 262324 w 650490"/>
              <a:gd name="csY2" fmla="*/ 1022848 h 1218693"/>
              <a:gd name="csX3" fmla="*/ 186828 w 650490"/>
              <a:gd name="csY3" fmla="*/ 878839 h 1218693"/>
              <a:gd name="csX4" fmla="*/ 127261 w 650490"/>
              <a:gd name="csY4" fmla="*/ 718162 h 1218693"/>
              <a:gd name="csX5" fmla="*/ 76715 w 650490"/>
              <a:gd name="csY5" fmla="*/ 570306 h 1218693"/>
              <a:gd name="csX6" fmla="*/ 39107 w 650490"/>
              <a:gd name="csY6" fmla="*/ 444557 h 1218693"/>
              <a:gd name="csX7" fmla="*/ 21693 w 650490"/>
              <a:gd name="csY7" fmla="*/ 332638 h 1218693"/>
              <a:gd name="csX8" fmla="*/ 9781 w 650490"/>
              <a:gd name="csY8" fmla="*/ 252311 h 1218693"/>
              <a:gd name="csX9" fmla="*/ 3281 w 650490"/>
              <a:gd name="csY9" fmla="*/ 185956 h 1218693"/>
              <a:gd name="csX10" fmla="*/ 9 w 650490"/>
              <a:gd name="csY10" fmla="*/ 143002 h 1218693"/>
              <a:gd name="csX11" fmla="*/ 14228 w 650490"/>
              <a:gd name="csY11" fmla="*/ 85319 h 1218693"/>
              <a:gd name="csX12" fmla="*/ 25947 w 650490"/>
              <a:gd name="csY12" fmla="*/ 46743 h 1218693"/>
              <a:gd name="csX13" fmla="*/ 54404 w 650490"/>
              <a:gd name="csY13" fmla="*/ 9775 h 1218693"/>
              <a:gd name="csX14" fmla="*/ 119146 w 650490"/>
              <a:gd name="csY14" fmla="*/ 2702 h 1218693"/>
              <a:gd name="csX15" fmla="*/ 199732 w 650490"/>
              <a:gd name="csY15" fmla="*/ 56346 h 1218693"/>
              <a:gd name="csX16" fmla="*/ 307107 w 650490"/>
              <a:gd name="csY16" fmla="*/ 147635 h 1218693"/>
              <a:gd name="csX17" fmla="*/ 426912 w 650490"/>
              <a:gd name="csY17" fmla="*/ 274718 h 1218693"/>
              <a:gd name="csX18" fmla="*/ 539479 w 650490"/>
              <a:gd name="csY18" fmla="*/ 416431 h 1218693"/>
              <a:gd name="csX19" fmla="*/ 615938 w 650490"/>
              <a:gd name="csY19" fmla="*/ 566231 h 1218693"/>
              <a:gd name="csX20" fmla="*/ 649835 w 650490"/>
              <a:gd name="csY20" fmla="*/ 644085 h 1218693"/>
              <a:gd name="csX21" fmla="*/ 637243 w 650490"/>
              <a:gd name="csY21" fmla="*/ 649242 h 1218693"/>
              <a:gd name="csX22" fmla="*/ 603661 w 650490"/>
              <a:gd name="csY22" fmla="*/ 572099 h 1218693"/>
              <a:gd name="csX23" fmla="*/ 520222 w 650490"/>
              <a:gd name="csY23" fmla="*/ 429834 h 1218693"/>
              <a:gd name="csX24" fmla="*/ 406532 w 650490"/>
              <a:gd name="csY24" fmla="*/ 294007 h 1218693"/>
              <a:gd name="csX25" fmla="*/ 284288 w 650490"/>
              <a:gd name="csY25" fmla="*/ 173316 h 1218693"/>
              <a:gd name="csX26" fmla="*/ 175941 w 650490"/>
              <a:gd name="csY26" fmla="*/ 93054 h 1218693"/>
              <a:gd name="csX27" fmla="*/ 102983 w 650490"/>
              <a:gd name="csY27" fmla="*/ 66600 h 1218693"/>
              <a:gd name="csX28" fmla="*/ 91672 w 650490"/>
              <a:gd name="csY28" fmla="*/ 62542 h 1218693"/>
              <a:gd name="csX29" fmla="*/ 86488 w 650490"/>
              <a:gd name="csY29" fmla="*/ 69444 h 1218693"/>
              <a:gd name="csX30" fmla="*/ 71769 w 650490"/>
              <a:gd name="csY30" fmla="*/ 104821 h 1218693"/>
              <a:gd name="csX31" fmla="*/ 64881 w 650490"/>
              <a:gd name="csY31" fmla="*/ 140691 h 1218693"/>
              <a:gd name="csX32" fmla="*/ 64194 w 650490"/>
              <a:gd name="csY32" fmla="*/ 184694 h 1218693"/>
              <a:gd name="csX33" fmla="*/ 63981 w 650490"/>
              <a:gd name="csY33" fmla="*/ 248314 h 1218693"/>
              <a:gd name="csX34" fmla="*/ 65170 w 650490"/>
              <a:gd name="csY34" fmla="*/ 328528 h 1218693"/>
              <a:gd name="csX35" fmla="*/ 77237 w 650490"/>
              <a:gd name="csY35" fmla="*/ 436742 h 1218693"/>
              <a:gd name="csX36" fmla="*/ 105342 w 650490"/>
              <a:gd name="csY36" fmla="*/ 561443 h 1218693"/>
              <a:gd name="csX37" fmla="*/ 146838 w 650490"/>
              <a:gd name="csY37" fmla="*/ 711957 h 1218693"/>
              <a:gd name="csX38" fmla="*/ 203849 w 650490"/>
              <a:gd name="csY38" fmla="*/ 870682 h 1218693"/>
              <a:gd name="csX39" fmla="*/ 278346 w 650490"/>
              <a:gd name="csY39" fmla="*/ 1014300 h 1218693"/>
              <a:gd name="csX40" fmla="*/ 353637 w 650490"/>
              <a:gd name="csY40" fmla="*/ 1131048 h 1218693"/>
              <a:gd name="csX41" fmla="*/ 393838 w 650490"/>
              <a:gd name="csY41" fmla="*/ 1179406 h 1218693"/>
              <a:gd name="csX42" fmla="*/ 353486 w 650490"/>
              <a:gd name="csY42" fmla="*/ 1207150 h 1218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650490" h="1218693">
                <a:moveTo>
                  <a:pt x="353492" y="1207162"/>
                </a:moveTo>
                <a:cubicBezTo>
                  <a:pt x="340825" y="1190014"/>
                  <a:pt x="332625" y="1169482"/>
                  <a:pt x="323261" y="1150140"/>
                </a:cubicBezTo>
                <a:cubicBezTo>
                  <a:pt x="304177" y="1107087"/>
                  <a:pt x="281625" y="1065893"/>
                  <a:pt x="262324" y="1022848"/>
                </a:cubicBezTo>
                <a:cubicBezTo>
                  <a:pt x="237981" y="974357"/>
                  <a:pt x="209019" y="928378"/>
                  <a:pt x="186828" y="878839"/>
                </a:cubicBezTo>
                <a:cubicBezTo>
                  <a:pt x="162717" y="826904"/>
                  <a:pt x="143820" y="772903"/>
                  <a:pt x="127261" y="718162"/>
                </a:cubicBezTo>
                <a:cubicBezTo>
                  <a:pt x="112620" y="668038"/>
                  <a:pt x="93251" y="619760"/>
                  <a:pt x="76715" y="570306"/>
                </a:cubicBezTo>
                <a:cubicBezTo>
                  <a:pt x="59465" y="529916"/>
                  <a:pt x="50217" y="486851"/>
                  <a:pt x="39107" y="444557"/>
                </a:cubicBezTo>
                <a:cubicBezTo>
                  <a:pt x="31683" y="407485"/>
                  <a:pt x="27617" y="369963"/>
                  <a:pt x="21693" y="332638"/>
                </a:cubicBezTo>
                <a:cubicBezTo>
                  <a:pt x="19262" y="305336"/>
                  <a:pt x="11530" y="279593"/>
                  <a:pt x="9781" y="252311"/>
                </a:cubicBezTo>
                <a:cubicBezTo>
                  <a:pt x="7030" y="230199"/>
                  <a:pt x="5055" y="208187"/>
                  <a:pt x="3281" y="185956"/>
                </a:cubicBezTo>
                <a:cubicBezTo>
                  <a:pt x="831" y="171735"/>
                  <a:pt x="1006" y="157240"/>
                  <a:pt x="9" y="143002"/>
                </a:cubicBezTo>
                <a:cubicBezTo>
                  <a:pt x="-309" y="122732"/>
                  <a:pt x="8099" y="104002"/>
                  <a:pt x="14228" y="85319"/>
                </a:cubicBezTo>
                <a:cubicBezTo>
                  <a:pt x="18234" y="72118"/>
                  <a:pt x="22013" y="59479"/>
                  <a:pt x="25947" y="46743"/>
                </a:cubicBezTo>
                <a:cubicBezTo>
                  <a:pt x="29525" y="29306"/>
                  <a:pt x="42254" y="20989"/>
                  <a:pt x="54404" y="9775"/>
                </a:cubicBezTo>
                <a:cubicBezTo>
                  <a:pt x="74757" y="-3216"/>
                  <a:pt x="96374" y="-622"/>
                  <a:pt x="119146" y="2702"/>
                </a:cubicBezTo>
                <a:cubicBezTo>
                  <a:pt x="149260" y="15403"/>
                  <a:pt x="174302" y="36236"/>
                  <a:pt x="199732" y="56346"/>
                </a:cubicBezTo>
                <a:cubicBezTo>
                  <a:pt x="236996" y="85008"/>
                  <a:pt x="271311" y="117226"/>
                  <a:pt x="307107" y="147635"/>
                </a:cubicBezTo>
                <a:cubicBezTo>
                  <a:pt x="348462" y="188537"/>
                  <a:pt x="388213" y="231254"/>
                  <a:pt x="426912" y="274718"/>
                </a:cubicBezTo>
                <a:cubicBezTo>
                  <a:pt x="467825" y="319081"/>
                  <a:pt x="503185" y="368196"/>
                  <a:pt x="539479" y="416431"/>
                </a:cubicBezTo>
                <a:cubicBezTo>
                  <a:pt x="572265" y="462463"/>
                  <a:pt x="595963" y="513624"/>
                  <a:pt x="615938" y="566231"/>
                </a:cubicBezTo>
                <a:cubicBezTo>
                  <a:pt x="628267" y="591731"/>
                  <a:pt x="639104" y="617888"/>
                  <a:pt x="649835" y="644085"/>
                </a:cubicBezTo>
                <a:cubicBezTo>
                  <a:pt x="653482" y="652989"/>
                  <a:pt x="640889" y="658147"/>
                  <a:pt x="637243" y="649242"/>
                </a:cubicBezTo>
                <a:cubicBezTo>
                  <a:pt x="626613" y="623285"/>
                  <a:pt x="615877" y="597365"/>
                  <a:pt x="603661" y="572099"/>
                </a:cubicBezTo>
                <a:cubicBezTo>
                  <a:pt x="575841" y="524591"/>
                  <a:pt x="550003" y="476183"/>
                  <a:pt x="520222" y="429834"/>
                </a:cubicBezTo>
                <a:cubicBezTo>
                  <a:pt x="487911" y="379366"/>
                  <a:pt x="449285" y="335923"/>
                  <a:pt x="406532" y="294007"/>
                </a:cubicBezTo>
                <a:cubicBezTo>
                  <a:pt x="365893" y="253609"/>
                  <a:pt x="327956" y="210598"/>
                  <a:pt x="284288" y="173316"/>
                </a:cubicBezTo>
                <a:cubicBezTo>
                  <a:pt x="251268" y="142588"/>
                  <a:pt x="214850" y="115918"/>
                  <a:pt x="175941" y="93054"/>
                </a:cubicBezTo>
                <a:cubicBezTo>
                  <a:pt x="152419" y="82172"/>
                  <a:pt x="129064" y="69985"/>
                  <a:pt x="102983" y="66600"/>
                </a:cubicBezTo>
                <a:cubicBezTo>
                  <a:pt x="98261" y="64905"/>
                  <a:pt x="95307" y="61764"/>
                  <a:pt x="91672" y="62542"/>
                </a:cubicBezTo>
                <a:cubicBezTo>
                  <a:pt x="90143" y="64578"/>
                  <a:pt x="87685" y="66584"/>
                  <a:pt x="86488" y="69444"/>
                </a:cubicBezTo>
                <a:cubicBezTo>
                  <a:pt x="81538" y="81083"/>
                  <a:pt x="76196" y="92501"/>
                  <a:pt x="71769" y="104821"/>
                </a:cubicBezTo>
                <a:cubicBezTo>
                  <a:pt x="68110" y="116680"/>
                  <a:pt x="63923" y="127727"/>
                  <a:pt x="64881" y="140691"/>
                </a:cubicBezTo>
                <a:cubicBezTo>
                  <a:pt x="64942" y="155239"/>
                  <a:pt x="66548" y="170106"/>
                  <a:pt x="64194" y="184694"/>
                </a:cubicBezTo>
                <a:cubicBezTo>
                  <a:pt x="63843" y="205963"/>
                  <a:pt x="62942" y="227069"/>
                  <a:pt x="63981" y="248314"/>
                </a:cubicBezTo>
                <a:cubicBezTo>
                  <a:pt x="66382" y="275193"/>
                  <a:pt x="62723" y="301577"/>
                  <a:pt x="65170" y="328528"/>
                </a:cubicBezTo>
                <a:cubicBezTo>
                  <a:pt x="66606" y="364842"/>
                  <a:pt x="70138" y="401069"/>
                  <a:pt x="77237" y="436742"/>
                </a:cubicBezTo>
                <a:cubicBezTo>
                  <a:pt x="85420" y="478596"/>
                  <a:pt x="94769" y="520067"/>
                  <a:pt x="105342" y="561443"/>
                </a:cubicBezTo>
                <a:cubicBezTo>
                  <a:pt x="119612" y="611540"/>
                  <a:pt x="131019" y="662275"/>
                  <a:pt x="146838" y="711957"/>
                </a:cubicBezTo>
                <a:cubicBezTo>
                  <a:pt x="164468" y="765314"/>
                  <a:pt x="178952" y="820037"/>
                  <a:pt x="203849" y="870682"/>
                </a:cubicBezTo>
                <a:cubicBezTo>
                  <a:pt x="228366" y="918763"/>
                  <a:pt x="250947" y="967723"/>
                  <a:pt x="278346" y="1014300"/>
                </a:cubicBezTo>
                <a:cubicBezTo>
                  <a:pt x="302891" y="1053645"/>
                  <a:pt x="324493" y="1094889"/>
                  <a:pt x="353637" y="1131048"/>
                </a:cubicBezTo>
                <a:cubicBezTo>
                  <a:pt x="367097" y="1147173"/>
                  <a:pt x="381501" y="1162846"/>
                  <a:pt x="393838" y="1179406"/>
                </a:cubicBezTo>
                <a:cubicBezTo>
                  <a:pt x="414524" y="1207174"/>
                  <a:pt x="374060" y="1235002"/>
                  <a:pt x="353486" y="120715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C4854A9B-295F-1E63-294A-415D54DA03A8}"/>
              </a:ext>
            </a:extLst>
          </p:cNvPr>
          <p:cNvSpPr/>
          <p:nvPr/>
        </p:nvSpPr>
        <p:spPr>
          <a:xfrm>
            <a:off x="7040072" y="1528850"/>
            <a:ext cx="428039" cy="945419"/>
          </a:xfrm>
          <a:custGeom>
            <a:avLst/>
            <a:gdLst>
              <a:gd name="csX0" fmla="*/ 170172 w 428039"/>
              <a:gd name="csY0" fmla="*/ 932994 h 945419"/>
              <a:gd name="csX1" fmla="*/ 148137 w 428039"/>
              <a:gd name="csY1" fmla="*/ 859669 h 945419"/>
              <a:gd name="csX2" fmla="*/ 103523 w 428039"/>
              <a:gd name="csY2" fmla="*/ 726119 h 945419"/>
              <a:gd name="csX3" fmla="*/ 58870 w 428039"/>
              <a:gd name="csY3" fmla="*/ 564604 h 945419"/>
              <a:gd name="csX4" fmla="*/ 29199 w 428039"/>
              <a:gd name="csY4" fmla="*/ 398545 h 945419"/>
              <a:gd name="csX5" fmla="*/ 10541 w 428039"/>
              <a:gd name="csY5" fmla="*/ 271996 h 945419"/>
              <a:gd name="csX6" fmla="*/ 3433 w 428039"/>
              <a:gd name="csY6" fmla="*/ 167697 h 945419"/>
              <a:gd name="csX7" fmla="*/ 154 w 428039"/>
              <a:gd name="csY7" fmla="*/ 91149 h 945419"/>
              <a:gd name="csX8" fmla="*/ 9067 w 428039"/>
              <a:gd name="csY8" fmla="*/ 35099 h 945419"/>
              <a:gd name="csX9" fmla="*/ 51836 w 428039"/>
              <a:gd name="csY9" fmla="*/ 0 h 945419"/>
              <a:gd name="csX10" fmla="*/ 135865 w 428039"/>
              <a:gd name="csY10" fmla="*/ 39860 h 945419"/>
              <a:gd name="csX11" fmla="*/ 254289 w 428039"/>
              <a:gd name="csY11" fmla="*/ 131254 h 945419"/>
              <a:gd name="csX12" fmla="*/ 364827 w 428039"/>
              <a:gd name="csY12" fmla="*/ 251326 h 945419"/>
              <a:gd name="csX13" fmla="*/ 426583 w 428039"/>
              <a:gd name="csY13" fmla="*/ 335826 h 945419"/>
              <a:gd name="csX14" fmla="*/ 415521 w 428039"/>
              <a:gd name="csY14" fmla="*/ 343749 h 945419"/>
              <a:gd name="csX15" fmla="*/ 354029 w 428039"/>
              <a:gd name="csY15" fmla="*/ 259606 h 945419"/>
              <a:gd name="csX16" fmla="*/ 245682 w 428039"/>
              <a:gd name="csY16" fmla="*/ 141791 h 945419"/>
              <a:gd name="csX17" fmla="*/ 125296 w 428039"/>
              <a:gd name="csY17" fmla="*/ 57868 h 945419"/>
              <a:gd name="csX18" fmla="*/ 55062 w 428039"/>
              <a:gd name="csY18" fmla="*/ 32950 h 945419"/>
              <a:gd name="csX19" fmla="*/ 39851 w 428039"/>
              <a:gd name="csY19" fmla="*/ 44933 h 945419"/>
              <a:gd name="csX20" fmla="*/ 28389 w 428039"/>
              <a:gd name="csY20" fmla="*/ 92995 h 945419"/>
              <a:gd name="csX21" fmla="*/ 22440 w 428039"/>
              <a:gd name="csY21" fmla="*/ 167645 h 945419"/>
              <a:gd name="csX22" fmla="*/ 24745 w 428039"/>
              <a:gd name="csY22" fmla="*/ 270620 h 945419"/>
              <a:gd name="csX23" fmla="*/ 42597 w 428039"/>
              <a:gd name="csY23" fmla="*/ 396130 h 945419"/>
              <a:gd name="csX24" fmla="*/ 72229 w 428039"/>
              <a:gd name="csY24" fmla="*/ 561970 h 945419"/>
              <a:gd name="csX25" fmla="*/ 116735 w 428039"/>
              <a:gd name="csY25" fmla="*/ 720761 h 945419"/>
              <a:gd name="csX26" fmla="*/ 175184 w 428039"/>
              <a:gd name="csY26" fmla="*/ 849711 h 945419"/>
              <a:gd name="csX27" fmla="*/ 205588 w 428039"/>
              <a:gd name="csY27" fmla="*/ 914204 h 945419"/>
              <a:gd name="csX28" fmla="*/ 170180 w 428039"/>
              <a:gd name="csY28" fmla="*/ 932990 h 945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428039" h="945419">
                <a:moveTo>
                  <a:pt x="170172" y="932994"/>
                </a:moveTo>
                <a:cubicBezTo>
                  <a:pt x="159802" y="909512"/>
                  <a:pt x="154500" y="884307"/>
                  <a:pt x="148137" y="859669"/>
                </a:cubicBezTo>
                <a:cubicBezTo>
                  <a:pt x="134447" y="814790"/>
                  <a:pt x="120582" y="769858"/>
                  <a:pt x="103523" y="726119"/>
                </a:cubicBezTo>
                <a:cubicBezTo>
                  <a:pt x="82578" y="674045"/>
                  <a:pt x="69695" y="619516"/>
                  <a:pt x="58870" y="564604"/>
                </a:cubicBezTo>
                <a:cubicBezTo>
                  <a:pt x="49161" y="509220"/>
                  <a:pt x="39184" y="453885"/>
                  <a:pt x="29199" y="398545"/>
                </a:cubicBezTo>
                <a:cubicBezTo>
                  <a:pt x="20947" y="356655"/>
                  <a:pt x="15487" y="314347"/>
                  <a:pt x="10541" y="271996"/>
                </a:cubicBezTo>
                <a:cubicBezTo>
                  <a:pt x="7877" y="237254"/>
                  <a:pt x="5052" y="202515"/>
                  <a:pt x="3433" y="167697"/>
                </a:cubicBezTo>
                <a:cubicBezTo>
                  <a:pt x="809" y="142327"/>
                  <a:pt x="32" y="116626"/>
                  <a:pt x="154" y="91149"/>
                </a:cubicBezTo>
                <a:cubicBezTo>
                  <a:pt x="-1046" y="71864"/>
                  <a:pt x="5021" y="53650"/>
                  <a:pt x="9067" y="35099"/>
                </a:cubicBezTo>
                <a:cubicBezTo>
                  <a:pt x="18329" y="12394"/>
                  <a:pt x="28844" y="4991"/>
                  <a:pt x="51836" y="0"/>
                </a:cubicBezTo>
                <a:cubicBezTo>
                  <a:pt x="83162" y="5057"/>
                  <a:pt x="109752" y="22779"/>
                  <a:pt x="135865" y="39860"/>
                </a:cubicBezTo>
                <a:cubicBezTo>
                  <a:pt x="175119" y="70647"/>
                  <a:pt x="215644" y="99681"/>
                  <a:pt x="254289" y="131254"/>
                </a:cubicBezTo>
                <a:cubicBezTo>
                  <a:pt x="296668" y="165963"/>
                  <a:pt x="331640" y="208064"/>
                  <a:pt x="364827" y="251326"/>
                </a:cubicBezTo>
                <a:cubicBezTo>
                  <a:pt x="386442" y="278860"/>
                  <a:pt x="407283" y="306649"/>
                  <a:pt x="426583" y="335826"/>
                </a:cubicBezTo>
                <a:cubicBezTo>
                  <a:pt x="431891" y="343851"/>
                  <a:pt x="421423" y="351347"/>
                  <a:pt x="415521" y="343749"/>
                </a:cubicBezTo>
                <a:cubicBezTo>
                  <a:pt x="394189" y="316296"/>
                  <a:pt x="374035" y="288065"/>
                  <a:pt x="354029" y="259606"/>
                </a:cubicBezTo>
                <a:cubicBezTo>
                  <a:pt x="321492" y="217171"/>
                  <a:pt x="287240" y="175839"/>
                  <a:pt x="245682" y="141791"/>
                </a:cubicBezTo>
                <a:cubicBezTo>
                  <a:pt x="207852" y="110871"/>
                  <a:pt x="169587" y="79136"/>
                  <a:pt x="125296" y="57868"/>
                </a:cubicBezTo>
                <a:cubicBezTo>
                  <a:pt x="102410" y="47042"/>
                  <a:pt x="81165" y="31872"/>
                  <a:pt x="55062" y="32950"/>
                </a:cubicBezTo>
                <a:cubicBezTo>
                  <a:pt x="50516" y="36531"/>
                  <a:pt x="36977" y="31717"/>
                  <a:pt x="39851" y="44933"/>
                </a:cubicBezTo>
                <a:cubicBezTo>
                  <a:pt x="34540" y="60714"/>
                  <a:pt x="29671" y="76227"/>
                  <a:pt x="28389" y="92995"/>
                </a:cubicBezTo>
                <a:cubicBezTo>
                  <a:pt x="25761" y="117780"/>
                  <a:pt x="24680" y="142770"/>
                  <a:pt x="22440" y="167645"/>
                </a:cubicBezTo>
                <a:cubicBezTo>
                  <a:pt x="21365" y="202088"/>
                  <a:pt x="20005" y="236332"/>
                  <a:pt x="24745" y="270620"/>
                </a:cubicBezTo>
                <a:cubicBezTo>
                  <a:pt x="28951" y="312708"/>
                  <a:pt x="34356" y="354602"/>
                  <a:pt x="42597" y="396130"/>
                </a:cubicBezTo>
                <a:cubicBezTo>
                  <a:pt x="52570" y="451394"/>
                  <a:pt x="62537" y="506658"/>
                  <a:pt x="72229" y="561970"/>
                </a:cubicBezTo>
                <a:cubicBezTo>
                  <a:pt x="82864" y="615970"/>
                  <a:pt x="95071" y="669936"/>
                  <a:pt x="116735" y="720761"/>
                </a:cubicBezTo>
                <a:cubicBezTo>
                  <a:pt x="135040" y="764278"/>
                  <a:pt x="157362" y="805959"/>
                  <a:pt x="175184" y="849711"/>
                </a:cubicBezTo>
                <a:cubicBezTo>
                  <a:pt x="185487" y="871034"/>
                  <a:pt x="196136" y="892494"/>
                  <a:pt x="205588" y="914204"/>
                </a:cubicBezTo>
                <a:cubicBezTo>
                  <a:pt x="216903" y="940190"/>
                  <a:pt x="181631" y="958916"/>
                  <a:pt x="170180" y="93299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DDA7FE14-3848-32F3-E64B-5AB483800215}"/>
              </a:ext>
            </a:extLst>
          </p:cNvPr>
          <p:cNvSpPr/>
          <p:nvPr/>
        </p:nvSpPr>
        <p:spPr>
          <a:xfrm>
            <a:off x="7226569" y="1937158"/>
            <a:ext cx="390314" cy="523933"/>
          </a:xfrm>
          <a:custGeom>
            <a:avLst/>
            <a:gdLst>
              <a:gd name="csX0" fmla="*/ 11203 w 390314"/>
              <a:gd name="csY0" fmla="*/ 507542 h 523933"/>
              <a:gd name="csX1" fmla="*/ 15175 w 390314"/>
              <a:gd name="csY1" fmla="*/ 445932 h 523933"/>
              <a:gd name="csX2" fmla="*/ 13105 w 390314"/>
              <a:gd name="csY2" fmla="*/ 344519 h 523933"/>
              <a:gd name="csX3" fmla="*/ 12179 w 390314"/>
              <a:gd name="csY3" fmla="*/ 239554 h 523933"/>
              <a:gd name="csX4" fmla="*/ 6147 w 390314"/>
              <a:gd name="csY4" fmla="*/ 164232 h 523933"/>
              <a:gd name="csX5" fmla="*/ 1544 w 390314"/>
              <a:gd name="csY5" fmla="*/ 102402 h 523933"/>
              <a:gd name="csX6" fmla="*/ 4718 w 390314"/>
              <a:gd name="csY6" fmla="*/ 50112 h 523933"/>
              <a:gd name="csX7" fmla="*/ 24308 w 390314"/>
              <a:gd name="csY7" fmla="*/ 15136 h 523933"/>
              <a:gd name="csX8" fmla="*/ 69015 w 390314"/>
              <a:gd name="csY8" fmla="*/ 0 h 523933"/>
              <a:gd name="csX9" fmla="*/ 143148 w 390314"/>
              <a:gd name="csY9" fmla="*/ 37746 h 523933"/>
              <a:gd name="csX10" fmla="*/ 218249 w 390314"/>
              <a:gd name="csY10" fmla="*/ 120516 h 523933"/>
              <a:gd name="csX11" fmla="*/ 284592 w 390314"/>
              <a:gd name="csY11" fmla="*/ 240512 h 523933"/>
              <a:gd name="csX12" fmla="*/ 343375 w 390314"/>
              <a:gd name="csY12" fmla="*/ 363356 h 523933"/>
              <a:gd name="csX13" fmla="*/ 385359 w 390314"/>
              <a:gd name="csY13" fmla="*/ 468369 h 523933"/>
              <a:gd name="csX14" fmla="*/ 389887 w 390314"/>
              <a:gd name="csY14" fmla="*/ 482536 h 523933"/>
              <a:gd name="csX15" fmla="*/ 376925 w 390314"/>
              <a:gd name="csY15" fmla="*/ 486677 h 523933"/>
              <a:gd name="csX16" fmla="*/ 372463 w 390314"/>
              <a:gd name="csY16" fmla="*/ 472709 h 523933"/>
              <a:gd name="csX17" fmla="*/ 331036 w 390314"/>
              <a:gd name="csY17" fmla="*/ 369096 h 523933"/>
              <a:gd name="csX18" fmla="*/ 272518 w 390314"/>
              <a:gd name="csY18" fmla="*/ 246795 h 523933"/>
              <a:gd name="csX19" fmla="*/ 207062 w 390314"/>
              <a:gd name="csY19" fmla="*/ 128266 h 523933"/>
              <a:gd name="csX20" fmla="*/ 134043 w 390314"/>
              <a:gd name="csY20" fmla="*/ 51025 h 523933"/>
              <a:gd name="csX21" fmla="*/ 67779 w 390314"/>
              <a:gd name="csY21" fmla="*/ 25145 h 523933"/>
              <a:gd name="csX22" fmla="*/ 44525 w 390314"/>
              <a:gd name="csY22" fmla="*/ 33136 h 523933"/>
              <a:gd name="csX23" fmla="*/ 28642 w 390314"/>
              <a:gd name="csY23" fmla="*/ 55566 h 523933"/>
              <a:gd name="csX24" fmla="*/ 24873 w 390314"/>
              <a:gd name="csY24" fmla="*/ 101384 h 523933"/>
              <a:gd name="csX25" fmla="*/ 28393 w 390314"/>
              <a:gd name="csY25" fmla="*/ 162695 h 523933"/>
              <a:gd name="csX26" fmla="*/ 25785 w 390314"/>
              <a:gd name="csY26" fmla="*/ 239780 h 523933"/>
              <a:gd name="csX27" fmla="*/ 26703 w 390314"/>
              <a:gd name="csY27" fmla="*/ 344002 h 523933"/>
              <a:gd name="csX28" fmla="*/ 34679 w 390314"/>
              <a:gd name="csY28" fmla="*/ 444739 h 523933"/>
              <a:gd name="csX29" fmla="*/ 47039 w 390314"/>
              <a:gd name="csY29" fmla="*/ 503502 h 523933"/>
              <a:gd name="csX30" fmla="*/ 11204 w 390314"/>
              <a:gd name="csY30" fmla="*/ 507556 h 5239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390314" h="523933">
                <a:moveTo>
                  <a:pt x="11203" y="507542"/>
                </a:moveTo>
                <a:cubicBezTo>
                  <a:pt x="15001" y="487313"/>
                  <a:pt x="14823" y="466496"/>
                  <a:pt x="15175" y="445932"/>
                </a:cubicBezTo>
                <a:cubicBezTo>
                  <a:pt x="16649" y="412191"/>
                  <a:pt x="14497" y="378308"/>
                  <a:pt x="13105" y="344519"/>
                </a:cubicBezTo>
                <a:cubicBezTo>
                  <a:pt x="11442" y="309549"/>
                  <a:pt x="11725" y="274548"/>
                  <a:pt x="12179" y="239554"/>
                </a:cubicBezTo>
                <a:cubicBezTo>
                  <a:pt x="13151" y="214105"/>
                  <a:pt x="9924" y="189221"/>
                  <a:pt x="6147" y="164232"/>
                </a:cubicBezTo>
                <a:cubicBezTo>
                  <a:pt x="4127" y="143476"/>
                  <a:pt x="3237" y="122823"/>
                  <a:pt x="1544" y="102402"/>
                </a:cubicBezTo>
                <a:cubicBezTo>
                  <a:pt x="-2146" y="84580"/>
                  <a:pt x="1531" y="67528"/>
                  <a:pt x="4718" y="50112"/>
                </a:cubicBezTo>
                <a:cubicBezTo>
                  <a:pt x="6003" y="35205"/>
                  <a:pt x="16331" y="26367"/>
                  <a:pt x="24308" y="15136"/>
                </a:cubicBezTo>
                <a:cubicBezTo>
                  <a:pt x="37303" y="-1114"/>
                  <a:pt x="51064" y="1607"/>
                  <a:pt x="69015" y="0"/>
                </a:cubicBezTo>
                <a:cubicBezTo>
                  <a:pt x="97661" y="4698"/>
                  <a:pt x="120564" y="20653"/>
                  <a:pt x="143148" y="37746"/>
                </a:cubicBezTo>
                <a:cubicBezTo>
                  <a:pt x="172209" y="61699"/>
                  <a:pt x="196852" y="89657"/>
                  <a:pt x="218249" y="120516"/>
                </a:cubicBezTo>
                <a:cubicBezTo>
                  <a:pt x="242969" y="159013"/>
                  <a:pt x="263523" y="199962"/>
                  <a:pt x="284592" y="240512"/>
                </a:cubicBezTo>
                <a:cubicBezTo>
                  <a:pt x="304942" y="281090"/>
                  <a:pt x="324244" y="322189"/>
                  <a:pt x="343375" y="363356"/>
                </a:cubicBezTo>
                <a:cubicBezTo>
                  <a:pt x="360410" y="397285"/>
                  <a:pt x="372878" y="432720"/>
                  <a:pt x="385359" y="468369"/>
                </a:cubicBezTo>
                <a:cubicBezTo>
                  <a:pt x="386869" y="473091"/>
                  <a:pt x="388378" y="477814"/>
                  <a:pt x="389887" y="482536"/>
                </a:cubicBezTo>
                <a:cubicBezTo>
                  <a:pt x="392815" y="491701"/>
                  <a:pt x="379852" y="495842"/>
                  <a:pt x="376925" y="486677"/>
                </a:cubicBezTo>
                <a:cubicBezTo>
                  <a:pt x="375438" y="482021"/>
                  <a:pt x="373951" y="477365"/>
                  <a:pt x="372463" y="472709"/>
                </a:cubicBezTo>
                <a:cubicBezTo>
                  <a:pt x="360173" y="437584"/>
                  <a:pt x="346257" y="403094"/>
                  <a:pt x="331036" y="369096"/>
                </a:cubicBezTo>
                <a:cubicBezTo>
                  <a:pt x="311990" y="328113"/>
                  <a:pt x="292772" y="287195"/>
                  <a:pt x="272518" y="246795"/>
                </a:cubicBezTo>
                <a:cubicBezTo>
                  <a:pt x="251713" y="206750"/>
                  <a:pt x="231421" y="166313"/>
                  <a:pt x="207062" y="128266"/>
                </a:cubicBezTo>
                <a:cubicBezTo>
                  <a:pt x="186799" y="98937"/>
                  <a:pt x="164087" y="70811"/>
                  <a:pt x="134043" y="51025"/>
                </a:cubicBezTo>
                <a:cubicBezTo>
                  <a:pt x="112959" y="40008"/>
                  <a:pt x="92583" y="26469"/>
                  <a:pt x="67779" y="25145"/>
                </a:cubicBezTo>
                <a:cubicBezTo>
                  <a:pt x="59436" y="27588"/>
                  <a:pt x="50519" y="25283"/>
                  <a:pt x="44525" y="33136"/>
                </a:cubicBezTo>
                <a:cubicBezTo>
                  <a:pt x="39101" y="40629"/>
                  <a:pt x="32430" y="47014"/>
                  <a:pt x="28642" y="55566"/>
                </a:cubicBezTo>
                <a:cubicBezTo>
                  <a:pt x="27104" y="70793"/>
                  <a:pt x="25177" y="86014"/>
                  <a:pt x="24873" y="101384"/>
                </a:cubicBezTo>
                <a:cubicBezTo>
                  <a:pt x="25551" y="121596"/>
                  <a:pt x="26988" y="142111"/>
                  <a:pt x="28393" y="162695"/>
                </a:cubicBezTo>
                <a:cubicBezTo>
                  <a:pt x="27884" y="188373"/>
                  <a:pt x="27064" y="214092"/>
                  <a:pt x="25785" y="239780"/>
                </a:cubicBezTo>
                <a:cubicBezTo>
                  <a:pt x="25333" y="274523"/>
                  <a:pt x="25051" y="309276"/>
                  <a:pt x="26703" y="344002"/>
                </a:cubicBezTo>
                <a:cubicBezTo>
                  <a:pt x="28089" y="377664"/>
                  <a:pt x="28845" y="411542"/>
                  <a:pt x="34679" y="444739"/>
                </a:cubicBezTo>
                <a:cubicBezTo>
                  <a:pt x="37456" y="464521"/>
                  <a:pt x="39335" y="484984"/>
                  <a:pt x="47039" y="503502"/>
                </a:cubicBezTo>
                <a:cubicBezTo>
                  <a:pt x="56833" y="527047"/>
                  <a:pt x="6497" y="532618"/>
                  <a:pt x="11204" y="50755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4" name="任意多边形: 形状 93">
            <a:extLst>
              <a:ext uri="{FF2B5EF4-FFF2-40B4-BE49-F238E27FC236}">
                <a16:creationId xmlns:a16="http://schemas.microsoft.com/office/drawing/2014/main" id="{5F235FD0-5922-E5A5-1D20-EBBC56ECD1C2}"/>
              </a:ext>
            </a:extLst>
          </p:cNvPr>
          <p:cNvSpPr/>
          <p:nvPr/>
        </p:nvSpPr>
        <p:spPr>
          <a:xfrm>
            <a:off x="7437728" y="1726690"/>
            <a:ext cx="398177" cy="363527"/>
          </a:xfrm>
          <a:custGeom>
            <a:avLst/>
            <a:gdLst>
              <a:gd name="csX0" fmla="*/ 355 w 398177"/>
              <a:gd name="csY0" fmla="*/ 342058 h 363527"/>
              <a:gd name="csX1" fmla="*/ 5770 w 398177"/>
              <a:gd name="csY1" fmla="*/ 288820 h 363527"/>
              <a:gd name="csX2" fmla="*/ 18981 w 398177"/>
              <a:gd name="csY2" fmla="*/ 205706 h 363527"/>
              <a:gd name="csX3" fmla="*/ 47233 w 398177"/>
              <a:gd name="csY3" fmla="*/ 115864 h 363527"/>
              <a:gd name="csX4" fmla="*/ 103685 w 398177"/>
              <a:gd name="csY4" fmla="*/ 50588 h 363527"/>
              <a:gd name="csX5" fmla="*/ 169520 w 398177"/>
              <a:gd name="csY5" fmla="*/ 12767 h 363527"/>
              <a:gd name="csX6" fmla="*/ 244972 w 398177"/>
              <a:gd name="csY6" fmla="*/ 668 h 363527"/>
              <a:gd name="csX7" fmla="*/ 331069 w 398177"/>
              <a:gd name="csY7" fmla="*/ 61124 h 363527"/>
              <a:gd name="csX8" fmla="*/ 397613 w 398177"/>
              <a:gd name="csY8" fmla="*/ 180777 h 363527"/>
              <a:gd name="csX9" fmla="*/ 384870 w 398177"/>
              <a:gd name="csY9" fmla="*/ 185550 h 363527"/>
              <a:gd name="csX10" fmla="*/ 315521 w 398177"/>
              <a:gd name="csY10" fmla="*/ 77955 h 363527"/>
              <a:gd name="csX11" fmla="*/ 239081 w 398177"/>
              <a:gd name="csY11" fmla="*/ 33548 h 363527"/>
              <a:gd name="csX12" fmla="*/ 182829 w 398177"/>
              <a:gd name="csY12" fmla="*/ 41947 h 363527"/>
              <a:gd name="csX13" fmla="*/ 121361 w 398177"/>
              <a:gd name="csY13" fmla="*/ 74791 h 363527"/>
              <a:gd name="csX14" fmla="*/ 75082 w 398177"/>
              <a:gd name="csY14" fmla="*/ 128550 h 363527"/>
              <a:gd name="csX15" fmla="*/ 47094 w 398177"/>
              <a:gd name="csY15" fmla="*/ 211705 h 363527"/>
              <a:gd name="csX16" fmla="*/ 39879 w 398177"/>
              <a:gd name="csY16" fmla="*/ 289399 h 363527"/>
              <a:gd name="csX17" fmla="*/ 45951 w 398177"/>
              <a:gd name="csY17" fmla="*/ 337958 h 363527"/>
              <a:gd name="csX18" fmla="*/ 354 w 398177"/>
              <a:gd name="csY18" fmla="*/ 342051 h 3635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98177" h="363527">
                <a:moveTo>
                  <a:pt x="355" y="342058"/>
                </a:moveTo>
                <a:cubicBezTo>
                  <a:pt x="3416" y="324528"/>
                  <a:pt x="4556" y="306578"/>
                  <a:pt x="5770" y="288820"/>
                </a:cubicBezTo>
                <a:cubicBezTo>
                  <a:pt x="5837" y="260450"/>
                  <a:pt x="12247" y="233069"/>
                  <a:pt x="18981" y="205706"/>
                </a:cubicBezTo>
                <a:cubicBezTo>
                  <a:pt x="24880" y="174767"/>
                  <a:pt x="35608" y="145038"/>
                  <a:pt x="47233" y="115864"/>
                </a:cubicBezTo>
                <a:cubicBezTo>
                  <a:pt x="59953" y="88116"/>
                  <a:pt x="80298" y="69019"/>
                  <a:pt x="103685" y="50588"/>
                </a:cubicBezTo>
                <a:cubicBezTo>
                  <a:pt x="123848" y="34874"/>
                  <a:pt x="147074" y="24606"/>
                  <a:pt x="169520" y="12767"/>
                </a:cubicBezTo>
                <a:cubicBezTo>
                  <a:pt x="194106" y="-398"/>
                  <a:pt x="218431" y="-1004"/>
                  <a:pt x="244972" y="668"/>
                </a:cubicBezTo>
                <a:cubicBezTo>
                  <a:pt x="280131" y="11517"/>
                  <a:pt x="304968" y="36892"/>
                  <a:pt x="331069" y="61124"/>
                </a:cubicBezTo>
                <a:cubicBezTo>
                  <a:pt x="365274" y="93281"/>
                  <a:pt x="381488" y="137817"/>
                  <a:pt x="397613" y="180777"/>
                </a:cubicBezTo>
                <a:cubicBezTo>
                  <a:pt x="400993" y="189785"/>
                  <a:pt x="388239" y="194562"/>
                  <a:pt x="384870" y="185550"/>
                </a:cubicBezTo>
                <a:cubicBezTo>
                  <a:pt x="369453" y="144307"/>
                  <a:pt x="347480" y="108763"/>
                  <a:pt x="315521" y="77955"/>
                </a:cubicBezTo>
                <a:cubicBezTo>
                  <a:pt x="292251" y="59265"/>
                  <a:pt x="268993" y="40038"/>
                  <a:pt x="239081" y="33548"/>
                </a:cubicBezTo>
                <a:cubicBezTo>
                  <a:pt x="218582" y="32127"/>
                  <a:pt x="201759" y="30357"/>
                  <a:pt x="182829" y="41947"/>
                </a:cubicBezTo>
                <a:cubicBezTo>
                  <a:pt x="161363" y="51022"/>
                  <a:pt x="140915" y="61982"/>
                  <a:pt x="121361" y="74791"/>
                </a:cubicBezTo>
                <a:cubicBezTo>
                  <a:pt x="102671" y="89957"/>
                  <a:pt x="84990" y="105898"/>
                  <a:pt x="75082" y="128550"/>
                </a:cubicBezTo>
                <a:cubicBezTo>
                  <a:pt x="63204" y="155524"/>
                  <a:pt x="52099" y="182406"/>
                  <a:pt x="47094" y="211705"/>
                </a:cubicBezTo>
                <a:cubicBezTo>
                  <a:pt x="43530" y="237435"/>
                  <a:pt x="39507" y="263322"/>
                  <a:pt x="39879" y="289399"/>
                </a:cubicBezTo>
                <a:cubicBezTo>
                  <a:pt x="40649" y="305602"/>
                  <a:pt x="40450" y="322607"/>
                  <a:pt x="45951" y="337958"/>
                </a:cubicBezTo>
                <a:cubicBezTo>
                  <a:pt x="56871" y="368431"/>
                  <a:pt x="-5215" y="373939"/>
                  <a:pt x="354" y="34205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id="{506411A2-5055-02AD-B56E-505E883170F5}"/>
              </a:ext>
            </a:extLst>
          </p:cNvPr>
          <p:cNvSpPr/>
          <p:nvPr/>
        </p:nvSpPr>
        <p:spPr>
          <a:xfrm>
            <a:off x="7804231" y="1705313"/>
            <a:ext cx="512132" cy="510196"/>
          </a:xfrm>
          <a:custGeom>
            <a:avLst/>
            <a:gdLst>
              <a:gd name="csX0" fmla="*/ 278 w 512132"/>
              <a:gd name="csY0" fmla="*/ 470114 h 510196"/>
              <a:gd name="csX1" fmla="*/ 6456 w 512132"/>
              <a:gd name="csY1" fmla="*/ 423838 h 510196"/>
              <a:gd name="csX2" fmla="*/ 18179 w 512132"/>
              <a:gd name="csY2" fmla="*/ 329405 h 510196"/>
              <a:gd name="csX3" fmla="*/ 43702 w 512132"/>
              <a:gd name="csY3" fmla="*/ 222497 h 510196"/>
              <a:gd name="csX4" fmla="*/ 69520 w 512132"/>
              <a:gd name="csY4" fmla="*/ 132813 h 510196"/>
              <a:gd name="csX5" fmla="*/ 101688 w 512132"/>
              <a:gd name="csY5" fmla="*/ 67240 h 510196"/>
              <a:gd name="csX6" fmla="*/ 144434 w 512132"/>
              <a:gd name="csY6" fmla="*/ 23579 h 510196"/>
              <a:gd name="csX7" fmla="*/ 199834 w 512132"/>
              <a:gd name="csY7" fmla="*/ 45 h 510196"/>
              <a:gd name="csX8" fmla="*/ 278890 w 512132"/>
              <a:gd name="csY8" fmla="*/ 22437 h 510196"/>
              <a:gd name="csX9" fmla="*/ 355415 w 512132"/>
              <a:gd name="csY9" fmla="*/ 107704 h 510196"/>
              <a:gd name="csX10" fmla="*/ 420589 w 512132"/>
              <a:gd name="csY10" fmla="*/ 234006 h 510196"/>
              <a:gd name="csX11" fmla="*/ 478634 w 512132"/>
              <a:gd name="csY11" fmla="*/ 370251 h 510196"/>
              <a:gd name="csX12" fmla="*/ 511732 w 512132"/>
              <a:gd name="csY12" fmla="*/ 500982 h 510196"/>
              <a:gd name="csX13" fmla="*/ 498726 w 512132"/>
              <a:gd name="csY13" fmla="*/ 504984 h 510196"/>
              <a:gd name="csX14" fmla="*/ 448192 w 512132"/>
              <a:gd name="csY14" fmla="*/ 381550 h 510196"/>
              <a:gd name="csX15" fmla="*/ 391172 w 512132"/>
              <a:gd name="csY15" fmla="*/ 248323 h 510196"/>
              <a:gd name="csX16" fmla="*/ 324684 w 512132"/>
              <a:gd name="csY16" fmla="*/ 129166 h 510196"/>
              <a:gd name="csX17" fmla="*/ 257272 w 512132"/>
              <a:gd name="csY17" fmla="*/ 56051 h 510196"/>
              <a:gd name="csX18" fmla="*/ 202238 w 512132"/>
              <a:gd name="csY18" fmla="*/ 30615 h 510196"/>
              <a:gd name="csX19" fmla="*/ 160740 w 512132"/>
              <a:gd name="csY19" fmla="*/ 44552 h 510196"/>
              <a:gd name="csX20" fmla="*/ 122101 w 512132"/>
              <a:gd name="csY20" fmla="*/ 81544 h 510196"/>
              <a:gd name="csX21" fmla="*/ 88257 w 512132"/>
              <a:gd name="csY21" fmla="*/ 140278 h 510196"/>
              <a:gd name="csX22" fmla="*/ 57457 w 512132"/>
              <a:gd name="csY22" fmla="*/ 226009 h 510196"/>
              <a:gd name="csX23" fmla="*/ 33779 w 512132"/>
              <a:gd name="csY23" fmla="*/ 331889 h 510196"/>
              <a:gd name="csX24" fmla="*/ 25553 w 512132"/>
              <a:gd name="csY24" fmla="*/ 425055 h 510196"/>
              <a:gd name="csX25" fmla="*/ 29146 w 512132"/>
              <a:gd name="csY25" fmla="*/ 470097 h 510196"/>
              <a:gd name="csX26" fmla="*/ 276 w 512132"/>
              <a:gd name="csY26" fmla="*/ 470097 h 5101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512132" h="510196">
                <a:moveTo>
                  <a:pt x="278" y="470114"/>
                </a:moveTo>
                <a:cubicBezTo>
                  <a:pt x="3212" y="454713"/>
                  <a:pt x="4042" y="439346"/>
                  <a:pt x="6456" y="423838"/>
                </a:cubicBezTo>
                <a:cubicBezTo>
                  <a:pt x="8999" y="392079"/>
                  <a:pt x="13043" y="360898"/>
                  <a:pt x="18179" y="329405"/>
                </a:cubicBezTo>
                <a:cubicBezTo>
                  <a:pt x="25647" y="293491"/>
                  <a:pt x="34814" y="258073"/>
                  <a:pt x="43702" y="222497"/>
                </a:cubicBezTo>
                <a:cubicBezTo>
                  <a:pt x="49263" y="191763"/>
                  <a:pt x="58830" y="162031"/>
                  <a:pt x="69520" y="132813"/>
                </a:cubicBezTo>
                <a:cubicBezTo>
                  <a:pt x="77279" y="109377"/>
                  <a:pt x="88397" y="87892"/>
                  <a:pt x="101688" y="67240"/>
                </a:cubicBezTo>
                <a:cubicBezTo>
                  <a:pt x="112444" y="49279"/>
                  <a:pt x="128803" y="36587"/>
                  <a:pt x="144434" y="23579"/>
                </a:cubicBezTo>
                <a:cubicBezTo>
                  <a:pt x="160674" y="7703"/>
                  <a:pt x="178127" y="2983"/>
                  <a:pt x="199834" y="45"/>
                </a:cubicBezTo>
                <a:cubicBezTo>
                  <a:pt x="229044" y="-800"/>
                  <a:pt x="253648" y="10349"/>
                  <a:pt x="278890" y="22437"/>
                </a:cubicBezTo>
                <a:cubicBezTo>
                  <a:pt x="309383" y="46102"/>
                  <a:pt x="334284" y="75494"/>
                  <a:pt x="355415" y="107704"/>
                </a:cubicBezTo>
                <a:cubicBezTo>
                  <a:pt x="383343" y="146509"/>
                  <a:pt x="399786" y="191412"/>
                  <a:pt x="420589" y="234006"/>
                </a:cubicBezTo>
                <a:cubicBezTo>
                  <a:pt x="445466" y="276834"/>
                  <a:pt x="462089" y="323756"/>
                  <a:pt x="478634" y="370251"/>
                </a:cubicBezTo>
                <a:cubicBezTo>
                  <a:pt x="492122" y="413328"/>
                  <a:pt x="498465" y="457873"/>
                  <a:pt x="511732" y="500982"/>
                </a:cubicBezTo>
                <a:cubicBezTo>
                  <a:pt x="514562" y="510178"/>
                  <a:pt x="501556" y="514180"/>
                  <a:pt x="498726" y="504984"/>
                </a:cubicBezTo>
                <a:cubicBezTo>
                  <a:pt x="485569" y="462227"/>
                  <a:pt x="465620" y="422678"/>
                  <a:pt x="448192" y="381550"/>
                </a:cubicBezTo>
                <a:cubicBezTo>
                  <a:pt x="430714" y="336400"/>
                  <a:pt x="410644" y="292603"/>
                  <a:pt x="391172" y="248323"/>
                </a:cubicBezTo>
                <a:cubicBezTo>
                  <a:pt x="371325" y="207435"/>
                  <a:pt x="348460" y="167868"/>
                  <a:pt x="324684" y="129166"/>
                </a:cubicBezTo>
                <a:cubicBezTo>
                  <a:pt x="305079" y="102095"/>
                  <a:pt x="285303" y="74955"/>
                  <a:pt x="257272" y="56051"/>
                </a:cubicBezTo>
                <a:cubicBezTo>
                  <a:pt x="240227" y="43636"/>
                  <a:pt x="224191" y="30853"/>
                  <a:pt x="202238" y="30615"/>
                </a:cubicBezTo>
                <a:cubicBezTo>
                  <a:pt x="188161" y="34100"/>
                  <a:pt x="173180" y="35335"/>
                  <a:pt x="160740" y="44552"/>
                </a:cubicBezTo>
                <a:cubicBezTo>
                  <a:pt x="147367" y="56411"/>
                  <a:pt x="133421" y="67345"/>
                  <a:pt x="122101" y="81544"/>
                </a:cubicBezTo>
                <a:cubicBezTo>
                  <a:pt x="109870" y="100481"/>
                  <a:pt x="96458" y="118998"/>
                  <a:pt x="88257" y="140278"/>
                </a:cubicBezTo>
                <a:cubicBezTo>
                  <a:pt x="77093" y="168596"/>
                  <a:pt x="65801" y="196675"/>
                  <a:pt x="57457" y="226009"/>
                </a:cubicBezTo>
                <a:cubicBezTo>
                  <a:pt x="48123" y="260905"/>
                  <a:pt x="37998" y="295923"/>
                  <a:pt x="33779" y="331889"/>
                </a:cubicBezTo>
                <a:cubicBezTo>
                  <a:pt x="29997" y="362821"/>
                  <a:pt x="25702" y="393793"/>
                  <a:pt x="25553" y="425055"/>
                </a:cubicBezTo>
                <a:cubicBezTo>
                  <a:pt x="26534" y="440124"/>
                  <a:pt x="25772" y="455236"/>
                  <a:pt x="29146" y="470097"/>
                </a:cubicBezTo>
                <a:cubicBezTo>
                  <a:pt x="33666" y="490005"/>
                  <a:pt x="-3545" y="490151"/>
                  <a:pt x="276" y="470097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18483721-3291-AC09-234A-48346AFFC893}"/>
              </a:ext>
            </a:extLst>
          </p:cNvPr>
          <p:cNvSpPr/>
          <p:nvPr/>
        </p:nvSpPr>
        <p:spPr>
          <a:xfrm>
            <a:off x="8139587" y="1242906"/>
            <a:ext cx="515969" cy="474344"/>
          </a:xfrm>
          <a:custGeom>
            <a:avLst/>
            <a:gdLst>
              <a:gd name="csX0" fmla="*/ 2583 w 515969"/>
              <a:gd name="csY0" fmla="*/ 333304 h 474344"/>
              <a:gd name="csX1" fmla="*/ 50856 w 515969"/>
              <a:gd name="csY1" fmla="*/ 254502 h 474344"/>
              <a:gd name="csX2" fmla="*/ 126645 w 515969"/>
              <a:gd name="csY2" fmla="*/ 142240 h 474344"/>
              <a:gd name="csX3" fmla="*/ 196572 w 515969"/>
              <a:gd name="csY3" fmla="*/ 54976 h 474344"/>
              <a:gd name="csX4" fmla="*/ 246209 w 515969"/>
              <a:gd name="csY4" fmla="*/ 6598 h 474344"/>
              <a:gd name="csX5" fmla="*/ 300814 w 515969"/>
              <a:gd name="csY5" fmla="*/ 10685 h 474344"/>
              <a:gd name="csX6" fmla="*/ 352304 w 515969"/>
              <a:gd name="csY6" fmla="*/ 61742 h 474344"/>
              <a:gd name="csX7" fmla="*/ 416678 w 515969"/>
              <a:gd name="csY7" fmla="*/ 165726 h 474344"/>
              <a:gd name="csX8" fmla="*/ 471416 w 515969"/>
              <a:gd name="csY8" fmla="*/ 284265 h 474344"/>
              <a:gd name="csX9" fmla="*/ 507700 w 515969"/>
              <a:gd name="csY9" fmla="*/ 391792 h 474344"/>
              <a:gd name="csX10" fmla="*/ 515969 w 515969"/>
              <a:gd name="csY10" fmla="*/ 465935 h 474344"/>
              <a:gd name="csX11" fmla="*/ 502678 w 515969"/>
              <a:gd name="csY11" fmla="*/ 468851 h 474344"/>
              <a:gd name="csX12" fmla="*/ 474360 w 515969"/>
              <a:gd name="csY12" fmla="*/ 401780 h 474344"/>
              <a:gd name="csX13" fmla="*/ 441229 w 515969"/>
              <a:gd name="csY13" fmla="*/ 295386 h 474344"/>
              <a:gd name="csX14" fmla="*/ 392618 w 515969"/>
              <a:gd name="csY14" fmla="*/ 178333 h 474344"/>
              <a:gd name="csX15" fmla="*/ 330580 w 515969"/>
              <a:gd name="csY15" fmla="*/ 79492 h 474344"/>
              <a:gd name="csX16" fmla="*/ 286765 w 515969"/>
              <a:gd name="csY16" fmla="*/ 33444 h 474344"/>
              <a:gd name="csX17" fmla="*/ 257162 w 515969"/>
              <a:gd name="csY17" fmla="*/ 26497 h 474344"/>
              <a:gd name="csX18" fmla="*/ 206906 w 515969"/>
              <a:gd name="csY18" fmla="*/ 64113 h 474344"/>
              <a:gd name="csX19" fmla="*/ 137631 w 515969"/>
              <a:gd name="csY19" fmla="*/ 150272 h 474344"/>
              <a:gd name="csX20" fmla="*/ 62643 w 515969"/>
              <a:gd name="csY20" fmla="*/ 261305 h 474344"/>
              <a:gd name="csX21" fmla="*/ 21961 w 515969"/>
              <a:gd name="csY21" fmla="*/ 345122 h 474344"/>
              <a:gd name="csX22" fmla="*/ 2583 w 515969"/>
              <a:gd name="csY22" fmla="*/ 333311 h 4743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515969" h="474344">
                <a:moveTo>
                  <a:pt x="2583" y="333304"/>
                </a:moveTo>
                <a:cubicBezTo>
                  <a:pt x="23234" y="310326"/>
                  <a:pt x="35473" y="281186"/>
                  <a:pt x="50856" y="254502"/>
                </a:cubicBezTo>
                <a:cubicBezTo>
                  <a:pt x="73843" y="215586"/>
                  <a:pt x="100005" y="178706"/>
                  <a:pt x="126645" y="142240"/>
                </a:cubicBezTo>
                <a:cubicBezTo>
                  <a:pt x="148103" y="111674"/>
                  <a:pt x="172165" y="83180"/>
                  <a:pt x="196572" y="54976"/>
                </a:cubicBezTo>
                <a:cubicBezTo>
                  <a:pt x="210128" y="35433"/>
                  <a:pt x="227812" y="21019"/>
                  <a:pt x="246209" y="6598"/>
                </a:cubicBezTo>
                <a:cubicBezTo>
                  <a:pt x="268298" y="-5973"/>
                  <a:pt x="280070" y="1708"/>
                  <a:pt x="300814" y="10685"/>
                </a:cubicBezTo>
                <a:cubicBezTo>
                  <a:pt x="318537" y="27171"/>
                  <a:pt x="335531" y="44551"/>
                  <a:pt x="352304" y="61742"/>
                </a:cubicBezTo>
                <a:cubicBezTo>
                  <a:pt x="375378" y="95500"/>
                  <a:pt x="398224" y="129116"/>
                  <a:pt x="416678" y="165726"/>
                </a:cubicBezTo>
                <a:cubicBezTo>
                  <a:pt x="436624" y="204603"/>
                  <a:pt x="456578" y="243031"/>
                  <a:pt x="471416" y="284265"/>
                </a:cubicBezTo>
                <a:cubicBezTo>
                  <a:pt x="485621" y="319376"/>
                  <a:pt x="497015" y="355467"/>
                  <a:pt x="507700" y="391792"/>
                </a:cubicBezTo>
                <a:cubicBezTo>
                  <a:pt x="516784" y="415640"/>
                  <a:pt x="515907" y="441441"/>
                  <a:pt x="515969" y="465935"/>
                </a:cubicBezTo>
                <a:cubicBezTo>
                  <a:pt x="515993" y="475557"/>
                  <a:pt x="506991" y="477451"/>
                  <a:pt x="502678" y="468851"/>
                </a:cubicBezTo>
                <a:cubicBezTo>
                  <a:pt x="492112" y="447781"/>
                  <a:pt x="480612" y="425605"/>
                  <a:pt x="474360" y="401780"/>
                </a:cubicBezTo>
                <a:cubicBezTo>
                  <a:pt x="463032" y="366394"/>
                  <a:pt x="452298" y="330830"/>
                  <a:pt x="441229" y="295386"/>
                </a:cubicBezTo>
                <a:cubicBezTo>
                  <a:pt x="426409" y="255876"/>
                  <a:pt x="412167" y="215709"/>
                  <a:pt x="392618" y="178333"/>
                </a:cubicBezTo>
                <a:cubicBezTo>
                  <a:pt x="374037" y="144211"/>
                  <a:pt x="357240" y="108193"/>
                  <a:pt x="330580" y="79492"/>
                </a:cubicBezTo>
                <a:cubicBezTo>
                  <a:pt x="317783" y="62038"/>
                  <a:pt x="306242" y="44210"/>
                  <a:pt x="286765" y="33444"/>
                </a:cubicBezTo>
                <a:cubicBezTo>
                  <a:pt x="276968" y="30335"/>
                  <a:pt x="268646" y="23043"/>
                  <a:pt x="257162" y="26497"/>
                </a:cubicBezTo>
                <a:cubicBezTo>
                  <a:pt x="239123" y="37184"/>
                  <a:pt x="221190" y="47946"/>
                  <a:pt x="206906" y="64113"/>
                </a:cubicBezTo>
                <a:cubicBezTo>
                  <a:pt x="182611" y="91859"/>
                  <a:pt x="158814" y="120018"/>
                  <a:pt x="137631" y="150272"/>
                </a:cubicBezTo>
                <a:cubicBezTo>
                  <a:pt x="111279" y="186340"/>
                  <a:pt x="85392" y="222816"/>
                  <a:pt x="62643" y="261305"/>
                </a:cubicBezTo>
                <a:cubicBezTo>
                  <a:pt x="47115" y="288234"/>
                  <a:pt x="30185" y="314972"/>
                  <a:pt x="21961" y="345122"/>
                </a:cubicBezTo>
                <a:cubicBezTo>
                  <a:pt x="17738" y="360603"/>
                  <a:pt x="-8144" y="345246"/>
                  <a:pt x="2583" y="3333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76831450-982E-8353-4BEF-D5CA86824653}"/>
              </a:ext>
            </a:extLst>
          </p:cNvPr>
          <p:cNvSpPr/>
          <p:nvPr/>
        </p:nvSpPr>
        <p:spPr>
          <a:xfrm>
            <a:off x="8280736" y="1695034"/>
            <a:ext cx="494143" cy="511476"/>
          </a:xfrm>
          <a:custGeom>
            <a:avLst/>
            <a:gdLst>
              <a:gd name="csX0" fmla="*/ 3928 w 494143"/>
              <a:gd name="csY0" fmla="*/ 464868 h 511476"/>
              <a:gd name="csX1" fmla="*/ 35680 w 494143"/>
              <a:gd name="csY1" fmla="*/ 416016 h 511476"/>
              <a:gd name="csX2" fmla="*/ 111251 w 494143"/>
              <a:gd name="csY2" fmla="*/ 313261 h 511476"/>
              <a:gd name="csX3" fmla="*/ 209216 w 494143"/>
              <a:gd name="csY3" fmla="*/ 198256 h 511476"/>
              <a:gd name="csX4" fmla="*/ 298202 w 494143"/>
              <a:gd name="csY4" fmla="*/ 103473 h 511476"/>
              <a:gd name="csX5" fmla="*/ 366717 w 494143"/>
              <a:gd name="csY5" fmla="*/ 38259 h 511476"/>
              <a:gd name="csX6" fmla="*/ 416251 w 494143"/>
              <a:gd name="csY6" fmla="*/ 2006 h 511476"/>
              <a:gd name="csX7" fmla="*/ 463999 w 494143"/>
              <a:gd name="csY7" fmla="*/ 41412 h 511476"/>
              <a:gd name="csX8" fmla="*/ 480382 w 494143"/>
              <a:gd name="csY8" fmla="*/ 126704 h 511476"/>
              <a:gd name="csX9" fmla="*/ 489779 w 494143"/>
              <a:gd name="csY9" fmla="*/ 251815 h 511476"/>
              <a:gd name="csX10" fmla="*/ 494131 w 494143"/>
              <a:gd name="csY10" fmla="*/ 339361 h 511476"/>
              <a:gd name="csX11" fmla="*/ 480541 w 494143"/>
              <a:gd name="csY11" fmla="*/ 340047 h 511476"/>
              <a:gd name="csX12" fmla="*/ 476184 w 494143"/>
              <a:gd name="csY12" fmla="*/ 252414 h 511476"/>
              <a:gd name="csX13" fmla="*/ 466353 w 494143"/>
              <a:gd name="csY13" fmla="*/ 129123 h 511476"/>
              <a:gd name="csX14" fmla="*/ 440172 w 494143"/>
              <a:gd name="csY14" fmla="*/ 52658 h 511476"/>
              <a:gd name="csX15" fmla="*/ 436956 w 494143"/>
              <a:gd name="csY15" fmla="*/ 53206 h 511476"/>
              <a:gd name="csX16" fmla="*/ 399795 w 494143"/>
              <a:gd name="csY16" fmla="*/ 77817 h 511476"/>
              <a:gd name="csX17" fmla="*/ 326402 w 494143"/>
              <a:gd name="csY17" fmla="*/ 134587 h 511476"/>
              <a:gd name="csX18" fmla="*/ 236428 w 494143"/>
              <a:gd name="csY18" fmla="*/ 221729 h 511476"/>
              <a:gd name="csX19" fmla="*/ 144723 w 494143"/>
              <a:gd name="csY19" fmla="*/ 338553 h 511476"/>
              <a:gd name="csX20" fmla="*/ 84068 w 494143"/>
              <a:gd name="csY20" fmla="*/ 443918 h 511476"/>
              <a:gd name="csX21" fmla="*/ 60570 w 494143"/>
              <a:gd name="csY21" fmla="*/ 492916 h 511476"/>
              <a:gd name="csX22" fmla="*/ 3931 w 494143"/>
              <a:gd name="csY22" fmla="*/ 464872 h 5114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494143" h="511476">
                <a:moveTo>
                  <a:pt x="3928" y="464868"/>
                </a:moveTo>
                <a:cubicBezTo>
                  <a:pt x="11979" y="447096"/>
                  <a:pt x="24967" y="432295"/>
                  <a:pt x="35680" y="416016"/>
                </a:cubicBezTo>
                <a:cubicBezTo>
                  <a:pt x="58904" y="380319"/>
                  <a:pt x="85986" y="347505"/>
                  <a:pt x="111251" y="313261"/>
                </a:cubicBezTo>
                <a:cubicBezTo>
                  <a:pt x="141779" y="273095"/>
                  <a:pt x="177053" y="237033"/>
                  <a:pt x="209216" y="198256"/>
                </a:cubicBezTo>
                <a:cubicBezTo>
                  <a:pt x="236795" y="164700"/>
                  <a:pt x="266967" y="133584"/>
                  <a:pt x="298202" y="103473"/>
                </a:cubicBezTo>
                <a:cubicBezTo>
                  <a:pt x="320661" y="81309"/>
                  <a:pt x="343689" y="59845"/>
                  <a:pt x="366717" y="38259"/>
                </a:cubicBezTo>
                <a:cubicBezTo>
                  <a:pt x="380931" y="23044"/>
                  <a:pt x="398987" y="12783"/>
                  <a:pt x="416251" y="2006"/>
                </a:cubicBezTo>
                <a:cubicBezTo>
                  <a:pt x="448990" y="-6468"/>
                  <a:pt x="459178" y="12902"/>
                  <a:pt x="463999" y="41412"/>
                </a:cubicBezTo>
                <a:cubicBezTo>
                  <a:pt x="473341" y="69044"/>
                  <a:pt x="477209" y="97597"/>
                  <a:pt x="480382" y="126704"/>
                </a:cubicBezTo>
                <a:cubicBezTo>
                  <a:pt x="485918" y="168198"/>
                  <a:pt x="487936" y="210029"/>
                  <a:pt x="489779" y="251815"/>
                </a:cubicBezTo>
                <a:cubicBezTo>
                  <a:pt x="490912" y="281012"/>
                  <a:pt x="492658" y="310180"/>
                  <a:pt x="494131" y="339361"/>
                </a:cubicBezTo>
                <a:cubicBezTo>
                  <a:pt x="494616" y="348971"/>
                  <a:pt x="481027" y="349657"/>
                  <a:pt x="480541" y="340047"/>
                </a:cubicBezTo>
                <a:cubicBezTo>
                  <a:pt x="479067" y="310837"/>
                  <a:pt x="477319" y="281640"/>
                  <a:pt x="476184" y="252414"/>
                </a:cubicBezTo>
                <a:cubicBezTo>
                  <a:pt x="474369" y="211239"/>
                  <a:pt x="472866" y="169874"/>
                  <a:pt x="466353" y="129123"/>
                </a:cubicBezTo>
                <a:cubicBezTo>
                  <a:pt x="459215" y="103389"/>
                  <a:pt x="453408" y="75548"/>
                  <a:pt x="440172" y="52658"/>
                </a:cubicBezTo>
                <a:cubicBezTo>
                  <a:pt x="430494" y="54307"/>
                  <a:pt x="425176" y="51096"/>
                  <a:pt x="436956" y="53206"/>
                </a:cubicBezTo>
                <a:cubicBezTo>
                  <a:pt x="424005" y="60307"/>
                  <a:pt x="410932" y="67231"/>
                  <a:pt x="399795" y="77817"/>
                </a:cubicBezTo>
                <a:cubicBezTo>
                  <a:pt x="374994" y="96384"/>
                  <a:pt x="350587" y="115217"/>
                  <a:pt x="326402" y="134587"/>
                </a:cubicBezTo>
                <a:cubicBezTo>
                  <a:pt x="295126" y="162312"/>
                  <a:pt x="263833" y="190023"/>
                  <a:pt x="236428" y="221729"/>
                </a:cubicBezTo>
                <a:cubicBezTo>
                  <a:pt x="203317" y="258638"/>
                  <a:pt x="174759" y="299140"/>
                  <a:pt x="144723" y="338553"/>
                </a:cubicBezTo>
                <a:cubicBezTo>
                  <a:pt x="119665" y="370911"/>
                  <a:pt x="100918" y="406676"/>
                  <a:pt x="84068" y="443918"/>
                </a:cubicBezTo>
                <a:cubicBezTo>
                  <a:pt x="76062" y="460278"/>
                  <a:pt x="70291" y="477611"/>
                  <a:pt x="60570" y="492916"/>
                </a:cubicBezTo>
                <a:cubicBezTo>
                  <a:pt x="36607" y="530639"/>
                  <a:pt x="-14511" y="505580"/>
                  <a:pt x="3931" y="464872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E0AB8D90-53ED-DD9F-49FE-89DB8B09F2C1}"/>
              </a:ext>
            </a:extLst>
          </p:cNvPr>
          <p:cNvSpPr/>
          <p:nvPr/>
        </p:nvSpPr>
        <p:spPr>
          <a:xfrm>
            <a:off x="8436984" y="2290358"/>
            <a:ext cx="95933" cy="115553"/>
          </a:xfrm>
          <a:custGeom>
            <a:avLst/>
            <a:gdLst>
              <a:gd name="csX0" fmla="*/ 2652 w 95933"/>
              <a:gd name="csY0" fmla="*/ 91476 h 115553"/>
              <a:gd name="csX1" fmla="*/ 37121 w 95933"/>
              <a:gd name="csY1" fmla="*/ 46677 h 115553"/>
              <a:gd name="csX2" fmla="*/ 84939 w 95933"/>
              <a:gd name="csY2" fmla="*/ 1663 h 115553"/>
              <a:gd name="csX3" fmla="*/ 93376 w 95933"/>
              <a:gd name="csY3" fmla="*/ 12338 h 115553"/>
              <a:gd name="csX4" fmla="*/ 52287 w 95933"/>
              <a:gd name="csY4" fmla="*/ 57870 h 115553"/>
              <a:gd name="csX5" fmla="*/ 33505 w 95933"/>
              <a:gd name="csY5" fmla="*/ 104072 h 115553"/>
              <a:gd name="csX6" fmla="*/ 2653 w 95933"/>
              <a:gd name="csY6" fmla="*/ 91476 h 1155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5933" h="115553">
                <a:moveTo>
                  <a:pt x="2652" y="91476"/>
                </a:moveTo>
                <a:cubicBezTo>
                  <a:pt x="13569" y="75945"/>
                  <a:pt x="24463" y="60854"/>
                  <a:pt x="37121" y="46677"/>
                </a:cubicBezTo>
                <a:cubicBezTo>
                  <a:pt x="49214" y="27326"/>
                  <a:pt x="66479" y="14278"/>
                  <a:pt x="84939" y="1663"/>
                </a:cubicBezTo>
                <a:cubicBezTo>
                  <a:pt x="92883" y="-3766"/>
                  <a:pt x="99867" y="5236"/>
                  <a:pt x="93376" y="12338"/>
                </a:cubicBezTo>
                <a:cubicBezTo>
                  <a:pt x="79675" y="27331"/>
                  <a:pt x="65819" y="42521"/>
                  <a:pt x="52287" y="57870"/>
                </a:cubicBezTo>
                <a:cubicBezTo>
                  <a:pt x="44226" y="72616"/>
                  <a:pt x="34749" y="86972"/>
                  <a:pt x="33505" y="104072"/>
                </a:cubicBezTo>
                <a:cubicBezTo>
                  <a:pt x="31796" y="127574"/>
                  <a:pt x="-10899" y="110753"/>
                  <a:pt x="2653" y="9147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9" name="任意多边形: 形状 98">
            <a:extLst>
              <a:ext uri="{FF2B5EF4-FFF2-40B4-BE49-F238E27FC236}">
                <a16:creationId xmlns:a16="http://schemas.microsoft.com/office/drawing/2014/main" id="{6A03C5C3-C9E4-33B4-3B4A-E6C5583DE747}"/>
              </a:ext>
            </a:extLst>
          </p:cNvPr>
          <p:cNvSpPr/>
          <p:nvPr/>
        </p:nvSpPr>
        <p:spPr>
          <a:xfrm>
            <a:off x="8570634" y="2290330"/>
            <a:ext cx="129980" cy="83799"/>
          </a:xfrm>
          <a:custGeom>
            <a:avLst/>
            <a:gdLst>
              <a:gd name="csX0" fmla="*/ 92649 w 129980"/>
              <a:gd name="csY0" fmla="*/ 70740 h 83799"/>
              <a:gd name="csX1" fmla="*/ 75170 w 129980"/>
              <a:gd name="csY1" fmla="*/ 44839 h 83799"/>
              <a:gd name="csX2" fmla="*/ 21000 w 129980"/>
              <a:gd name="csY2" fmla="*/ 14439 h 83799"/>
              <a:gd name="csX3" fmla="*/ 7549 w 129980"/>
              <a:gd name="csY3" fmla="*/ 15157 h 83799"/>
              <a:gd name="csX4" fmla="*/ 6884 w 129980"/>
              <a:gd name="csY4" fmla="*/ 1566 h 83799"/>
              <a:gd name="csX5" fmla="*/ 22138 w 129980"/>
              <a:gd name="csY5" fmla="*/ 880 h 83799"/>
              <a:gd name="csX6" fmla="*/ 98068 w 129980"/>
              <a:gd name="csY6" fmla="*/ 18525 h 83799"/>
              <a:gd name="csX7" fmla="*/ 128427 w 129980"/>
              <a:gd name="csY7" fmla="*/ 54503 h 83799"/>
              <a:gd name="csX8" fmla="*/ 92650 w 129980"/>
              <a:gd name="csY8" fmla="*/ 70741 h 83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9980" h="83799">
                <a:moveTo>
                  <a:pt x="92649" y="70740"/>
                </a:moveTo>
                <a:cubicBezTo>
                  <a:pt x="88545" y="60948"/>
                  <a:pt x="81198" y="53411"/>
                  <a:pt x="75170" y="44839"/>
                </a:cubicBezTo>
                <a:cubicBezTo>
                  <a:pt x="59208" y="30705"/>
                  <a:pt x="40017" y="23180"/>
                  <a:pt x="21000" y="14439"/>
                </a:cubicBezTo>
                <a:cubicBezTo>
                  <a:pt x="16516" y="14679"/>
                  <a:pt x="12032" y="14918"/>
                  <a:pt x="7549" y="15157"/>
                </a:cubicBezTo>
                <a:cubicBezTo>
                  <a:pt x="-2059" y="15670"/>
                  <a:pt x="-2729" y="1998"/>
                  <a:pt x="6884" y="1566"/>
                </a:cubicBezTo>
                <a:cubicBezTo>
                  <a:pt x="11968" y="1337"/>
                  <a:pt x="17054" y="1108"/>
                  <a:pt x="22138" y="880"/>
                </a:cubicBezTo>
                <a:cubicBezTo>
                  <a:pt x="50148" y="-1361"/>
                  <a:pt x="74231" y="-574"/>
                  <a:pt x="98068" y="18525"/>
                </a:cubicBezTo>
                <a:cubicBezTo>
                  <a:pt x="110633" y="28895"/>
                  <a:pt x="122780" y="38424"/>
                  <a:pt x="128427" y="54503"/>
                </a:cubicBezTo>
                <a:cubicBezTo>
                  <a:pt x="137633" y="80715"/>
                  <a:pt x="103388" y="96363"/>
                  <a:pt x="92650" y="7074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10A74A4F-DDAA-148E-B209-40B96BB12BCB}"/>
              </a:ext>
            </a:extLst>
          </p:cNvPr>
          <p:cNvSpPr/>
          <p:nvPr/>
        </p:nvSpPr>
        <p:spPr>
          <a:xfrm>
            <a:off x="8685213" y="2085179"/>
            <a:ext cx="71010" cy="383618"/>
          </a:xfrm>
          <a:custGeom>
            <a:avLst/>
            <a:gdLst>
              <a:gd name="csX0" fmla="*/ 64652 w 71010"/>
              <a:gd name="csY0" fmla="*/ 40147 h 383618"/>
              <a:gd name="csX1" fmla="*/ 35754 w 71010"/>
              <a:gd name="csY1" fmla="*/ 102175 h 383618"/>
              <a:gd name="csX2" fmla="*/ 14715 w 71010"/>
              <a:gd name="csY2" fmla="*/ 281255 h 383618"/>
              <a:gd name="csX3" fmla="*/ 14978 w 71010"/>
              <a:gd name="csY3" fmla="*/ 376147 h 383618"/>
              <a:gd name="csX4" fmla="*/ 1380 w 71010"/>
              <a:gd name="csY4" fmla="*/ 376659 h 383618"/>
              <a:gd name="csX5" fmla="*/ 1134 w 71010"/>
              <a:gd name="csY5" fmla="*/ 280418 h 383618"/>
              <a:gd name="csX6" fmla="*/ 17239 w 71010"/>
              <a:gd name="csY6" fmla="*/ 98795 h 383618"/>
              <a:gd name="csX7" fmla="*/ 29914 w 71010"/>
              <a:gd name="csY7" fmla="*/ 11276 h 383618"/>
              <a:gd name="csX8" fmla="*/ 64652 w 71010"/>
              <a:gd name="csY8" fmla="*/ 40147 h 3836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1010" h="383618">
                <a:moveTo>
                  <a:pt x="64652" y="40147"/>
                </a:moveTo>
                <a:cubicBezTo>
                  <a:pt x="48088" y="55803"/>
                  <a:pt x="41734" y="80258"/>
                  <a:pt x="35754" y="102175"/>
                </a:cubicBezTo>
                <a:cubicBezTo>
                  <a:pt x="21663" y="160506"/>
                  <a:pt x="18400" y="221428"/>
                  <a:pt x="14715" y="281255"/>
                </a:cubicBezTo>
                <a:cubicBezTo>
                  <a:pt x="12724" y="312880"/>
                  <a:pt x="13783" y="344527"/>
                  <a:pt x="14978" y="376147"/>
                </a:cubicBezTo>
                <a:cubicBezTo>
                  <a:pt x="15341" y="385761"/>
                  <a:pt x="1741" y="386274"/>
                  <a:pt x="1380" y="376659"/>
                </a:cubicBezTo>
                <a:cubicBezTo>
                  <a:pt x="177" y="344589"/>
                  <a:pt x="-889" y="312492"/>
                  <a:pt x="1134" y="280418"/>
                </a:cubicBezTo>
                <a:cubicBezTo>
                  <a:pt x="4881" y="219687"/>
                  <a:pt x="12506" y="159365"/>
                  <a:pt x="17239" y="98795"/>
                </a:cubicBezTo>
                <a:cubicBezTo>
                  <a:pt x="20119" y="69533"/>
                  <a:pt x="19728" y="39169"/>
                  <a:pt x="29914" y="11276"/>
                </a:cubicBezTo>
                <a:cubicBezTo>
                  <a:pt x="40871" y="-18726"/>
                  <a:pt x="87865" y="18207"/>
                  <a:pt x="64652" y="40147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1" name="任意多边形: 形状 100">
            <a:extLst>
              <a:ext uri="{FF2B5EF4-FFF2-40B4-BE49-F238E27FC236}">
                <a16:creationId xmlns:a16="http://schemas.microsoft.com/office/drawing/2014/main" id="{0E051A77-35AB-CB19-9E0F-0723CCC6BC7A}"/>
              </a:ext>
            </a:extLst>
          </p:cNvPr>
          <p:cNvSpPr/>
          <p:nvPr/>
        </p:nvSpPr>
        <p:spPr>
          <a:xfrm>
            <a:off x="8767444" y="2108391"/>
            <a:ext cx="30047" cy="51241"/>
          </a:xfrm>
          <a:custGeom>
            <a:avLst/>
            <a:gdLst>
              <a:gd name="csX0" fmla="*/ 29665 w 30047"/>
              <a:gd name="csY0" fmla="*/ 8743 h 51241"/>
              <a:gd name="csX1" fmla="*/ 29424 w 30047"/>
              <a:gd name="csY1" fmla="*/ 43029 h 51241"/>
              <a:gd name="csX2" fmla="*/ 16005 w 30047"/>
              <a:gd name="csY2" fmla="*/ 45284 h 51241"/>
              <a:gd name="csX3" fmla="*/ 3261 w 30047"/>
              <a:gd name="csY3" fmla="*/ 17818 h 51241"/>
              <a:gd name="csX4" fmla="*/ 29665 w 30047"/>
              <a:gd name="csY4" fmla="*/ 8743 h 512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0047" h="51241">
                <a:moveTo>
                  <a:pt x="29665" y="8743"/>
                </a:moveTo>
                <a:cubicBezTo>
                  <a:pt x="26614" y="20219"/>
                  <a:pt x="28989" y="31531"/>
                  <a:pt x="29424" y="43029"/>
                </a:cubicBezTo>
                <a:cubicBezTo>
                  <a:pt x="29787" y="52644"/>
                  <a:pt x="19221" y="54353"/>
                  <a:pt x="16005" y="45284"/>
                </a:cubicBezTo>
                <a:cubicBezTo>
                  <a:pt x="12530" y="35484"/>
                  <a:pt x="12543" y="24712"/>
                  <a:pt x="3261" y="17818"/>
                </a:cubicBezTo>
                <a:cubicBezTo>
                  <a:pt x="-12586" y="6045"/>
                  <a:pt x="34738" y="-10335"/>
                  <a:pt x="29665" y="8743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18DAE944-8169-F51E-ED7B-8D9D5418D140}"/>
              </a:ext>
            </a:extLst>
          </p:cNvPr>
          <p:cNvSpPr/>
          <p:nvPr/>
        </p:nvSpPr>
        <p:spPr>
          <a:xfrm>
            <a:off x="8843276" y="1921961"/>
            <a:ext cx="209426" cy="272205"/>
          </a:xfrm>
          <a:custGeom>
            <a:avLst/>
            <a:gdLst>
              <a:gd name="csX0" fmla="*/ 2315 w 209426"/>
              <a:gd name="csY0" fmla="*/ 258229 h 272205"/>
              <a:gd name="csX1" fmla="*/ 729 w 209426"/>
              <a:gd name="csY1" fmla="*/ 197950 h 272205"/>
              <a:gd name="csX2" fmla="*/ 18639 w 209426"/>
              <a:gd name="csY2" fmla="*/ 112508 h 272205"/>
              <a:gd name="csX3" fmla="*/ 44986 w 209426"/>
              <a:gd name="csY3" fmla="*/ 43031 h 272205"/>
              <a:gd name="csX4" fmla="*/ 86761 w 209426"/>
              <a:gd name="csY4" fmla="*/ 500 h 272205"/>
              <a:gd name="csX5" fmla="*/ 146880 w 209426"/>
              <a:gd name="csY5" fmla="*/ 53373 h 272205"/>
              <a:gd name="csX6" fmla="*/ 199111 w 209426"/>
              <a:gd name="csY6" fmla="*/ 192714 h 272205"/>
              <a:gd name="csX7" fmla="*/ 208998 w 209426"/>
              <a:gd name="csY7" fmla="*/ 223659 h 272205"/>
              <a:gd name="csX8" fmla="*/ 196037 w 209426"/>
              <a:gd name="csY8" fmla="*/ 227800 h 272205"/>
              <a:gd name="csX9" fmla="*/ 186235 w 209426"/>
              <a:gd name="csY9" fmla="*/ 197114 h 272205"/>
              <a:gd name="csX10" fmla="*/ 122790 w 209426"/>
              <a:gd name="csY10" fmla="*/ 68736 h 272205"/>
              <a:gd name="csX11" fmla="*/ 105694 w 209426"/>
              <a:gd name="csY11" fmla="*/ 47430 h 272205"/>
              <a:gd name="csX12" fmla="*/ 83729 w 209426"/>
              <a:gd name="csY12" fmla="*/ 67290 h 272205"/>
              <a:gd name="csX13" fmla="*/ 55830 w 209426"/>
              <a:gd name="csY13" fmla="*/ 123071 h 272205"/>
              <a:gd name="csX14" fmla="*/ 37402 w 209426"/>
              <a:gd name="csY14" fmla="*/ 202347 h 272205"/>
              <a:gd name="csX15" fmla="*/ 28697 w 209426"/>
              <a:gd name="csY15" fmla="*/ 258230 h 272205"/>
              <a:gd name="csX16" fmla="*/ 2314 w 209426"/>
              <a:gd name="csY16" fmla="*/ 258230 h 2722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09426" h="272205">
                <a:moveTo>
                  <a:pt x="2315" y="258229"/>
                </a:moveTo>
                <a:cubicBezTo>
                  <a:pt x="888" y="237534"/>
                  <a:pt x="-1086" y="218693"/>
                  <a:pt x="729" y="197950"/>
                </a:cubicBezTo>
                <a:cubicBezTo>
                  <a:pt x="2958" y="169037"/>
                  <a:pt x="11093" y="140525"/>
                  <a:pt x="18639" y="112508"/>
                </a:cubicBezTo>
                <a:cubicBezTo>
                  <a:pt x="23288" y="87669"/>
                  <a:pt x="33410" y="65193"/>
                  <a:pt x="44986" y="43031"/>
                </a:cubicBezTo>
                <a:cubicBezTo>
                  <a:pt x="55802" y="24570"/>
                  <a:pt x="69191" y="11570"/>
                  <a:pt x="86761" y="500"/>
                </a:cubicBezTo>
                <a:cubicBezTo>
                  <a:pt x="126335" y="-3972"/>
                  <a:pt x="132330" y="22171"/>
                  <a:pt x="146880" y="53373"/>
                </a:cubicBezTo>
                <a:cubicBezTo>
                  <a:pt x="162765" y="100436"/>
                  <a:pt x="183040" y="145708"/>
                  <a:pt x="199111" y="192714"/>
                </a:cubicBezTo>
                <a:cubicBezTo>
                  <a:pt x="202406" y="203030"/>
                  <a:pt x="205702" y="213344"/>
                  <a:pt x="208998" y="223659"/>
                </a:cubicBezTo>
                <a:cubicBezTo>
                  <a:pt x="211927" y="232824"/>
                  <a:pt x="198964" y="236965"/>
                  <a:pt x="196037" y="227800"/>
                </a:cubicBezTo>
                <a:cubicBezTo>
                  <a:pt x="192769" y="217571"/>
                  <a:pt x="189502" y="207342"/>
                  <a:pt x="186235" y="197114"/>
                </a:cubicBezTo>
                <a:cubicBezTo>
                  <a:pt x="170712" y="151663"/>
                  <a:pt x="156165" y="104619"/>
                  <a:pt x="122790" y="68736"/>
                </a:cubicBezTo>
                <a:cubicBezTo>
                  <a:pt x="116403" y="62570"/>
                  <a:pt x="86569" y="46497"/>
                  <a:pt x="105694" y="47430"/>
                </a:cubicBezTo>
                <a:cubicBezTo>
                  <a:pt x="99496" y="52422"/>
                  <a:pt x="87451" y="56701"/>
                  <a:pt x="83729" y="67290"/>
                </a:cubicBezTo>
                <a:cubicBezTo>
                  <a:pt x="72842" y="85071"/>
                  <a:pt x="61525" y="102701"/>
                  <a:pt x="55830" y="123071"/>
                </a:cubicBezTo>
                <a:cubicBezTo>
                  <a:pt x="48935" y="149437"/>
                  <a:pt x="42371" y="175701"/>
                  <a:pt x="37402" y="202347"/>
                </a:cubicBezTo>
                <a:cubicBezTo>
                  <a:pt x="35129" y="221334"/>
                  <a:pt x="28580" y="239229"/>
                  <a:pt x="28697" y="258230"/>
                </a:cubicBezTo>
                <a:cubicBezTo>
                  <a:pt x="28812" y="276886"/>
                  <a:pt x="3598" y="276842"/>
                  <a:pt x="2314" y="25823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3" name="任意多边形: 形状 102">
            <a:extLst>
              <a:ext uri="{FF2B5EF4-FFF2-40B4-BE49-F238E27FC236}">
                <a16:creationId xmlns:a16="http://schemas.microsoft.com/office/drawing/2014/main" id="{A4B8DBF8-0190-F2E7-8905-84C72B773928}"/>
              </a:ext>
            </a:extLst>
          </p:cNvPr>
          <p:cNvSpPr/>
          <p:nvPr/>
        </p:nvSpPr>
        <p:spPr>
          <a:xfrm>
            <a:off x="8722184" y="1205854"/>
            <a:ext cx="432454" cy="531260"/>
          </a:xfrm>
          <a:custGeom>
            <a:avLst/>
            <a:gdLst>
              <a:gd name="csX0" fmla="*/ 2345 w 432454"/>
              <a:gd name="csY0" fmla="*/ 373118 h 531260"/>
              <a:gd name="csX1" fmla="*/ 57926 w 432454"/>
              <a:gd name="csY1" fmla="*/ 293403 h 531260"/>
              <a:gd name="csX2" fmla="*/ 142970 w 432454"/>
              <a:gd name="csY2" fmla="*/ 151833 h 531260"/>
              <a:gd name="csX3" fmla="*/ 207029 w 432454"/>
              <a:gd name="csY3" fmla="*/ 51725 h 531260"/>
              <a:gd name="csX4" fmla="*/ 268334 w 432454"/>
              <a:gd name="csY4" fmla="*/ 264 h 531260"/>
              <a:gd name="csX5" fmla="*/ 338970 w 432454"/>
              <a:gd name="csY5" fmla="*/ 40073 h 531260"/>
              <a:gd name="csX6" fmla="*/ 385693 w 432454"/>
              <a:gd name="csY6" fmla="*/ 139590 h 531260"/>
              <a:gd name="csX7" fmla="*/ 419514 w 432454"/>
              <a:gd name="csY7" fmla="*/ 293648 h 531260"/>
              <a:gd name="csX8" fmla="*/ 432023 w 432454"/>
              <a:gd name="csY8" fmla="*/ 456154 h 531260"/>
              <a:gd name="csX9" fmla="*/ 429780 w 432454"/>
              <a:gd name="csY9" fmla="*/ 524262 h 531260"/>
              <a:gd name="csX10" fmla="*/ 416179 w 432454"/>
              <a:gd name="csY10" fmla="*/ 523827 h 531260"/>
              <a:gd name="csX11" fmla="*/ 416336 w 432454"/>
              <a:gd name="csY11" fmla="*/ 456305 h 531260"/>
              <a:gd name="csX12" fmla="*/ 405581 w 432454"/>
              <a:gd name="csY12" fmla="*/ 295847 h 531260"/>
              <a:gd name="csX13" fmla="*/ 372702 w 432454"/>
              <a:gd name="csY13" fmla="*/ 144104 h 531260"/>
              <a:gd name="csX14" fmla="*/ 320179 w 432454"/>
              <a:gd name="csY14" fmla="*/ 56346 h 531260"/>
              <a:gd name="csX15" fmla="*/ 274787 w 432454"/>
              <a:gd name="csY15" fmla="*/ 27217 h 531260"/>
              <a:gd name="csX16" fmla="*/ 220493 w 432454"/>
              <a:gd name="csY16" fmla="*/ 62063 h 531260"/>
              <a:gd name="csX17" fmla="*/ 154697 w 432454"/>
              <a:gd name="csY17" fmla="*/ 158723 h 531260"/>
              <a:gd name="csX18" fmla="*/ 69494 w 432454"/>
              <a:gd name="csY18" fmla="*/ 300560 h 531260"/>
              <a:gd name="csX19" fmla="*/ 25574 w 432454"/>
              <a:gd name="csY19" fmla="*/ 384613 h 531260"/>
              <a:gd name="csX20" fmla="*/ 2344 w 432454"/>
              <a:gd name="csY20" fmla="*/ 373111 h 531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32454" h="531260">
                <a:moveTo>
                  <a:pt x="2345" y="373118"/>
                </a:moveTo>
                <a:cubicBezTo>
                  <a:pt x="19963" y="346514"/>
                  <a:pt x="40714" y="321201"/>
                  <a:pt x="57926" y="293403"/>
                </a:cubicBezTo>
                <a:cubicBezTo>
                  <a:pt x="87030" y="246671"/>
                  <a:pt x="115060" y="199282"/>
                  <a:pt x="142970" y="151833"/>
                </a:cubicBezTo>
                <a:cubicBezTo>
                  <a:pt x="162818" y="117510"/>
                  <a:pt x="185078" y="84712"/>
                  <a:pt x="207029" y="51725"/>
                </a:cubicBezTo>
                <a:cubicBezTo>
                  <a:pt x="222550" y="26941"/>
                  <a:pt x="242438" y="11842"/>
                  <a:pt x="268334" y="264"/>
                </a:cubicBezTo>
                <a:cubicBezTo>
                  <a:pt x="301306" y="-2473"/>
                  <a:pt x="319211" y="16463"/>
                  <a:pt x="338970" y="40073"/>
                </a:cubicBezTo>
                <a:cubicBezTo>
                  <a:pt x="364881" y="67951"/>
                  <a:pt x="375743" y="103605"/>
                  <a:pt x="385693" y="139590"/>
                </a:cubicBezTo>
                <a:cubicBezTo>
                  <a:pt x="400331" y="190095"/>
                  <a:pt x="412362" y="241546"/>
                  <a:pt x="419514" y="293648"/>
                </a:cubicBezTo>
                <a:cubicBezTo>
                  <a:pt x="428896" y="347382"/>
                  <a:pt x="429627" y="401852"/>
                  <a:pt x="432023" y="456154"/>
                </a:cubicBezTo>
                <a:cubicBezTo>
                  <a:pt x="433572" y="478946"/>
                  <a:pt x="430507" y="501505"/>
                  <a:pt x="429780" y="524262"/>
                </a:cubicBezTo>
                <a:cubicBezTo>
                  <a:pt x="429472" y="533879"/>
                  <a:pt x="415871" y="533444"/>
                  <a:pt x="416179" y="523827"/>
                </a:cubicBezTo>
                <a:cubicBezTo>
                  <a:pt x="416903" y="501230"/>
                  <a:pt x="415126" y="478900"/>
                  <a:pt x="416336" y="456305"/>
                </a:cubicBezTo>
                <a:cubicBezTo>
                  <a:pt x="417698" y="402669"/>
                  <a:pt x="413264" y="348930"/>
                  <a:pt x="405581" y="295847"/>
                </a:cubicBezTo>
                <a:cubicBezTo>
                  <a:pt x="396422" y="244885"/>
                  <a:pt x="389133" y="193453"/>
                  <a:pt x="372702" y="144104"/>
                </a:cubicBezTo>
                <a:cubicBezTo>
                  <a:pt x="359071" y="112178"/>
                  <a:pt x="340304" y="84423"/>
                  <a:pt x="320179" y="56346"/>
                </a:cubicBezTo>
                <a:cubicBezTo>
                  <a:pt x="306054" y="43768"/>
                  <a:pt x="294736" y="29035"/>
                  <a:pt x="274787" y="27217"/>
                </a:cubicBezTo>
                <a:cubicBezTo>
                  <a:pt x="252755" y="34160"/>
                  <a:pt x="235125" y="41646"/>
                  <a:pt x="220493" y="62063"/>
                </a:cubicBezTo>
                <a:cubicBezTo>
                  <a:pt x="195581" y="92256"/>
                  <a:pt x="173867" y="124479"/>
                  <a:pt x="154697" y="158723"/>
                </a:cubicBezTo>
                <a:cubicBezTo>
                  <a:pt x="126735" y="206263"/>
                  <a:pt x="98652" y="253740"/>
                  <a:pt x="69494" y="300560"/>
                </a:cubicBezTo>
                <a:cubicBezTo>
                  <a:pt x="52654" y="327757"/>
                  <a:pt x="38979" y="356555"/>
                  <a:pt x="25574" y="384613"/>
                </a:cubicBezTo>
                <a:cubicBezTo>
                  <a:pt x="17673" y="401152"/>
                  <a:pt x="-7776" y="388393"/>
                  <a:pt x="2344" y="3731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4" name="任意多边形: 形状 103">
            <a:extLst>
              <a:ext uri="{FF2B5EF4-FFF2-40B4-BE49-F238E27FC236}">
                <a16:creationId xmlns:a16="http://schemas.microsoft.com/office/drawing/2014/main" id="{60252827-B8CE-7857-B850-806A01CBB866}"/>
              </a:ext>
            </a:extLst>
          </p:cNvPr>
          <p:cNvSpPr/>
          <p:nvPr/>
        </p:nvSpPr>
        <p:spPr>
          <a:xfrm>
            <a:off x="9105517" y="1597529"/>
            <a:ext cx="249812" cy="945500"/>
          </a:xfrm>
          <a:custGeom>
            <a:avLst/>
            <a:gdLst>
              <a:gd name="csX0" fmla="*/ 4774 w 249812"/>
              <a:gd name="csY0" fmla="*/ 162894 h 945500"/>
              <a:gd name="csX1" fmla="*/ 61552 w 249812"/>
              <a:gd name="csY1" fmla="*/ 108150 h 945500"/>
              <a:gd name="csX2" fmla="*/ 110778 w 249812"/>
              <a:gd name="csY2" fmla="*/ 42955 h 945500"/>
              <a:gd name="csX3" fmla="*/ 150538 w 249812"/>
              <a:gd name="csY3" fmla="*/ 3400 h 945500"/>
              <a:gd name="csX4" fmla="*/ 210645 w 249812"/>
              <a:gd name="csY4" fmla="*/ 18934 h 945500"/>
              <a:gd name="csX5" fmla="*/ 242365 w 249812"/>
              <a:gd name="csY5" fmla="*/ 106978 h 945500"/>
              <a:gd name="csX6" fmla="*/ 249509 w 249812"/>
              <a:gd name="csY6" fmla="*/ 267274 h 945500"/>
              <a:gd name="csX7" fmla="*/ 231397 w 249812"/>
              <a:gd name="csY7" fmla="*/ 458326 h 945500"/>
              <a:gd name="csX8" fmla="*/ 174638 w 249812"/>
              <a:gd name="csY8" fmla="*/ 665848 h 945500"/>
              <a:gd name="csX9" fmla="*/ 99834 w 249812"/>
              <a:gd name="csY9" fmla="*/ 860910 h 945500"/>
              <a:gd name="csX10" fmla="*/ 51506 w 249812"/>
              <a:gd name="csY10" fmla="*/ 940676 h 945500"/>
              <a:gd name="csX11" fmla="*/ 38765 w 249812"/>
              <a:gd name="csY11" fmla="*/ 935901 h 945500"/>
              <a:gd name="csX12" fmla="*/ 54389 w 249812"/>
              <a:gd name="csY12" fmla="*/ 844235 h 945500"/>
              <a:gd name="csX13" fmla="*/ 122869 w 249812"/>
              <a:gd name="csY13" fmla="*/ 648449 h 945500"/>
              <a:gd name="csX14" fmla="*/ 171547 w 249812"/>
              <a:gd name="csY14" fmla="*/ 450329 h 945500"/>
              <a:gd name="csX15" fmla="*/ 185238 w 249812"/>
              <a:gd name="csY15" fmla="*/ 267049 h 945500"/>
              <a:gd name="csX16" fmla="*/ 170808 w 249812"/>
              <a:gd name="csY16" fmla="*/ 120868 h 945500"/>
              <a:gd name="csX17" fmla="*/ 158432 w 249812"/>
              <a:gd name="csY17" fmla="*/ 51925 h 945500"/>
              <a:gd name="csX18" fmla="*/ 167669 w 249812"/>
              <a:gd name="csY18" fmla="*/ 40408 h 945500"/>
              <a:gd name="csX19" fmla="*/ 130700 w 249812"/>
              <a:gd name="csY19" fmla="*/ 62356 h 945500"/>
              <a:gd name="csX20" fmla="*/ 71773 w 249812"/>
              <a:gd name="csY20" fmla="*/ 117133 h 945500"/>
              <a:gd name="csX21" fmla="*/ 29847 w 249812"/>
              <a:gd name="csY21" fmla="*/ 179529 h 945500"/>
              <a:gd name="csX22" fmla="*/ 4773 w 249812"/>
              <a:gd name="csY22" fmla="*/ 162895 h 945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49812" h="945500">
                <a:moveTo>
                  <a:pt x="4774" y="162894"/>
                </a:moveTo>
                <a:cubicBezTo>
                  <a:pt x="27081" y="148645"/>
                  <a:pt x="43753" y="127433"/>
                  <a:pt x="61552" y="108150"/>
                </a:cubicBezTo>
                <a:cubicBezTo>
                  <a:pt x="79157" y="87220"/>
                  <a:pt x="94192" y="64638"/>
                  <a:pt x="110778" y="42955"/>
                </a:cubicBezTo>
                <a:cubicBezTo>
                  <a:pt x="121640" y="27594"/>
                  <a:pt x="136337" y="15600"/>
                  <a:pt x="150538" y="3400"/>
                </a:cubicBezTo>
                <a:cubicBezTo>
                  <a:pt x="177225" y="-4477"/>
                  <a:pt x="191535" y="1589"/>
                  <a:pt x="210645" y="18934"/>
                </a:cubicBezTo>
                <a:cubicBezTo>
                  <a:pt x="227892" y="46235"/>
                  <a:pt x="235833" y="75744"/>
                  <a:pt x="242365" y="106978"/>
                </a:cubicBezTo>
                <a:cubicBezTo>
                  <a:pt x="247850" y="160244"/>
                  <a:pt x="250806" y="213724"/>
                  <a:pt x="249509" y="267274"/>
                </a:cubicBezTo>
                <a:cubicBezTo>
                  <a:pt x="248240" y="331303"/>
                  <a:pt x="239397" y="394861"/>
                  <a:pt x="231397" y="458326"/>
                </a:cubicBezTo>
                <a:cubicBezTo>
                  <a:pt x="216968" y="528756"/>
                  <a:pt x="198495" y="598001"/>
                  <a:pt x="174638" y="665848"/>
                </a:cubicBezTo>
                <a:cubicBezTo>
                  <a:pt x="147304" y="730077"/>
                  <a:pt x="132910" y="799293"/>
                  <a:pt x="99834" y="860910"/>
                </a:cubicBezTo>
                <a:cubicBezTo>
                  <a:pt x="78174" y="885373"/>
                  <a:pt x="62866" y="910366"/>
                  <a:pt x="51506" y="940676"/>
                </a:cubicBezTo>
                <a:cubicBezTo>
                  <a:pt x="48130" y="949686"/>
                  <a:pt x="35388" y="944910"/>
                  <a:pt x="38765" y="935901"/>
                </a:cubicBezTo>
                <a:cubicBezTo>
                  <a:pt x="50109" y="905633"/>
                  <a:pt x="54945" y="876876"/>
                  <a:pt x="54389" y="844235"/>
                </a:cubicBezTo>
                <a:cubicBezTo>
                  <a:pt x="69046" y="776360"/>
                  <a:pt x="104201" y="715314"/>
                  <a:pt x="122869" y="648449"/>
                </a:cubicBezTo>
                <a:cubicBezTo>
                  <a:pt x="143639" y="583636"/>
                  <a:pt x="167725" y="518956"/>
                  <a:pt x="171547" y="450329"/>
                </a:cubicBezTo>
                <a:cubicBezTo>
                  <a:pt x="180160" y="389565"/>
                  <a:pt x="184095" y="328409"/>
                  <a:pt x="185238" y="267049"/>
                </a:cubicBezTo>
                <a:cubicBezTo>
                  <a:pt x="184323" y="217957"/>
                  <a:pt x="183542" y="168674"/>
                  <a:pt x="170808" y="120868"/>
                </a:cubicBezTo>
                <a:cubicBezTo>
                  <a:pt x="165737" y="98032"/>
                  <a:pt x="161403" y="74975"/>
                  <a:pt x="158432" y="51925"/>
                </a:cubicBezTo>
                <a:cubicBezTo>
                  <a:pt x="160214" y="49705"/>
                  <a:pt x="167936" y="44086"/>
                  <a:pt x="167669" y="40408"/>
                </a:cubicBezTo>
                <a:cubicBezTo>
                  <a:pt x="155893" y="45904"/>
                  <a:pt x="141179" y="51118"/>
                  <a:pt x="130700" y="62356"/>
                </a:cubicBezTo>
                <a:cubicBezTo>
                  <a:pt x="110034" y="79420"/>
                  <a:pt x="89406" y="96719"/>
                  <a:pt x="71773" y="117133"/>
                </a:cubicBezTo>
                <a:cubicBezTo>
                  <a:pt x="55664" y="136440"/>
                  <a:pt x="35903" y="154514"/>
                  <a:pt x="29847" y="179529"/>
                </a:cubicBezTo>
                <a:cubicBezTo>
                  <a:pt x="24841" y="200208"/>
                  <a:pt x="-13157" y="174349"/>
                  <a:pt x="4773" y="16289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5" name="任意多边形: 形状 104">
            <a:extLst>
              <a:ext uri="{FF2B5EF4-FFF2-40B4-BE49-F238E27FC236}">
                <a16:creationId xmlns:a16="http://schemas.microsoft.com/office/drawing/2014/main" id="{83100DCE-303F-B3B5-33A7-9823B09465A6}"/>
              </a:ext>
            </a:extLst>
          </p:cNvPr>
          <p:cNvSpPr/>
          <p:nvPr/>
        </p:nvSpPr>
        <p:spPr>
          <a:xfrm>
            <a:off x="7592862" y="1121546"/>
            <a:ext cx="572603" cy="639674"/>
          </a:xfrm>
          <a:custGeom>
            <a:avLst/>
            <a:gdLst>
              <a:gd name="csX0" fmla="*/ 2478 w 572603"/>
              <a:gd name="csY0" fmla="*/ 592681 h 639674"/>
              <a:gd name="csX1" fmla="*/ 40786 w 572603"/>
              <a:gd name="csY1" fmla="*/ 510086 h 639674"/>
              <a:gd name="csX2" fmla="*/ 112609 w 572603"/>
              <a:gd name="csY2" fmla="*/ 331692 h 639674"/>
              <a:gd name="csX3" fmla="*/ 170935 w 572603"/>
              <a:gd name="csY3" fmla="*/ 173406 h 639674"/>
              <a:gd name="csX4" fmla="*/ 210075 w 572603"/>
              <a:gd name="csY4" fmla="*/ 70278 h 639674"/>
              <a:gd name="csX5" fmla="*/ 262589 w 572603"/>
              <a:gd name="csY5" fmla="*/ 8165 h 639674"/>
              <a:gd name="csX6" fmla="*/ 354828 w 572603"/>
              <a:gd name="csY6" fmla="*/ 29882 h 639674"/>
              <a:gd name="csX7" fmla="*/ 437510 w 572603"/>
              <a:gd name="csY7" fmla="*/ 131885 h 639674"/>
              <a:gd name="csX8" fmla="*/ 515481 w 572603"/>
              <a:gd name="csY8" fmla="*/ 262949 h 639674"/>
              <a:gd name="csX9" fmla="*/ 571902 w 572603"/>
              <a:gd name="csY9" fmla="*/ 387584 h 639674"/>
              <a:gd name="csX10" fmla="*/ 559361 w 572603"/>
              <a:gd name="csY10" fmla="*/ 392866 h 639674"/>
              <a:gd name="csX11" fmla="*/ 503540 w 572603"/>
              <a:gd name="csY11" fmla="*/ 269469 h 639674"/>
              <a:gd name="csX12" fmla="*/ 414847 w 572603"/>
              <a:gd name="csY12" fmla="*/ 151598 h 639674"/>
              <a:gd name="csX13" fmla="*/ 322946 w 572603"/>
              <a:gd name="csY13" fmla="*/ 72793 h 639674"/>
              <a:gd name="csX14" fmla="*/ 293688 w 572603"/>
              <a:gd name="csY14" fmla="*/ 57948 h 639674"/>
              <a:gd name="csX15" fmla="*/ 261326 w 572603"/>
              <a:gd name="csY15" fmla="*/ 96527 h 639674"/>
              <a:gd name="csX16" fmla="*/ 212765 w 572603"/>
              <a:gd name="csY16" fmla="*/ 190601 h 639674"/>
              <a:gd name="csX17" fmla="*/ 146510 w 572603"/>
              <a:gd name="csY17" fmla="*/ 345192 h 639674"/>
              <a:gd name="csX18" fmla="*/ 86580 w 572603"/>
              <a:gd name="csY18" fmla="*/ 523862 h 639674"/>
              <a:gd name="csX19" fmla="*/ 77339 w 572603"/>
              <a:gd name="csY19" fmla="*/ 606687 h 639674"/>
              <a:gd name="csX20" fmla="*/ 2479 w 572603"/>
              <a:gd name="csY20" fmla="*/ 592679 h 639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72603" h="639674">
                <a:moveTo>
                  <a:pt x="2478" y="592681"/>
                </a:moveTo>
                <a:cubicBezTo>
                  <a:pt x="12735" y="564440"/>
                  <a:pt x="28305" y="537800"/>
                  <a:pt x="40786" y="510086"/>
                </a:cubicBezTo>
                <a:cubicBezTo>
                  <a:pt x="67241" y="451755"/>
                  <a:pt x="89612" y="391509"/>
                  <a:pt x="112609" y="331692"/>
                </a:cubicBezTo>
                <a:cubicBezTo>
                  <a:pt x="132801" y="279205"/>
                  <a:pt x="149893" y="225584"/>
                  <a:pt x="170935" y="173406"/>
                </a:cubicBezTo>
                <a:cubicBezTo>
                  <a:pt x="181899" y="138189"/>
                  <a:pt x="194882" y="103772"/>
                  <a:pt x="210075" y="70278"/>
                </a:cubicBezTo>
                <a:cubicBezTo>
                  <a:pt x="222038" y="43624"/>
                  <a:pt x="239651" y="24855"/>
                  <a:pt x="262589" y="8165"/>
                </a:cubicBezTo>
                <a:cubicBezTo>
                  <a:pt x="299935" y="-11148"/>
                  <a:pt x="324955" y="6931"/>
                  <a:pt x="354828" y="29882"/>
                </a:cubicBezTo>
                <a:cubicBezTo>
                  <a:pt x="384755" y="61844"/>
                  <a:pt x="414373" y="94624"/>
                  <a:pt x="437510" y="131885"/>
                </a:cubicBezTo>
                <a:cubicBezTo>
                  <a:pt x="465179" y="174392"/>
                  <a:pt x="491128" y="218393"/>
                  <a:pt x="515481" y="262949"/>
                </a:cubicBezTo>
                <a:cubicBezTo>
                  <a:pt x="536647" y="303387"/>
                  <a:pt x="553987" y="345653"/>
                  <a:pt x="571902" y="387584"/>
                </a:cubicBezTo>
                <a:cubicBezTo>
                  <a:pt x="575682" y="396432"/>
                  <a:pt x="563141" y="401714"/>
                  <a:pt x="559361" y="392866"/>
                </a:cubicBezTo>
                <a:cubicBezTo>
                  <a:pt x="541626" y="351355"/>
                  <a:pt x="524468" y="309512"/>
                  <a:pt x="503540" y="269469"/>
                </a:cubicBezTo>
                <a:cubicBezTo>
                  <a:pt x="479626" y="225673"/>
                  <a:pt x="452294" y="185211"/>
                  <a:pt x="414847" y="151598"/>
                </a:cubicBezTo>
                <a:cubicBezTo>
                  <a:pt x="383740" y="125913"/>
                  <a:pt x="357393" y="94338"/>
                  <a:pt x="322946" y="72793"/>
                </a:cubicBezTo>
                <a:cubicBezTo>
                  <a:pt x="313249" y="67876"/>
                  <a:pt x="303462" y="62152"/>
                  <a:pt x="293688" y="57948"/>
                </a:cubicBezTo>
                <a:cubicBezTo>
                  <a:pt x="281291" y="69791"/>
                  <a:pt x="268679" y="80292"/>
                  <a:pt x="261326" y="96527"/>
                </a:cubicBezTo>
                <a:cubicBezTo>
                  <a:pt x="244379" y="127316"/>
                  <a:pt x="227260" y="158374"/>
                  <a:pt x="212765" y="190601"/>
                </a:cubicBezTo>
                <a:cubicBezTo>
                  <a:pt x="191092" y="242309"/>
                  <a:pt x="167105" y="293052"/>
                  <a:pt x="146510" y="345192"/>
                </a:cubicBezTo>
                <a:cubicBezTo>
                  <a:pt x="122629" y="403112"/>
                  <a:pt x="96500" y="461712"/>
                  <a:pt x="86580" y="523862"/>
                </a:cubicBezTo>
                <a:cubicBezTo>
                  <a:pt x="82133" y="551429"/>
                  <a:pt x="79106" y="579097"/>
                  <a:pt x="77339" y="606687"/>
                </a:cubicBezTo>
                <a:cubicBezTo>
                  <a:pt x="73898" y="660430"/>
                  <a:pt x="-15906" y="643297"/>
                  <a:pt x="2479" y="59267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77CF8D35-0775-2EBF-98FA-FFF3F91743A5}"/>
              </a:ext>
            </a:extLst>
          </p:cNvPr>
          <p:cNvSpPr/>
          <p:nvPr/>
        </p:nvSpPr>
        <p:spPr>
          <a:xfrm>
            <a:off x="7149637" y="1376846"/>
            <a:ext cx="130935" cy="194271"/>
          </a:xfrm>
          <a:custGeom>
            <a:avLst/>
            <a:gdLst>
              <a:gd name="csX0" fmla="*/ 5743 w 130935"/>
              <a:gd name="csY0" fmla="*/ 160882 h 194271"/>
              <a:gd name="csX1" fmla="*/ 49349 w 130935"/>
              <a:gd name="csY1" fmla="*/ 114402 h 194271"/>
              <a:gd name="csX2" fmla="*/ 102196 w 130935"/>
              <a:gd name="csY2" fmla="*/ 28262 h 194271"/>
              <a:gd name="csX3" fmla="*/ 118275 w 130935"/>
              <a:gd name="csY3" fmla="*/ 3453 h 194271"/>
              <a:gd name="csX4" fmla="*/ 129586 w 130935"/>
              <a:gd name="csY4" fmla="*/ 11018 h 194271"/>
              <a:gd name="csX5" fmla="*/ 113730 w 130935"/>
              <a:gd name="csY5" fmla="*/ 35481 h 194271"/>
              <a:gd name="csX6" fmla="*/ 62335 w 130935"/>
              <a:gd name="csY6" fmla="*/ 121992 h 194271"/>
              <a:gd name="csX7" fmla="*/ 43434 w 130935"/>
              <a:gd name="csY7" fmla="*/ 181876 h 194271"/>
              <a:gd name="csX8" fmla="*/ 5743 w 130935"/>
              <a:gd name="csY8" fmla="*/ 160881 h 194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0935" h="194271">
                <a:moveTo>
                  <a:pt x="5743" y="160882"/>
                </a:moveTo>
                <a:cubicBezTo>
                  <a:pt x="22279" y="147246"/>
                  <a:pt x="35590" y="130471"/>
                  <a:pt x="49349" y="114402"/>
                </a:cubicBezTo>
                <a:cubicBezTo>
                  <a:pt x="67484" y="86020"/>
                  <a:pt x="84524" y="56943"/>
                  <a:pt x="102196" y="28262"/>
                </a:cubicBezTo>
                <a:cubicBezTo>
                  <a:pt x="107083" y="19690"/>
                  <a:pt x="112918" y="11720"/>
                  <a:pt x="118275" y="3453"/>
                </a:cubicBezTo>
                <a:cubicBezTo>
                  <a:pt x="123508" y="-4621"/>
                  <a:pt x="134819" y="2943"/>
                  <a:pt x="129586" y="11018"/>
                </a:cubicBezTo>
                <a:cubicBezTo>
                  <a:pt x="124303" y="19169"/>
                  <a:pt x="118537" y="27020"/>
                  <a:pt x="113730" y="35481"/>
                </a:cubicBezTo>
                <a:cubicBezTo>
                  <a:pt x="96138" y="64030"/>
                  <a:pt x="78220" y="92449"/>
                  <a:pt x="62335" y="121992"/>
                </a:cubicBezTo>
                <a:cubicBezTo>
                  <a:pt x="55199" y="141544"/>
                  <a:pt x="46992" y="161103"/>
                  <a:pt x="43434" y="181876"/>
                </a:cubicBezTo>
                <a:cubicBezTo>
                  <a:pt x="38284" y="211946"/>
                  <a:pt x="-17794" y="180290"/>
                  <a:pt x="5743" y="16088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7" name="任意多边形: 形状 106">
            <a:extLst>
              <a:ext uri="{FF2B5EF4-FFF2-40B4-BE49-F238E27FC236}">
                <a16:creationId xmlns:a16="http://schemas.microsoft.com/office/drawing/2014/main" id="{DC179826-2698-14E3-585F-2E9C337BB408}"/>
              </a:ext>
            </a:extLst>
          </p:cNvPr>
          <p:cNvSpPr/>
          <p:nvPr/>
        </p:nvSpPr>
        <p:spPr>
          <a:xfrm>
            <a:off x="7458021" y="1282809"/>
            <a:ext cx="263894" cy="209188"/>
          </a:xfrm>
          <a:custGeom>
            <a:avLst/>
            <a:gdLst>
              <a:gd name="csX0" fmla="*/ 25210 w 263894"/>
              <a:gd name="csY0" fmla="*/ 316 h 209188"/>
              <a:gd name="csX1" fmla="*/ 78320 w 263894"/>
              <a:gd name="csY1" fmla="*/ 24771 h 209188"/>
              <a:gd name="csX2" fmla="*/ 146886 w 263894"/>
              <a:gd name="csY2" fmla="*/ 66876 h 209188"/>
              <a:gd name="csX3" fmla="*/ 201486 w 263894"/>
              <a:gd name="csY3" fmla="*/ 110256 h 209188"/>
              <a:gd name="csX4" fmla="*/ 238472 w 263894"/>
              <a:gd name="csY4" fmla="*/ 150923 h 209188"/>
              <a:gd name="csX5" fmla="*/ 263895 w 263894"/>
              <a:gd name="csY5" fmla="*/ 177360 h 209188"/>
              <a:gd name="csX6" fmla="*/ 256267 w 263894"/>
              <a:gd name="csY6" fmla="*/ 190797 h 209188"/>
              <a:gd name="csX7" fmla="*/ 245107 w 263894"/>
              <a:gd name="csY7" fmla="*/ 201530 h 209188"/>
              <a:gd name="csX8" fmla="*/ 231923 w 263894"/>
              <a:gd name="csY8" fmla="*/ 209189 h 209188"/>
              <a:gd name="csX9" fmla="*/ 204864 w 263894"/>
              <a:gd name="csY9" fmla="*/ 181795 h 209188"/>
              <a:gd name="csX10" fmla="*/ 170504 w 263894"/>
              <a:gd name="csY10" fmla="*/ 138652 h 209188"/>
              <a:gd name="csX11" fmla="*/ 125749 w 263894"/>
              <a:gd name="csY11" fmla="*/ 98478 h 209188"/>
              <a:gd name="csX12" fmla="*/ 59687 w 263894"/>
              <a:gd name="csY12" fmla="*/ 58328 h 209188"/>
              <a:gd name="csX13" fmla="*/ 13807 w 263894"/>
              <a:gd name="csY13" fmla="*/ 35812 h 209188"/>
              <a:gd name="csX14" fmla="*/ 25210 w 263894"/>
              <a:gd name="csY14" fmla="*/ 315 h 2091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63894" h="209188">
                <a:moveTo>
                  <a:pt x="25210" y="316"/>
                </a:moveTo>
                <a:cubicBezTo>
                  <a:pt x="45312" y="3069"/>
                  <a:pt x="60857" y="15208"/>
                  <a:pt x="78320" y="24771"/>
                </a:cubicBezTo>
                <a:cubicBezTo>
                  <a:pt x="100797" y="39536"/>
                  <a:pt x="123959" y="52988"/>
                  <a:pt x="146886" y="66876"/>
                </a:cubicBezTo>
                <a:cubicBezTo>
                  <a:pt x="167865" y="78010"/>
                  <a:pt x="185018" y="93456"/>
                  <a:pt x="201486" y="110256"/>
                </a:cubicBezTo>
                <a:cubicBezTo>
                  <a:pt x="213361" y="125090"/>
                  <a:pt x="224632" y="138563"/>
                  <a:pt x="238472" y="150923"/>
                </a:cubicBezTo>
                <a:cubicBezTo>
                  <a:pt x="247778" y="158852"/>
                  <a:pt x="255841" y="168398"/>
                  <a:pt x="263895" y="177360"/>
                </a:cubicBezTo>
                <a:cubicBezTo>
                  <a:pt x="261352" y="181839"/>
                  <a:pt x="258810" y="186318"/>
                  <a:pt x="256267" y="190797"/>
                </a:cubicBezTo>
                <a:cubicBezTo>
                  <a:pt x="250862" y="200319"/>
                  <a:pt x="254574" y="196030"/>
                  <a:pt x="245107" y="201530"/>
                </a:cubicBezTo>
                <a:cubicBezTo>
                  <a:pt x="240712" y="204083"/>
                  <a:pt x="236317" y="206636"/>
                  <a:pt x="231923" y="209189"/>
                </a:cubicBezTo>
                <a:cubicBezTo>
                  <a:pt x="222780" y="200389"/>
                  <a:pt x="213272" y="191458"/>
                  <a:pt x="204864" y="181795"/>
                </a:cubicBezTo>
                <a:cubicBezTo>
                  <a:pt x="194406" y="166396"/>
                  <a:pt x="183183" y="152548"/>
                  <a:pt x="170504" y="138652"/>
                </a:cubicBezTo>
                <a:cubicBezTo>
                  <a:pt x="156191" y="124727"/>
                  <a:pt x="142048" y="110348"/>
                  <a:pt x="125749" y="98478"/>
                </a:cubicBezTo>
                <a:cubicBezTo>
                  <a:pt x="104920" y="83011"/>
                  <a:pt x="84234" y="67749"/>
                  <a:pt x="59687" y="58328"/>
                </a:cubicBezTo>
                <a:cubicBezTo>
                  <a:pt x="44491" y="50060"/>
                  <a:pt x="29128" y="43048"/>
                  <a:pt x="13807" y="35812"/>
                </a:cubicBezTo>
                <a:cubicBezTo>
                  <a:pt x="-10032" y="24554"/>
                  <a:pt x="-910" y="-3262"/>
                  <a:pt x="25210" y="31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8" name="任意多边形: 形状 107">
            <a:extLst>
              <a:ext uri="{FF2B5EF4-FFF2-40B4-BE49-F238E27FC236}">
                <a16:creationId xmlns:a16="http://schemas.microsoft.com/office/drawing/2014/main" id="{E297EE80-A524-61A6-9781-0FEA9AE34523}"/>
              </a:ext>
            </a:extLst>
          </p:cNvPr>
          <p:cNvSpPr/>
          <p:nvPr/>
        </p:nvSpPr>
        <p:spPr>
          <a:xfrm>
            <a:off x="8431425" y="1064301"/>
            <a:ext cx="445019" cy="281435"/>
          </a:xfrm>
          <a:custGeom>
            <a:avLst/>
            <a:gdLst>
              <a:gd name="csX0" fmla="*/ 10211 w 445019"/>
              <a:gd name="csY0" fmla="*/ 186820 h 281435"/>
              <a:gd name="csX1" fmla="*/ 56722 w 445019"/>
              <a:gd name="csY1" fmla="*/ 148896 h 281435"/>
              <a:gd name="csX2" fmla="*/ 129318 w 445019"/>
              <a:gd name="csY2" fmla="*/ 75082 h 281435"/>
              <a:gd name="csX3" fmla="*/ 179984 w 445019"/>
              <a:gd name="csY3" fmla="*/ 18127 h 281435"/>
              <a:gd name="csX4" fmla="*/ 244975 w 445019"/>
              <a:gd name="csY4" fmla="*/ 725 h 281435"/>
              <a:gd name="csX5" fmla="*/ 319183 w 445019"/>
              <a:gd name="csY5" fmla="*/ 62044 h 281435"/>
              <a:gd name="csX6" fmla="*/ 394010 w 445019"/>
              <a:gd name="csY6" fmla="*/ 159351 h 281435"/>
              <a:gd name="csX7" fmla="*/ 442515 w 445019"/>
              <a:gd name="csY7" fmla="*/ 237074 h 281435"/>
              <a:gd name="csX8" fmla="*/ 442226 w 445019"/>
              <a:gd name="csY8" fmla="*/ 273257 h 281435"/>
              <a:gd name="csX9" fmla="*/ 429467 w 445019"/>
              <a:gd name="csY9" fmla="*/ 277984 h 281435"/>
              <a:gd name="csX10" fmla="*/ 404675 w 445019"/>
              <a:gd name="csY10" fmla="*/ 256664 h 281435"/>
              <a:gd name="csX11" fmla="*/ 362919 w 445019"/>
              <a:gd name="csY11" fmla="*/ 179530 h 281435"/>
              <a:gd name="csX12" fmla="*/ 294827 w 445019"/>
              <a:gd name="csY12" fmla="*/ 85175 h 281435"/>
              <a:gd name="csX13" fmla="*/ 235732 w 445019"/>
              <a:gd name="csY13" fmla="*/ 42551 h 281435"/>
              <a:gd name="csX14" fmla="*/ 206237 w 445019"/>
              <a:gd name="csY14" fmla="*/ 48750 h 281435"/>
              <a:gd name="csX15" fmla="*/ 151084 w 445019"/>
              <a:gd name="csY15" fmla="*/ 95610 h 281435"/>
              <a:gd name="csX16" fmla="*/ 82803 w 445019"/>
              <a:gd name="csY16" fmla="*/ 172772 h 281435"/>
              <a:gd name="csX17" fmla="*/ 48667 w 445019"/>
              <a:gd name="csY17" fmla="*/ 223045 h 281435"/>
              <a:gd name="csX18" fmla="*/ 10210 w 445019"/>
              <a:gd name="csY18" fmla="*/ 186821 h 2814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45019" h="281435">
                <a:moveTo>
                  <a:pt x="10211" y="186820"/>
                </a:moveTo>
                <a:cubicBezTo>
                  <a:pt x="27756" y="176936"/>
                  <a:pt x="42005" y="162369"/>
                  <a:pt x="56722" y="148896"/>
                </a:cubicBezTo>
                <a:cubicBezTo>
                  <a:pt x="83991" y="127432"/>
                  <a:pt x="105936" y="100515"/>
                  <a:pt x="129318" y="75082"/>
                </a:cubicBezTo>
                <a:cubicBezTo>
                  <a:pt x="144891" y="54938"/>
                  <a:pt x="162232" y="36318"/>
                  <a:pt x="179984" y="18127"/>
                </a:cubicBezTo>
                <a:cubicBezTo>
                  <a:pt x="199923" y="-961"/>
                  <a:pt x="219390" y="-1061"/>
                  <a:pt x="244975" y="725"/>
                </a:cubicBezTo>
                <a:cubicBezTo>
                  <a:pt x="275506" y="12669"/>
                  <a:pt x="296744" y="39336"/>
                  <a:pt x="319183" y="62044"/>
                </a:cubicBezTo>
                <a:cubicBezTo>
                  <a:pt x="346366" y="92673"/>
                  <a:pt x="369577" y="126513"/>
                  <a:pt x="394010" y="159351"/>
                </a:cubicBezTo>
                <a:cubicBezTo>
                  <a:pt x="411489" y="184673"/>
                  <a:pt x="429014" y="209437"/>
                  <a:pt x="442515" y="237074"/>
                </a:cubicBezTo>
                <a:cubicBezTo>
                  <a:pt x="447381" y="248806"/>
                  <a:pt x="443959" y="261099"/>
                  <a:pt x="442226" y="273257"/>
                </a:cubicBezTo>
                <a:cubicBezTo>
                  <a:pt x="440869" y="282783"/>
                  <a:pt x="437371" y="283470"/>
                  <a:pt x="429467" y="277984"/>
                </a:cubicBezTo>
                <a:cubicBezTo>
                  <a:pt x="420578" y="271816"/>
                  <a:pt x="410840" y="265713"/>
                  <a:pt x="404675" y="256664"/>
                </a:cubicBezTo>
                <a:cubicBezTo>
                  <a:pt x="389857" y="231444"/>
                  <a:pt x="378392" y="204465"/>
                  <a:pt x="362919" y="179530"/>
                </a:cubicBezTo>
                <a:cubicBezTo>
                  <a:pt x="343205" y="145800"/>
                  <a:pt x="322482" y="113177"/>
                  <a:pt x="294827" y="85175"/>
                </a:cubicBezTo>
                <a:cubicBezTo>
                  <a:pt x="277223" y="67612"/>
                  <a:pt x="261129" y="49923"/>
                  <a:pt x="235732" y="42551"/>
                </a:cubicBezTo>
                <a:cubicBezTo>
                  <a:pt x="224772" y="43233"/>
                  <a:pt x="215944" y="37919"/>
                  <a:pt x="206237" y="48750"/>
                </a:cubicBezTo>
                <a:cubicBezTo>
                  <a:pt x="187433" y="63878"/>
                  <a:pt x="168778" y="79138"/>
                  <a:pt x="151084" y="95610"/>
                </a:cubicBezTo>
                <a:cubicBezTo>
                  <a:pt x="126954" y="120152"/>
                  <a:pt x="101637" y="143717"/>
                  <a:pt x="82803" y="172772"/>
                </a:cubicBezTo>
                <a:cubicBezTo>
                  <a:pt x="70721" y="188939"/>
                  <a:pt x="57810" y="204905"/>
                  <a:pt x="48667" y="223045"/>
                </a:cubicBezTo>
                <a:cubicBezTo>
                  <a:pt x="31857" y="256406"/>
                  <a:pt x="-22338" y="205158"/>
                  <a:pt x="10210" y="18682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9" name="任意多边形: 形状 108">
            <a:extLst>
              <a:ext uri="{FF2B5EF4-FFF2-40B4-BE49-F238E27FC236}">
                <a16:creationId xmlns:a16="http://schemas.microsoft.com/office/drawing/2014/main" id="{3B555F25-3B55-1FF6-1A61-F78478F490C1}"/>
              </a:ext>
            </a:extLst>
          </p:cNvPr>
          <p:cNvSpPr/>
          <p:nvPr/>
        </p:nvSpPr>
        <p:spPr>
          <a:xfrm>
            <a:off x="6682906" y="1375979"/>
            <a:ext cx="337008" cy="251072"/>
          </a:xfrm>
          <a:custGeom>
            <a:avLst/>
            <a:gdLst>
              <a:gd name="csX0" fmla="*/ 225 w 337008"/>
              <a:gd name="csY0" fmla="*/ 228711 h 251072"/>
              <a:gd name="csX1" fmla="*/ 8328 w 337008"/>
              <a:gd name="csY1" fmla="*/ 169139 h 251072"/>
              <a:gd name="csX2" fmla="*/ 18822 w 337008"/>
              <a:gd name="csY2" fmla="*/ 84459 h 251072"/>
              <a:gd name="csX3" fmla="*/ 41739 w 337008"/>
              <a:gd name="csY3" fmla="*/ 20603 h 251072"/>
              <a:gd name="csX4" fmla="*/ 116574 w 337008"/>
              <a:gd name="csY4" fmla="*/ 2438 h 251072"/>
              <a:gd name="csX5" fmla="*/ 203925 w 337008"/>
              <a:gd name="csY5" fmla="*/ 43773 h 251072"/>
              <a:gd name="csX6" fmla="*/ 287550 w 337008"/>
              <a:gd name="csY6" fmla="*/ 117553 h 251072"/>
              <a:gd name="csX7" fmla="*/ 335457 w 337008"/>
              <a:gd name="csY7" fmla="*/ 176779 h 251072"/>
              <a:gd name="csX8" fmla="*/ 325029 w 337008"/>
              <a:gd name="csY8" fmla="*/ 185521 h 251072"/>
              <a:gd name="csX9" fmla="*/ 273188 w 337008"/>
              <a:gd name="csY9" fmla="*/ 131914 h 251072"/>
              <a:gd name="csX10" fmla="*/ 192933 w 337008"/>
              <a:gd name="csY10" fmla="*/ 60102 h 251072"/>
              <a:gd name="csX11" fmla="*/ 115266 w 337008"/>
              <a:gd name="csY11" fmla="*/ 30636 h 251072"/>
              <a:gd name="csX12" fmla="*/ 77482 w 337008"/>
              <a:gd name="csY12" fmla="*/ 48194 h 251072"/>
              <a:gd name="csX13" fmla="*/ 58318 w 337008"/>
              <a:gd name="csY13" fmla="*/ 91903 h 251072"/>
              <a:gd name="csX14" fmla="*/ 43994 w 337008"/>
              <a:gd name="csY14" fmla="*/ 173133 h 251072"/>
              <a:gd name="csX15" fmla="*/ 36584 w 337008"/>
              <a:gd name="csY15" fmla="*/ 234331 h 251072"/>
              <a:gd name="csX16" fmla="*/ 227 w 337008"/>
              <a:gd name="csY16" fmla="*/ 228711 h 2510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37008" h="251072">
                <a:moveTo>
                  <a:pt x="225" y="228711"/>
                </a:moveTo>
                <a:cubicBezTo>
                  <a:pt x="2841" y="208922"/>
                  <a:pt x="5020" y="188874"/>
                  <a:pt x="8328" y="169139"/>
                </a:cubicBezTo>
                <a:cubicBezTo>
                  <a:pt x="12861" y="141003"/>
                  <a:pt x="16570" y="112855"/>
                  <a:pt x="18822" y="84459"/>
                </a:cubicBezTo>
                <a:cubicBezTo>
                  <a:pt x="20329" y="60650"/>
                  <a:pt x="29536" y="40563"/>
                  <a:pt x="41739" y="20603"/>
                </a:cubicBezTo>
                <a:cubicBezTo>
                  <a:pt x="64918" y="-3777"/>
                  <a:pt x="86943" y="-1453"/>
                  <a:pt x="116574" y="2438"/>
                </a:cubicBezTo>
                <a:cubicBezTo>
                  <a:pt x="148371" y="11743"/>
                  <a:pt x="176256" y="26044"/>
                  <a:pt x="203925" y="43773"/>
                </a:cubicBezTo>
                <a:cubicBezTo>
                  <a:pt x="232818" y="67450"/>
                  <a:pt x="260645" y="91639"/>
                  <a:pt x="287550" y="117553"/>
                </a:cubicBezTo>
                <a:cubicBezTo>
                  <a:pt x="307817" y="134134"/>
                  <a:pt x="321976" y="154804"/>
                  <a:pt x="335457" y="176779"/>
                </a:cubicBezTo>
                <a:cubicBezTo>
                  <a:pt x="340488" y="184980"/>
                  <a:pt x="332291" y="191834"/>
                  <a:pt x="325029" y="185521"/>
                </a:cubicBezTo>
                <a:cubicBezTo>
                  <a:pt x="306120" y="169081"/>
                  <a:pt x="288444" y="151952"/>
                  <a:pt x="273188" y="131914"/>
                </a:cubicBezTo>
                <a:cubicBezTo>
                  <a:pt x="248031" y="106356"/>
                  <a:pt x="223696" y="79087"/>
                  <a:pt x="192933" y="60102"/>
                </a:cubicBezTo>
                <a:cubicBezTo>
                  <a:pt x="168459" y="44668"/>
                  <a:pt x="145653" y="26404"/>
                  <a:pt x="115266" y="30636"/>
                </a:cubicBezTo>
                <a:cubicBezTo>
                  <a:pt x="101727" y="35501"/>
                  <a:pt x="87636" y="37078"/>
                  <a:pt x="77482" y="48194"/>
                </a:cubicBezTo>
                <a:cubicBezTo>
                  <a:pt x="70268" y="62127"/>
                  <a:pt x="59836" y="74541"/>
                  <a:pt x="58318" y="91903"/>
                </a:cubicBezTo>
                <a:cubicBezTo>
                  <a:pt x="50967" y="118512"/>
                  <a:pt x="46307" y="145489"/>
                  <a:pt x="43994" y="173133"/>
                </a:cubicBezTo>
                <a:cubicBezTo>
                  <a:pt x="42470" y="193676"/>
                  <a:pt x="39514" y="214090"/>
                  <a:pt x="36584" y="234331"/>
                </a:cubicBezTo>
                <a:cubicBezTo>
                  <a:pt x="32857" y="260076"/>
                  <a:pt x="-3182" y="254500"/>
                  <a:pt x="227" y="2287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0" name="任意多边形: 形状 109">
            <a:extLst>
              <a:ext uri="{FF2B5EF4-FFF2-40B4-BE49-F238E27FC236}">
                <a16:creationId xmlns:a16="http://schemas.microsoft.com/office/drawing/2014/main" id="{AC32A6D5-AD12-C94B-9A85-BD5FD6E12F0F}"/>
              </a:ext>
            </a:extLst>
          </p:cNvPr>
          <p:cNvSpPr/>
          <p:nvPr/>
        </p:nvSpPr>
        <p:spPr>
          <a:xfrm>
            <a:off x="7738960" y="2367277"/>
            <a:ext cx="66858" cy="207618"/>
          </a:xfrm>
          <a:custGeom>
            <a:avLst/>
            <a:gdLst>
              <a:gd name="csX0" fmla="*/ 47833 w 66858"/>
              <a:gd name="csY0" fmla="*/ 18177 h 207618"/>
              <a:gd name="csX1" fmla="*/ 62329 w 66858"/>
              <a:gd name="csY1" fmla="*/ 76306 h 207618"/>
              <a:gd name="csX2" fmla="*/ 53745 w 66858"/>
              <a:gd name="csY2" fmla="*/ 179100 h 207618"/>
              <a:gd name="csX3" fmla="*/ 56229 w 66858"/>
              <a:gd name="csY3" fmla="*/ 199583 h 207618"/>
              <a:gd name="csX4" fmla="*/ 42720 w 66858"/>
              <a:gd name="csY4" fmla="*/ 201221 h 207618"/>
              <a:gd name="csX5" fmla="*/ 40242 w 66858"/>
              <a:gd name="csY5" fmla="*/ 180791 h 207618"/>
              <a:gd name="csX6" fmla="*/ 5235 w 66858"/>
              <a:gd name="csY6" fmla="*/ 85939 h 207618"/>
              <a:gd name="csX7" fmla="*/ 3982 w 66858"/>
              <a:gd name="csY7" fmla="*/ 24254 h 207618"/>
              <a:gd name="csX8" fmla="*/ 47832 w 66858"/>
              <a:gd name="csY8" fmla="*/ 18180 h 2076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6858" h="207618">
                <a:moveTo>
                  <a:pt x="47833" y="18177"/>
                </a:moveTo>
                <a:cubicBezTo>
                  <a:pt x="58471" y="35904"/>
                  <a:pt x="60238" y="56043"/>
                  <a:pt x="62329" y="76306"/>
                </a:cubicBezTo>
                <a:cubicBezTo>
                  <a:pt x="68263" y="113464"/>
                  <a:pt x="70948" y="144858"/>
                  <a:pt x="53745" y="179100"/>
                </a:cubicBezTo>
                <a:cubicBezTo>
                  <a:pt x="54572" y="185928"/>
                  <a:pt x="55401" y="192755"/>
                  <a:pt x="56229" y="199583"/>
                </a:cubicBezTo>
                <a:cubicBezTo>
                  <a:pt x="57387" y="209134"/>
                  <a:pt x="43879" y="210773"/>
                  <a:pt x="42720" y="201221"/>
                </a:cubicBezTo>
                <a:cubicBezTo>
                  <a:pt x="41894" y="194411"/>
                  <a:pt x="41068" y="187601"/>
                  <a:pt x="40242" y="180791"/>
                </a:cubicBezTo>
                <a:cubicBezTo>
                  <a:pt x="15935" y="152486"/>
                  <a:pt x="10784" y="122089"/>
                  <a:pt x="5235" y="85939"/>
                </a:cubicBezTo>
                <a:cubicBezTo>
                  <a:pt x="1277" y="65141"/>
                  <a:pt x="-3603" y="44565"/>
                  <a:pt x="3982" y="24254"/>
                </a:cubicBezTo>
                <a:cubicBezTo>
                  <a:pt x="14934" y="-5070"/>
                  <a:pt x="31724" y="-8660"/>
                  <a:pt x="47832" y="1818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1" name="任意多边形: 形状 110">
            <a:extLst>
              <a:ext uri="{FF2B5EF4-FFF2-40B4-BE49-F238E27FC236}">
                <a16:creationId xmlns:a16="http://schemas.microsoft.com/office/drawing/2014/main" id="{8B30B57B-0523-F499-0E35-CC74AF5D9C70}"/>
              </a:ext>
            </a:extLst>
          </p:cNvPr>
          <p:cNvSpPr/>
          <p:nvPr/>
        </p:nvSpPr>
        <p:spPr>
          <a:xfrm>
            <a:off x="7869818" y="2327116"/>
            <a:ext cx="52223" cy="212725"/>
          </a:xfrm>
          <a:custGeom>
            <a:avLst/>
            <a:gdLst>
              <a:gd name="csX0" fmla="*/ 51944 w 52223"/>
              <a:gd name="csY0" fmla="*/ 24714 h 212725"/>
              <a:gd name="csX1" fmla="*/ 49750 w 52223"/>
              <a:gd name="csY1" fmla="*/ 107165 h 212725"/>
              <a:gd name="csX2" fmla="*/ 46608 w 52223"/>
              <a:gd name="csY2" fmla="*/ 204749 h 212725"/>
              <a:gd name="csX3" fmla="*/ 33086 w 52223"/>
              <a:gd name="csY3" fmla="*/ 206273 h 212725"/>
              <a:gd name="csX4" fmla="*/ 12139 w 52223"/>
              <a:gd name="csY4" fmla="*/ 109242 h 212725"/>
              <a:gd name="csX5" fmla="*/ 393 w 52223"/>
              <a:gd name="csY5" fmla="*/ 30267 h 212725"/>
              <a:gd name="csX6" fmla="*/ 51945 w 52223"/>
              <a:gd name="csY6" fmla="*/ 24713 h 212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2223" h="212725">
                <a:moveTo>
                  <a:pt x="51944" y="24714"/>
                </a:moveTo>
                <a:cubicBezTo>
                  <a:pt x="53213" y="50015"/>
                  <a:pt x="49738" y="79953"/>
                  <a:pt x="49750" y="107165"/>
                </a:cubicBezTo>
                <a:cubicBezTo>
                  <a:pt x="51486" y="140498"/>
                  <a:pt x="43242" y="171770"/>
                  <a:pt x="46608" y="204749"/>
                </a:cubicBezTo>
                <a:cubicBezTo>
                  <a:pt x="47585" y="214320"/>
                  <a:pt x="34265" y="215822"/>
                  <a:pt x="33086" y="206273"/>
                </a:cubicBezTo>
                <a:cubicBezTo>
                  <a:pt x="28976" y="172967"/>
                  <a:pt x="14397" y="143176"/>
                  <a:pt x="12139" y="109242"/>
                </a:cubicBezTo>
                <a:cubicBezTo>
                  <a:pt x="9265" y="82998"/>
                  <a:pt x="4107" y="54451"/>
                  <a:pt x="393" y="30267"/>
                </a:cubicBezTo>
                <a:cubicBezTo>
                  <a:pt x="-5171" y="-5971"/>
                  <a:pt x="50107" y="-11904"/>
                  <a:pt x="51945" y="24713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2" name="任意多边形: 形状 111">
            <a:extLst>
              <a:ext uri="{FF2B5EF4-FFF2-40B4-BE49-F238E27FC236}">
                <a16:creationId xmlns:a16="http://schemas.microsoft.com/office/drawing/2014/main" id="{58519FED-F861-8B1F-0F2E-F42612860B5A}"/>
              </a:ext>
            </a:extLst>
          </p:cNvPr>
          <p:cNvSpPr/>
          <p:nvPr/>
        </p:nvSpPr>
        <p:spPr>
          <a:xfrm>
            <a:off x="7979304" y="2182545"/>
            <a:ext cx="88535" cy="275731"/>
          </a:xfrm>
          <a:custGeom>
            <a:avLst/>
            <a:gdLst>
              <a:gd name="csX0" fmla="*/ 88000 w 88535"/>
              <a:gd name="csY0" fmla="*/ 43080 h 275731"/>
              <a:gd name="csX1" fmla="*/ 80173 w 88535"/>
              <a:gd name="csY1" fmla="*/ 123295 h 275731"/>
              <a:gd name="csX2" fmla="*/ 42379 w 88535"/>
              <a:gd name="csY2" fmla="*/ 269018 h 275731"/>
              <a:gd name="csX3" fmla="*/ 28783 w 88535"/>
              <a:gd name="csY3" fmla="*/ 268458 h 275731"/>
              <a:gd name="csX4" fmla="*/ 7331 w 88535"/>
              <a:gd name="csY4" fmla="*/ 120049 h 275731"/>
              <a:gd name="csX5" fmla="*/ 177 w 88535"/>
              <a:gd name="csY5" fmla="*/ 50420 h 275731"/>
              <a:gd name="csX6" fmla="*/ 87999 w 88535"/>
              <a:gd name="csY6" fmla="*/ 43079 h 275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8535" h="275731">
                <a:moveTo>
                  <a:pt x="88000" y="43080"/>
                </a:moveTo>
                <a:cubicBezTo>
                  <a:pt x="90330" y="70310"/>
                  <a:pt x="84570" y="96546"/>
                  <a:pt x="80173" y="123295"/>
                </a:cubicBezTo>
                <a:cubicBezTo>
                  <a:pt x="78611" y="175047"/>
                  <a:pt x="56890" y="220527"/>
                  <a:pt x="42379" y="269018"/>
                </a:cubicBezTo>
                <a:cubicBezTo>
                  <a:pt x="39621" y="278236"/>
                  <a:pt x="30743" y="277878"/>
                  <a:pt x="28783" y="268458"/>
                </a:cubicBezTo>
                <a:cubicBezTo>
                  <a:pt x="18484" y="218922"/>
                  <a:pt x="2919" y="171560"/>
                  <a:pt x="7331" y="120049"/>
                </a:cubicBezTo>
                <a:cubicBezTo>
                  <a:pt x="5453" y="96803"/>
                  <a:pt x="1893" y="73564"/>
                  <a:pt x="177" y="50420"/>
                </a:cubicBezTo>
                <a:cubicBezTo>
                  <a:pt x="-4433" y="-11726"/>
                  <a:pt x="82686" y="-19011"/>
                  <a:pt x="87999" y="4307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3" name="任意多边形: 形状 112">
            <a:extLst>
              <a:ext uri="{FF2B5EF4-FFF2-40B4-BE49-F238E27FC236}">
                <a16:creationId xmlns:a16="http://schemas.microsoft.com/office/drawing/2014/main" id="{3B05B9A7-30B4-94E8-1B07-D1A454042637}"/>
              </a:ext>
            </a:extLst>
          </p:cNvPr>
          <p:cNvSpPr/>
          <p:nvPr/>
        </p:nvSpPr>
        <p:spPr>
          <a:xfrm>
            <a:off x="8118183" y="2329951"/>
            <a:ext cx="45837" cy="178196"/>
          </a:xfrm>
          <a:custGeom>
            <a:avLst/>
            <a:gdLst>
              <a:gd name="csX0" fmla="*/ 45514 w 45837"/>
              <a:gd name="csY0" fmla="*/ 22642 h 178196"/>
              <a:gd name="csX1" fmla="*/ 33145 w 45837"/>
              <a:gd name="csY1" fmla="*/ 92095 h 178196"/>
              <a:gd name="csX2" fmla="*/ 15864 w 45837"/>
              <a:gd name="csY2" fmla="*/ 171596 h 178196"/>
              <a:gd name="csX3" fmla="*/ 2307 w 45837"/>
              <a:gd name="csY3" fmla="*/ 170433 h 178196"/>
              <a:gd name="csX4" fmla="*/ 1615 w 45837"/>
              <a:gd name="csY4" fmla="*/ 88074 h 178196"/>
              <a:gd name="csX5" fmla="*/ 5340 w 45837"/>
              <a:gd name="csY5" fmla="*/ 19908 h 178196"/>
              <a:gd name="csX6" fmla="*/ 45513 w 45837"/>
              <a:gd name="csY6" fmla="*/ 22641 h 1781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5837" h="178196">
                <a:moveTo>
                  <a:pt x="45514" y="22642"/>
                </a:moveTo>
                <a:cubicBezTo>
                  <a:pt x="41815" y="45591"/>
                  <a:pt x="36473" y="68751"/>
                  <a:pt x="33145" y="92095"/>
                </a:cubicBezTo>
                <a:cubicBezTo>
                  <a:pt x="29933" y="119406"/>
                  <a:pt x="20755" y="144694"/>
                  <a:pt x="15864" y="171596"/>
                </a:cubicBezTo>
                <a:cubicBezTo>
                  <a:pt x="14143" y="181063"/>
                  <a:pt x="2382" y="180055"/>
                  <a:pt x="2307" y="170433"/>
                </a:cubicBezTo>
                <a:cubicBezTo>
                  <a:pt x="2091" y="142687"/>
                  <a:pt x="-2292" y="115855"/>
                  <a:pt x="1615" y="88074"/>
                </a:cubicBezTo>
                <a:cubicBezTo>
                  <a:pt x="4022" y="65320"/>
                  <a:pt x="5168" y="42602"/>
                  <a:pt x="5340" y="19908"/>
                </a:cubicBezTo>
                <a:cubicBezTo>
                  <a:pt x="5554" y="-8564"/>
                  <a:pt x="50044" y="-5469"/>
                  <a:pt x="45513" y="2264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4" name="任意多边形: 形状 113">
            <a:extLst>
              <a:ext uri="{FF2B5EF4-FFF2-40B4-BE49-F238E27FC236}">
                <a16:creationId xmlns:a16="http://schemas.microsoft.com/office/drawing/2014/main" id="{F90DD313-B4E5-5F69-8CA1-F2FEFA9255A8}"/>
              </a:ext>
            </a:extLst>
          </p:cNvPr>
          <p:cNvSpPr/>
          <p:nvPr/>
        </p:nvSpPr>
        <p:spPr>
          <a:xfrm>
            <a:off x="8215581" y="2244573"/>
            <a:ext cx="87043" cy="281548"/>
          </a:xfrm>
          <a:custGeom>
            <a:avLst/>
            <a:gdLst>
              <a:gd name="csX0" fmla="*/ 86133 w 87043"/>
              <a:gd name="csY0" fmla="*/ 48394 h 281548"/>
              <a:gd name="csX1" fmla="*/ 57384 w 87043"/>
              <a:gd name="csY1" fmla="*/ 147396 h 281548"/>
              <a:gd name="csX2" fmla="*/ 15961 w 87043"/>
              <a:gd name="csY2" fmla="*/ 275450 h 281548"/>
              <a:gd name="csX3" fmla="*/ 2539 w 87043"/>
              <a:gd name="csY3" fmla="*/ 273214 h 281548"/>
              <a:gd name="csX4" fmla="*/ 5887 w 87043"/>
              <a:gd name="csY4" fmla="*/ 139569 h 281548"/>
              <a:gd name="csX5" fmla="*/ 194 w 87043"/>
              <a:gd name="csY5" fmla="*/ 42261 h 281548"/>
              <a:gd name="csX6" fmla="*/ 86133 w 87043"/>
              <a:gd name="csY6" fmla="*/ 48389 h 2815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7043" h="281548">
                <a:moveTo>
                  <a:pt x="86133" y="48394"/>
                </a:moveTo>
                <a:cubicBezTo>
                  <a:pt x="79801" y="81100"/>
                  <a:pt x="66812" y="114674"/>
                  <a:pt x="57384" y="147396"/>
                </a:cubicBezTo>
                <a:cubicBezTo>
                  <a:pt x="43947" y="191218"/>
                  <a:pt x="23546" y="229929"/>
                  <a:pt x="15961" y="275450"/>
                </a:cubicBezTo>
                <a:cubicBezTo>
                  <a:pt x="14380" y="284941"/>
                  <a:pt x="957" y="282705"/>
                  <a:pt x="2539" y="273214"/>
                </a:cubicBezTo>
                <a:cubicBezTo>
                  <a:pt x="10043" y="228183"/>
                  <a:pt x="4653" y="184950"/>
                  <a:pt x="5887" y="139569"/>
                </a:cubicBezTo>
                <a:cubicBezTo>
                  <a:pt x="6373" y="106894"/>
                  <a:pt x="2924" y="73907"/>
                  <a:pt x="194" y="42261"/>
                </a:cubicBezTo>
                <a:cubicBezTo>
                  <a:pt x="-5044" y="-18436"/>
                  <a:pt x="97711" y="-11423"/>
                  <a:pt x="86133" y="4838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5" name="任意多边形: 形状 114">
            <a:extLst>
              <a:ext uri="{FF2B5EF4-FFF2-40B4-BE49-F238E27FC236}">
                <a16:creationId xmlns:a16="http://schemas.microsoft.com/office/drawing/2014/main" id="{3D0F943C-AF13-F5E9-9A04-7A0AAA3FE255}"/>
              </a:ext>
            </a:extLst>
          </p:cNvPr>
          <p:cNvSpPr/>
          <p:nvPr/>
        </p:nvSpPr>
        <p:spPr>
          <a:xfrm>
            <a:off x="8470186" y="3975045"/>
            <a:ext cx="2147025" cy="630768"/>
          </a:xfrm>
          <a:custGeom>
            <a:avLst/>
            <a:gdLst>
              <a:gd name="csX0" fmla="*/ 49460 w 2147025"/>
              <a:gd name="csY0" fmla="*/ 10609 h 630768"/>
              <a:gd name="csX1" fmla="*/ 106868 w 2147025"/>
              <a:gd name="csY1" fmla="*/ 76467 h 630768"/>
              <a:gd name="csX2" fmla="*/ 245209 w 2147025"/>
              <a:gd name="csY2" fmla="*/ 187376 h 630768"/>
              <a:gd name="csX3" fmla="*/ 392361 w 2147025"/>
              <a:gd name="csY3" fmla="*/ 343881 h 630768"/>
              <a:gd name="csX4" fmla="*/ 530245 w 2147025"/>
              <a:gd name="csY4" fmla="*/ 450133 h 630768"/>
              <a:gd name="csX5" fmla="*/ 681483 w 2147025"/>
              <a:gd name="csY5" fmla="*/ 509009 h 630768"/>
              <a:gd name="csX6" fmla="*/ 901063 w 2147025"/>
              <a:gd name="csY6" fmla="*/ 526990 h 630768"/>
              <a:gd name="csX7" fmla="*/ 1214721 w 2147025"/>
              <a:gd name="csY7" fmla="*/ 495998 h 630768"/>
              <a:gd name="csX8" fmla="*/ 1565546 w 2147025"/>
              <a:gd name="csY8" fmla="*/ 395214 h 630768"/>
              <a:gd name="csX9" fmla="*/ 1843723 w 2147025"/>
              <a:gd name="csY9" fmla="*/ 269218 h 630768"/>
              <a:gd name="csX10" fmla="*/ 1990418 w 2147025"/>
              <a:gd name="csY10" fmla="*/ 191307 h 630768"/>
              <a:gd name="csX11" fmla="*/ 2076938 w 2147025"/>
              <a:gd name="csY11" fmla="*/ 161025 h 630768"/>
              <a:gd name="csX12" fmla="*/ 2136401 w 2147025"/>
              <a:gd name="csY12" fmla="*/ 183899 h 630768"/>
              <a:gd name="csX13" fmla="*/ 2145261 w 2147025"/>
              <a:gd name="csY13" fmla="*/ 200982 h 630768"/>
              <a:gd name="csX14" fmla="*/ 2130465 w 2147025"/>
              <a:gd name="csY14" fmla="*/ 263673 h 630768"/>
              <a:gd name="csX15" fmla="*/ 2038987 w 2147025"/>
              <a:gd name="csY15" fmla="*/ 313142 h 630768"/>
              <a:gd name="csX16" fmla="*/ 1880977 w 2147025"/>
              <a:gd name="csY16" fmla="*/ 360337 h 630768"/>
              <a:gd name="csX17" fmla="*/ 1589436 w 2147025"/>
              <a:gd name="csY17" fmla="*/ 462073 h 630768"/>
              <a:gd name="csX18" fmla="*/ 1229238 w 2147025"/>
              <a:gd name="csY18" fmla="*/ 569591 h 630768"/>
              <a:gd name="csX19" fmla="*/ 905407 w 2147025"/>
              <a:gd name="csY19" fmla="*/ 623267 h 630768"/>
              <a:gd name="csX20" fmla="*/ 653842 w 2147025"/>
              <a:gd name="csY20" fmla="*/ 621384 h 630768"/>
              <a:gd name="csX21" fmla="*/ 467572 w 2147025"/>
              <a:gd name="csY21" fmla="*/ 540003 h 630768"/>
              <a:gd name="csX22" fmla="*/ 324535 w 2147025"/>
              <a:gd name="csY22" fmla="*/ 404643 h 630768"/>
              <a:gd name="csX23" fmla="*/ 188861 w 2147025"/>
              <a:gd name="csY23" fmla="*/ 240108 h 630768"/>
              <a:gd name="csX24" fmla="*/ 78885 w 2147025"/>
              <a:gd name="csY24" fmla="*/ 106158 h 630768"/>
              <a:gd name="csX25" fmla="*/ 9472 w 2147025"/>
              <a:gd name="csY25" fmla="*/ 47048 h 630768"/>
              <a:gd name="csX26" fmla="*/ 49460 w 2147025"/>
              <a:gd name="csY26" fmla="*/ 10599 h 6307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2147025" h="630768">
                <a:moveTo>
                  <a:pt x="49460" y="10609"/>
                </a:moveTo>
                <a:cubicBezTo>
                  <a:pt x="67011" y="33672"/>
                  <a:pt x="87320" y="54897"/>
                  <a:pt x="106868" y="76467"/>
                </a:cubicBezTo>
                <a:cubicBezTo>
                  <a:pt x="155457" y="108607"/>
                  <a:pt x="204061" y="145359"/>
                  <a:pt x="245209" y="187376"/>
                </a:cubicBezTo>
                <a:cubicBezTo>
                  <a:pt x="294503" y="239353"/>
                  <a:pt x="343146" y="291627"/>
                  <a:pt x="392361" y="343881"/>
                </a:cubicBezTo>
                <a:cubicBezTo>
                  <a:pt x="431934" y="386587"/>
                  <a:pt x="482973" y="416498"/>
                  <a:pt x="530245" y="450133"/>
                </a:cubicBezTo>
                <a:cubicBezTo>
                  <a:pt x="577995" y="477808"/>
                  <a:pt x="628848" y="494013"/>
                  <a:pt x="681483" y="509009"/>
                </a:cubicBezTo>
                <a:cubicBezTo>
                  <a:pt x="753364" y="525401"/>
                  <a:pt x="827625" y="526779"/>
                  <a:pt x="901063" y="526990"/>
                </a:cubicBezTo>
                <a:cubicBezTo>
                  <a:pt x="1006276" y="523954"/>
                  <a:pt x="1111080" y="514244"/>
                  <a:pt x="1214721" y="495998"/>
                </a:cubicBezTo>
                <a:cubicBezTo>
                  <a:pt x="1335203" y="475846"/>
                  <a:pt x="1451418" y="437882"/>
                  <a:pt x="1565546" y="395214"/>
                </a:cubicBezTo>
                <a:cubicBezTo>
                  <a:pt x="1660496" y="358357"/>
                  <a:pt x="1752883" y="315206"/>
                  <a:pt x="1843723" y="269218"/>
                </a:cubicBezTo>
                <a:cubicBezTo>
                  <a:pt x="1892290" y="242605"/>
                  <a:pt x="1941774" y="217638"/>
                  <a:pt x="1990418" y="191307"/>
                </a:cubicBezTo>
                <a:cubicBezTo>
                  <a:pt x="2018566" y="175852"/>
                  <a:pt x="2045726" y="165180"/>
                  <a:pt x="2076938" y="161025"/>
                </a:cubicBezTo>
                <a:cubicBezTo>
                  <a:pt x="2096241" y="170754"/>
                  <a:pt x="2116983" y="176303"/>
                  <a:pt x="2136401" y="183899"/>
                </a:cubicBezTo>
                <a:cubicBezTo>
                  <a:pt x="2149073" y="188855"/>
                  <a:pt x="2148041" y="187662"/>
                  <a:pt x="2145261" y="200982"/>
                </a:cubicBezTo>
                <a:cubicBezTo>
                  <a:pt x="2140961" y="221581"/>
                  <a:pt x="2135208" y="242579"/>
                  <a:pt x="2130465" y="263673"/>
                </a:cubicBezTo>
                <a:cubicBezTo>
                  <a:pt x="2103652" y="288580"/>
                  <a:pt x="2075747" y="304484"/>
                  <a:pt x="2038987" y="313142"/>
                </a:cubicBezTo>
                <a:cubicBezTo>
                  <a:pt x="1986044" y="327867"/>
                  <a:pt x="1933840" y="345209"/>
                  <a:pt x="1880977" y="360337"/>
                </a:cubicBezTo>
                <a:cubicBezTo>
                  <a:pt x="1782850" y="391529"/>
                  <a:pt x="1686286" y="427186"/>
                  <a:pt x="1589436" y="462073"/>
                </a:cubicBezTo>
                <a:cubicBezTo>
                  <a:pt x="1470783" y="502569"/>
                  <a:pt x="1351292" y="540580"/>
                  <a:pt x="1229238" y="569591"/>
                </a:cubicBezTo>
                <a:cubicBezTo>
                  <a:pt x="1122273" y="592879"/>
                  <a:pt x="1014897" y="615570"/>
                  <a:pt x="905407" y="623267"/>
                </a:cubicBezTo>
                <a:cubicBezTo>
                  <a:pt x="821623" y="630800"/>
                  <a:pt x="737253" y="636227"/>
                  <a:pt x="653842" y="621384"/>
                </a:cubicBezTo>
                <a:cubicBezTo>
                  <a:pt x="587396" y="607071"/>
                  <a:pt x="521226" y="582693"/>
                  <a:pt x="467572" y="540003"/>
                </a:cubicBezTo>
                <a:cubicBezTo>
                  <a:pt x="413876" y="499871"/>
                  <a:pt x="365978" y="457946"/>
                  <a:pt x="324535" y="404643"/>
                </a:cubicBezTo>
                <a:cubicBezTo>
                  <a:pt x="278321" y="350469"/>
                  <a:pt x="235060" y="294048"/>
                  <a:pt x="188861" y="240108"/>
                </a:cubicBezTo>
                <a:cubicBezTo>
                  <a:pt x="150361" y="196981"/>
                  <a:pt x="115730" y="150084"/>
                  <a:pt x="78885" y="106158"/>
                </a:cubicBezTo>
                <a:cubicBezTo>
                  <a:pt x="55686" y="86517"/>
                  <a:pt x="32658" y="66413"/>
                  <a:pt x="9472" y="47048"/>
                </a:cubicBezTo>
                <a:cubicBezTo>
                  <a:pt x="-19893" y="22523"/>
                  <a:pt x="26292" y="-19846"/>
                  <a:pt x="49460" y="1059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6" name="任意多边形: 形状 115">
            <a:extLst>
              <a:ext uri="{FF2B5EF4-FFF2-40B4-BE49-F238E27FC236}">
                <a16:creationId xmlns:a16="http://schemas.microsoft.com/office/drawing/2014/main" id="{E64170E1-3962-7E77-C8A0-F6A6F5DDAFEE}"/>
              </a:ext>
            </a:extLst>
          </p:cNvPr>
          <p:cNvSpPr/>
          <p:nvPr/>
        </p:nvSpPr>
        <p:spPr>
          <a:xfrm>
            <a:off x="9221283" y="2789271"/>
            <a:ext cx="1618891" cy="886123"/>
          </a:xfrm>
          <a:custGeom>
            <a:avLst/>
            <a:gdLst>
              <a:gd name="csX0" fmla="*/ 48552 w 1618891"/>
              <a:gd name="csY0" fmla="*/ 783760 h 886123"/>
              <a:gd name="csX1" fmla="*/ 207496 w 1618891"/>
              <a:gd name="csY1" fmla="*/ 774590 h 886123"/>
              <a:gd name="csX2" fmla="*/ 582867 w 1618891"/>
              <a:gd name="csY2" fmla="*/ 672948 h 886123"/>
              <a:gd name="csX3" fmla="*/ 985641 w 1618891"/>
              <a:gd name="csY3" fmla="*/ 510290 h 886123"/>
              <a:gd name="csX4" fmla="*/ 1237368 w 1618891"/>
              <a:gd name="csY4" fmla="*/ 352699 h 886123"/>
              <a:gd name="csX5" fmla="*/ 1391349 w 1618891"/>
              <a:gd name="csY5" fmla="*/ 242295 h 886123"/>
              <a:gd name="csX6" fmla="*/ 1491590 w 1618891"/>
              <a:gd name="csY6" fmla="*/ 148969 h 886123"/>
              <a:gd name="csX7" fmla="*/ 1535508 w 1618891"/>
              <a:gd name="csY7" fmla="*/ 89944 h 886123"/>
              <a:gd name="csX8" fmla="*/ 1535859 w 1618891"/>
              <a:gd name="csY8" fmla="*/ 73989 h 886123"/>
              <a:gd name="csX9" fmla="*/ 1492913 w 1618891"/>
              <a:gd name="csY9" fmla="*/ 58640 h 886123"/>
              <a:gd name="csX10" fmla="*/ 1268856 w 1618891"/>
              <a:gd name="csY10" fmla="*/ 53098 h 886123"/>
              <a:gd name="csX11" fmla="*/ 962790 w 1618891"/>
              <a:gd name="csY11" fmla="*/ 87514 h 886123"/>
              <a:gd name="csX12" fmla="*/ 667419 w 1618891"/>
              <a:gd name="csY12" fmla="*/ 135733 h 886123"/>
              <a:gd name="csX13" fmla="*/ 664138 w 1618891"/>
              <a:gd name="csY13" fmla="*/ 116772 h 886123"/>
              <a:gd name="csX14" fmla="*/ 960118 w 1618891"/>
              <a:gd name="csY14" fmla="*/ 68458 h 886123"/>
              <a:gd name="csX15" fmla="*/ 1266804 w 1618891"/>
              <a:gd name="csY15" fmla="*/ 29436 h 886123"/>
              <a:gd name="csX16" fmla="*/ 1498842 w 1618891"/>
              <a:gd name="csY16" fmla="*/ 0 h 886123"/>
              <a:gd name="csX17" fmla="*/ 1614333 w 1618891"/>
              <a:gd name="csY17" fmla="*/ 40216 h 886123"/>
              <a:gd name="csX18" fmla="*/ 1606122 w 1618891"/>
              <a:gd name="csY18" fmla="*/ 121758 h 886123"/>
              <a:gd name="csX19" fmla="*/ 1550863 w 1618891"/>
              <a:gd name="csY19" fmla="*/ 206835 h 886123"/>
              <a:gd name="csX20" fmla="*/ 1433953 w 1618891"/>
              <a:gd name="csY20" fmla="*/ 300841 h 886123"/>
              <a:gd name="csX21" fmla="*/ 1267361 w 1618891"/>
              <a:gd name="csY21" fmla="*/ 402768 h 886123"/>
              <a:gd name="csX22" fmla="*/ 993651 w 1618891"/>
              <a:gd name="csY22" fmla="*/ 527774 h 886123"/>
              <a:gd name="csX23" fmla="*/ 589210 w 1618891"/>
              <a:gd name="csY23" fmla="*/ 691099 h 886123"/>
              <a:gd name="csX24" fmla="*/ 219763 w 1618891"/>
              <a:gd name="csY24" fmla="*/ 825078 h 886123"/>
              <a:gd name="csX25" fmla="*/ 54752 w 1618891"/>
              <a:gd name="csY25" fmla="*/ 883557 h 886123"/>
              <a:gd name="csX26" fmla="*/ 48551 w 1618891"/>
              <a:gd name="csY26" fmla="*/ 783754 h 8861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1618891" h="886123">
                <a:moveTo>
                  <a:pt x="48552" y="783760"/>
                </a:moveTo>
                <a:cubicBezTo>
                  <a:pt x="101861" y="790208"/>
                  <a:pt x="154823" y="783109"/>
                  <a:pt x="207496" y="774590"/>
                </a:cubicBezTo>
                <a:cubicBezTo>
                  <a:pt x="336922" y="758876"/>
                  <a:pt x="460461" y="715779"/>
                  <a:pt x="582867" y="672948"/>
                </a:cubicBezTo>
                <a:cubicBezTo>
                  <a:pt x="719903" y="625696"/>
                  <a:pt x="853949" y="570698"/>
                  <a:pt x="985641" y="510290"/>
                </a:cubicBezTo>
                <a:cubicBezTo>
                  <a:pt x="1073867" y="464802"/>
                  <a:pt x="1156024" y="409239"/>
                  <a:pt x="1237368" y="352699"/>
                </a:cubicBezTo>
                <a:cubicBezTo>
                  <a:pt x="1289216" y="316495"/>
                  <a:pt x="1341343" y="280927"/>
                  <a:pt x="1391349" y="242295"/>
                </a:cubicBezTo>
                <a:cubicBezTo>
                  <a:pt x="1428012" y="214581"/>
                  <a:pt x="1460496" y="182500"/>
                  <a:pt x="1491590" y="148969"/>
                </a:cubicBezTo>
                <a:cubicBezTo>
                  <a:pt x="1509248" y="131025"/>
                  <a:pt x="1522744" y="111281"/>
                  <a:pt x="1535508" y="89944"/>
                </a:cubicBezTo>
                <a:cubicBezTo>
                  <a:pt x="1536922" y="84816"/>
                  <a:pt x="1535742" y="79308"/>
                  <a:pt x="1535859" y="73989"/>
                </a:cubicBezTo>
                <a:cubicBezTo>
                  <a:pt x="1542644" y="75103"/>
                  <a:pt x="1500028" y="60736"/>
                  <a:pt x="1492913" y="58640"/>
                </a:cubicBezTo>
                <a:cubicBezTo>
                  <a:pt x="1419115" y="45610"/>
                  <a:pt x="1343390" y="48466"/>
                  <a:pt x="1268856" y="53098"/>
                </a:cubicBezTo>
                <a:cubicBezTo>
                  <a:pt x="1166225" y="57674"/>
                  <a:pt x="1064422" y="73230"/>
                  <a:pt x="962790" y="87514"/>
                </a:cubicBezTo>
                <a:cubicBezTo>
                  <a:pt x="864311" y="103445"/>
                  <a:pt x="765717" y="118717"/>
                  <a:pt x="667419" y="135733"/>
                </a:cubicBezTo>
                <a:cubicBezTo>
                  <a:pt x="654012" y="138054"/>
                  <a:pt x="650730" y="119092"/>
                  <a:pt x="664138" y="116772"/>
                </a:cubicBezTo>
                <a:cubicBezTo>
                  <a:pt x="762636" y="99724"/>
                  <a:pt x="861429" y="84413"/>
                  <a:pt x="960118" y="68458"/>
                </a:cubicBezTo>
                <a:cubicBezTo>
                  <a:pt x="1062207" y="54110"/>
                  <a:pt x="1164524" y="42001"/>
                  <a:pt x="1266804" y="29436"/>
                </a:cubicBezTo>
                <a:cubicBezTo>
                  <a:pt x="1344374" y="20788"/>
                  <a:pt x="1421223" y="7726"/>
                  <a:pt x="1498842" y="0"/>
                </a:cubicBezTo>
                <a:cubicBezTo>
                  <a:pt x="1543941" y="1865"/>
                  <a:pt x="1586478" y="-785"/>
                  <a:pt x="1614333" y="40216"/>
                </a:cubicBezTo>
                <a:cubicBezTo>
                  <a:pt x="1620097" y="70382"/>
                  <a:pt x="1623163" y="94090"/>
                  <a:pt x="1606122" y="121758"/>
                </a:cubicBezTo>
                <a:cubicBezTo>
                  <a:pt x="1590561" y="151797"/>
                  <a:pt x="1575875" y="183305"/>
                  <a:pt x="1550863" y="206835"/>
                </a:cubicBezTo>
                <a:cubicBezTo>
                  <a:pt x="1513812" y="240126"/>
                  <a:pt x="1475708" y="272966"/>
                  <a:pt x="1433953" y="300841"/>
                </a:cubicBezTo>
                <a:cubicBezTo>
                  <a:pt x="1379322" y="336317"/>
                  <a:pt x="1326035" y="373981"/>
                  <a:pt x="1267361" y="402768"/>
                </a:cubicBezTo>
                <a:cubicBezTo>
                  <a:pt x="1178045" y="448525"/>
                  <a:pt x="1086291" y="489230"/>
                  <a:pt x="993651" y="527774"/>
                </a:cubicBezTo>
                <a:cubicBezTo>
                  <a:pt x="861405" y="588425"/>
                  <a:pt x="726808" y="643655"/>
                  <a:pt x="589210" y="691099"/>
                </a:cubicBezTo>
                <a:cubicBezTo>
                  <a:pt x="465556" y="734369"/>
                  <a:pt x="341931" y="777735"/>
                  <a:pt x="219763" y="825078"/>
                </a:cubicBezTo>
                <a:cubicBezTo>
                  <a:pt x="164133" y="843186"/>
                  <a:pt x="110111" y="865161"/>
                  <a:pt x="54752" y="883557"/>
                </a:cubicBezTo>
                <a:cubicBezTo>
                  <a:pt x="-12350" y="905856"/>
                  <a:pt x="-21648" y="775258"/>
                  <a:pt x="48551" y="78375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8" name="Arc 12+++">
            <a:extLst>
              <a:ext uri="{FF2B5EF4-FFF2-40B4-BE49-F238E27FC236}">
                <a16:creationId xmlns:a16="http://schemas.microsoft.com/office/drawing/2014/main" id="{64511CEC-FFFA-61DD-44F2-8A962B4A1378}"/>
              </a:ext>
            </a:extLst>
          </p:cNvPr>
          <p:cNvSpPr/>
          <p:nvPr/>
        </p:nvSpPr>
        <p:spPr>
          <a:xfrm>
            <a:off x="2365829" y="-301171"/>
            <a:ext cx="7460342" cy="7460342"/>
          </a:xfrm>
          <a:prstGeom prst="arc">
            <a:avLst>
              <a:gd name="adj1" fmla="val 13889976"/>
              <a:gd name="adj2" fmla="val 20987688"/>
            </a:avLst>
          </a:prstGeom>
          <a:ln w="127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9" name="Arc 12+++">
            <a:extLst>
              <a:ext uri="{FF2B5EF4-FFF2-40B4-BE49-F238E27FC236}">
                <a16:creationId xmlns:a16="http://schemas.microsoft.com/office/drawing/2014/main" id="{DFB732D3-E2FE-8D3B-B9FB-CBF4765A97CB}"/>
              </a:ext>
            </a:extLst>
          </p:cNvPr>
          <p:cNvSpPr/>
          <p:nvPr/>
        </p:nvSpPr>
        <p:spPr>
          <a:xfrm>
            <a:off x="2365829" y="-301171"/>
            <a:ext cx="7460342" cy="7460342"/>
          </a:xfrm>
          <a:prstGeom prst="arc">
            <a:avLst>
              <a:gd name="adj1" fmla="val 3318285"/>
              <a:gd name="adj2" fmla="val 8796885"/>
            </a:avLst>
          </a:prstGeom>
          <a:ln w="127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8" name="图片 37" descr="D:\51PPT模板网\51pptmoban.com\图片.jpg">
            <a:extLst>
              <a:ext uri="{FF2B5EF4-FFF2-40B4-BE49-F238E27FC236}">
                <a16:creationId xmlns:a16="http://schemas.microsoft.com/office/drawing/2014/main" id="{418DE79E-6329-CC7D-4024-DE4BE8B0AF32}"/>
              </a:ext>
            </a:extLst>
          </p:cNvPr>
          <p:cNvPicPr>
            <a:picLocks noChangeAspect="1"/>
          </p:cNvPicPr>
          <p:nvPr/>
        </p:nvPicPr>
        <p:blipFill>
          <a:blip r:embed="injBgRid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264372"/>
            <a:ext cx="12192000" cy="4590980"/>
          </a:xfrm>
          <a:prstGeom prst="rect">
            <a:avLst/>
          </a:prstGeom>
        </p:spPr>
      </p:pic>
      <p:pic>
        <p:nvPicPr>
          <p:cNvPr id="117" name="图片 116" descr="D:\51PPT模板网\51pptmoban.com\图片.jpg">
            <a:extLst>
              <a:ext uri="{FF2B5EF4-FFF2-40B4-BE49-F238E27FC236}">
                <a16:creationId xmlns:a16="http://schemas.microsoft.com/office/drawing/2014/main" id="{AC1D7A55-A4EB-26F3-5B7E-D45CA3260521}"/>
              </a:ext>
            </a:extLst>
          </p:cNvPr>
          <p:cNvPicPr>
            <a:picLocks noChangeAspect="1"/>
          </p:cNvPicPr>
          <p:nvPr/>
        </p:nvPicPr>
        <p:blipFill>
          <a:blip r:embed="injBgRid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2766509" flipH="1" flipV="1">
            <a:off x="2111162" y="627448"/>
            <a:ext cx="1810966" cy="138521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932688" y="22402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第一章：公司概况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32688" y="3063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C1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我们是谁，我们做什么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D7553F8F-9F9F-1BEA-7B2F-1832072BF24A}"/>
              </a:ext>
            </a:extLst>
          </p:cNvPr>
          <p:cNvSpPr/>
          <p:nvPr/>
        </p:nvSpPr>
        <p:spPr>
          <a:xfrm>
            <a:off x="499388" y="3447396"/>
            <a:ext cx="3851445" cy="3851459"/>
          </a:xfrm>
          <a:custGeom>
            <a:avLst/>
            <a:gdLst>
              <a:gd name="csX0" fmla="*/ 1925733 w 3851445"/>
              <a:gd name="csY0" fmla="*/ 3851460 h 3851459"/>
              <a:gd name="csX1" fmla="*/ 1672433 w 3851445"/>
              <a:gd name="csY1" fmla="*/ 3834939 h 3851459"/>
              <a:gd name="csX2" fmla="*/ 1658302 w 3851445"/>
              <a:gd name="csY2" fmla="*/ 3818826 h 3851459"/>
              <a:gd name="csX3" fmla="*/ 1658302 w 3851445"/>
              <a:gd name="csY3" fmla="*/ 3713861 h 3851459"/>
              <a:gd name="csX4" fmla="*/ 1674556 w 3851445"/>
              <a:gd name="csY4" fmla="*/ 3697607 h 3851459"/>
              <a:gd name="csX5" fmla="*/ 1851458 w 3851445"/>
              <a:gd name="csY5" fmla="*/ 3697607 h 3851459"/>
              <a:gd name="csX6" fmla="*/ 1851458 w 3851445"/>
              <a:gd name="csY6" fmla="*/ 3583597 h 3851459"/>
              <a:gd name="csX7" fmla="*/ 1359496 w 3851445"/>
              <a:gd name="csY7" fmla="*/ 3486124 h 3851459"/>
              <a:gd name="csX8" fmla="*/ 1315985 w 3851445"/>
              <a:gd name="csY8" fmla="*/ 3591127 h 3851459"/>
              <a:gd name="csX9" fmla="*/ 1479428 w 3851445"/>
              <a:gd name="csY9" fmla="*/ 3658795 h 3851459"/>
              <a:gd name="csX10" fmla="*/ 1488224 w 3851445"/>
              <a:gd name="csY10" fmla="*/ 3667593 h 3851459"/>
              <a:gd name="csX11" fmla="*/ 1488224 w 3851445"/>
              <a:gd name="csY11" fmla="*/ 3680034 h 3851459"/>
              <a:gd name="csX12" fmla="*/ 1447947 w 3851445"/>
              <a:gd name="csY12" fmla="*/ 3777229 h 3851459"/>
              <a:gd name="csX13" fmla="*/ 1428744 w 3851445"/>
              <a:gd name="csY13" fmla="*/ 3786714 h 3851459"/>
              <a:gd name="csX14" fmla="*/ 960768 w 3851445"/>
              <a:gd name="csY14" fmla="*/ 3592560 h 3851459"/>
              <a:gd name="csX15" fmla="*/ 953910 w 3851445"/>
              <a:gd name="csY15" fmla="*/ 3572284 h 3851459"/>
              <a:gd name="csX16" fmla="*/ 994057 w 3851445"/>
              <a:gd name="csY16" fmla="*/ 3475350 h 3851459"/>
              <a:gd name="csX17" fmla="*/ 1002852 w 3851445"/>
              <a:gd name="csY17" fmla="*/ 3466555 h 3851459"/>
              <a:gd name="csX18" fmla="*/ 1015293 w 3851445"/>
              <a:gd name="csY18" fmla="*/ 3466555 h 3851459"/>
              <a:gd name="csX19" fmla="*/ 1178715 w 3851445"/>
              <a:gd name="csY19" fmla="*/ 3534243 h 3851459"/>
              <a:gd name="csX20" fmla="*/ 1222096 w 3851445"/>
              <a:gd name="csY20" fmla="*/ 3429086 h 3851459"/>
              <a:gd name="csX21" fmla="*/ 805599 w 3851445"/>
              <a:gd name="csY21" fmla="*/ 3150143 h 3851459"/>
              <a:gd name="csX22" fmla="*/ 724801 w 3851445"/>
              <a:gd name="csY22" fmla="*/ 3230938 h 3851459"/>
              <a:gd name="csX23" fmla="*/ 849871 w 3851445"/>
              <a:gd name="csY23" fmla="*/ 3356038 h 3851459"/>
              <a:gd name="csX24" fmla="*/ 849871 w 3851445"/>
              <a:gd name="csY24" fmla="*/ 3379023 h 3851459"/>
              <a:gd name="csX25" fmla="*/ 775852 w 3851445"/>
              <a:gd name="csY25" fmla="*/ 3453041 h 3851459"/>
              <a:gd name="csX26" fmla="*/ 754466 w 3851445"/>
              <a:gd name="csY26" fmla="*/ 3454440 h 3851459"/>
              <a:gd name="csX27" fmla="*/ 396358 w 3851445"/>
              <a:gd name="csY27" fmla="*/ 3096102 h 3851459"/>
              <a:gd name="csX28" fmla="*/ 397767 w 3851445"/>
              <a:gd name="csY28" fmla="*/ 3074726 h 3851459"/>
              <a:gd name="csX29" fmla="*/ 471686 w 3851445"/>
              <a:gd name="csY29" fmla="*/ 3000804 h 3851459"/>
              <a:gd name="csX30" fmla="*/ 483180 w 3851445"/>
              <a:gd name="csY30" fmla="*/ 2996041 h 3851459"/>
              <a:gd name="csX31" fmla="*/ 494674 w 3851445"/>
              <a:gd name="csY31" fmla="*/ 3000804 h 3851459"/>
              <a:gd name="csX32" fmla="*/ 619744 w 3851445"/>
              <a:gd name="csY32" fmla="*/ 3125897 h 3851459"/>
              <a:gd name="csX33" fmla="*/ 700575 w 3851445"/>
              <a:gd name="csY33" fmla="*/ 3045069 h 3851459"/>
              <a:gd name="csX34" fmla="*/ 422367 w 3851445"/>
              <a:gd name="csY34" fmla="*/ 2629381 h 3851459"/>
              <a:gd name="csX35" fmla="*/ 316490 w 3851445"/>
              <a:gd name="csY35" fmla="*/ 2672106 h 3851459"/>
              <a:gd name="csX36" fmla="*/ 384130 w 3851445"/>
              <a:gd name="csY36" fmla="*/ 2835379 h 3851459"/>
              <a:gd name="csX37" fmla="*/ 384134 w 3851445"/>
              <a:gd name="csY37" fmla="*/ 2847819 h 3851459"/>
              <a:gd name="csX38" fmla="*/ 375335 w 3851445"/>
              <a:gd name="csY38" fmla="*/ 2856614 h 3851459"/>
              <a:gd name="csX39" fmla="*/ 278661 w 3851445"/>
              <a:gd name="csY39" fmla="*/ 2896662 h 3851459"/>
              <a:gd name="csX40" fmla="*/ 258379 w 3851445"/>
              <a:gd name="csY40" fmla="*/ 2889797 h 3851459"/>
              <a:gd name="csX41" fmla="*/ 64486 w 3851445"/>
              <a:gd name="csY41" fmla="*/ 2421694 h 3851459"/>
              <a:gd name="csX42" fmla="*/ 73974 w 3851445"/>
              <a:gd name="csY42" fmla="*/ 2402502 h 3851459"/>
              <a:gd name="csX43" fmla="*/ 170648 w 3851445"/>
              <a:gd name="csY43" fmla="*/ 2362451 h 3851459"/>
              <a:gd name="csX44" fmla="*/ 183088 w 3851445"/>
              <a:gd name="csY44" fmla="*/ 2362451 h 3851459"/>
              <a:gd name="csX45" fmla="*/ 191883 w 3851445"/>
              <a:gd name="csY45" fmla="*/ 2371246 h 3851459"/>
              <a:gd name="csX46" fmla="*/ 259586 w 3851445"/>
              <a:gd name="csY46" fmla="*/ 2534696 h 3851459"/>
              <a:gd name="csX47" fmla="*/ 365014 w 3851445"/>
              <a:gd name="csY47" fmla="*/ 2491038 h 3851459"/>
              <a:gd name="csX48" fmla="*/ 267826 w 3851445"/>
              <a:gd name="csY48" fmla="*/ 1999255 h 3851459"/>
              <a:gd name="csX49" fmla="*/ 153077 w 3851445"/>
              <a:gd name="csY49" fmla="*/ 1999255 h 3851459"/>
              <a:gd name="csX50" fmla="*/ 153077 w 3851445"/>
              <a:gd name="csY50" fmla="*/ 2176126 h 3851459"/>
              <a:gd name="csX51" fmla="*/ 136824 w 3851445"/>
              <a:gd name="csY51" fmla="*/ 2192379 h 3851459"/>
              <a:gd name="csX52" fmla="*/ 32541 w 3851445"/>
              <a:gd name="csY52" fmla="*/ 2192379 h 3851459"/>
              <a:gd name="csX53" fmla="*/ 16425 w 3851445"/>
              <a:gd name="csY53" fmla="*/ 2178242 h 3851459"/>
              <a:gd name="csX54" fmla="*/ 0 w 3851445"/>
              <a:gd name="csY54" fmla="*/ 1925723 h 3851459"/>
              <a:gd name="csX55" fmla="*/ 16620 w 3851445"/>
              <a:gd name="csY55" fmla="*/ 1671641 h 3851459"/>
              <a:gd name="csX56" fmla="*/ 32733 w 3851445"/>
              <a:gd name="csY56" fmla="*/ 1657510 h 3851459"/>
              <a:gd name="csX57" fmla="*/ 136824 w 3851445"/>
              <a:gd name="csY57" fmla="*/ 1657510 h 3851459"/>
              <a:gd name="csX58" fmla="*/ 153077 w 3851445"/>
              <a:gd name="csY58" fmla="*/ 1673764 h 3851459"/>
              <a:gd name="csX59" fmla="*/ 153077 w 3851445"/>
              <a:gd name="csY59" fmla="*/ 1850666 h 3851459"/>
              <a:gd name="csX60" fmla="*/ 267939 w 3851445"/>
              <a:gd name="csY60" fmla="*/ 1850666 h 3851459"/>
              <a:gd name="csX61" fmla="*/ 365494 w 3851445"/>
              <a:gd name="csY61" fmla="*/ 1359077 h 3851459"/>
              <a:gd name="csX62" fmla="*/ 259589 w 3851445"/>
              <a:gd name="csY62" fmla="*/ 1315220 h 3851459"/>
              <a:gd name="csX63" fmla="*/ 191887 w 3851445"/>
              <a:gd name="csY63" fmla="*/ 1478636 h 3851459"/>
              <a:gd name="csX64" fmla="*/ 170654 w 3851445"/>
              <a:gd name="csY64" fmla="*/ 1487432 h 3851459"/>
              <a:gd name="csX65" fmla="*/ 74337 w 3851445"/>
              <a:gd name="csY65" fmla="*/ 1447545 h 3851459"/>
              <a:gd name="csX66" fmla="*/ 64849 w 3851445"/>
              <a:gd name="csY66" fmla="*/ 1428340 h 3851459"/>
              <a:gd name="csX67" fmla="*/ 259099 w 3851445"/>
              <a:gd name="csY67" fmla="*/ 960398 h 3851459"/>
              <a:gd name="csX68" fmla="*/ 279374 w 3851445"/>
              <a:gd name="csY68" fmla="*/ 953543 h 3851459"/>
              <a:gd name="csX69" fmla="*/ 375335 w 3851445"/>
              <a:gd name="csY69" fmla="*/ 993299 h 3851459"/>
              <a:gd name="csX70" fmla="*/ 384127 w 3851445"/>
              <a:gd name="csY70" fmla="*/ 1014535 h 3851459"/>
              <a:gd name="csX71" fmla="*/ 316428 w 3851445"/>
              <a:gd name="csY71" fmla="*/ 1177947 h 3851459"/>
              <a:gd name="csX72" fmla="*/ 422460 w 3851445"/>
              <a:gd name="csY72" fmla="*/ 1221880 h 3851459"/>
              <a:gd name="csX73" fmla="*/ 701316 w 3851445"/>
              <a:gd name="csY73" fmla="*/ 805589 h 3851459"/>
              <a:gd name="csX74" fmla="*/ 619740 w 3851445"/>
              <a:gd name="csY74" fmla="*/ 724013 h 3851459"/>
              <a:gd name="csX75" fmla="*/ 494671 w 3851445"/>
              <a:gd name="csY75" fmla="*/ 849110 h 3851459"/>
              <a:gd name="csX76" fmla="*/ 483177 w 3851445"/>
              <a:gd name="csY76" fmla="*/ 853872 h 3851459"/>
              <a:gd name="csX77" fmla="*/ 471683 w 3851445"/>
              <a:gd name="csY77" fmla="*/ 849113 h 3851459"/>
              <a:gd name="csX78" fmla="*/ 398412 w 3851445"/>
              <a:gd name="csY78" fmla="*/ 775842 h 3851459"/>
              <a:gd name="csX79" fmla="*/ 397010 w 3851445"/>
              <a:gd name="csY79" fmla="*/ 754455 h 3851459"/>
              <a:gd name="csX80" fmla="*/ 755347 w 3851445"/>
              <a:gd name="csY80" fmla="*/ 396344 h 3851459"/>
              <a:gd name="csX81" fmla="*/ 776723 w 3851445"/>
              <a:gd name="csY81" fmla="*/ 397754 h 3851459"/>
              <a:gd name="csX82" fmla="*/ 849864 w 3851445"/>
              <a:gd name="csY82" fmla="*/ 470894 h 3851459"/>
              <a:gd name="csX83" fmla="*/ 849864 w 3851445"/>
              <a:gd name="csY83" fmla="*/ 493879 h 3851459"/>
              <a:gd name="csX84" fmla="*/ 724795 w 3851445"/>
              <a:gd name="csY84" fmla="*/ 618976 h 3851459"/>
              <a:gd name="csX85" fmla="*/ 806408 w 3851445"/>
              <a:gd name="csY85" fmla="*/ 700565 h 3851459"/>
              <a:gd name="csX86" fmla="*/ 1222788 w 3851445"/>
              <a:gd name="csY86" fmla="*/ 422048 h 3851459"/>
              <a:gd name="csX87" fmla="*/ 1178726 w 3851445"/>
              <a:gd name="csY87" fmla="*/ 315667 h 3851459"/>
              <a:gd name="csX88" fmla="*/ 1015275 w 3851445"/>
              <a:gd name="csY88" fmla="*/ 383338 h 3851459"/>
              <a:gd name="csX89" fmla="*/ 994043 w 3851445"/>
              <a:gd name="csY89" fmla="*/ 374539 h 3851459"/>
              <a:gd name="csX90" fmla="*/ 954418 w 3851445"/>
              <a:gd name="csY90" fmla="*/ 278839 h 3851459"/>
              <a:gd name="csX91" fmla="*/ 961282 w 3851445"/>
              <a:gd name="csY91" fmla="*/ 258560 h 3851459"/>
              <a:gd name="csX92" fmla="*/ 1429327 w 3851445"/>
              <a:gd name="csY92" fmla="*/ 64602 h 3851459"/>
              <a:gd name="csX93" fmla="*/ 1448519 w 3851445"/>
              <a:gd name="csY93" fmla="*/ 74087 h 3851459"/>
              <a:gd name="csX94" fmla="*/ 1488210 w 3851445"/>
              <a:gd name="csY94" fmla="*/ 169852 h 3851459"/>
              <a:gd name="csX95" fmla="*/ 1488210 w 3851445"/>
              <a:gd name="csY95" fmla="*/ 182292 h 3851459"/>
              <a:gd name="csX96" fmla="*/ 1479415 w 3851445"/>
              <a:gd name="csY96" fmla="*/ 191088 h 3851459"/>
              <a:gd name="csX97" fmla="*/ 1315971 w 3851445"/>
              <a:gd name="csY97" fmla="*/ 258787 h 3851459"/>
              <a:gd name="csX98" fmla="*/ 1360044 w 3851445"/>
              <a:gd name="csY98" fmla="*/ 365158 h 3851459"/>
              <a:gd name="csX99" fmla="*/ 1851444 w 3851445"/>
              <a:gd name="csY99" fmla="*/ 267880 h 3851459"/>
              <a:gd name="csX100" fmla="*/ 1851444 w 3851445"/>
              <a:gd name="csY100" fmla="*/ 152278 h 3851459"/>
              <a:gd name="csX101" fmla="*/ 1674542 w 3851445"/>
              <a:gd name="csY101" fmla="*/ 152278 h 3851459"/>
              <a:gd name="csX102" fmla="*/ 1658288 w 3851445"/>
              <a:gd name="csY102" fmla="*/ 136025 h 3851459"/>
              <a:gd name="csX103" fmla="*/ 1658288 w 3851445"/>
              <a:gd name="csY103" fmla="*/ 32634 h 3851459"/>
              <a:gd name="csX104" fmla="*/ 1672419 w 3851445"/>
              <a:gd name="csY104" fmla="*/ 16521 h 3851459"/>
              <a:gd name="csX105" fmla="*/ 1925723 w 3851445"/>
              <a:gd name="csY105" fmla="*/ 0 h 3851459"/>
              <a:gd name="csX106" fmla="*/ 2179027 w 3851445"/>
              <a:gd name="csY106" fmla="*/ 16521 h 3851459"/>
              <a:gd name="csX107" fmla="*/ 2193158 w 3851445"/>
              <a:gd name="csY107" fmla="*/ 32634 h 3851459"/>
              <a:gd name="csX108" fmla="*/ 2193158 w 3851445"/>
              <a:gd name="csY108" fmla="*/ 136039 h 3851459"/>
              <a:gd name="csX109" fmla="*/ 2176904 w 3851445"/>
              <a:gd name="csY109" fmla="*/ 152292 h 3851459"/>
              <a:gd name="csX110" fmla="*/ 2000002 w 3851445"/>
              <a:gd name="csY110" fmla="*/ 152292 h 3851459"/>
              <a:gd name="csX111" fmla="*/ 2000002 w 3851445"/>
              <a:gd name="csY111" fmla="*/ 267894 h 3851459"/>
              <a:gd name="csX112" fmla="*/ 2491402 w 3851445"/>
              <a:gd name="csY112" fmla="*/ 365171 h 3851459"/>
              <a:gd name="csX113" fmla="*/ 2535475 w 3851445"/>
              <a:gd name="csY113" fmla="*/ 258800 h 3851459"/>
              <a:gd name="csX114" fmla="*/ 2372035 w 3851445"/>
              <a:gd name="csY114" fmla="*/ 191102 h 3851459"/>
              <a:gd name="csX115" fmla="*/ 2363239 w 3851445"/>
              <a:gd name="csY115" fmla="*/ 182306 h 3851459"/>
              <a:gd name="csX116" fmla="*/ 2363239 w 3851445"/>
              <a:gd name="csY116" fmla="*/ 169866 h 3851459"/>
              <a:gd name="csX117" fmla="*/ 2402926 w 3851445"/>
              <a:gd name="csY117" fmla="*/ 74101 h 3851459"/>
              <a:gd name="csX118" fmla="*/ 2422119 w 3851445"/>
              <a:gd name="csY118" fmla="*/ 64613 h 3851459"/>
              <a:gd name="csX119" fmla="*/ 2890163 w 3851445"/>
              <a:gd name="csY119" fmla="*/ 258571 h 3851459"/>
              <a:gd name="csX120" fmla="*/ 2897029 w 3851445"/>
              <a:gd name="csY120" fmla="*/ 278850 h 3851459"/>
              <a:gd name="csX121" fmla="*/ 2857403 w 3851445"/>
              <a:gd name="csY121" fmla="*/ 374550 h 3851459"/>
              <a:gd name="csX122" fmla="*/ 2836167 w 3851445"/>
              <a:gd name="csY122" fmla="*/ 383348 h 3851459"/>
              <a:gd name="csX123" fmla="*/ 2672720 w 3851445"/>
              <a:gd name="csY123" fmla="*/ 315677 h 3851459"/>
              <a:gd name="csX124" fmla="*/ 2628658 w 3851445"/>
              <a:gd name="csY124" fmla="*/ 422048 h 3851459"/>
              <a:gd name="csX125" fmla="*/ 3045038 w 3851445"/>
              <a:gd name="csY125" fmla="*/ 700576 h 3851459"/>
              <a:gd name="csX126" fmla="*/ 3126655 w 3851445"/>
              <a:gd name="csY126" fmla="*/ 618986 h 3851459"/>
              <a:gd name="csX127" fmla="*/ 3001585 w 3851445"/>
              <a:gd name="csY127" fmla="*/ 493889 h 3851459"/>
              <a:gd name="csX128" fmla="*/ 3001585 w 3851445"/>
              <a:gd name="csY128" fmla="*/ 470905 h 3851459"/>
              <a:gd name="csX129" fmla="*/ 3074723 w 3851445"/>
              <a:gd name="csY129" fmla="*/ 397764 h 3851459"/>
              <a:gd name="csX130" fmla="*/ 3096099 w 3851445"/>
              <a:gd name="csY130" fmla="*/ 396355 h 3851459"/>
              <a:gd name="csX131" fmla="*/ 3454440 w 3851445"/>
              <a:gd name="csY131" fmla="*/ 754466 h 3851459"/>
              <a:gd name="csX132" fmla="*/ 3453041 w 3851445"/>
              <a:gd name="csY132" fmla="*/ 775852 h 3851459"/>
              <a:gd name="csX133" fmla="*/ 3379770 w 3851445"/>
              <a:gd name="csY133" fmla="*/ 849123 h 3851459"/>
              <a:gd name="csX134" fmla="*/ 3368276 w 3851445"/>
              <a:gd name="csY134" fmla="*/ 853883 h 3851459"/>
              <a:gd name="csX135" fmla="*/ 3368276 w 3851445"/>
              <a:gd name="csY135" fmla="*/ 853883 h 3851459"/>
              <a:gd name="csX136" fmla="*/ 3356782 w 3851445"/>
              <a:gd name="csY136" fmla="*/ 849120 h 3851459"/>
              <a:gd name="csX137" fmla="*/ 3231713 w 3851445"/>
              <a:gd name="csY137" fmla="*/ 724023 h 3851459"/>
              <a:gd name="csX138" fmla="*/ 3150140 w 3851445"/>
              <a:gd name="csY138" fmla="*/ 805596 h 3851459"/>
              <a:gd name="csX139" fmla="*/ 3428962 w 3851445"/>
              <a:gd name="csY139" fmla="*/ 1221904 h 3851459"/>
              <a:gd name="csX140" fmla="*/ 3535021 w 3851445"/>
              <a:gd name="csY140" fmla="*/ 1177958 h 3851459"/>
              <a:gd name="csX141" fmla="*/ 3467323 w 3851445"/>
              <a:gd name="csY141" fmla="*/ 1014542 h 3851459"/>
              <a:gd name="csX142" fmla="*/ 3476114 w 3851445"/>
              <a:gd name="csY142" fmla="*/ 993306 h 3851459"/>
              <a:gd name="csX143" fmla="*/ 3572075 w 3851445"/>
              <a:gd name="csY143" fmla="*/ 953550 h 3851459"/>
              <a:gd name="csX144" fmla="*/ 3592351 w 3851445"/>
              <a:gd name="csY144" fmla="*/ 960405 h 3851459"/>
              <a:gd name="csX145" fmla="*/ 3786604 w 3851445"/>
              <a:gd name="csY145" fmla="*/ 1428347 h 3851459"/>
              <a:gd name="csX146" fmla="*/ 3777115 w 3851445"/>
              <a:gd name="csY146" fmla="*/ 1447552 h 3851459"/>
              <a:gd name="csX147" fmla="*/ 3680795 w 3851445"/>
              <a:gd name="csY147" fmla="*/ 1487439 h 3851459"/>
              <a:gd name="csX148" fmla="*/ 3659562 w 3851445"/>
              <a:gd name="csY148" fmla="*/ 1478643 h 3851459"/>
              <a:gd name="csX149" fmla="*/ 3591864 w 3851445"/>
              <a:gd name="csY149" fmla="*/ 1315231 h 3851459"/>
              <a:gd name="csX150" fmla="*/ 3485956 w 3851445"/>
              <a:gd name="csY150" fmla="*/ 1359105 h 3851459"/>
              <a:gd name="csX151" fmla="*/ 3583511 w 3851445"/>
              <a:gd name="csY151" fmla="*/ 1850669 h 3851459"/>
              <a:gd name="csX152" fmla="*/ 3698372 w 3851445"/>
              <a:gd name="csY152" fmla="*/ 1850669 h 3851459"/>
              <a:gd name="csX153" fmla="*/ 3698372 w 3851445"/>
              <a:gd name="csY153" fmla="*/ 1673767 h 3851459"/>
              <a:gd name="csX154" fmla="*/ 3714625 w 3851445"/>
              <a:gd name="csY154" fmla="*/ 1657514 h 3851459"/>
              <a:gd name="csX155" fmla="*/ 3818709 w 3851445"/>
              <a:gd name="csY155" fmla="*/ 1657514 h 3851459"/>
              <a:gd name="csX156" fmla="*/ 3834822 w 3851445"/>
              <a:gd name="csY156" fmla="*/ 1671644 h 3851459"/>
              <a:gd name="csX157" fmla="*/ 3851446 w 3851445"/>
              <a:gd name="csY157" fmla="*/ 1925726 h 3851459"/>
              <a:gd name="csX158" fmla="*/ 3835018 w 3851445"/>
              <a:gd name="csY158" fmla="*/ 2178245 h 3851459"/>
              <a:gd name="csX159" fmla="*/ 3818905 w 3851445"/>
              <a:gd name="csY159" fmla="*/ 2192383 h 3851459"/>
              <a:gd name="csX160" fmla="*/ 3714642 w 3851445"/>
              <a:gd name="csY160" fmla="*/ 2192383 h 3851459"/>
              <a:gd name="csX161" fmla="*/ 3698389 w 3851445"/>
              <a:gd name="csY161" fmla="*/ 2176129 h 3851459"/>
              <a:gd name="csX162" fmla="*/ 3698389 w 3851445"/>
              <a:gd name="csY162" fmla="*/ 1999258 h 3851459"/>
              <a:gd name="csX163" fmla="*/ 3583638 w 3851445"/>
              <a:gd name="csY163" fmla="*/ 1999258 h 3851459"/>
              <a:gd name="csX164" fmla="*/ 3486446 w 3851445"/>
              <a:gd name="csY164" fmla="*/ 2491042 h 3851459"/>
              <a:gd name="csX165" fmla="*/ 3591877 w 3851445"/>
              <a:gd name="csY165" fmla="*/ 2534700 h 3851459"/>
              <a:gd name="csX166" fmla="*/ 3659576 w 3851445"/>
              <a:gd name="csY166" fmla="*/ 2371250 h 3851459"/>
              <a:gd name="csX167" fmla="*/ 3668372 w 3851445"/>
              <a:gd name="csY167" fmla="*/ 2362454 h 3851459"/>
              <a:gd name="csX168" fmla="*/ 3680812 w 3851445"/>
              <a:gd name="csY168" fmla="*/ 2362454 h 3851459"/>
              <a:gd name="csX169" fmla="*/ 3777486 w 3851445"/>
              <a:gd name="csY169" fmla="*/ 2402505 h 3851459"/>
              <a:gd name="csX170" fmla="*/ 3786974 w 3851445"/>
              <a:gd name="csY170" fmla="*/ 2421697 h 3851459"/>
              <a:gd name="csX171" fmla="*/ 3593081 w 3851445"/>
              <a:gd name="csY171" fmla="*/ 2889804 h 3851459"/>
              <a:gd name="csX172" fmla="*/ 3572799 w 3851445"/>
              <a:gd name="csY172" fmla="*/ 2896665 h 3851459"/>
              <a:gd name="csX173" fmla="*/ 3476125 w 3851445"/>
              <a:gd name="csY173" fmla="*/ 2856618 h 3851459"/>
              <a:gd name="csX174" fmla="*/ 3467333 w 3851445"/>
              <a:gd name="csY174" fmla="*/ 2847822 h 3851459"/>
              <a:gd name="csX175" fmla="*/ 3467333 w 3851445"/>
              <a:gd name="csY175" fmla="*/ 2835382 h 3851459"/>
              <a:gd name="csX176" fmla="*/ 3535031 w 3851445"/>
              <a:gd name="csY176" fmla="*/ 2671970 h 3851459"/>
              <a:gd name="csX177" fmla="*/ 3429604 w 3851445"/>
              <a:gd name="csY177" fmla="*/ 2628291 h 3851459"/>
              <a:gd name="csX178" fmla="*/ 3150884 w 3851445"/>
              <a:gd name="csY178" fmla="*/ 3045069 h 3851459"/>
              <a:gd name="csX179" fmla="*/ 3231723 w 3851445"/>
              <a:gd name="csY179" fmla="*/ 3125901 h 3851459"/>
              <a:gd name="csX180" fmla="*/ 3356792 w 3851445"/>
              <a:gd name="csY180" fmla="*/ 3000807 h 3851459"/>
              <a:gd name="csX181" fmla="*/ 3368286 w 3851445"/>
              <a:gd name="csY181" fmla="*/ 2996044 h 3851459"/>
              <a:gd name="csX182" fmla="*/ 3379780 w 3851445"/>
              <a:gd name="csY182" fmla="*/ 3000807 h 3851459"/>
              <a:gd name="csX183" fmla="*/ 3453703 w 3851445"/>
              <a:gd name="csY183" fmla="*/ 3074730 h 3851459"/>
              <a:gd name="csX184" fmla="*/ 3455112 w 3851445"/>
              <a:gd name="csY184" fmla="*/ 3096106 h 3851459"/>
              <a:gd name="csX185" fmla="*/ 3096998 w 3851445"/>
              <a:gd name="csY185" fmla="*/ 3454443 h 3851459"/>
              <a:gd name="csX186" fmla="*/ 3075611 w 3851445"/>
              <a:gd name="csY186" fmla="*/ 3453044 h 3851459"/>
              <a:gd name="csX187" fmla="*/ 3001596 w 3851445"/>
              <a:gd name="csY187" fmla="*/ 3379026 h 3851459"/>
              <a:gd name="csX188" fmla="*/ 3001596 w 3851445"/>
              <a:gd name="csY188" fmla="*/ 3356041 h 3851459"/>
              <a:gd name="csX189" fmla="*/ 3126665 w 3851445"/>
              <a:gd name="csY189" fmla="*/ 3230941 h 3851459"/>
              <a:gd name="csX190" fmla="*/ 3045868 w 3851445"/>
              <a:gd name="csY190" fmla="*/ 3150147 h 3851459"/>
              <a:gd name="csX191" fmla="*/ 2629203 w 3851445"/>
              <a:gd name="csY191" fmla="*/ 3429172 h 3851459"/>
              <a:gd name="csX192" fmla="*/ 2672731 w 3851445"/>
              <a:gd name="csY192" fmla="*/ 3534253 h 3851459"/>
              <a:gd name="csX193" fmla="*/ 2836177 w 3851445"/>
              <a:gd name="csY193" fmla="*/ 3466558 h 3851459"/>
              <a:gd name="csX194" fmla="*/ 2848618 w 3851445"/>
              <a:gd name="csY194" fmla="*/ 3466558 h 3851459"/>
              <a:gd name="csX195" fmla="*/ 2857410 w 3851445"/>
              <a:gd name="csY195" fmla="*/ 3475353 h 3851459"/>
              <a:gd name="csX196" fmla="*/ 2897553 w 3851445"/>
              <a:gd name="csY196" fmla="*/ 3572288 h 3851459"/>
              <a:gd name="csX197" fmla="*/ 2890698 w 3851445"/>
              <a:gd name="csY197" fmla="*/ 3592564 h 3851459"/>
              <a:gd name="csX198" fmla="*/ 2422722 w 3851445"/>
              <a:gd name="csY198" fmla="*/ 3786717 h 3851459"/>
              <a:gd name="csX199" fmla="*/ 2403520 w 3851445"/>
              <a:gd name="csY199" fmla="*/ 3777232 h 3851459"/>
              <a:gd name="csX200" fmla="*/ 2363246 w 3851445"/>
              <a:gd name="csY200" fmla="*/ 3680037 h 3851459"/>
              <a:gd name="csX201" fmla="*/ 2363246 w 3851445"/>
              <a:gd name="csY201" fmla="*/ 3667597 h 3851459"/>
              <a:gd name="csX202" fmla="*/ 2372042 w 3851445"/>
              <a:gd name="csY202" fmla="*/ 3658798 h 3851459"/>
              <a:gd name="csX203" fmla="*/ 2535478 w 3851445"/>
              <a:gd name="csY203" fmla="*/ 3591130 h 3851459"/>
              <a:gd name="csX204" fmla="*/ 2491967 w 3851445"/>
              <a:gd name="csY204" fmla="*/ 3486131 h 3851459"/>
              <a:gd name="csX205" fmla="*/ 2000012 w 3851445"/>
              <a:gd name="csY205" fmla="*/ 3583600 h 3851459"/>
              <a:gd name="csX206" fmla="*/ 2000012 w 3851445"/>
              <a:gd name="csY206" fmla="*/ 3697611 h 3851459"/>
              <a:gd name="csX207" fmla="*/ 2176914 w 3851445"/>
              <a:gd name="csY207" fmla="*/ 3697611 h 3851459"/>
              <a:gd name="csX208" fmla="*/ 2193168 w 3851445"/>
              <a:gd name="csY208" fmla="*/ 3713864 h 3851459"/>
              <a:gd name="csX209" fmla="*/ 2193168 w 3851445"/>
              <a:gd name="csY209" fmla="*/ 3818829 h 3851459"/>
              <a:gd name="csX210" fmla="*/ 2179037 w 3851445"/>
              <a:gd name="csY210" fmla="*/ 3834942 h 3851459"/>
              <a:gd name="csX211" fmla="*/ 1925733 w 3851445"/>
              <a:gd name="csY211" fmla="*/ 3851460 h 3851459"/>
              <a:gd name="csX212" fmla="*/ 1690806 w 3851445"/>
              <a:gd name="csY212" fmla="*/ 3804517 h 3851459"/>
              <a:gd name="csX213" fmla="*/ 1925733 w 3851445"/>
              <a:gd name="csY213" fmla="*/ 3818953 h 3851459"/>
              <a:gd name="csX214" fmla="*/ 2160661 w 3851445"/>
              <a:gd name="csY214" fmla="*/ 3804517 h 3851459"/>
              <a:gd name="csX215" fmla="*/ 2160661 w 3851445"/>
              <a:gd name="csY215" fmla="*/ 3730115 h 3851459"/>
              <a:gd name="csX216" fmla="*/ 1983759 w 3851445"/>
              <a:gd name="csY216" fmla="*/ 3730115 h 3851459"/>
              <a:gd name="csX217" fmla="*/ 1967505 w 3851445"/>
              <a:gd name="csY217" fmla="*/ 3713861 h 3851459"/>
              <a:gd name="csX218" fmla="*/ 1967505 w 3851445"/>
              <a:gd name="csY218" fmla="*/ 3567971 h 3851459"/>
              <a:gd name="csX219" fmla="*/ 1983193 w 3851445"/>
              <a:gd name="csY219" fmla="*/ 3551727 h 3851459"/>
              <a:gd name="csX220" fmla="*/ 2494642 w 3851445"/>
              <a:gd name="csY220" fmla="*/ 3450500 h 3851459"/>
              <a:gd name="csX221" fmla="*/ 2501003 w 3851445"/>
              <a:gd name="csY221" fmla="*/ 3449207 h 3851459"/>
              <a:gd name="csX222" fmla="*/ 2516276 w 3851445"/>
              <a:gd name="csY222" fmla="*/ 3459875 h 3851459"/>
              <a:gd name="csX223" fmla="*/ 2571733 w 3851445"/>
              <a:gd name="csY223" fmla="*/ 3593698 h 3851459"/>
              <a:gd name="csX224" fmla="*/ 2571733 w 3851445"/>
              <a:gd name="csY224" fmla="*/ 3606139 h 3851459"/>
              <a:gd name="csX225" fmla="*/ 2562938 w 3851445"/>
              <a:gd name="csY225" fmla="*/ 3614934 h 3851459"/>
              <a:gd name="csX226" fmla="*/ 2399501 w 3851445"/>
              <a:gd name="csY226" fmla="*/ 3682605 h 3851459"/>
              <a:gd name="csX227" fmla="*/ 2428082 w 3851445"/>
              <a:gd name="csY227" fmla="*/ 3751583 h 3851459"/>
              <a:gd name="csX228" fmla="*/ 2862060 w 3851445"/>
              <a:gd name="csY228" fmla="*/ 3571527 h 3851459"/>
              <a:gd name="csX229" fmla="*/ 2833595 w 3851445"/>
              <a:gd name="csY229" fmla="*/ 3502799 h 3851459"/>
              <a:gd name="csX230" fmla="*/ 2670149 w 3851445"/>
              <a:gd name="csY230" fmla="*/ 3570494 h 3851459"/>
              <a:gd name="csX231" fmla="*/ 2648916 w 3851445"/>
              <a:gd name="csY231" fmla="*/ 3561699 h 3851459"/>
              <a:gd name="csX232" fmla="*/ 2593233 w 3851445"/>
              <a:gd name="csY232" fmla="*/ 3427268 h 3851459"/>
              <a:gd name="csX233" fmla="*/ 2592886 w 3851445"/>
              <a:gd name="csY233" fmla="*/ 3415565 h 3851459"/>
              <a:gd name="csX234" fmla="*/ 2601452 w 3851445"/>
              <a:gd name="csY234" fmla="*/ 3406190 h 3851459"/>
              <a:gd name="csX235" fmla="*/ 3035221 w 3851445"/>
              <a:gd name="csY235" fmla="*/ 3115713 h 3851459"/>
              <a:gd name="csX236" fmla="*/ 3057801 w 3851445"/>
              <a:gd name="csY236" fmla="*/ 3116104 h 3851459"/>
              <a:gd name="csX237" fmla="*/ 3161140 w 3851445"/>
              <a:gd name="csY237" fmla="*/ 3219444 h 3851459"/>
              <a:gd name="csX238" fmla="*/ 3161140 w 3851445"/>
              <a:gd name="csY238" fmla="*/ 3242428 h 3851459"/>
              <a:gd name="csX239" fmla="*/ 3036071 w 3851445"/>
              <a:gd name="csY239" fmla="*/ 3367528 h 3851459"/>
              <a:gd name="csX240" fmla="*/ 3088476 w 3851445"/>
              <a:gd name="csY240" fmla="*/ 3419934 h 3851459"/>
              <a:gd name="csX241" fmla="*/ 3420602 w 3851445"/>
              <a:gd name="csY241" fmla="*/ 3087599 h 3851459"/>
              <a:gd name="csX242" fmla="*/ 3368283 w 3851445"/>
              <a:gd name="csY242" fmla="*/ 3035282 h 3851459"/>
              <a:gd name="csX243" fmla="*/ 3243217 w 3851445"/>
              <a:gd name="csY243" fmla="*/ 3160376 h 3851459"/>
              <a:gd name="csX244" fmla="*/ 3231719 w 3851445"/>
              <a:gd name="csY244" fmla="*/ 3165139 h 3851459"/>
              <a:gd name="csX245" fmla="*/ 3220225 w 3851445"/>
              <a:gd name="csY245" fmla="*/ 3160376 h 3851459"/>
              <a:gd name="csX246" fmla="*/ 3116855 w 3851445"/>
              <a:gd name="csY246" fmla="*/ 3057008 h 3851459"/>
              <a:gd name="csX247" fmla="*/ 3116454 w 3851445"/>
              <a:gd name="csY247" fmla="*/ 3034439 h 3851459"/>
              <a:gd name="csX248" fmla="*/ 3406605 w 3851445"/>
              <a:gd name="csY248" fmla="*/ 2600543 h 3851459"/>
              <a:gd name="csX249" fmla="*/ 3427615 w 3851445"/>
              <a:gd name="csY249" fmla="*/ 2592276 h 3851459"/>
              <a:gd name="csX250" fmla="*/ 3562484 w 3851445"/>
              <a:gd name="csY250" fmla="*/ 2648155 h 3851459"/>
              <a:gd name="csX251" fmla="*/ 3571276 w 3851445"/>
              <a:gd name="csY251" fmla="*/ 2669391 h 3851459"/>
              <a:gd name="csX252" fmla="*/ 3503577 w 3851445"/>
              <a:gd name="csY252" fmla="*/ 2832800 h 3851459"/>
              <a:gd name="csX253" fmla="*/ 3572041 w 3851445"/>
              <a:gd name="csY253" fmla="*/ 2861161 h 3851459"/>
              <a:gd name="csX254" fmla="*/ 3751851 w 3851445"/>
              <a:gd name="csY254" fmla="*/ 2427067 h 3851459"/>
              <a:gd name="csX255" fmla="*/ 3683384 w 3851445"/>
              <a:gd name="csY255" fmla="*/ 2398706 h 3851459"/>
              <a:gd name="csX256" fmla="*/ 3615685 w 3851445"/>
              <a:gd name="csY256" fmla="*/ 2562149 h 3851459"/>
              <a:gd name="csX257" fmla="*/ 3594453 w 3851445"/>
              <a:gd name="csY257" fmla="*/ 2570944 h 3851459"/>
              <a:gd name="csX258" fmla="*/ 3459580 w 3851445"/>
              <a:gd name="csY258" fmla="*/ 2515096 h 3851459"/>
              <a:gd name="csX259" fmla="*/ 3450572 w 3851445"/>
              <a:gd name="csY259" fmla="*/ 2494399 h 3851459"/>
              <a:gd name="csX260" fmla="*/ 3551758 w 3851445"/>
              <a:gd name="csY260" fmla="*/ 1982442 h 3851459"/>
              <a:gd name="csX261" fmla="*/ 3568002 w 3851445"/>
              <a:gd name="csY261" fmla="*/ 1966744 h 3851459"/>
              <a:gd name="csX262" fmla="*/ 3714639 w 3851445"/>
              <a:gd name="csY262" fmla="*/ 1966744 h 3851459"/>
              <a:gd name="csX263" fmla="*/ 3730893 w 3851445"/>
              <a:gd name="csY263" fmla="*/ 1982998 h 3851459"/>
              <a:gd name="csX264" fmla="*/ 3730893 w 3851445"/>
              <a:gd name="csY264" fmla="*/ 2159869 h 3851459"/>
              <a:gd name="csX265" fmla="*/ 3804606 w 3851445"/>
              <a:gd name="csY265" fmla="*/ 2159869 h 3851459"/>
              <a:gd name="csX266" fmla="*/ 3818953 w 3851445"/>
              <a:gd name="csY266" fmla="*/ 1925720 h 3851459"/>
              <a:gd name="csX267" fmla="*/ 3804417 w 3851445"/>
              <a:gd name="csY267" fmla="*/ 1690013 h 3851459"/>
              <a:gd name="csX268" fmla="*/ 3730896 w 3851445"/>
              <a:gd name="csY268" fmla="*/ 1690013 h 3851459"/>
              <a:gd name="csX269" fmla="*/ 3730896 w 3851445"/>
              <a:gd name="csY269" fmla="*/ 1866916 h 3851459"/>
              <a:gd name="csX270" fmla="*/ 3714642 w 3851445"/>
              <a:gd name="csY270" fmla="*/ 1883169 h 3851459"/>
              <a:gd name="csX271" fmla="*/ 3567905 w 3851445"/>
              <a:gd name="csY271" fmla="*/ 1883169 h 3851459"/>
              <a:gd name="csX272" fmla="*/ 3551662 w 3851445"/>
              <a:gd name="csY272" fmla="*/ 1867481 h 3851459"/>
              <a:gd name="csX273" fmla="*/ 3450095 w 3851445"/>
              <a:gd name="csY273" fmla="*/ 1355751 h 3851459"/>
              <a:gd name="csX274" fmla="*/ 3459097 w 3851445"/>
              <a:gd name="csY274" fmla="*/ 1335044 h 3851459"/>
              <a:gd name="csX275" fmla="*/ 3594456 w 3851445"/>
              <a:gd name="csY275" fmla="*/ 1278969 h 3851459"/>
              <a:gd name="csX276" fmla="*/ 3615692 w 3851445"/>
              <a:gd name="csY276" fmla="*/ 1287764 h 3851459"/>
              <a:gd name="csX277" fmla="*/ 3683391 w 3851445"/>
              <a:gd name="csY277" fmla="*/ 1451180 h 3851459"/>
              <a:gd name="csX278" fmla="*/ 3751491 w 3851445"/>
              <a:gd name="csY278" fmla="*/ 1422980 h 3851459"/>
              <a:gd name="csX279" fmla="*/ 3571345 w 3851445"/>
              <a:gd name="csY279" fmla="*/ 989040 h 3851459"/>
              <a:gd name="csX280" fmla="*/ 3503584 w 3851445"/>
              <a:gd name="csY280" fmla="*/ 1017113 h 3851459"/>
              <a:gd name="csX281" fmla="*/ 3571283 w 3851445"/>
              <a:gd name="csY281" fmla="*/ 1180526 h 3851459"/>
              <a:gd name="csX282" fmla="*/ 3562491 w 3851445"/>
              <a:gd name="csY282" fmla="*/ 1201762 h 3851459"/>
              <a:gd name="csX283" fmla="*/ 3427001 w 3851445"/>
              <a:gd name="csY283" fmla="*/ 1257901 h 3851459"/>
              <a:gd name="csX284" fmla="*/ 3405998 w 3851445"/>
              <a:gd name="csY284" fmla="*/ 1249644 h 3851459"/>
              <a:gd name="csX285" fmla="*/ 3115720 w 3851445"/>
              <a:gd name="csY285" fmla="*/ 816236 h 3851459"/>
              <a:gd name="csX286" fmla="*/ 3116111 w 3851445"/>
              <a:gd name="csY286" fmla="*/ 793656 h 3851459"/>
              <a:gd name="csX287" fmla="*/ 3220229 w 3851445"/>
              <a:gd name="csY287" fmla="*/ 689538 h 3851459"/>
              <a:gd name="csX288" fmla="*/ 3231723 w 3851445"/>
              <a:gd name="csY288" fmla="*/ 684775 h 3851459"/>
              <a:gd name="csX289" fmla="*/ 3243220 w 3851445"/>
              <a:gd name="csY289" fmla="*/ 689538 h 3851459"/>
              <a:gd name="csX290" fmla="*/ 3368290 w 3851445"/>
              <a:gd name="csY290" fmla="*/ 814638 h 3851459"/>
              <a:gd name="csX291" fmla="*/ 3419944 w 3851445"/>
              <a:gd name="csY291" fmla="*/ 762980 h 3851459"/>
              <a:gd name="csX292" fmla="*/ 3087606 w 3851445"/>
              <a:gd name="csY292" fmla="*/ 430854 h 3851459"/>
              <a:gd name="csX293" fmla="*/ 3036071 w 3851445"/>
              <a:gd name="csY293" fmla="*/ 482395 h 3851459"/>
              <a:gd name="csX294" fmla="*/ 3161140 w 3851445"/>
              <a:gd name="csY294" fmla="*/ 607495 h 3851459"/>
              <a:gd name="csX295" fmla="*/ 3165903 w 3851445"/>
              <a:gd name="csY295" fmla="*/ 618989 h 3851459"/>
              <a:gd name="csX296" fmla="*/ 3161140 w 3851445"/>
              <a:gd name="csY296" fmla="*/ 630483 h 3851459"/>
              <a:gd name="csX297" fmla="*/ 3056998 w 3851445"/>
              <a:gd name="csY297" fmla="*/ 734591 h 3851459"/>
              <a:gd name="csX298" fmla="*/ 3046413 w 3851445"/>
              <a:gd name="csY298" fmla="*/ 739330 h 3851459"/>
              <a:gd name="csX299" fmla="*/ 3034415 w 3851445"/>
              <a:gd name="csY299" fmla="*/ 734999 h 3851459"/>
              <a:gd name="csX300" fmla="*/ 2600989 w 3851445"/>
              <a:gd name="csY300" fmla="*/ 445057 h 3851459"/>
              <a:gd name="csX301" fmla="*/ 2592712 w 3851445"/>
              <a:gd name="csY301" fmla="*/ 436560 h 3851459"/>
              <a:gd name="csX302" fmla="*/ 2592663 w 3851445"/>
              <a:gd name="csY302" fmla="*/ 424027 h 3851459"/>
              <a:gd name="csX303" fmla="*/ 2648916 w 3851445"/>
              <a:gd name="csY303" fmla="*/ 288221 h 3851459"/>
              <a:gd name="csX304" fmla="*/ 2670149 w 3851445"/>
              <a:gd name="csY304" fmla="*/ 279426 h 3851459"/>
              <a:gd name="csX305" fmla="*/ 2833592 w 3851445"/>
              <a:gd name="csY305" fmla="*/ 347094 h 3851459"/>
              <a:gd name="csX306" fmla="*/ 2861535 w 3851445"/>
              <a:gd name="csY306" fmla="*/ 279604 h 3851459"/>
              <a:gd name="csX307" fmla="*/ 2427499 w 3851445"/>
              <a:gd name="csY307" fmla="*/ 99729 h 3851459"/>
              <a:gd name="csX308" fmla="*/ 2399501 w 3851445"/>
              <a:gd name="csY308" fmla="*/ 167287 h 3851459"/>
              <a:gd name="csX309" fmla="*/ 2562941 w 3851445"/>
              <a:gd name="csY309" fmla="*/ 234986 h 3851459"/>
              <a:gd name="csX310" fmla="*/ 2571733 w 3851445"/>
              <a:gd name="csY310" fmla="*/ 243785 h 3851459"/>
              <a:gd name="csX311" fmla="*/ 2571733 w 3851445"/>
              <a:gd name="csY311" fmla="*/ 256225 h 3851459"/>
              <a:gd name="csX312" fmla="*/ 2515521 w 3851445"/>
              <a:gd name="csY312" fmla="*/ 391904 h 3851459"/>
              <a:gd name="csX313" fmla="*/ 2509719 w 3851445"/>
              <a:gd name="csY313" fmla="*/ 399170 h 3851459"/>
              <a:gd name="csX314" fmla="*/ 2494769 w 3851445"/>
              <a:gd name="csY314" fmla="*/ 401049 h 3851459"/>
              <a:gd name="csX315" fmla="*/ 1983200 w 3851445"/>
              <a:gd name="csY315" fmla="*/ 299767 h 3851459"/>
              <a:gd name="csX316" fmla="*/ 1967509 w 3851445"/>
              <a:gd name="csY316" fmla="*/ 283523 h 3851459"/>
              <a:gd name="csX317" fmla="*/ 1967509 w 3851445"/>
              <a:gd name="csY317" fmla="*/ 136042 h 3851459"/>
              <a:gd name="csX318" fmla="*/ 1983762 w 3851445"/>
              <a:gd name="csY318" fmla="*/ 119789 h 3851459"/>
              <a:gd name="csX319" fmla="*/ 2160664 w 3851445"/>
              <a:gd name="csY319" fmla="*/ 119789 h 3851459"/>
              <a:gd name="csX320" fmla="*/ 2160664 w 3851445"/>
              <a:gd name="csY320" fmla="*/ 46946 h 3851459"/>
              <a:gd name="csX321" fmla="*/ 1925737 w 3851445"/>
              <a:gd name="csY321" fmla="*/ 32507 h 3851459"/>
              <a:gd name="csX322" fmla="*/ 1690809 w 3851445"/>
              <a:gd name="csY322" fmla="*/ 46946 h 3851459"/>
              <a:gd name="csX323" fmla="*/ 1690809 w 3851445"/>
              <a:gd name="csY323" fmla="*/ 119789 h 3851459"/>
              <a:gd name="csX324" fmla="*/ 1867711 w 3851445"/>
              <a:gd name="csY324" fmla="*/ 119789 h 3851459"/>
              <a:gd name="csX325" fmla="*/ 1883965 w 3851445"/>
              <a:gd name="csY325" fmla="*/ 136042 h 3851459"/>
              <a:gd name="csX326" fmla="*/ 1883965 w 3851445"/>
              <a:gd name="csY326" fmla="*/ 283523 h 3851459"/>
              <a:gd name="csX327" fmla="*/ 1868273 w 3851445"/>
              <a:gd name="csY327" fmla="*/ 299767 h 3851459"/>
              <a:gd name="csX328" fmla="*/ 1356701 w 3851445"/>
              <a:gd name="csY328" fmla="*/ 401049 h 3851459"/>
              <a:gd name="csX329" fmla="*/ 1336000 w 3851445"/>
              <a:gd name="csY329" fmla="*/ 392044 h 3851459"/>
              <a:gd name="csX330" fmla="*/ 1279730 w 3851445"/>
              <a:gd name="csY330" fmla="*/ 256232 h 3851459"/>
              <a:gd name="csX331" fmla="*/ 1279727 w 3851445"/>
              <a:gd name="csY331" fmla="*/ 243792 h 3851459"/>
              <a:gd name="csX332" fmla="*/ 1288522 w 3851445"/>
              <a:gd name="csY332" fmla="*/ 234993 h 3851459"/>
              <a:gd name="csX333" fmla="*/ 1451966 w 3851445"/>
              <a:gd name="csY333" fmla="*/ 167294 h 3851459"/>
              <a:gd name="csX334" fmla="*/ 1423964 w 3851445"/>
              <a:gd name="csY334" fmla="*/ 99736 h 3851459"/>
              <a:gd name="csX335" fmla="*/ 989925 w 3851445"/>
              <a:gd name="csY335" fmla="*/ 279611 h 3851459"/>
              <a:gd name="csX336" fmla="*/ 1017871 w 3851445"/>
              <a:gd name="csY336" fmla="*/ 347104 h 3851459"/>
              <a:gd name="csX337" fmla="*/ 1181318 w 3851445"/>
              <a:gd name="csY337" fmla="*/ 279433 h 3851459"/>
              <a:gd name="csX338" fmla="*/ 1202550 w 3851445"/>
              <a:gd name="csY338" fmla="*/ 288228 h 3851459"/>
              <a:gd name="csX339" fmla="*/ 1258604 w 3851445"/>
              <a:gd name="csY339" fmla="*/ 423560 h 3851459"/>
              <a:gd name="csX340" fmla="*/ 1259674 w 3851445"/>
              <a:gd name="csY340" fmla="*/ 426804 h 3851459"/>
              <a:gd name="csX341" fmla="*/ 1250553 w 3851445"/>
              <a:gd name="csY341" fmla="*/ 445043 h 3851459"/>
              <a:gd name="csX342" fmla="*/ 817045 w 3851445"/>
              <a:gd name="csY342" fmla="*/ 735003 h 3851459"/>
              <a:gd name="csX343" fmla="*/ 804779 w 3851445"/>
              <a:gd name="csY343" fmla="*/ 739320 h 3851459"/>
              <a:gd name="csX344" fmla="*/ 794328 w 3851445"/>
              <a:gd name="csY344" fmla="*/ 734457 h 3851459"/>
              <a:gd name="csX345" fmla="*/ 690323 w 3851445"/>
              <a:gd name="csY345" fmla="*/ 630487 h 3851459"/>
              <a:gd name="csX346" fmla="*/ 685560 w 3851445"/>
              <a:gd name="csY346" fmla="*/ 618993 h 3851459"/>
              <a:gd name="csX347" fmla="*/ 690319 w 3851445"/>
              <a:gd name="csY347" fmla="*/ 607499 h 3851459"/>
              <a:gd name="csX348" fmla="*/ 815389 w 3851445"/>
              <a:gd name="csY348" fmla="*/ 482399 h 3851459"/>
              <a:gd name="csX349" fmla="*/ 763851 w 3851445"/>
              <a:gd name="csY349" fmla="*/ 430857 h 3851459"/>
              <a:gd name="csX350" fmla="*/ 431516 w 3851445"/>
              <a:gd name="csY350" fmla="*/ 762983 h 3851459"/>
              <a:gd name="csX351" fmla="*/ 483174 w 3851445"/>
              <a:gd name="csY351" fmla="*/ 814641 h 3851459"/>
              <a:gd name="csX352" fmla="*/ 608243 w 3851445"/>
              <a:gd name="csY352" fmla="*/ 689541 h 3851459"/>
              <a:gd name="csX353" fmla="*/ 619737 w 3851445"/>
              <a:gd name="csY353" fmla="*/ 684778 h 3851459"/>
              <a:gd name="csX354" fmla="*/ 631231 w 3851445"/>
              <a:gd name="csY354" fmla="*/ 689541 h 3851459"/>
              <a:gd name="csX355" fmla="*/ 735346 w 3851445"/>
              <a:gd name="csY355" fmla="*/ 793656 h 3851459"/>
              <a:gd name="csX356" fmla="*/ 735743 w 3851445"/>
              <a:gd name="csY356" fmla="*/ 816239 h 3851459"/>
              <a:gd name="csX357" fmla="*/ 445431 w 3851445"/>
              <a:gd name="csY357" fmla="*/ 1249648 h 3851459"/>
              <a:gd name="csX358" fmla="*/ 427192 w 3851445"/>
              <a:gd name="csY358" fmla="*/ 1258769 h 3851459"/>
              <a:gd name="csX359" fmla="*/ 423780 w 3851445"/>
              <a:gd name="csY359" fmla="*/ 1257620 h 3851459"/>
              <a:gd name="csX360" fmla="*/ 288972 w 3851445"/>
              <a:gd name="csY360" fmla="*/ 1201765 h 3851459"/>
              <a:gd name="csX361" fmla="*/ 280177 w 3851445"/>
              <a:gd name="csY361" fmla="*/ 1180529 h 3851459"/>
              <a:gd name="csX362" fmla="*/ 347875 w 3851445"/>
              <a:gd name="csY362" fmla="*/ 1017117 h 3851459"/>
              <a:gd name="csX363" fmla="*/ 280118 w 3851445"/>
              <a:gd name="csY363" fmla="*/ 989044 h 3851459"/>
              <a:gd name="csX364" fmla="*/ 99976 w 3851445"/>
              <a:gd name="csY364" fmla="*/ 1422984 h 3851459"/>
              <a:gd name="csX365" fmla="*/ 168072 w 3851445"/>
              <a:gd name="csY365" fmla="*/ 1451184 h 3851459"/>
              <a:gd name="csX366" fmla="*/ 235775 w 3851445"/>
              <a:gd name="csY366" fmla="*/ 1287768 h 3851459"/>
              <a:gd name="csX367" fmla="*/ 257007 w 3851445"/>
              <a:gd name="csY367" fmla="*/ 1278969 h 3851459"/>
              <a:gd name="csX368" fmla="*/ 391818 w 3851445"/>
              <a:gd name="csY368" fmla="*/ 1334793 h 3851459"/>
              <a:gd name="csX369" fmla="*/ 401776 w 3851445"/>
              <a:gd name="csY369" fmla="*/ 1345560 h 3851459"/>
              <a:gd name="csX370" fmla="*/ 401282 w 3851445"/>
              <a:gd name="csY370" fmla="*/ 1355960 h 3851459"/>
              <a:gd name="csX371" fmla="*/ 299801 w 3851445"/>
              <a:gd name="csY371" fmla="*/ 1867481 h 3851459"/>
              <a:gd name="csX372" fmla="*/ 283558 w 3851445"/>
              <a:gd name="csY372" fmla="*/ 1883169 h 3851459"/>
              <a:gd name="csX373" fmla="*/ 136824 w 3851445"/>
              <a:gd name="csY373" fmla="*/ 1883169 h 3851459"/>
              <a:gd name="csX374" fmla="*/ 120570 w 3851445"/>
              <a:gd name="csY374" fmla="*/ 1866916 h 3851459"/>
              <a:gd name="csX375" fmla="*/ 120570 w 3851445"/>
              <a:gd name="csY375" fmla="*/ 1690013 h 3851459"/>
              <a:gd name="csX376" fmla="*/ 47046 w 3851445"/>
              <a:gd name="csY376" fmla="*/ 1690013 h 3851459"/>
              <a:gd name="csX377" fmla="*/ 32510 w 3851445"/>
              <a:gd name="csY377" fmla="*/ 1925720 h 3851459"/>
              <a:gd name="csX378" fmla="*/ 46857 w 3851445"/>
              <a:gd name="csY378" fmla="*/ 2159869 h 3851459"/>
              <a:gd name="csX379" fmla="*/ 120574 w 3851445"/>
              <a:gd name="csY379" fmla="*/ 2159869 h 3851459"/>
              <a:gd name="csX380" fmla="*/ 120574 w 3851445"/>
              <a:gd name="csY380" fmla="*/ 1982998 h 3851459"/>
              <a:gd name="csX381" fmla="*/ 136827 w 3851445"/>
              <a:gd name="csY381" fmla="*/ 1966744 h 3851459"/>
              <a:gd name="csX382" fmla="*/ 283465 w 3851445"/>
              <a:gd name="csY382" fmla="*/ 1966744 h 3851459"/>
              <a:gd name="csX383" fmla="*/ 299708 w 3851445"/>
              <a:gd name="csY383" fmla="*/ 1982442 h 3851459"/>
              <a:gd name="csX384" fmla="*/ 400891 w 3851445"/>
              <a:gd name="csY384" fmla="*/ 2494399 h 3851459"/>
              <a:gd name="csX385" fmla="*/ 399016 w 3851445"/>
              <a:gd name="csY385" fmla="*/ 2509349 h 3851459"/>
              <a:gd name="csX386" fmla="*/ 391581 w 3851445"/>
              <a:gd name="csY386" fmla="*/ 2515216 h 3851459"/>
              <a:gd name="csX387" fmla="*/ 257010 w 3851445"/>
              <a:gd name="csY387" fmla="*/ 2570944 h 3851459"/>
              <a:gd name="csX388" fmla="*/ 235775 w 3851445"/>
              <a:gd name="csY388" fmla="*/ 2562149 h 3851459"/>
              <a:gd name="csX389" fmla="*/ 168076 w 3851445"/>
              <a:gd name="csY389" fmla="*/ 2398706 h 3851459"/>
              <a:gd name="csX390" fmla="*/ 99609 w 3851445"/>
              <a:gd name="csY390" fmla="*/ 2427067 h 3851459"/>
              <a:gd name="csX391" fmla="*/ 279419 w 3851445"/>
              <a:gd name="csY391" fmla="*/ 2861164 h 3851459"/>
              <a:gd name="csX392" fmla="*/ 347882 w 3851445"/>
              <a:gd name="csY392" fmla="*/ 2832803 h 3851459"/>
              <a:gd name="csX393" fmla="*/ 280183 w 3851445"/>
              <a:gd name="csY393" fmla="*/ 2669394 h 3851459"/>
              <a:gd name="csX394" fmla="*/ 280211 w 3851445"/>
              <a:gd name="csY394" fmla="*/ 2656885 h 3851459"/>
              <a:gd name="csX395" fmla="*/ 289116 w 3851445"/>
              <a:gd name="csY395" fmla="*/ 2648100 h 3851459"/>
              <a:gd name="csX396" fmla="*/ 424541 w 3851445"/>
              <a:gd name="csY396" fmla="*/ 2593452 h 3851459"/>
              <a:gd name="csX397" fmla="*/ 445403 w 3851445"/>
              <a:gd name="csY397" fmla="*/ 2601761 h 3851459"/>
              <a:gd name="csX398" fmla="*/ 735010 w 3851445"/>
              <a:gd name="csY398" fmla="*/ 3034439 h 3851459"/>
              <a:gd name="csX399" fmla="*/ 734608 w 3851445"/>
              <a:gd name="csY399" fmla="*/ 3057008 h 3851459"/>
              <a:gd name="csX400" fmla="*/ 631238 w 3851445"/>
              <a:gd name="csY400" fmla="*/ 3160379 h 3851459"/>
              <a:gd name="csX401" fmla="*/ 619744 w 3851445"/>
              <a:gd name="csY401" fmla="*/ 3165142 h 3851459"/>
              <a:gd name="csX402" fmla="*/ 608250 w 3851445"/>
              <a:gd name="csY402" fmla="*/ 3160379 h 3851459"/>
              <a:gd name="csX403" fmla="*/ 483180 w 3851445"/>
              <a:gd name="csY403" fmla="*/ 3035286 h 3851459"/>
              <a:gd name="csX404" fmla="*/ 430864 w 3851445"/>
              <a:gd name="csY404" fmla="*/ 3087602 h 3851459"/>
              <a:gd name="csX405" fmla="*/ 762990 w 3851445"/>
              <a:gd name="csY405" fmla="*/ 3419937 h 3851459"/>
              <a:gd name="csX406" fmla="*/ 815399 w 3851445"/>
              <a:gd name="csY406" fmla="*/ 3367532 h 3851459"/>
              <a:gd name="csX407" fmla="*/ 690330 w 3851445"/>
              <a:gd name="csY407" fmla="*/ 3242432 h 3851459"/>
              <a:gd name="csX408" fmla="*/ 690330 w 3851445"/>
              <a:gd name="csY408" fmla="*/ 3219447 h 3851459"/>
              <a:gd name="csX409" fmla="*/ 793611 w 3851445"/>
              <a:gd name="csY409" fmla="*/ 3116166 h 3851459"/>
              <a:gd name="csX410" fmla="*/ 816249 w 3851445"/>
              <a:gd name="csY410" fmla="*/ 3115717 h 3851459"/>
              <a:gd name="csX411" fmla="*/ 1249819 w 3851445"/>
              <a:gd name="csY411" fmla="*/ 3406098 h 3851459"/>
              <a:gd name="csX412" fmla="*/ 1258278 w 3851445"/>
              <a:gd name="csY412" fmla="*/ 3415171 h 3851459"/>
              <a:gd name="csX413" fmla="*/ 1258090 w 3851445"/>
              <a:gd name="csY413" fmla="*/ 3427090 h 3851459"/>
              <a:gd name="csX414" fmla="*/ 1202564 w 3851445"/>
              <a:gd name="csY414" fmla="*/ 3561685 h 3851459"/>
              <a:gd name="csX415" fmla="*/ 1193769 w 3851445"/>
              <a:gd name="csY415" fmla="*/ 3570498 h 3851459"/>
              <a:gd name="csX416" fmla="*/ 1181318 w 3851445"/>
              <a:gd name="csY416" fmla="*/ 3570501 h 3851459"/>
              <a:gd name="csX417" fmla="*/ 1017871 w 3851445"/>
              <a:gd name="csY417" fmla="*/ 3502806 h 3851459"/>
              <a:gd name="csX418" fmla="*/ 989407 w 3851445"/>
              <a:gd name="csY418" fmla="*/ 3571533 h 3851459"/>
              <a:gd name="csX419" fmla="*/ 1423385 w 3851445"/>
              <a:gd name="csY419" fmla="*/ 3751590 h 3851459"/>
              <a:gd name="csX420" fmla="*/ 1451969 w 3851445"/>
              <a:gd name="csY420" fmla="*/ 3682612 h 3851459"/>
              <a:gd name="csX421" fmla="*/ 1288529 w 3851445"/>
              <a:gd name="csY421" fmla="*/ 3614945 h 3851459"/>
              <a:gd name="csX422" fmla="*/ 1279730 w 3851445"/>
              <a:gd name="csY422" fmla="*/ 3606146 h 3851459"/>
              <a:gd name="csX423" fmla="*/ 1279734 w 3851445"/>
              <a:gd name="csY423" fmla="*/ 3593705 h 3851459"/>
              <a:gd name="csX424" fmla="*/ 1335448 w 3851445"/>
              <a:gd name="csY424" fmla="*/ 3459240 h 3851459"/>
              <a:gd name="csX425" fmla="*/ 1353635 w 3851445"/>
              <a:gd name="csY425" fmla="*/ 3449523 h 3851459"/>
              <a:gd name="csX426" fmla="*/ 1356845 w 3851445"/>
              <a:gd name="csY426" fmla="*/ 3450514 h 3851459"/>
              <a:gd name="csX427" fmla="*/ 1868273 w 3851445"/>
              <a:gd name="csY427" fmla="*/ 3551731 h 3851459"/>
              <a:gd name="csX428" fmla="*/ 1883965 w 3851445"/>
              <a:gd name="csY428" fmla="*/ 3567974 h 3851459"/>
              <a:gd name="csX429" fmla="*/ 1883965 w 3851445"/>
              <a:gd name="csY429" fmla="*/ 3713864 h 3851459"/>
              <a:gd name="csX430" fmla="*/ 1867711 w 3851445"/>
              <a:gd name="csY430" fmla="*/ 3730118 h 3851459"/>
              <a:gd name="csX431" fmla="*/ 1690809 w 3851445"/>
              <a:gd name="csY431" fmla="*/ 3730118 h 3851459"/>
              <a:gd name="csX432" fmla="*/ 1690809 w 3851445"/>
              <a:gd name="csY432" fmla="*/ 3804517 h 38514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</a:cxnLst>
            <a:rect l="l" t="t" r="r" b="b"/>
            <a:pathLst>
              <a:path w="3851445" h="3851459">
                <a:moveTo>
                  <a:pt x="1925733" y="3851460"/>
                </a:moveTo>
                <a:cubicBezTo>
                  <a:pt x="1840890" y="3851460"/>
                  <a:pt x="1755669" y="3845901"/>
                  <a:pt x="1672433" y="3834939"/>
                </a:cubicBezTo>
                <a:cubicBezTo>
                  <a:pt x="1664347" y="3833872"/>
                  <a:pt x="1658302" y="3826984"/>
                  <a:pt x="1658302" y="3818826"/>
                </a:cubicBezTo>
                <a:lnTo>
                  <a:pt x="1658302" y="3713861"/>
                </a:lnTo>
                <a:cubicBezTo>
                  <a:pt x="1658302" y="3704884"/>
                  <a:pt x="1665578" y="3697607"/>
                  <a:pt x="1674556" y="3697607"/>
                </a:cubicBezTo>
                <a:lnTo>
                  <a:pt x="1851458" y="3697607"/>
                </a:lnTo>
                <a:lnTo>
                  <a:pt x="1851458" y="3583597"/>
                </a:lnTo>
                <a:cubicBezTo>
                  <a:pt x="1682614" y="3576156"/>
                  <a:pt x="1517271" y="3543391"/>
                  <a:pt x="1359496" y="3486124"/>
                </a:cubicBezTo>
                <a:lnTo>
                  <a:pt x="1315985" y="3591127"/>
                </a:lnTo>
                <a:lnTo>
                  <a:pt x="1479428" y="3658795"/>
                </a:lnTo>
                <a:cubicBezTo>
                  <a:pt x="1483413" y="3660444"/>
                  <a:pt x="1486574" y="3663609"/>
                  <a:pt x="1488224" y="3667593"/>
                </a:cubicBezTo>
                <a:cubicBezTo>
                  <a:pt x="1489873" y="3671575"/>
                  <a:pt x="1489873" y="3676053"/>
                  <a:pt x="1488224" y="3680034"/>
                </a:cubicBezTo>
                <a:lnTo>
                  <a:pt x="1447947" y="3777229"/>
                </a:lnTo>
                <a:cubicBezTo>
                  <a:pt x="1444826" y="3784755"/>
                  <a:pt x="1436614" y="3788812"/>
                  <a:pt x="1428744" y="3786714"/>
                </a:cubicBezTo>
                <a:cubicBezTo>
                  <a:pt x="1264992" y="3743079"/>
                  <a:pt x="1107543" y="3677757"/>
                  <a:pt x="960768" y="3592560"/>
                </a:cubicBezTo>
                <a:cubicBezTo>
                  <a:pt x="953725" y="3588473"/>
                  <a:pt x="950797" y="3579804"/>
                  <a:pt x="953910" y="3572284"/>
                </a:cubicBezTo>
                <a:lnTo>
                  <a:pt x="994057" y="3475350"/>
                </a:lnTo>
                <a:cubicBezTo>
                  <a:pt x="995706" y="3471365"/>
                  <a:pt x="998871" y="3468200"/>
                  <a:pt x="1002852" y="3466555"/>
                </a:cubicBezTo>
                <a:cubicBezTo>
                  <a:pt x="1006833" y="3464902"/>
                  <a:pt x="1011308" y="3464902"/>
                  <a:pt x="1015293" y="3466555"/>
                </a:cubicBezTo>
                <a:lnTo>
                  <a:pt x="1178715" y="3534243"/>
                </a:lnTo>
                <a:lnTo>
                  <a:pt x="1222096" y="3429086"/>
                </a:lnTo>
                <a:cubicBezTo>
                  <a:pt x="1069961" y="3357776"/>
                  <a:pt x="929965" y="3264014"/>
                  <a:pt x="805599" y="3150143"/>
                </a:cubicBezTo>
                <a:lnTo>
                  <a:pt x="724801" y="3230938"/>
                </a:lnTo>
                <a:lnTo>
                  <a:pt x="849871" y="3356038"/>
                </a:lnTo>
                <a:cubicBezTo>
                  <a:pt x="856218" y="3362388"/>
                  <a:pt x="856218" y="3372679"/>
                  <a:pt x="849871" y="3379023"/>
                </a:cubicBezTo>
                <a:lnTo>
                  <a:pt x="775852" y="3453041"/>
                </a:lnTo>
                <a:cubicBezTo>
                  <a:pt x="770085" y="3458805"/>
                  <a:pt x="760933" y="3459409"/>
                  <a:pt x="754466" y="3454440"/>
                </a:cubicBezTo>
                <a:cubicBezTo>
                  <a:pt x="619867" y="3351138"/>
                  <a:pt x="499382" y="3230574"/>
                  <a:pt x="396358" y="3096102"/>
                </a:cubicBezTo>
                <a:cubicBezTo>
                  <a:pt x="391400" y="3089629"/>
                  <a:pt x="392003" y="3080487"/>
                  <a:pt x="397767" y="3074726"/>
                </a:cubicBezTo>
                <a:lnTo>
                  <a:pt x="471686" y="3000804"/>
                </a:lnTo>
                <a:cubicBezTo>
                  <a:pt x="474735" y="2997756"/>
                  <a:pt x="478870" y="2996041"/>
                  <a:pt x="483180" y="2996041"/>
                </a:cubicBezTo>
                <a:cubicBezTo>
                  <a:pt x="487491" y="2996041"/>
                  <a:pt x="491626" y="2997756"/>
                  <a:pt x="494674" y="3000804"/>
                </a:cubicBezTo>
                <a:lnTo>
                  <a:pt x="619744" y="3125897"/>
                </a:lnTo>
                <a:lnTo>
                  <a:pt x="700575" y="3045069"/>
                </a:lnTo>
                <a:cubicBezTo>
                  <a:pt x="587055" y="2920898"/>
                  <a:pt x="493560" y="2781200"/>
                  <a:pt x="422367" y="2629381"/>
                </a:cubicBezTo>
                <a:lnTo>
                  <a:pt x="316490" y="2672106"/>
                </a:lnTo>
                <a:lnTo>
                  <a:pt x="384130" y="2835379"/>
                </a:lnTo>
                <a:cubicBezTo>
                  <a:pt x="385780" y="2839363"/>
                  <a:pt x="385780" y="2843838"/>
                  <a:pt x="384134" y="2847819"/>
                </a:cubicBezTo>
                <a:cubicBezTo>
                  <a:pt x="382484" y="2851803"/>
                  <a:pt x="379319" y="2854968"/>
                  <a:pt x="375335" y="2856614"/>
                </a:cubicBezTo>
                <a:lnTo>
                  <a:pt x="278661" y="2896662"/>
                </a:lnTo>
                <a:cubicBezTo>
                  <a:pt x="271141" y="2899785"/>
                  <a:pt x="262466" y="2896843"/>
                  <a:pt x="258379" y="2889797"/>
                </a:cubicBezTo>
                <a:cubicBezTo>
                  <a:pt x="173257" y="2742977"/>
                  <a:pt x="108024" y="2585483"/>
                  <a:pt x="64486" y="2421694"/>
                </a:cubicBezTo>
                <a:cubicBezTo>
                  <a:pt x="62394" y="2413824"/>
                  <a:pt x="66451" y="2405618"/>
                  <a:pt x="73974" y="2402502"/>
                </a:cubicBezTo>
                <a:lnTo>
                  <a:pt x="170648" y="2362451"/>
                </a:lnTo>
                <a:cubicBezTo>
                  <a:pt x="174629" y="2360801"/>
                  <a:pt x="179104" y="2360801"/>
                  <a:pt x="183088" y="2362451"/>
                </a:cubicBezTo>
                <a:cubicBezTo>
                  <a:pt x="187069" y="2364104"/>
                  <a:pt x="190234" y="2367265"/>
                  <a:pt x="191883" y="2371246"/>
                </a:cubicBezTo>
                <a:lnTo>
                  <a:pt x="259586" y="2534696"/>
                </a:lnTo>
                <a:lnTo>
                  <a:pt x="365014" y="2491038"/>
                </a:lnTo>
                <a:cubicBezTo>
                  <a:pt x="307845" y="2333304"/>
                  <a:pt x="275181" y="2168013"/>
                  <a:pt x="267826" y="1999255"/>
                </a:cubicBezTo>
                <a:lnTo>
                  <a:pt x="153077" y="1999255"/>
                </a:lnTo>
                <a:lnTo>
                  <a:pt x="153077" y="2176126"/>
                </a:lnTo>
                <a:cubicBezTo>
                  <a:pt x="153077" y="2185103"/>
                  <a:pt x="145798" y="2192379"/>
                  <a:pt x="136824" y="2192379"/>
                </a:cubicBezTo>
                <a:lnTo>
                  <a:pt x="32541" y="2192379"/>
                </a:lnTo>
                <a:cubicBezTo>
                  <a:pt x="24384" y="2192379"/>
                  <a:pt x="17488" y="2186331"/>
                  <a:pt x="16425" y="2178242"/>
                </a:cubicBezTo>
                <a:cubicBezTo>
                  <a:pt x="5528" y="2095232"/>
                  <a:pt x="0" y="2010272"/>
                  <a:pt x="0" y="1925723"/>
                </a:cubicBezTo>
                <a:cubicBezTo>
                  <a:pt x="0" y="1840866"/>
                  <a:pt x="5589" y="1755377"/>
                  <a:pt x="16620" y="1671641"/>
                </a:cubicBezTo>
                <a:cubicBezTo>
                  <a:pt x="17683" y="1663555"/>
                  <a:pt x="24579" y="1657510"/>
                  <a:pt x="32733" y="1657510"/>
                </a:cubicBezTo>
                <a:lnTo>
                  <a:pt x="136824" y="1657510"/>
                </a:lnTo>
                <a:cubicBezTo>
                  <a:pt x="145801" y="1657510"/>
                  <a:pt x="153077" y="1664786"/>
                  <a:pt x="153077" y="1673764"/>
                </a:cubicBezTo>
                <a:lnTo>
                  <a:pt x="153077" y="1850666"/>
                </a:lnTo>
                <a:lnTo>
                  <a:pt x="267939" y="1850666"/>
                </a:lnTo>
                <a:cubicBezTo>
                  <a:pt x="275410" y="1682048"/>
                  <a:pt x="308199" y="1516832"/>
                  <a:pt x="365494" y="1359077"/>
                </a:cubicBezTo>
                <a:lnTo>
                  <a:pt x="259589" y="1315220"/>
                </a:lnTo>
                <a:lnTo>
                  <a:pt x="191887" y="1478636"/>
                </a:lnTo>
                <a:cubicBezTo>
                  <a:pt x="188454" y="1486924"/>
                  <a:pt x="178949" y="1490864"/>
                  <a:pt x="170654" y="1487432"/>
                </a:cubicBezTo>
                <a:lnTo>
                  <a:pt x="74337" y="1447545"/>
                </a:lnTo>
                <a:cubicBezTo>
                  <a:pt x="66807" y="1444429"/>
                  <a:pt x="62751" y="1436216"/>
                  <a:pt x="64849" y="1428340"/>
                </a:cubicBezTo>
                <a:cubicBezTo>
                  <a:pt x="108504" y="1264626"/>
                  <a:pt x="173861" y="1107186"/>
                  <a:pt x="259099" y="960398"/>
                </a:cubicBezTo>
                <a:cubicBezTo>
                  <a:pt x="263186" y="953358"/>
                  <a:pt x="271858" y="950426"/>
                  <a:pt x="279374" y="953543"/>
                </a:cubicBezTo>
                <a:lnTo>
                  <a:pt x="375335" y="993299"/>
                </a:lnTo>
                <a:cubicBezTo>
                  <a:pt x="383626" y="996735"/>
                  <a:pt x="387563" y="1006240"/>
                  <a:pt x="384127" y="1014535"/>
                </a:cubicBezTo>
                <a:lnTo>
                  <a:pt x="316428" y="1177947"/>
                </a:lnTo>
                <a:lnTo>
                  <a:pt x="422460" y="1221880"/>
                </a:lnTo>
                <a:cubicBezTo>
                  <a:pt x="493711" y="1069886"/>
                  <a:pt x="587443" y="929955"/>
                  <a:pt x="701316" y="805589"/>
                </a:cubicBezTo>
                <a:lnTo>
                  <a:pt x="619740" y="724013"/>
                </a:lnTo>
                <a:lnTo>
                  <a:pt x="494671" y="849110"/>
                </a:lnTo>
                <a:cubicBezTo>
                  <a:pt x="491623" y="852158"/>
                  <a:pt x="487487" y="853872"/>
                  <a:pt x="483177" y="853872"/>
                </a:cubicBezTo>
                <a:cubicBezTo>
                  <a:pt x="478867" y="853872"/>
                  <a:pt x="474731" y="852161"/>
                  <a:pt x="471683" y="849113"/>
                </a:cubicBezTo>
                <a:lnTo>
                  <a:pt x="398412" y="775842"/>
                </a:lnTo>
                <a:cubicBezTo>
                  <a:pt x="392645" y="770075"/>
                  <a:pt x="392044" y="760926"/>
                  <a:pt x="397010" y="754455"/>
                </a:cubicBezTo>
                <a:cubicBezTo>
                  <a:pt x="500312" y="619854"/>
                  <a:pt x="620875" y="499369"/>
                  <a:pt x="755347" y="396344"/>
                </a:cubicBezTo>
                <a:cubicBezTo>
                  <a:pt x="761818" y="391386"/>
                  <a:pt x="770959" y="391990"/>
                  <a:pt x="776723" y="397754"/>
                </a:cubicBezTo>
                <a:lnTo>
                  <a:pt x="849864" y="470894"/>
                </a:lnTo>
                <a:cubicBezTo>
                  <a:pt x="856211" y="477241"/>
                  <a:pt x="856211" y="487532"/>
                  <a:pt x="849864" y="493879"/>
                </a:cubicBezTo>
                <a:lnTo>
                  <a:pt x="724795" y="618976"/>
                </a:lnTo>
                <a:lnTo>
                  <a:pt x="806408" y="700565"/>
                </a:lnTo>
                <a:cubicBezTo>
                  <a:pt x="930764" y="586856"/>
                  <a:pt x="1070726" y="493241"/>
                  <a:pt x="1222788" y="422048"/>
                </a:cubicBezTo>
                <a:lnTo>
                  <a:pt x="1178726" y="315667"/>
                </a:lnTo>
                <a:lnTo>
                  <a:pt x="1015275" y="383338"/>
                </a:lnTo>
                <a:cubicBezTo>
                  <a:pt x="1006981" y="386774"/>
                  <a:pt x="997475" y="382834"/>
                  <a:pt x="994043" y="374539"/>
                </a:cubicBezTo>
                <a:lnTo>
                  <a:pt x="954418" y="278839"/>
                </a:lnTo>
                <a:cubicBezTo>
                  <a:pt x="951301" y="271316"/>
                  <a:pt x="954236" y="262644"/>
                  <a:pt x="961282" y="258560"/>
                </a:cubicBezTo>
                <a:cubicBezTo>
                  <a:pt x="1108208" y="173360"/>
                  <a:pt x="1265678" y="108103"/>
                  <a:pt x="1429327" y="64602"/>
                </a:cubicBezTo>
                <a:cubicBezTo>
                  <a:pt x="1437190" y="62507"/>
                  <a:pt x="1445399" y="66564"/>
                  <a:pt x="1448519" y="74087"/>
                </a:cubicBezTo>
                <a:lnTo>
                  <a:pt x="1488210" y="169852"/>
                </a:lnTo>
                <a:cubicBezTo>
                  <a:pt x="1489859" y="173837"/>
                  <a:pt x="1489859" y="178311"/>
                  <a:pt x="1488210" y="182292"/>
                </a:cubicBezTo>
                <a:cubicBezTo>
                  <a:pt x="1486561" y="186277"/>
                  <a:pt x="1483396" y="189439"/>
                  <a:pt x="1479415" y="191088"/>
                </a:cubicBezTo>
                <a:lnTo>
                  <a:pt x="1315971" y="258787"/>
                </a:lnTo>
                <a:lnTo>
                  <a:pt x="1360044" y="365158"/>
                </a:lnTo>
                <a:cubicBezTo>
                  <a:pt x="1517775" y="307986"/>
                  <a:pt x="1682926" y="275287"/>
                  <a:pt x="1851444" y="267880"/>
                </a:cubicBezTo>
                <a:lnTo>
                  <a:pt x="1851444" y="152278"/>
                </a:lnTo>
                <a:lnTo>
                  <a:pt x="1674542" y="152278"/>
                </a:lnTo>
                <a:cubicBezTo>
                  <a:pt x="1665565" y="152278"/>
                  <a:pt x="1658288" y="145002"/>
                  <a:pt x="1658288" y="136025"/>
                </a:cubicBezTo>
                <a:lnTo>
                  <a:pt x="1658288" y="32634"/>
                </a:lnTo>
                <a:cubicBezTo>
                  <a:pt x="1658288" y="24480"/>
                  <a:pt x="1664334" y="17584"/>
                  <a:pt x="1672419" y="16521"/>
                </a:cubicBezTo>
                <a:cubicBezTo>
                  <a:pt x="1755651" y="5558"/>
                  <a:pt x="1840876" y="0"/>
                  <a:pt x="1925723" y="0"/>
                </a:cubicBezTo>
                <a:cubicBezTo>
                  <a:pt x="2010570" y="0"/>
                  <a:pt x="2095794" y="5558"/>
                  <a:pt x="2179027" y="16521"/>
                </a:cubicBezTo>
                <a:cubicBezTo>
                  <a:pt x="2187112" y="17587"/>
                  <a:pt x="2193158" y="24480"/>
                  <a:pt x="2193158" y="32634"/>
                </a:cubicBezTo>
                <a:lnTo>
                  <a:pt x="2193158" y="136039"/>
                </a:lnTo>
                <a:cubicBezTo>
                  <a:pt x="2193158" y="145016"/>
                  <a:pt x="2185881" y="152292"/>
                  <a:pt x="2176904" y="152292"/>
                </a:cubicBezTo>
                <a:lnTo>
                  <a:pt x="2000002" y="152292"/>
                </a:lnTo>
                <a:lnTo>
                  <a:pt x="2000002" y="267894"/>
                </a:lnTo>
                <a:cubicBezTo>
                  <a:pt x="2168603" y="275304"/>
                  <a:pt x="2333753" y="308000"/>
                  <a:pt x="2491402" y="365171"/>
                </a:cubicBezTo>
                <a:lnTo>
                  <a:pt x="2535475" y="258800"/>
                </a:lnTo>
                <a:lnTo>
                  <a:pt x="2372035" y="191102"/>
                </a:lnTo>
                <a:cubicBezTo>
                  <a:pt x="2368050" y="189452"/>
                  <a:pt x="2364885" y="186287"/>
                  <a:pt x="2363239" y="182306"/>
                </a:cubicBezTo>
                <a:cubicBezTo>
                  <a:pt x="2361590" y="178322"/>
                  <a:pt x="2361590" y="173847"/>
                  <a:pt x="2363239" y="169866"/>
                </a:cubicBezTo>
                <a:lnTo>
                  <a:pt x="2402926" y="74101"/>
                </a:lnTo>
                <a:cubicBezTo>
                  <a:pt x="2406044" y="66577"/>
                  <a:pt x="2414242" y="62528"/>
                  <a:pt x="2422119" y="64613"/>
                </a:cubicBezTo>
                <a:cubicBezTo>
                  <a:pt x="2585768" y="108113"/>
                  <a:pt x="2743241" y="173370"/>
                  <a:pt x="2890163" y="258571"/>
                </a:cubicBezTo>
                <a:cubicBezTo>
                  <a:pt x="2897210" y="262655"/>
                  <a:pt x="2900142" y="271326"/>
                  <a:pt x="2897029" y="278850"/>
                </a:cubicBezTo>
                <a:lnTo>
                  <a:pt x="2857403" y="374550"/>
                </a:lnTo>
                <a:cubicBezTo>
                  <a:pt x="2853971" y="382844"/>
                  <a:pt x="2844469" y="386784"/>
                  <a:pt x="2836167" y="383348"/>
                </a:cubicBezTo>
                <a:lnTo>
                  <a:pt x="2672720" y="315677"/>
                </a:lnTo>
                <a:lnTo>
                  <a:pt x="2628658" y="422048"/>
                </a:lnTo>
                <a:cubicBezTo>
                  <a:pt x="2780710" y="493231"/>
                  <a:pt x="2920647" y="586839"/>
                  <a:pt x="3045038" y="700576"/>
                </a:cubicBezTo>
                <a:lnTo>
                  <a:pt x="3126655" y="618986"/>
                </a:lnTo>
                <a:lnTo>
                  <a:pt x="3001585" y="493889"/>
                </a:lnTo>
                <a:cubicBezTo>
                  <a:pt x="2995235" y="487542"/>
                  <a:pt x="2995235" y="477252"/>
                  <a:pt x="3001585" y="470905"/>
                </a:cubicBezTo>
                <a:lnTo>
                  <a:pt x="3074723" y="397764"/>
                </a:lnTo>
                <a:cubicBezTo>
                  <a:pt x="3080490" y="391996"/>
                  <a:pt x="3089629" y="391396"/>
                  <a:pt x="3096099" y="396355"/>
                </a:cubicBezTo>
                <a:cubicBezTo>
                  <a:pt x="3230578" y="499386"/>
                  <a:pt x="3351141" y="619871"/>
                  <a:pt x="3454440" y="754466"/>
                </a:cubicBezTo>
                <a:cubicBezTo>
                  <a:pt x="3459408" y="760936"/>
                  <a:pt x="3458808" y="770085"/>
                  <a:pt x="3453041" y="775852"/>
                </a:cubicBezTo>
                <a:lnTo>
                  <a:pt x="3379770" y="849123"/>
                </a:lnTo>
                <a:cubicBezTo>
                  <a:pt x="3376721" y="852172"/>
                  <a:pt x="3372586" y="853883"/>
                  <a:pt x="3368276" y="853883"/>
                </a:cubicBezTo>
                <a:lnTo>
                  <a:pt x="3368276" y="853883"/>
                </a:lnTo>
                <a:cubicBezTo>
                  <a:pt x="3363962" y="853883"/>
                  <a:pt x="3359830" y="852168"/>
                  <a:pt x="3356782" y="849120"/>
                </a:cubicBezTo>
                <a:lnTo>
                  <a:pt x="3231713" y="724023"/>
                </a:lnTo>
                <a:lnTo>
                  <a:pt x="3150140" y="805596"/>
                </a:lnTo>
                <a:cubicBezTo>
                  <a:pt x="3263979" y="929941"/>
                  <a:pt x="3357697" y="1069865"/>
                  <a:pt x="3428962" y="1221904"/>
                </a:cubicBezTo>
                <a:lnTo>
                  <a:pt x="3535021" y="1177958"/>
                </a:lnTo>
                <a:lnTo>
                  <a:pt x="3467323" y="1014542"/>
                </a:lnTo>
                <a:cubicBezTo>
                  <a:pt x="3463887" y="1006250"/>
                  <a:pt x="3467823" y="996742"/>
                  <a:pt x="3476114" y="993306"/>
                </a:cubicBezTo>
                <a:lnTo>
                  <a:pt x="3572075" y="953550"/>
                </a:lnTo>
                <a:cubicBezTo>
                  <a:pt x="3579598" y="950433"/>
                  <a:pt x="3588263" y="953362"/>
                  <a:pt x="3592351" y="960405"/>
                </a:cubicBezTo>
                <a:cubicBezTo>
                  <a:pt x="3677592" y="1107200"/>
                  <a:pt x="3742949" y="1264639"/>
                  <a:pt x="3786604" y="1428347"/>
                </a:cubicBezTo>
                <a:cubicBezTo>
                  <a:pt x="3788702" y="1436220"/>
                  <a:pt x="3784649" y="1444432"/>
                  <a:pt x="3777115" y="1447552"/>
                </a:cubicBezTo>
                <a:lnTo>
                  <a:pt x="3680795" y="1487439"/>
                </a:lnTo>
                <a:cubicBezTo>
                  <a:pt x="3672504" y="1490874"/>
                  <a:pt x="3662995" y="1486938"/>
                  <a:pt x="3659562" y="1478643"/>
                </a:cubicBezTo>
                <a:lnTo>
                  <a:pt x="3591864" y="1315231"/>
                </a:lnTo>
                <a:lnTo>
                  <a:pt x="3485956" y="1359105"/>
                </a:lnTo>
                <a:cubicBezTo>
                  <a:pt x="3543251" y="1516832"/>
                  <a:pt x="3576039" y="1682045"/>
                  <a:pt x="3583511" y="1850669"/>
                </a:cubicBezTo>
                <a:lnTo>
                  <a:pt x="3698372" y="1850669"/>
                </a:lnTo>
                <a:lnTo>
                  <a:pt x="3698372" y="1673767"/>
                </a:lnTo>
                <a:cubicBezTo>
                  <a:pt x="3698372" y="1664790"/>
                  <a:pt x="3705648" y="1657514"/>
                  <a:pt x="3714625" y="1657514"/>
                </a:cubicBezTo>
                <a:lnTo>
                  <a:pt x="3818709" y="1657514"/>
                </a:lnTo>
                <a:cubicBezTo>
                  <a:pt x="3826867" y="1657514"/>
                  <a:pt x="3833759" y="1663559"/>
                  <a:pt x="3834822" y="1671644"/>
                </a:cubicBezTo>
                <a:cubicBezTo>
                  <a:pt x="3845853" y="1755394"/>
                  <a:pt x="3851446" y="1840879"/>
                  <a:pt x="3851446" y="1925726"/>
                </a:cubicBezTo>
                <a:cubicBezTo>
                  <a:pt x="3851446" y="2010292"/>
                  <a:pt x="3845919" y="2095253"/>
                  <a:pt x="3835018" y="2178245"/>
                </a:cubicBezTo>
                <a:cubicBezTo>
                  <a:pt x="3833955" y="2186334"/>
                  <a:pt x="3827062" y="2192383"/>
                  <a:pt x="3818905" y="2192383"/>
                </a:cubicBezTo>
                <a:lnTo>
                  <a:pt x="3714642" y="2192383"/>
                </a:lnTo>
                <a:cubicBezTo>
                  <a:pt x="3705666" y="2192383"/>
                  <a:pt x="3698389" y="2185106"/>
                  <a:pt x="3698389" y="2176129"/>
                </a:cubicBezTo>
                <a:lnTo>
                  <a:pt x="3698389" y="1999258"/>
                </a:lnTo>
                <a:lnTo>
                  <a:pt x="3583638" y="1999258"/>
                </a:lnTo>
                <a:cubicBezTo>
                  <a:pt x="3576279" y="2168027"/>
                  <a:pt x="3543614" y="2333318"/>
                  <a:pt x="3486446" y="2491042"/>
                </a:cubicBezTo>
                <a:lnTo>
                  <a:pt x="3591877" y="2534700"/>
                </a:lnTo>
                <a:lnTo>
                  <a:pt x="3659576" y="2371250"/>
                </a:lnTo>
                <a:cubicBezTo>
                  <a:pt x="3661222" y="2367268"/>
                  <a:pt x="3664387" y="2364104"/>
                  <a:pt x="3668372" y="2362454"/>
                </a:cubicBezTo>
                <a:cubicBezTo>
                  <a:pt x="3672353" y="2360805"/>
                  <a:pt x="3676831" y="2360808"/>
                  <a:pt x="3680812" y="2362454"/>
                </a:cubicBezTo>
                <a:lnTo>
                  <a:pt x="3777486" y="2402505"/>
                </a:lnTo>
                <a:cubicBezTo>
                  <a:pt x="3785006" y="2405622"/>
                  <a:pt x="3789066" y="2413824"/>
                  <a:pt x="3786974" y="2421697"/>
                </a:cubicBezTo>
                <a:cubicBezTo>
                  <a:pt x="3743436" y="2585494"/>
                  <a:pt x="3678199" y="2742987"/>
                  <a:pt x="3593081" y="2889804"/>
                </a:cubicBezTo>
                <a:cubicBezTo>
                  <a:pt x="3588997" y="2896847"/>
                  <a:pt x="3580329" y="2899792"/>
                  <a:pt x="3572799" y="2896665"/>
                </a:cubicBezTo>
                <a:lnTo>
                  <a:pt x="3476125" y="2856618"/>
                </a:lnTo>
                <a:cubicBezTo>
                  <a:pt x="3472144" y="2854972"/>
                  <a:pt x="3468979" y="2851807"/>
                  <a:pt x="3467333" y="2847822"/>
                </a:cubicBezTo>
                <a:cubicBezTo>
                  <a:pt x="3465683" y="2843841"/>
                  <a:pt x="3465683" y="2839366"/>
                  <a:pt x="3467333" y="2835382"/>
                </a:cubicBezTo>
                <a:lnTo>
                  <a:pt x="3535031" y="2671970"/>
                </a:lnTo>
                <a:lnTo>
                  <a:pt x="3429604" y="2628291"/>
                </a:lnTo>
                <a:cubicBezTo>
                  <a:pt x="3358400" y="2780470"/>
                  <a:pt x="3264727" y="2920541"/>
                  <a:pt x="3150884" y="3045069"/>
                </a:cubicBezTo>
                <a:lnTo>
                  <a:pt x="3231723" y="3125901"/>
                </a:lnTo>
                <a:lnTo>
                  <a:pt x="3356792" y="3000807"/>
                </a:lnTo>
                <a:cubicBezTo>
                  <a:pt x="3359841" y="2997759"/>
                  <a:pt x="3363972" y="2996044"/>
                  <a:pt x="3368286" y="2996044"/>
                </a:cubicBezTo>
                <a:cubicBezTo>
                  <a:pt x="3372596" y="2996044"/>
                  <a:pt x="3376732" y="2997759"/>
                  <a:pt x="3379780" y="3000807"/>
                </a:cubicBezTo>
                <a:lnTo>
                  <a:pt x="3453703" y="3074730"/>
                </a:lnTo>
                <a:cubicBezTo>
                  <a:pt x="3459467" y="3080494"/>
                  <a:pt x="3460067" y="3089635"/>
                  <a:pt x="3455112" y="3096106"/>
                </a:cubicBezTo>
                <a:cubicBezTo>
                  <a:pt x="3352088" y="3230578"/>
                  <a:pt x="3231599" y="3351141"/>
                  <a:pt x="3096998" y="3454443"/>
                </a:cubicBezTo>
                <a:cubicBezTo>
                  <a:pt x="3090534" y="3459415"/>
                  <a:pt x="3081375" y="3458812"/>
                  <a:pt x="3075611" y="3453044"/>
                </a:cubicBezTo>
                <a:lnTo>
                  <a:pt x="3001596" y="3379026"/>
                </a:lnTo>
                <a:cubicBezTo>
                  <a:pt x="2995245" y="3372679"/>
                  <a:pt x="2995245" y="3362388"/>
                  <a:pt x="3001596" y="3356041"/>
                </a:cubicBezTo>
                <a:lnTo>
                  <a:pt x="3126665" y="3230941"/>
                </a:lnTo>
                <a:lnTo>
                  <a:pt x="3045868" y="3150147"/>
                </a:lnTo>
                <a:cubicBezTo>
                  <a:pt x="2921495" y="3264024"/>
                  <a:pt x="2781461" y="3357804"/>
                  <a:pt x="2629203" y="3429172"/>
                </a:cubicBezTo>
                <a:lnTo>
                  <a:pt x="2672731" y="3534253"/>
                </a:lnTo>
                <a:lnTo>
                  <a:pt x="2836177" y="3466558"/>
                </a:lnTo>
                <a:cubicBezTo>
                  <a:pt x="2840155" y="3464905"/>
                  <a:pt x="2844633" y="3464905"/>
                  <a:pt x="2848618" y="3466558"/>
                </a:cubicBezTo>
                <a:cubicBezTo>
                  <a:pt x="2852599" y="3468204"/>
                  <a:pt x="2855764" y="3471369"/>
                  <a:pt x="2857410" y="3475353"/>
                </a:cubicBezTo>
                <a:lnTo>
                  <a:pt x="2897553" y="3572288"/>
                </a:lnTo>
                <a:cubicBezTo>
                  <a:pt x="2900670" y="3579807"/>
                  <a:pt x="2897738" y="3588476"/>
                  <a:pt x="2890698" y="3592564"/>
                </a:cubicBezTo>
                <a:cubicBezTo>
                  <a:pt x="2743930" y="3677760"/>
                  <a:pt x="2586481" y="3743083"/>
                  <a:pt x="2422722" y="3786717"/>
                </a:cubicBezTo>
                <a:cubicBezTo>
                  <a:pt x="2414843" y="3788812"/>
                  <a:pt x="2406640" y="3784759"/>
                  <a:pt x="2403520" y="3777232"/>
                </a:cubicBezTo>
                <a:lnTo>
                  <a:pt x="2363246" y="3680037"/>
                </a:lnTo>
                <a:cubicBezTo>
                  <a:pt x="2361597" y="3676056"/>
                  <a:pt x="2361597" y="3671578"/>
                  <a:pt x="2363246" y="3667597"/>
                </a:cubicBezTo>
                <a:cubicBezTo>
                  <a:pt x="2364896" y="3663612"/>
                  <a:pt x="2368061" y="3660447"/>
                  <a:pt x="2372042" y="3658798"/>
                </a:cubicBezTo>
                <a:lnTo>
                  <a:pt x="2535478" y="3591130"/>
                </a:lnTo>
                <a:lnTo>
                  <a:pt x="2491967" y="3486131"/>
                </a:lnTo>
                <a:cubicBezTo>
                  <a:pt x="2334203" y="3543391"/>
                  <a:pt x="2168842" y="3576156"/>
                  <a:pt x="2000012" y="3583600"/>
                </a:cubicBezTo>
                <a:lnTo>
                  <a:pt x="2000012" y="3697611"/>
                </a:lnTo>
                <a:lnTo>
                  <a:pt x="2176914" y="3697611"/>
                </a:lnTo>
                <a:cubicBezTo>
                  <a:pt x="2185892" y="3697611"/>
                  <a:pt x="2193168" y="3704887"/>
                  <a:pt x="2193168" y="3713864"/>
                </a:cubicBezTo>
                <a:lnTo>
                  <a:pt x="2193168" y="3818829"/>
                </a:lnTo>
                <a:cubicBezTo>
                  <a:pt x="2193168" y="3826987"/>
                  <a:pt x="2187123" y="3833879"/>
                  <a:pt x="2179037" y="3834942"/>
                </a:cubicBezTo>
                <a:cubicBezTo>
                  <a:pt x="2095798" y="3845901"/>
                  <a:pt x="2010573" y="3851460"/>
                  <a:pt x="1925733" y="3851460"/>
                </a:cubicBezTo>
                <a:close/>
                <a:moveTo>
                  <a:pt x="1690806" y="3804517"/>
                </a:moveTo>
                <a:cubicBezTo>
                  <a:pt x="1768140" y="3814097"/>
                  <a:pt x="1847103" y="3818953"/>
                  <a:pt x="1925733" y="3818953"/>
                </a:cubicBezTo>
                <a:cubicBezTo>
                  <a:pt x="2004364" y="3818953"/>
                  <a:pt x="2083327" y="3814097"/>
                  <a:pt x="2160661" y="3804517"/>
                </a:cubicBezTo>
                <a:lnTo>
                  <a:pt x="2160661" y="3730115"/>
                </a:lnTo>
                <a:lnTo>
                  <a:pt x="1983759" y="3730115"/>
                </a:lnTo>
                <a:cubicBezTo>
                  <a:pt x="1974782" y="3730115"/>
                  <a:pt x="1967505" y="3722838"/>
                  <a:pt x="1967505" y="3713861"/>
                </a:cubicBezTo>
                <a:lnTo>
                  <a:pt x="1967505" y="3567971"/>
                </a:lnTo>
                <a:cubicBezTo>
                  <a:pt x="1967505" y="3559213"/>
                  <a:pt x="1974442" y="3552033"/>
                  <a:pt x="1983193" y="3551727"/>
                </a:cubicBezTo>
                <a:cubicBezTo>
                  <a:pt x="2159001" y="3545617"/>
                  <a:pt x="2331062" y="3511563"/>
                  <a:pt x="2494642" y="3450500"/>
                </a:cubicBezTo>
                <a:cubicBezTo>
                  <a:pt x="2496593" y="3449667"/>
                  <a:pt x="2498747" y="3449207"/>
                  <a:pt x="2501003" y="3449207"/>
                </a:cubicBezTo>
                <a:cubicBezTo>
                  <a:pt x="2508022" y="3449207"/>
                  <a:pt x="2514002" y="3453648"/>
                  <a:pt x="2516276" y="3459875"/>
                </a:cubicBezTo>
                <a:lnTo>
                  <a:pt x="2571733" y="3593698"/>
                </a:lnTo>
                <a:cubicBezTo>
                  <a:pt x="2573382" y="3597679"/>
                  <a:pt x="2573382" y="3602158"/>
                  <a:pt x="2571733" y="3606139"/>
                </a:cubicBezTo>
                <a:cubicBezTo>
                  <a:pt x="2570087" y="3610123"/>
                  <a:pt x="2566919" y="3613288"/>
                  <a:pt x="2562938" y="3614934"/>
                </a:cubicBezTo>
                <a:lnTo>
                  <a:pt x="2399501" y="3682605"/>
                </a:lnTo>
                <a:lnTo>
                  <a:pt x="2428082" y="3751583"/>
                </a:lnTo>
                <a:cubicBezTo>
                  <a:pt x="2579575" y="3709983"/>
                  <a:pt x="2725421" y="3649471"/>
                  <a:pt x="2862060" y="3571527"/>
                </a:cubicBezTo>
                <a:lnTo>
                  <a:pt x="2833595" y="3502799"/>
                </a:lnTo>
                <a:lnTo>
                  <a:pt x="2670149" y="3570494"/>
                </a:lnTo>
                <a:cubicBezTo>
                  <a:pt x="2661861" y="3573933"/>
                  <a:pt x="2652349" y="3569994"/>
                  <a:pt x="2648916" y="3561699"/>
                </a:cubicBezTo>
                <a:lnTo>
                  <a:pt x="2593233" y="3427268"/>
                </a:lnTo>
                <a:cubicBezTo>
                  <a:pt x="2591673" y="3423558"/>
                  <a:pt x="2591542" y="3419385"/>
                  <a:pt x="2592886" y="3415565"/>
                </a:cubicBezTo>
                <a:cubicBezTo>
                  <a:pt x="2594354" y="3411409"/>
                  <a:pt x="2597444" y="3408025"/>
                  <a:pt x="2601452" y="3406190"/>
                </a:cubicBezTo>
                <a:cubicBezTo>
                  <a:pt x="2760781" y="3333327"/>
                  <a:pt x="2906719" y="3235598"/>
                  <a:pt x="3035221" y="3115713"/>
                </a:cubicBezTo>
                <a:cubicBezTo>
                  <a:pt x="3041619" y="3109743"/>
                  <a:pt x="3051604" y="3109911"/>
                  <a:pt x="3057801" y="3116104"/>
                </a:cubicBezTo>
                <a:lnTo>
                  <a:pt x="3161140" y="3219444"/>
                </a:lnTo>
                <a:cubicBezTo>
                  <a:pt x="3167488" y="3225791"/>
                  <a:pt x="3167491" y="3236081"/>
                  <a:pt x="3161140" y="3242428"/>
                </a:cubicBezTo>
                <a:lnTo>
                  <a:pt x="3036071" y="3367528"/>
                </a:lnTo>
                <a:lnTo>
                  <a:pt x="3088476" y="3419934"/>
                </a:lnTo>
                <a:cubicBezTo>
                  <a:pt x="3212527" y="3323246"/>
                  <a:pt x="3324162" y="3211536"/>
                  <a:pt x="3420602" y="3087599"/>
                </a:cubicBezTo>
                <a:lnTo>
                  <a:pt x="3368283" y="3035282"/>
                </a:lnTo>
                <a:lnTo>
                  <a:pt x="3243217" y="3160376"/>
                </a:lnTo>
                <a:cubicBezTo>
                  <a:pt x="3240165" y="3163424"/>
                  <a:pt x="3236033" y="3165139"/>
                  <a:pt x="3231719" y="3165139"/>
                </a:cubicBezTo>
                <a:cubicBezTo>
                  <a:pt x="3227409" y="3165139"/>
                  <a:pt x="3223274" y="3163424"/>
                  <a:pt x="3220225" y="3160376"/>
                </a:cubicBezTo>
                <a:lnTo>
                  <a:pt x="3116855" y="3057008"/>
                </a:lnTo>
                <a:cubicBezTo>
                  <a:pt x="3110665" y="3050819"/>
                  <a:pt x="3110491" y="3040841"/>
                  <a:pt x="3116454" y="3034439"/>
                </a:cubicBezTo>
                <a:cubicBezTo>
                  <a:pt x="3236307" y="2905762"/>
                  <a:pt x="3333928" y="2759776"/>
                  <a:pt x="3406605" y="2600543"/>
                </a:cubicBezTo>
                <a:cubicBezTo>
                  <a:pt x="3410243" y="2592578"/>
                  <a:pt x="3419529" y="2588916"/>
                  <a:pt x="3427615" y="2592276"/>
                </a:cubicBezTo>
                <a:lnTo>
                  <a:pt x="3562484" y="2648155"/>
                </a:lnTo>
                <a:cubicBezTo>
                  <a:pt x="3570776" y="2651591"/>
                  <a:pt x="3574712" y="2661096"/>
                  <a:pt x="3571276" y="2669391"/>
                </a:cubicBezTo>
                <a:lnTo>
                  <a:pt x="3503577" y="2832800"/>
                </a:lnTo>
                <a:lnTo>
                  <a:pt x="3572041" y="2861161"/>
                </a:lnTo>
                <a:cubicBezTo>
                  <a:pt x="3649907" y="2724492"/>
                  <a:pt x="3710343" y="2578584"/>
                  <a:pt x="3751851" y="2427067"/>
                </a:cubicBezTo>
                <a:lnTo>
                  <a:pt x="3683384" y="2398706"/>
                </a:lnTo>
                <a:lnTo>
                  <a:pt x="3615685" y="2562149"/>
                </a:lnTo>
                <a:cubicBezTo>
                  <a:pt x="3612253" y="2570440"/>
                  <a:pt x="3602741" y="2574384"/>
                  <a:pt x="3594453" y="2570944"/>
                </a:cubicBezTo>
                <a:lnTo>
                  <a:pt x="3459580" y="2515096"/>
                </a:lnTo>
                <a:cubicBezTo>
                  <a:pt x="3451494" y="2511746"/>
                  <a:pt x="3447510" y="2502597"/>
                  <a:pt x="3450572" y="2494399"/>
                </a:cubicBezTo>
                <a:cubicBezTo>
                  <a:pt x="3511687" y="2330664"/>
                  <a:pt x="3545730" y="2158415"/>
                  <a:pt x="3551758" y="1982442"/>
                </a:cubicBezTo>
                <a:cubicBezTo>
                  <a:pt x="3552060" y="1973688"/>
                  <a:pt x="3559244" y="1966744"/>
                  <a:pt x="3568002" y="1966744"/>
                </a:cubicBezTo>
                <a:lnTo>
                  <a:pt x="3714639" y="1966744"/>
                </a:lnTo>
                <a:cubicBezTo>
                  <a:pt x="3723616" y="1966744"/>
                  <a:pt x="3730893" y="1974020"/>
                  <a:pt x="3730893" y="1982998"/>
                </a:cubicBezTo>
                <a:lnTo>
                  <a:pt x="3730893" y="2159869"/>
                </a:lnTo>
                <a:lnTo>
                  <a:pt x="3804606" y="2159869"/>
                </a:lnTo>
                <a:cubicBezTo>
                  <a:pt x="3814125" y="2082778"/>
                  <a:pt x="3818953" y="2004079"/>
                  <a:pt x="3818953" y="1925720"/>
                </a:cubicBezTo>
                <a:cubicBezTo>
                  <a:pt x="3818953" y="1847055"/>
                  <a:pt x="3814066" y="1767835"/>
                  <a:pt x="3804417" y="1690013"/>
                </a:cubicBezTo>
                <a:lnTo>
                  <a:pt x="3730896" y="1690013"/>
                </a:lnTo>
                <a:lnTo>
                  <a:pt x="3730896" y="1866916"/>
                </a:lnTo>
                <a:cubicBezTo>
                  <a:pt x="3730896" y="1875893"/>
                  <a:pt x="3723620" y="1883169"/>
                  <a:pt x="3714642" y="1883169"/>
                </a:cubicBezTo>
                <a:lnTo>
                  <a:pt x="3567905" y="1883169"/>
                </a:lnTo>
                <a:cubicBezTo>
                  <a:pt x="3559148" y="1883169"/>
                  <a:pt x="3551971" y="1876232"/>
                  <a:pt x="3551662" y="1867481"/>
                </a:cubicBezTo>
                <a:cubicBezTo>
                  <a:pt x="3545514" y="1691663"/>
                  <a:pt x="3511341" y="1519493"/>
                  <a:pt x="3450095" y="1355751"/>
                </a:cubicBezTo>
                <a:cubicBezTo>
                  <a:pt x="3447026" y="1347549"/>
                  <a:pt x="3451011" y="1338394"/>
                  <a:pt x="3459097" y="1335044"/>
                </a:cubicBezTo>
                <a:lnTo>
                  <a:pt x="3594456" y="1278969"/>
                </a:lnTo>
                <a:cubicBezTo>
                  <a:pt x="3602758" y="1275523"/>
                  <a:pt x="3612256" y="1279470"/>
                  <a:pt x="3615692" y="1287764"/>
                </a:cubicBezTo>
                <a:lnTo>
                  <a:pt x="3683391" y="1451180"/>
                </a:lnTo>
                <a:lnTo>
                  <a:pt x="3751491" y="1422980"/>
                </a:lnTo>
                <a:cubicBezTo>
                  <a:pt x="3709869" y="1271542"/>
                  <a:pt x="3649324" y="1125689"/>
                  <a:pt x="3571345" y="989040"/>
                </a:cubicBezTo>
                <a:lnTo>
                  <a:pt x="3503584" y="1017113"/>
                </a:lnTo>
                <a:lnTo>
                  <a:pt x="3571283" y="1180526"/>
                </a:lnTo>
                <a:cubicBezTo>
                  <a:pt x="3574719" y="1188817"/>
                  <a:pt x="3570782" y="1198326"/>
                  <a:pt x="3562491" y="1201762"/>
                </a:cubicBezTo>
                <a:lnTo>
                  <a:pt x="3427001" y="1257901"/>
                </a:lnTo>
                <a:cubicBezTo>
                  <a:pt x="3418919" y="1261251"/>
                  <a:pt x="3409636" y="1257603"/>
                  <a:pt x="3405998" y="1249644"/>
                </a:cubicBezTo>
                <a:cubicBezTo>
                  <a:pt x="3333238" y="1090532"/>
                  <a:pt x="3235577" y="944713"/>
                  <a:pt x="3115720" y="816236"/>
                </a:cubicBezTo>
                <a:cubicBezTo>
                  <a:pt x="3109746" y="809834"/>
                  <a:pt x="3109921" y="799849"/>
                  <a:pt x="3116111" y="793656"/>
                </a:cubicBezTo>
                <a:lnTo>
                  <a:pt x="3220229" y="689538"/>
                </a:lnTo>
                <a:cubicBezTo>
                  <a:pt x="3223277" y="686489"/>
                  <a:pt x="3227413" y="684775"/>
                  <a:pt x="3231723" y="684775"/>
                </a:cubicBezTo>
                <a:cubicBezTo>
                  <a:pt x="3236037" y="684778"/>
                  <a:pt x="3240168" y="686489"/>
                  <a:pt x="3243220" y="689538"/>
                </a:cubicBezTo>
                <a:lnTo>
                  <a:pt x="3368290" y="814638"/>
                </a:lnTo>
                <a:lnTo>
                  <a:pt x="3419944" y="762980"/>
                </a:lnTo>
                <a:cubicBezTo>
                  <a:pt x="3323260" y="638936"/>
                  <a:pt x="3211550" y="527298"/>
                  <a:pt x="3087606" y="430854"/>
                </a:cubicBezTo>
                <a:lnTo>
                  <a:pt x="3036071" y="482395"/>
                </a:lnTo>
                <a:lnTo>
                  <a:pt x="3161140" y="607495"/>
                </a:lnTo>
                <a:cubicBezTo>
                  <a:pt x="3164192" y="610544"/>
                  <a:pt x="3165903" y="614679"/>
                  <a:pt x="3165903" y="618989"/>
                </a:cubicBezTo>
                <a:cubicBezTo>
                  <a:pt x="3165903" y="623300"/>
                  <a:pt x="3164189" y="627435"/>
                  <a:pt x="3161140" y="630483"/>
                </a:cubicBezTo>
                <a:lnTo>
                  <a:pt x="3056998" y="734591"/>
                </a:lnTo>
                <a:cubicBezTo>
                  <a:pt x="3054183" y="737407"/>
                  <a:pt x="3050414" y="739107"/>
                  <a:pt x="3046413" y="739330"/>
                </a:cubicBezTo>
                <a:cubicBezTo>
                  <a:pt x="3041928" y="739577"/>
                  <a:pt x="3037652" y="738017"/>
                  <a:pt x="3034415" y="734999"/>
                </a:cubicBezTo>
                <a:cubicBezTo>
                  <a:pt x="2905906" y="615276"/>
                  <a:pt x="2760074" y="517721"/>
                  <a:pt x="2600989" y="445057"/>
                </a:cubicBezTo>
                <a:cubicBezTo>
                  <a:pt x="2597269" y="443373"/>
                  <a:pt x="2594303" y="440338"/>
                  <a:pt x="2592712" y="436560"/>
                </a:cubicBezTo>
                <a:cubicBezTo>
                  <a:pt x="2591025" y="432555"/>
                  <a:pt x="2591000" y="428042"/>
                  <a:pt x="2592663" y="424027"/>
                </a:cubicBezTo>
                <a:lnTo>
                  <a:pt x="2648916" y="288221"/>
                </a:lnTo>
                <a:cubicBezTo>
                  <a:pt x="2652352" y="279930"/>
                  <a:pt x="2661850" y="275990"/>
                  <a:pt x="2670149" y="279426"/>
                </a:cubicBezTo>
                <a:lnTo>
                  <a:pt x="2833592" y="347094"/>
                </a:lnTo>
                <a:lnTo>
                  <a:pt x="2861535" y="279604"/>
                </a:lnTo>
                <a:cubicBezTo>
                  <a:pt x="2724762" y="201659"/>
                  <a:pt x="2578889" y="141206"/>
                  <a:pt x="2427499" y="99729"/>
                </a:cubicBezTo>
                <a:lnTo>
                  <a:pt x="2399501" y="167287"/>
                </a:lnTo>
                <a:lnTo>
                  <a:pt x="2562941" y="234986"/>
                </a:lnTo>
                <a:cubicBezTo>
                  <a:pt x="2566922" y="236639"/>
                  <a:pt x="2570087" y="239800"/>
                  <a:pt x="2571733" y="243785"/>
                </a:cubicBezTo>
                <a:cubicBezTo>
                  <a:pt x="2573382" y="247766"/>
                  <a:pt x="2573382" y="252241"/>
                  <a:pt x="2571733" y="256225"/>
                </a:cubicBezTo>
                <a:lnTo>
                  <a:pt x="2515521" y="391904"/>
                </a:lnTo>
                <a:cubicBezTo>
                  <a:pt x="2514352" y="394798"/>
                  <a:pt x="2512356" y="397339"/>
                  <a:pt x="2509719" y="399170"/>
                </a:cubicBezTo>
                <a:cubicBezTo>
                  <a:pt x="2505347" y="402201"/>
                  <a:pt x="2499758" y="402911"/>
                  <a:pt x="2494769" y="401049"/>
                </a:cubicBezTo>
                <a:cubicBezTo>
                  <a:pt x="2331110" y="339931"/>
                  <a:pt x="2158995" y="305853"/>
                  <a:pt x="1983200" y="299767"/>
                </a:cubicBezTo>
                <a:cubicBezTo>
                  <a:pt x="1974446" y="299465"/>
                  <a:pt x="1967509" y="292278"/>
                  <a:pt x="1967509" y="283523"/>
                </a:cubicBezTo>
                <a:lnTo>
                  <a:pt x="1967509" y="136042"/>
                </a:lnTo>
                <a:cubicBezTo>
                  <a:pt x="1967509" y="127065"/>
                  <a:pt x="1974785" y="119789"/>
                  <a:pt x="1983762" y="119789"/>
                </a:cubicBezTo>
                <a:lnTo>
                  <a:pt x="2160664" y="119789"/>
                </a:lnTo>
                <a:lnTo>
                  <a:pt x="2160664" y="46946"/>
                </a:lnTo>
                <a:cubicBezTo>
                  <a:pt x="2083334" y="37362"/>
                  <a:pt x="2004374" y="32507"/>
                  <a:pt x="1925737" y="32507"/>
                </a:cubicBezTo>
                <a:cubicBezTo>
                  <a:pt x="1847103" y="32507"/>
                  <a:pt x="1768140" y="37362"/>
                  <a:pt x="1690809" y="46946"/>
                </a:cubicBezTo>
                <a:lnTo>
                  <a:pt x="1690809" y="119789"/>
                </a:lnTo>
                <a:lnTo>
                  <a:pt x="1867711" y="119789"/>
                </a:lnTo>
                <a:cubicBezTo>
                  <a:pt x="1876688" y="119789"/>
                  <a:pt x="1883965" y="127065"/>
                  <a:pt x="1883965" y="136042"/>
                </a:cubicBezTo>
                <a:lnTo>
                  <a:pt x="1883965" y="283523"/>
                </a:lnTo>
                <a:cubicBezTo>
                  <a:pt x="1883965" y="292281"/>
                  <a:pt x="1877024" y="299465"/>
                  <a:pt x="1868273" y="299767"/>
                </a:cubicBezTo>
                <a:cubicBezTo>
                  <a:pt x="1692568" y="305850"/>
                  <a:pt x="1520450" y="339924"/>
                  <a:pt x="1356701" y="401049"/>
                </a:cubicBezTo>
                <a:cubicBezTo>
                  <a:pt x="1348502" y="404118"/>
                  <a:pt x="1339350" y="400127"/>
                  <a:pt x="1336000" y="392044"/>
                </a:cubicBezTo>
                <a:lnTo>
                  <a:pt x="1279730" y="256232"/>
                </a:lnTo>
                <a:cubicBezTo>
                  <a:pt x="1278078" y="252247"/>
                  <a:pt x="1278078" y="247773"/>
                  <a:pt x="1279727" y="243792"/>
                </a:cubicBezTo>
                <a:cubicBezTo>
                  <a:pt x="1281376" y="239807"/>
                  <a:pt x="1284541" y="236642"/>
                  <a:pt x="1288522" y="234993"/>
                </a:cubicBezTo>
                <a:lnTo>
                  <a:pt x="1451966" y="167294"/>
                </a:lnTo>
                <a:lnTo>
                  <a:pt x="1423964" y="99736"/>
                </a:lnTo>
                <a:cubicBezTo>
                  <a:pt x="1272574" y="141213"/>
                  <a:pt x="1126704" y="201666"/>
                  <a:pt x="989925" y="279611"/>
                </a:cubicBezTo>
                <a:lnTo>
                  <a:pt x="1017871" y="347104"/>
                </a:lnTo>
                <a:lnTo>
                  <a:pt x="1181318" y="279433"/>
                </a:lnTo>
                <a:cubicBezTo>
                  <a:pt x="1189613" y="275993"/>
                  <a:pt x="1199114" y="279937"/>
                  <a:pt x="1202550" y="288228"/>
                </a:cubicBezTo>
                <a:lnTo>
                  <a:pt x="1258604" y="423560"/>
                </a:lnTo>
                <a:cubicBezTo>
                  <a:pt x="1259067" y="424586"/>
                  <a:pt x="1259430" y="425669"/>
                  <a:pt x="1259674" y="426804"/>
                </a:cubicBezTo>
                <a:cubicBezTo>
                  <a:pt x="1261299" y="434273"/>
                  <a:pt x="1257507" y="441868"/>
                  <a:pt x="1250553" y="445043"/>
                </a:cubicBezTo>
                <a:cubicBezTo>
                  <a:pt x="1091406" y="517724"/>
                  <a:pt x="945554" y="615279"/>
                  <a:pt x="817045" y="735003"/>
                </a:cubicBezTo>
                <a:cubicBezTo>
                  <a:pt x="813739" y="738085"/>
                  <a:pt x="809292" y="739663"/>
                  <a:pt x="804779" y="739320"/>
                </a:cubicBezTo>
                <a:cubicBezTo>
                  <a:pt x="800798" y="739028"/>
                  <a:pt x="797088" y="737286"/>
                  <a:pt x="794328" y="734457"/>
                </a:cubicBezTo>
                <a:lnTo>
                  <a:pt x="690323" y="630487"/>
                </a:lnTo>
                <a:cubicBezTo>
                  <a:pt x="687274" y="627438"/>
                  <a:pt x="685560" y="623306"/>
                  <a:pt x="685560" y="618993"/>
                </a:cubicBezTo>
                <a:cubicBezTo>
                  <a:pt x="685560" y="614683"/>
                  <a:pt x="687274" y="610547"/>
                  <a:pt x="690319" y="607499"/>
                </a:cubicBezTo>
                <a:lnTo>
                  <a:pt x="815389" y="482399"/>
                </a:lnTo>
                <a:lnTo>
                  <a:pt x="763851" y="430857"/>
                </a:lnTo>
                <a:cubicBezTo>
                  <a:pt x="639910" y="527298"/>
                  <a:pt x="528203" y="638936"/>
                  <a:pt x="431516" y="762983"/>
                </a:cubicBezTo>
                <a:lnTo>
                  <a:pt x="483174" y="814641"/>
                </a:lnTo>
                <a:lnTo>
                  <a:pt x="608243" y="689541"/>
                </a:lnTo>
                <a:cubicBezTo>
                  <a:pt x="611291" y="686493"/>
                  <a:pt x="615427" y="684778"/>
                  <a:pt x="619737" y="684778"/>
                </a:cubicBezTo>
                <a:cubicBezTo>
                  <a:pt x="624047" y="684778"/>
                  <a:pt x="628182" y="686493"/>
                  <a:pt x="631231" y="689541"/>
                </a:cubicBezTo>
                <a:lnTo>
                  <a:pt x="735346" y="793656"/>
                </a:lnTo>
                <a:cubicBezTo>
                  <a:pt x="741538" y="799849"/>
                  <a:pt x="741717" y="809837"/>
                  <a:pt x="735743" y="816239"/>
                </a:cubicBezTo>
                <a:cubicBezTo>
                  <a:pt x="615845" y="944758"/>
                  <a:pt x="518170" y="1090580"/>
                  <a:pt x="445431" y="1249648"/>
                </a:cubicBezTo>
                <a:cubicBezTo>
                  <a:pt x="442252" y="1256598"/>
                  <a:pt x="434663" y="1260401"/>
                  <a:pt x="427192" y="1258769"/>
                </a:cubicBezTo>
                <a:cubicBezTo>
                  <a:pt x="425995" y="1258508"/>
                  <a:pt x="424853" y="1258121"/>
                  <a:pt x="423780" y="1257620"/>
                </a:cubicBezTo>
                <a:lnTo>
                  <a:pt x="288972" y="1201765"/>
                </a:lnTo>
                <a:cubicBezTo>
                  <a:pt x="280677" y="1198329"/>
                  <a:pt x="276744" y="1188821"/>
                  <a:pt x="280177" y="1180529"/>
                </a:cubicBezTo>
                <a:lnTo>
                  <a:pt x="347875" y="1017117"/>
                </a:lnTo>
                <a:lnTo>
                  <a:pt x="280118" y="989044"/>
                </a:lnTo>
                <a:cubicBezTo>
                  <a:pt x="202139" y="1125693"/>
                  <a:pt x="141594" y="1271542"/>
                  <a:pt x="99976" y="1422984"/>
                </a:cubicBezTo>
                <a:lnTo>
                  <a:pt x="168072" y="1451184"/>
                </a:lnTo>
                <a:lnTo>
                  <a:pt x="235775" y="1287768"/>
                </a:lnTo>
                <a:cubicBezTo>
                  <a:pt x="239207" y="1279473"/>
                  <a:pt x="248712" y="1275540"/>
                  <a:pt x="257007" y="1278969"/>
                </a:cubicBezTo>
                <a:lnTo>
                  <a:pt x="391818" y="1334793"/>
                </a:lnTo>
                <a:cubicBezTo>
                  <a:pt x="396567" y="1336563"/>
                  <a:pt x="400329" y="1340499"/>
                  <a:pt x="401776" y="1345560"/>
                </a:cubicBezTo>
                <a:cubicBezTo>
                  <a:pt x="402774" y="1349054"/>
                  <a:pt x="402558" y="1352703"/>
                  <a:pt x="401282" y="1355960"/>
                </a:cubicBezTo>
                <a:cubicBezTo>
                  <a:pt x="340085" y="1519661"/>
                  <a:pt x="305942" y="1691759"/>
                  <a:pt x="299801" y="1867481"/>
                </a:cubicBezTo>
                <a:cubicBezTo>
                  <a:pt x="299496" y="1876232"/>
                  <a:pt x="292312" y="1883169"/>
                  <a:pt x="283558" y="1883169"/>
                </a:cubicBezTo>
                <a:lnTo>
                  <a:pt x="136824" y="1883169"/>
                </a:lnTo>
                <a:cubicBezTo>
                  <a:pt x="127847" y="1883169"/>
                  <a:pt x="120570" y="1875889"/>
                  <a:pt x="120570" y="1866916"/>
                </a:cubicBezTo>
                <a:lnTo>
                  <a:pt x="120570" y="1690013"/>
                </a:lnTo>
                <a:lnTo>
                  <a:pt x="47046" y="1690013"/>
                </a:lnTo>
                <a:cubicBezTo>
                  <a:pt x="37400" y="1767824"/>
                  <a:pt x="32510" y="1847041"/>
                  <a:pt x="32510" y="1925720"/>
                </a:cubicBezTo>
                <a:cubicBezTo>
                  <a:pt x="32510" y="2004062"/>
                  <a:pt x="37335" y="2082761"/>
                  <a:pt x="46857" y="2159869"/>
                </a:cubicBezTo>
                <a:lnTo>
                  <a:pt x="120574" y="2159869"/>
                </a:lnTo>
                <a:lnTo>
                  <a:pt x="120574" y="1982998"/>
                </a:lnTo>
                <a:cubicBezTo>
                  <a:pt x="120574" y="1974020"/>
                  <a:pt x="127850" y="1966744"/>
                  <a:pt x="136827" y="1966744"/>
                </a:cubicBezTo>
                <a:lnTo>
                  <a:pt x="283465" y="1966744"/>
                </a:lnTo>
                <a:cubicBezTo>
                  <a:pt x="292226" y="1966744"/>
                  <a:pt x="299410" y="1973684"/>
                  <a:pt x="299708" y="1982442"/>
                </a:cubicBezTo>
                <a:cubicBezTo>
                  <a:pt x="305730" y="2158405"/>
                  <a:pt x="339776" y="2330654"/>
                  <a:pt x="400891" y="2494399"/>
                </a:cubicBezTo>
                <a:cubicBezTo>
                  <a:pt x="402753" y="2499388"/>
                  <a:pt x="402050" y="2504974"/>
                  <a:pt x="399016" y="2509349"/>
                </a:cubicBezTo>
                <a:cubicBezTo>
                  <a:pt x="397150" y="2512038"/>
                  <a:pt x="394548" y="2514057"/>
                  <a:pt x="391581" y="2515216"/>
                </a:cubicBezTo>
                <a:lnTo>
                  <a:pt x="257010" y="2570944"/>
                </a:lnTo>
                <a:cubicBezTo>
                  <a:pt x="248716" y="2574387"/>
                  <a:pt x="239210" y="2570444"/>
                  <a:pt x="235775" y="2562149"/>
                </a:cubicBezTo>
                <a:lnTo>
                  <a:pt x="168076" y="2398706"/>
                </a:lnTo>
                <a:lnTo>
                  <a:pt x="99609" y="2427067"/>
                </a:lnTo>
                <a:cubicBezTo>
                  <a:pt x="141117" y="2578577"/>
                  <a:pt x="201553" y="2724481"/>
                  <a:pt x="279419" y="2861164"/>
                </a:cubicBezTo>
                <a:lnTo>
                  <a:pt x="347882" y="2832803"/>
                </a:lnTo>
                <a:lnTo>
                  <a:pt x="280183" y="2669394"/>
                </a:lnTo>
                <a:cubicBezTo>
                  <a:pt x="278524" y="2665386"/>
                  <a:pt x="278534" y="2660884"/>
                  <a:pt x="280211" y="2656885"/>
                </a:cubicBezTo>
                <a:cubicBezTo>
                  <a:pt x="281888" y="2652887"/>
                  <a:pt x="285094" y="2649725"/>
                  <a:pt x="289116" y="2648100"/>
                </a:cubicBezTo>
                <a:lnTo>
                  <a:pt x="424541" y="2593452"/>
                </a:lnTo>
                <a:cubicBezTo>
                  <a:pt x="432606" y="2590198"/>
                  <a:pt x="441789" y="2593864"/>
                  <a:pt x="445403" y="2601761"/>
                </a:cubicBezTo>
                <a:cubicBezTo>
                  <a:pt x="518084" y="2760595"/>
                  <a:pt x="615519" y="2906167"/>
                  <a:pt x="735010" y="3034439"/>
                </a:cubicBezTo>
                <a:cubicBezTo>
                  <a:pt x="740976" y="3040841"/>
                  <a:pt x="740801" y="3050819"/>
                  <a:pt x="734608" y="3057008"/>
                </a:cubicBezTo>
                <a:lnTo>
                  <a:pt x="631238" y="3160379"/>
                </a:lnTo>
                <a:cubicBezTo>
                  <a:pt x="628189" y="3163427"/>
                  <a:pt x="624054" y="3165142"/>
                  <a:pt x="619744" y="3165142"/>
                </a:cubicBezTo>
                <a:cubicBezTo>
                  <a:pt x="615434" y="3165142"/>
                  <a:pt x="611298" y="3163427"/>
                  <a:pt x="608250" y="3160379"/>
                </a:cubicBezTo>
                <a:lnTo>
                  <a:pt x="483180" y="3035286"/>
                </a:lnTo>
                <a:lnTo>
                  <a:pt x="430864" y="3087602"/>
                </a:lnTo>
                <a:cubicBezTo>
                  <a:pt x="527305" y="3211543"/>
                  <a:pt x="638943" y="3323250"/>
                  <a:pt x="762990" y="3419937"/>
                </a:cubicBezTo>
                <a:lnTo>
                  <a:pt x="815399" y="3367532"/>
                </a:lnTo>
                <a:lnTo>
                  <a:pt x="690330" y="3242432"/>
                </a:lnTo>
                <a:cubicBezTo>
                  <a:pt x="683983" y="3236081"/>
                  <a:pt x="683983" y="3225791"/>
                  <a:pt x="690330" y="3219447"/>
                </a:cubicBezTo>
                <a:lnTo>
                  <a:pt x="793611" y="3116166"/>
                </a:lnTo>
                <a:cubicBezTo>
                  <a:pt x="799770" y="3109939"/>
                  <a:pt x="809803" y="3109702"/>
                  <a:pt x="816249" y="3115717"/>
                </a:cubicBezTo>
                <a:cubicBezTo>
                  <a:pt x="944748" y="3235598"/>
                  <a:pt x="1090621" y="3333293"/>
                  <a:pt x="1249819" y="3406098"/>
                </a:cubicBezTo>
                <a:cubicBezTo>
                  <a:pt x="1253728" y="3407884"/>
                  <a:pt x="1256770" y="3411149"/>
                  <a:pt x="1258278" y="3415171"/>
                </a:cubicBezTo>
                <a:cubicBezTo>
                  <a:pt x="1259722" y="3419018"/>
                  <a:pt x="1259657" y="3423287"/>
                  <a:pt x="1258090" y="3427090"/>
                </a:cubicBezTo>
                <a:lnTo>
                  <a:pt x="1202564" y="3561685"/>
                </a:lnTo>
                <a:cubicBezTo>
                  <a:pt x="1200918" y="3565673"/>
                  <a:pt x="1197753" y="3568845"/>
                  <a:pt x="1193769" y="3570498"/>
                </a:cubicBezTo>
                <a:cubicBezTo>
                  <a:pt x="1189784" y="3572151"/>
                  <a:pt x="1185309" y="3572157"/>
                  <a:pt x="1181318" y="3570501"/>
                </a:cubicBezTo>
                <a:lnTo>
                  <a:pt x="1017871" y="3502806"/>
                </a:lnTo>
                <a:lnTo>
                  <a:pt x="989407" y="3571533"/>
                </a:lnTo>
                <a:cubicBezTo>
                  <a:pt x="1126049" y="3649478"/>
                  <a:pt x="1271895" y="3709990"/>
                  <a:pt x="1423385" y="3751590"/>
                </a:cubicBezTo>
                <a:lnTo>
                  <a:pt x="1451969" y="3682612"/>
                </a:lnTo>
                <a:lnTo>
                  <a:pt x="1288529" y="3614945"/>
                </a:lnTo>
                <a:cubicBezTo>
                  <a:pt x="1284545" y="3613295"/>
                  <a:pt x="1281380" y="3610130"/>
                  <a:pt x="1279730" y="3606146"/>
                </a:cubicBezTo>
                <a:cubicBezTo>
                  <a:pt x="1278081" y="3602165"/>
                  <a:pt x="1278081" y="3597690"/>
                  <a:pt x="1279734" y="3593705"/>
                </a:cubicBezTo>
                <a:lnTo>
                  <a:pt x="1335448" y="3459240"/>
                </a:lnTo>
                <a:cubicBezTo>
                  <a:pt x="1338414" y="3452074"/>
                  <a:pt x="1346037" y="3448000"/>
                  <a:pt x="1353635" y="3449523"/>
                </a:cubicBezTo>
                <a:cubicBezTo>
                  <a:pt x="1354753" y="3449742"/>
                  <a:pt x="1355830" y="3450078"/>
                  <a:pt x="1356845" y="3450514"/>
                </a:cubicBezTo>
                <a:cubicBezTo>
                  <a:pt x="1520415" y="3511567"/>
                  <a:pt x="1692479" y="3545620"/>
                  <a:pt x="1868273" y="3551731"/>
                </a:cubicBezTo>
                <a:cubicBezTo>
                  <a:pt x="1877024" y="3552036"/>
                  <a:pt x="1883965" y="3559220"/>
                  <a:pt x="1883965" y="3567974"/>
                </a:cubicBezTo>
                <a:lnTo>
                  <a:pt x="1883965" y="3713864"/>
                </a:lnTo>
                <a:cubicBezTo>
                  <a:pt x="1883965" y="3722841"/>
                  <a:pt x="1876685" y="3730118"/>
                  <a:pt x="1867711" y="3730118"/>
                </a:cubicBezTo>
                <a:lnTo>
                  <a:pt x="1690809" y="3730118"/>
                </a:lnTo>
                <a:lnTo>
                  <a:pt x="1690809" y="3804517"/>
                </a:lnTo>
                <a:close/>
              </a:path>
            </a:pathLst>
          </a:custGeom>
          <a:grpFill/>
          <a:ln w="342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85459943-0E9B-A486-D5CF-66A12E668F92}"/>
              </a:ext>
            </a:extLst>
          </p:cNvPr>
          <p:cNvSpPr/>
          <p:nvPr/>
        </p:nvSpPr>
        <p:spPr>
          <a:xfrm>
            <a:off x="379250" y="3327254"/>
            <a:ext cx="4091739" cy="4091740"/>
          </a:xfrm>
          <a:custGeom>
            <a:avLst/>
            <a:gdLst>
              <a:gd name="csX0" fmla="*/ 2045872 w 4091739"/>
              <a:gd name="csY0" fmla="*/ 32507 h 4091740"/>
              <a:gd name="csX1" fmla="*/ 2829553 w 4091739"/>
              <a:gd name="csY1" fmla="*/ 190714 h 4091740"/>
              <a:gd name="csX2" fmla="*/ 3171541 w 4091739"/>
              <a:gd name="csY2" fmla="*/ 376340 h 4091740"/>
              <a:gd name="csX3" fmla="*/ 3469534 w 4091739"/>
              <a:gd name="csY3" fmla="*/ 622209 h 4091740"/>
              <a:gd name="csX4" fmla="*/ 3715404 w 4091739"/>
              <a:gd name="csY4" fmla="*/ 920203 h 4091740"/>
              <a:gd name="csX5" fmla="*/ 3901029 w 4091739"/>
              <a:gd name="csY5" fmla="*/ 1262188 h 4091740"/>
              <a:gd name="csX6" fmla="*/ 4059236 w 4091739"/>
              <a:gd name="csY6" fmla="*/ 2045868 h 4091740"/>
              <a:gd name="csX7" fmla="*/ 3901029 w 4091739"/>
              <a:gd name="csY7" fmla="*/ 2829549 h 4091740"/>
              <a:gd name="csX8" fmla="*/ 3715404 w 4091739"/>
              <a:gd name="csY8" fmla="*/ 3171537 h 4091740"/>
              <a:gd name="csX9" fmla="*/ 3469534 w 4091739"/>
              <a:gd name="csY9" fmla="*/ 3469531 h 4091740"/>
              <a:gd name="csX10" fmla="*/ 3171541 w 4091739"/>
              <a:gd name="csY10" fmla="*/ 3715401 h 4091740"/>
              <a:gd name="csX11" fmla="*/ 2829553 w 4091739"/>
              <a:gd name="csY11" fmla="*/ 3901026 h 4091740"/>
              <a:gd name="csX12" fmla="*/ 2045872 w 4091739"/>
              <a:gd name="csY12" fmla="*/ 4059233 h 4091740"/>
              <a:gd name="csX13" fmla="*/ 1262191 w 4091739"/>
              <a:gd name="csY13" fmla="*/ 3901026 h 4091740"/>
              <a:gd name="csX14" fmla="*/ 920206 w 4091739"/>
              <a:gd name="csY14" fmla="*/ 3715401 h 4091740"/>
              <a:gd name="csX15" fmla="*/ 622213 w 4091739"/>
              <a:gd name="csY15" fmla="*/ 3469531 h 4091740"/>
              <a:gd name="csX16" fmla="*/ 376343 w 4091739"/>
              <a:gd name="csY16" fmla="*/ 3171537 h 4091740"/>
              <a:gd name="csX17" fmla="*/ 190718 w 4091739"/>
              <a:gd name="csY17" fmla="*/ 2829549 h 4091740"/>
              <a:gd name="csX18" fmla="*/ 32510 w 4091739"/>
              <a:gd name="csY18" fmla="*/ 2045868 h 4091740"/>
              <a:gd name="csX19" fmla="*/ 190718 w 4091739"/>
              <a:gd name="csY19" fmla="*/ 1262188 h 4091740"/>
              <a:gd name="csX20" fmla="*/ 376343 w 4091739"/>
              <a:gd name="csY20" fmla="*/ 920203 h 4091740"/>
              <a:gd name="csX21" fmla="*/ 622213 w 4091739"/>
              <a:gd name="csY21" fmla="*/ 622209 h 4091740"/>
              <a:gd name="csX22" fmla="*/ 920206 w 4091739"/>
              <a:gd name="csY22" fmla="*/ 376340 h 4091740"/>
              <a:gd name="csX23" fmla="*/ 1262191 w 4091739"/>
              <a:gd name="csY23" fmla="*/ 190714 h 4091740"/>
              <a:gd name="csX24" fmla="*/ 2045872 w 4091739"/>
              <a:gd name="csY24" fmla="*/ 32507 h 4091740"/>
              <a:gd name="csX25" fmla="*/ 2045872 w 4091739"/>
              <a:gd name="csY25" fmla="*/ 0 h 4091740"/>
              <a:gd name="csX26" fmla="*/ 0 w 4091739"/>
              <a:gd name="csY26" fmla="*/ 2045872 h 4091740"/>
              <a:gd name="csX27" fmla="*/ 2045872 w 4091739"/>
              <a:gd name="csY27" fmla="*/ 4091740 h 4091740"/>
              <a:gd name="csX28" fmla="*/ 4091740 w 4091739"/>
              <a:gd name="csY28" fmla="*/ 2045868 h 4091740"/>
              <a:gd name="csX29" fmla="*/ 2045872 w 4091739"/>
              <a:gd name="csY29" fmla="*/ 0 h 4091740"/>
              <a:gd name="csX30" fmla="*/ 2045872 w 4091739"/>
              <a:gd name="csY30" fmla="*/ 0 h 4091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4091739" h="4091740">
                <a:moveTo>
                  <a:pt x="2045872" y="32507"/>
                </a:moveTo>
                <a:cubicBezTo>
                  <a:pt x="2317689" y="32507"/>
                  <a:pt x="2581358" y="85735"/>
                  <a:pt x="2829553" y="190714"/>
                </a:cubicBezTo>
                <a:cubicBezTo>
                  <a:pt x="2948847" y="241172"/>
                  <a:pt x="3063908" y="303624"/>
                  <a:pt x="3171541" y="376340"/>
                </a:cubicBezTo>
                <a:cubicBezTo>
                  <a:pt x="3278158" y="448369"/>
                  <a:pt x="3378419" y="531090"/>
                  <a:pt x="3469534" y="622209"/>
                </a:cubicBezTo>
                <a:cubicBezTo>
                  <a:pt x="3560650" y="713325"/>
                  <a:pt x="3643374" y="813585"/>
                  <a:pt x="3715404" y="920203"/>
                </a:cubicBezTo>
                <a:cubicBezTo>
                  <a:pt x="3788119" y="1027836"/>
                  <a:pt x="3850572" y="1142896"/>
                  <a:pt x="3901029" y="1262188"/>
                </a:cubicBezTo>
                <a:cubicBezTo>
                  <a:pt x="4006008" y="1510385"/>
                  <a:pt x="4059236" y="1774052"/>
                  <a:pt x="4059236" y="2045868"/>
                </a:cubicBezTo>
                <a:cubicBezTo>
                  <a:pt x="4059236" y="2317685"/>
                  <a:pt x="4006008" y="2581355"/>
                  <a:pt x="3901029" y="2829549"/>
                </a:cubicBezTo>
                <a:cubicBezTo>
                  <a:pt x="3850572" y="2948841"/>
                  <a:pt x="3788119" y="3063904"/>
                  <a:pt x="3715404" y="3171537"/>
                </a:cubicBezTo>
                <a:cubicBezTo>
                  <a:pt x="3643374" y="3278155"/>
                  <a:pt x="3560653" y="3378416"/>
                  <a:pt x="3469534" y="3469531"/>
                </a:cubicBezTo>
                <a:cubicBezTo>
                  <a:pt x="3378415" y="3560646"/>
                  <a:pt x="3278158" y="3643371"/>
                  <a:pt x="3171541" y="3715401"/>
                </a:cubicBezTo>
                <a:cubicBezTo>
                  <a:pt x="3063908" y="3788116"/>
                  <a:pt x="2948847" y="3850568"/>
                  <a:pt x="2829553" y="3901026"/>
                </a:cubicBezTo>
                <a:cubicBezTo>
                  <a:pt x="2581355" y="4006005"/>
                  <a:pt x="2317689" y="4059233"/>
                  <a:pt x="2045872" y="4059233"/>
                </a:cubicBezTo>
                <a:cubicBezTo>
                  <a:pt x="1774055" y="4059233"/>
                  <a:pt x="1510385" y="4006005"/>
                  <a:pt x="1262191" y="3901026"/>
                </a:cubicBezTo>
                <a:cubicBezTo>
                  <a:pt x="1142900" y="3850568"/>
                  <a:pt x="1027836" y="3788116"/>
                  <a:pt x="920206" y="3715401"/>
                </a:cubicBezTo>
                <a:cubicBezTo>
                  <a:pt x="813589" y="3643371"/>
                  <a:pt x="713328" y="3560650"/>
                  <a:pt x="622213" y="3469531"/>
                </a:cubicBezTo>
                <a:cubicBezTo>
                  <a:pt x="531097" y="3378412"/>
                  <a:pt x="448373" y="3278155"/>
                  <a:pt x="376343" y="3171537"/>
                </a:cubicBezTo>
                <a:cubicBezTo>
                  <a:pt x="303628" y="3063904"/>
                  <a:pt x="241175" y="2948844"/>
                  <a:pt x="190718" y="2829549"/>
                </a:cubicBezTo>
                <a:cubicBezTo>
                  <a:pt x="85739" y="2581351"/>
                  <a:pt x="32510" y="2317685"/>
                  <a:pt x="32510" y="2045868"/>
                </a:cubicBezTo>
                <a:cubicBezTo>
                  <a:pt x="32510" y="1774052"/>
                  <a:pt x="85739" y="1510382"/>
                  <a:pt x="190718" y="1262188"/>
                </a:cubicBezTo>
                <a:cubicBezTo>
                  <a:pt x="241175" y="1142896"/>
                  <a:pt x="303628" y="1027833"/>
                  <a:pt x="376343" y="920203"/>
                </a:cubicBezTo>
                <a:cubicBezTo>
                  <a:pt x="448373" y="813585"/>
                  <a:pt x="531094" y="713325"/>
                  <a:pt x="622213" y="622209"/>
                </a:cubicBezTo>
                <a:cubicBezTo>
                  <a:pt x="713331" y="531094"/>
                  <a:pt x="813589" y="448369"/>
                  <a:pt x="920206" y="376340"/>
                </a:cubicBezTo>
                <a:cubicBezTo>
                  <a:pt x="1027839" y="303624"/>
                  <a:pt x="1142900" y="241172"/>
                  <a:pt x="1262191" y="190714"/>
                </a:cubicBezTo>
                <a:cubicBezTo>
                  <a:pt x="1510385" y="85735"/>
                  <a:pt x="1774055" y="32507"/>
                  <a:pt x="2045872" y="32507"/>
                </a:cubicBezTo>
                <a:moveTo>
                  <a:pt x="2045872" y="0"/>
                </a:moveTo>
                <a:cubicBezTo>
                  <a:pt x="915968" y="0"/>
                  <a:pt x="0" y="915968"/>
                  <a:pt x="0" y="2045872"/>
                </a:cubicBezTo>
                <a:cubicBezTo>
                  <a:pt x="0" y="3175775"/>
                  <a:pt x="915968" y="4091740"/>
                  <a:pt x="2045872" y="4091740"/>
                </a:cubicBezTo>
                <a:cubicBezTo>
                  <a:pt x="3175775" y="4091740"/>
                  <a:pt x="4091740" y="3175772"/>
                  <a:pt x="4091740" y="2045868"/>
                </a:cubicBezTo>
                <a:cubicBezTo>
                  <a:pt x="4091740" y="915965"/>
                  <a:pt x="3175775" y="0"/>
                  <a:pt x="2045872" y="0"/>
                </a:cubicBezTo>
                <a:lnTo>
                  <a:pt x="2045872" y="0"/>
                </a:lnTo>
                <a:close/>
              </a:path>
            </a:pathLst>
          </a:custGeom>
          <a:grpFill/>
          <a:ln w="342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5F4563A1-39D2-4FA8-1DA0-3B894F1594DB}"/>
              </a:ext>
            </a:extLst>
          </p:cNvPr>
          <p:cNvSpPr/>
          <p:nvPr/>
        </p:nvSpPr>
        <p:spPr>
          <a:xfrm>
            <a:off x="4744981" y="2035700"/>
            <a:ext cx="352961" cy="277210"/>
          </a:xfrm>
          <a:custGeom>
            <a:avLst/>
            <a:gdLst>
              <a:gd name="csX0" fmla="*/ 122137 w 247663"/>
              <a:gd name="csY0" fmla="*/ 2071 h 194510"/>
              <a:gd name="csX1" fmla="*/ 245106 w 247663"/>
              <a:gd name="csY1" fmla="*/ 125099 h 194510"/>
              <a:gd name="csX2" fmla="*/ 168032 w 247663"/>
              <a:gd name="csY2" fmla="*/ 160428 h 194510"/>
              <a:gd name="csX3" fmla="*/ 0 w 247663"/>
              <a:gd name="csY3" fmla="*/ 194510 h 194510"/>
              <a:gd name="csX4" fmla="*/ 70755 w 247663"/>
              <a:gd name="csY4" fmla="*/ 115124 h 194510"/>
              <a:gd name="csX5" fmla="*/ 122137 w 247663"/>
              <a:gd name="csY5" fmla="*/ 2071 h 1945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7663" h="194510">
                <a:moveTo>
                  <a:pt x="122137" y="2071"/>
                </a:moveTo>
                <a:cubicBezTo>
                  <a:pt x="188735" y="-13059"/>
                  <a:pt x="262400" y="57433"/>
                  <a:pt x="245106" y="125099"/>
                </a:cubicBezTo>
                <a:cubicBezTo>
                  <a:pt x="229475" y="151617"/>
                  <a:pt x="197465" y="162340"/>
                  <a:pt x="168032" y="160428"/>
                </a:cubicBezTo>
                <a:cubicBezTo>
                  <a:pt x="109998" y="158184"/>
                  <a:pt x="53295" y="172731"/>
                  <a:pt x="0" y="194510"/>
                </a:cubicBezTo>
                <a:cubicBezTo>
                  <a:pt x="27686" y="172232"/>
                  <a:pt x="57618" y="149705"/>
                  <a:pt x="70755" y="115124"/>
                </a:cubicBezTo>
                <a:cubicBezTo>
                  <a:pt x="89711" y="78631"/>
                  <a:pt x="85804" y="27757"/>
                  <a:pt x="122137" y="2071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任意多边形: 形状 4" descr="D:\51PPT模板网\51pptmoban.com\图片.jpg">
            <a:extLst>
              <a:ext uri="{FF2B5EF4-FFF2-40B4-BE49-F238E27FC236}">
                <a16:creationId xmlns:a16="http://schemas.microsoft.com/office/drawing/2014/main" id="{2B831BFC-5C5A-0B9F-D4AF-92AD1A1CA055}"/>
              </a:ext>
            </a:extLst>
          </p:cNvPr>
          <p:cNvSpPr/>
          <p:nvPr/>
        </p:nvSpPr>
        <p:spPr>
          <a:xfrm>
            <a:off x="4369335" y="2279878"/>
            <a:ext cx="987405" cy="646269"/>
          </a:xfrm>
          <a:custGeom>
            <a:avLst/>
            <a:gdLst>
              <a:gd name="csX0" fmla="*/ 110846 w 692834"/>
              <a:gd name="csY0" fmla="*/ 95606 h 453468"/>
              <a:gd name="csX1" fmla="*/ 557076 w 692834"/>
              <a:gd name="csY1" fmla="*/ 4083 h 453468"/>
              <a:gd name="csX2" fmla="*/ 691934 w 692834"/>
              <a:gd name="csY2" fmla="*/ 79895 h 453468"/>
              <a:gd name="csX3" fmla="*/ 664746 w 692834"/>
              <a:gd name="csY3" fmla="*/ 122124 h 453468"/>
              <a:gd name="csX4" fmla="*/ 505028 w 692834"/>
              <a:gd name="csY4" fmla="*/ 167012 h 453468"/>
              <a:gd name="csX5" fmla="*/ 592661 w 692834"/>
              <a:gd name="csY5" fmla="*/ 262609 h 453468"/>
              <a:gd name="csX6" fmla="*/ 546101 w 692834"/>
              <a:gd name="csY6" fmla="*/ 344821 h 453468"/>
              <a:gd name="csX7" fmla="*/ 321448 w 692834"/>
              <a:gd name="csY7" fmla="*/ 419470 h 453468"/>
              <a:gd name="csX8" fmla="*/ 248282 w 692834"/>
              <a:gd name="csY8" fmla="*/ 453469 h 453468"/>
              <a:gd name="csX9" fmla="*/ 271063 w 692834"/>
              <a:gd name="csY9" fmla="*/ 432271 h 453468"/>
              <a:gd name="csX10" fmla="*/ 213528 w 692834"/>
              <a:gd name="csY10" fmla="*/ 345237 h 453468"/>
              <a:gd name="csX11" fmla="*/ 306482 w 692834"/>
              <a:gd name="csY11" fmla="*/ 216805 h 453468"/>
              <a:gd name="csX12" fmla="*/ 75843 w 692834"/>
              <a:gd name="csY12" fmla="*/ 200928 h 453468"/>
              <a:gd name="csX13" fmla="*/ 1596 w 692834"/>
              <a:gd name="csY13" fmla="*/ 89787 h 453468"/>
              <a:gd name="csX14" fmla="*/ 110846 w 692834"/>
              <a:gd name="csY14" fmla="*/ 95606 h 453468"/>
              <a:gd name="csX15" fmla="*/ 392202 w 692834"/>
              <a:gd name="csY15" fmla="*/ 223871 h 453468"/>
              <a:gd name="csX16" fmla="*/ 332506 w 692834"/>
              <a:gd name="csY16" fmla="*/ 364190 h 453468"/>
              <a:gd name="csX17" fmla="*/ 413072 w 692834"/>
              <a:gd name="csY17" fmla="*/ 244570 h 453468"/>
              <a:gd name="csX18" fmla="*/ 462542 w 692834"/>
              <a:gd name="csY18" fmla="*/ 177320 h 453468"/>
              <a:gd name="csX19" fmla="*/ 392202 w 692834"/>
              <a:gd name="csY19" fmla="*/ 223871 h 453468"/>
              <a:gd name="csX0" fmla="*/ 110846 w 692834"/>
              <a:gd name="csY0" fmla="*/ 95606 h 453469"/>
              <a:gd name="csX1" fmla="*/ 557076 w 692834"/>
              <a:gd name="csY1" fmla="*/ 4083 h 453469"/>
              <a:gd name="csX2" fmla="*/ 691934 w 692834"/>
              <a:gd name="csY2" fmla="*/ 79895 h 453469"/>
              <a:gd name="csX3" fmla="*/ 664746 w 692834"/>
              <a:gd name="csY3" fmla="*/ 122124 h 453469"/>
              <a:gd name="csX4" fmla="*/ 505028 w 692834"/>
              <a:gd name="csY4" fmla="*/ 167012 h 453469"/>
              <a:gd name="csX5" fmla="*/ 592661 w 692834"/>
              <a:gd name="csY5" fmla="*/ 262609 h 453469"/>
              <a:gd name="csX6" fmla="*/ 546101 w 692834"/>
              <a:gd name="csY6" fmla="*/ 344821 h 453469"/>
              <a:gd name="csX7" fmla="*/ 321448 w 692834"/>
              <a:gd name="csY7" fmla="*/ 419470 h 453469"/>
              <a:gd name="csX8" fmla="*/ 248282 w 692834"/>
              <a:gd name="csY8" fmla="*/ 453469 h 453469"/>
              <a:gd name="csX9" fmla="*/ 271063 w 692834"/>
              <a:gd name="csY9" fmla="*/ 432271 h 453469"/>
              <a:gd name="csX10" fmla="*/ 213528 w 692834"/>
              <a:gd name="csY10" fmla="*/ 345237 h 453469"/>
              <a:gd name="csX11" fmla="*/ 306482 w 692834"/>
              <a:gd name="csY11" fmla="*/ 216805 h 453469"/>
              <a:gd name="csX12" fmla="*/ 75843 w 692834"/>
              <a:gd name="csY12" fmla="*/ 200928 h 453469"/>
              <a:gd name="csX13" fmla="*/ 1596 w 692834"/>
              <a:gd name="csY13" fmla="*/ 89787 h 453469"/>
              <a:gd name="csX14" fmla="*/ 110846 w 692834"/>
              <a:gd name="csY14" fmla="*/ 95606 h 453469"/>
              <a:gd name="csX15" fmla="*/ 392202 w 692834"/>
              <a:gd name="csY15" fmla="*/ 223871 h 453469"/>
              <a:gd name="csX16" fmla="*/ 332506 w 692834"/>
              <a:gd name="csY16" fmla="*/ 364190 h 453469"/>
              <a:gd name="csX17" fmla="*/ 462542 w 692834"/>
              <a:gd name="csY17" fmla="*/ 177320 h 453469"/>
              <a:gd name="csX18" fmla="*/ 392202 w 692834"/>
              <a:gd name="csY18" fmla="*/ 223871 h 453469"/>
              <a:gd name="csX0" fmla="*/ 110846 w 692834"/>
              <a:gd name="csY0" fmla="*/ 95606 h 453469"/>
              <a:gd name="csX1" fmla="*/ 557076 w 692834"/>
              <a:gd name="csY1" fmla="*/ 4083 h 453469"/>
              <a:gd name="csX2" fmla="*/ 691934 w 692834"/>
              <a:gd name="csY2" fmla="*/ 79895 h 453469"/>
              <a:gd name="csX3" fmla="*/ 664746 w 692834"/>
              <a:gd name="csY3" fmla="*/ 122124 h 453469"/>
              <a:gd name="csX4" fmla="*/ 505028 w 692834"/>
              <a:gd name="csY4" fmla="*/ 167012 h 453469"/>
              <a:gd name="csX5" fmla="*/ 592661 w 692834"/>
              <a:gd name="csY5" fmla="*/ 262609 h 453469"/>
              <a:gd name="csX6" fmla="*/ 546101 w 692834"/>
              <a:gd name="csY6" fmla="*/ 344821 h 453469"/>
              <a:gd name="csX7" fmla="*/ 321448 w 692834"/>
              <a:gd name="csY7" fmla="*/ 419470 h 453469"/>
              <a:gd name="csX8" fmla="*/ 248282 w 692834"/>
              <a:gd name="csY8" fmla="*/ 453469 h 453469"/>
              <a:gd name="csX9" fmla="*/ 271063 w 692834"/>
              <a:gd name="csY9" fmla="*/ 432271 h 453469"/>
              <a:gd name="csX10" fmla="*/ 213528 w 692834"/>
              <a:gd name="csY10" fmla="*/ 345237 h 453469"/>
              <a:gd name="csX11" fmla="*/ 306482 w 692834"/>
              <a:gd name="csY11" fmla="*/ 216805 h 453469"/>
              <a:gd name="csX12" fmla="*/ 75843 w 692834"/>
              <a:gd name="csY12" fmla="*/ 200928 h 453469"/>
              <a:gd name="csX13" fmla="*/ 1596 w 692834"/>
              <a:gd name="csY13" fmla="*/ 89787 h 453469"/>
              <a:gd name="csX14" fmla="*/ 110846 w 692834"/>
              <a:gd name="csY14" fmla="*/ 95606 h 453469"/>
              <a:gd name="csX15" fmla="*/ 392202 w 692834"/>
              <a:gd name="csY15" fmla="*/ 223871 h 453469"/>
              <a:gd name="csX16" fmla="*/ 332506 w 692834"/>
              <a:gd name="csY16" fmla="*/ 364190 h 453469"/>
              <a:gd name="csX17" fmla="*/ 462542 w 692834"/>
              <a:gd name="csY17" fmla="*/ 177320 h 453469"/>
              <a:gd name="csX18" fmla="*/ 392202 w 692834"/>
              <a:gd name="csY18" fmla="*/ 223871 h 4534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692834" h="453469">
                <a:moveTo>
                  <a:pt x="110846" y="95606"/>
                </a:moveTo>
                <a:cubicBezTo>
                  <a:pt x="263165" y="85714"/>
                  <a:pt x="409663" y="39911"/>
                  <a:pt x="557076" y="4083"/>
                </a:cubicBezTo>
                <a:cubicBezTo>
                  <a:pt x="613114" y="-12709"/>
                  <a:pt x="676719" y="24200"/>
                  <a:pt x="691934" y="79895"/>
                </a:cubicBezTo>
                <a:cubicBezTo>
                  <a:pt x="696424" y="98682"/>
                  <a:pt x="683619" y="118466"/>
                  <a:pt x="664746" y="122124"/>
                </a:cubicBezTo>
                <a:cubicBezTo>
                  <a:pt x="612283" y="139580"/>
                  <a:pt x="558240" y="151966"/>
                  <a:pt x="505028" y="167012"/>
                </a:cubicBezTo>
                <a:cubicBezTo>
                  <a:pt x="545934" y="184635"/>
                  <a:pt x="584264" y="216889"/>
                  <a:pt x="592661" y="262609"/>
                </a:cubicBezTo>
                <a:cubicBezTo>
                  <a:pt x="600476" y="297938"/>
                  <a:pt x="572041" y="325952"/>
                  <a:pt x="546101" y="344821"/>
                </a:cubicBezTo>
                <a:cubicBezTo>
                  <a:pt x="479669" y="391955"/>
                  <a:pt x="391787" y="381065"/>
                  <a:pt x="321448" y="419470"/>
                </a:cubicBezTo>
                <a:cubicBezTo>
                  <a:pt x="298251" y="433269"/>
                  <a:pt x="272643" y="442080"/>
                  <a:pt x="248282" y="453469"/>
                </a:cubicBezTo>
                <a:cubicBezTo>
                  <a:pt x="255765" y="446237"/>
                  <a:pt x="263414" y="439254"/>
                  <a:pt x="271063" y="432271"/>
                </a:cubicBezTo>
                <a:cubicBezTo>
                  <a:pt x="240217" y="415064"/>
                  <a:pt x="207874" y="383476"/>
                  <a:pt x="213528" y="345237"/>
                </a:cubicBezTo>
                <a:cubicBezTo>
                  <a:pt x="227995" y="292285"/>
                  <a:pt x="279793" y="262525"/>
                  <a:pt x="306482" y="216805"/>
                </a:cubicBezTo>
                <a:cubicBezTo>
                  <a:pt x="229824" y="213480"/>
                  <a:pt x="147845" y="239665"/>
                  <a:pt x="75843" y="200928"/>
                </a:cubicBezTo>
                <a:cubicBezTo>
                  <a:pt x="37015" y="178484"/>
                  <a:pt x="-9213" y="139996"/>
                  <a:pt x="1596" y="89787"/>
                </a:cubicBezTo>
                <a:cubicBezTo>
                  <a:pt x="37930" y="93029"/>
                  <a:pt x="74180" y="103337"/>
                  <a:pt x="110846" y="95606"/>
                </a:cubicBezTo>
                <a:moveTo>
                  <a:pt x="392202" y="223871"/>
                </a:moveTo>
                <a:cubicBezTo>
                  <a:pt x="365763" y="267513"/>
                  <a:pt x="345310" y="314813"/>
                  <a:pt x="332506" y="364190"/>
                </a:cubicBezTo>
                <a:cubicBezTo>
                  <a:pt x="444480" y="289598"/>
                  <a:pt x="452593" y="200707"/>
                  <a:pt x="462542" y="177320"/>
                </a:cubicBezTo>
                <a:cubicBezTo>
                  <a:pt x="435271" y="185134"/>
                  <a:pt x="406919" y="198268"/>
                  <a:pt x="392202" y="223871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2808182F-C186-3553-531E-AC05F0440FED}"/>
              </a:ext>
            </a:extLst>
          </p:cNvPr>
          <p:cNvSpPr/>
          <p:nvPr/>
        </p:nvSpPr>
        <p:spPr>
          <a:xfrm>
            <a:off x="4406090" y="2859340"/>
            <a:ext cx="973276" cy="310985"/>
          </a:xfrm>
          <a:custGeom>
            <a:avLst/>
            <a:gdLst>
              <a:gd name="csX0" fmla="*/ 171192 w 682920"/>
              <a:gd name="csY0" fmla="*/ 63730 h 218209"/>
              <a:gd name="csX1" fmla="*/ 560053 w 682920"/>
              <a:gd name="csY1" fmla="*/ 2465 h 218209"/>
              <a:gd name="csX2" fmla="*/ 682771 w 682920"/>
              <a:gd name="csY2" fmla="*/ 131811 h 218209"/>
              <a:gd name="csX3" fmla="*/ 588072 w 682920"/>
              <a:gd name="csY3" fmla="*/ 174871 h 218209"/>
              <a:gd name="csX4" fmla="*/ 404159 w 682920"/>
              <a:gd name="csY4" fmla="*/ 213026 h 218209"/>
              <a:gd name="csX5" fmla="*/ 475579 w 682920"/>
              <a:gd name="csY5" fmla="*/ 158495 h 218209"/>
              <a:gd name="csX6" fmla="*/ 433508 w 682920"/>
              <a:gd name="csY6" fmla="*/ 161238 h 218209"/>
              <a:gd name="csX7" fmla="*/ 164125 w 682920"/>
              <a:gd name="csY7" fmla="*/ 217183 h 218209"/>
              <a:gd name="csX8" fmla="*/ 0 w 682920"/>
              <a:gd name="csY8" fmla="*/ 106208 h 218209"/>
              <a:gd name="csX9" fmla="*/ 171192 w 682920"/>
              <a:gd name="csY9" fmla="*/ 63730 h 2182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82920" h="218209">
                <a:moveTo>
                  <a:pt x="171192" y="63730"/>
                </a:moveTo>
                <a:cubicBezTo>
                  <a:pt x="298650" y="33721"/>
                  <a:pt x="427106" y="-11002"/>
                  <a:pt x="560053" y="2465"/>
                </a:cubicBezTo>
                <a:cubicBezTo>
                  <a:pt x="622077" y="11526"/>
                  <a:pt x="686430" y="65226"/>
                  <a:pt x="682771" y="131811"/>
                </a:cubicBezTo>
                <a:cubicBezTo>
                  <a:pt x="674125" y="174954"/>
                  <a:pt x="622659" y="174705"/>
                  <a:pt x="588072" y="174871"/>
                </a:cubicBezTo>
                <a:cubicBezTo>
                  <a:pt x="524384" y="172211"/>
                  <a:pt x="463773" y="193491"/>
                  <a:pt x="404159" y="213026"/>
                </a:cubicBezTo>
                <a:cubicBezTo>
                  <a:pt x="428852" y="196151"/>
                  <a:pt x="461694" y="187340"/>
                  <a:pt x="475579" y="158495"/>
                </a:cubicBezTo>
                <a:cubicBezTo>
                  <a:pt x="461444" y="158744"/>
                  <a:pt x="447310" y="158744"/>
                  <a:pt x="433508" y="161238"/>
                </a:cubicBezTo>
                <a:cubicBezTo>
                  <a:pt x="343547" y="178944"/>
                  <a:pt x="255333" y="206376"/>
                  <a:pt x="164125" y="217183"/>
                </a:cubicBezTo>
                <a:cubicBezTo>
                  <a:pt x="93869" y="225662"/>
                  <a:pt x="9478" y="181022"/>
                  <a:pt x="0" y="106208"/>
                </a:cubicBezTo>
                <a:cubicBezTo>
                  <a:pt x="55955" y="87670"/>
                  <a:pt x="114322" y="78609"/>
                  <a:pt x="171192" y="63730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D04F0C6C-EF11-0C17-E3B8-8859EDA64553}"/>
              </a:ext>
            </a:extLst>
          </p:cNvPr>
          <p:cNvSpPr/>
          <p:nvPr/>
        </p:nvSpPr>
        <p:spPr>
          <a:xfrm>
            <a:off x="4281656" y="3351837"/>
            <a:ext cx="1257307" cy="1530799"/>
          </a:xfrm>
          <a:custGeom>
            <a:avLst/>
            <a:gdLst>
              <a:gd name="csX0" fmla="*/ 661337 w 1275374"/>
              <a:gd name="csY0" fmla="*/ 26102 h 1612801"/>
              <a:gd name="csX1" fmla="*/ 778236 w 1275374"/>
              <a:gd name="csY1" fmla="*/ 0 h 1612801"/>
              <a:gd name="csX2" fmla="*/ 852649 w 1275374"/>
              <a:gd name="csY2" fmla="*/ 70908 h 1612801"/>
              <a:gd name="csX3" fmla="*/ 825628 w 1275374"/>
              <a:gd name="csY3" fmla="*/ 133752 h 1612801"/>
              <a:gd name="csX4" fmla="*/ 638306 w 1275374"/>
              <a:gd name="csY4" fmla="*/ 212224 h 1612801"/>
              <a:gd name="csX5" fmla="*/ 569879 w 1275374"/>
              <a:gd name="csY5" fmla="*/ 279640 h 1612801"/>
              <a:gd name="csX6" fmla="*/ 753127 w 1275374"/>
              <a:gd name="csY6" fmla="*/ 241651 h 1612801"/>
              <a:gd name="csX7" fmla="*/ 872105 w 1275374"/>
              <a:gd name="csY7" fmla="*/ 324280 h 1612801"/>
              <a:gd name="csX8" fmla="*/ 931385 w 1275374"/>
              <a:gd name="csY8" fmla="*/ 525946 h 1612801"/>
              <a:gd name="csX9" fmla="*/ 932716 w 1275374"/>
              <a:gd name="csY9" fmla="*/ 776160 h 1612801"/>
              <a:gd name="csX10" fmla="*/ 883661 w 1275374"/>
              <a:gd name="csY10" fmla="*/ 906005 h 1612801"/>
              <a:gd name="csX11" fmla="*/ 762689 w 1275374"/>
              <a:gd name="csY11" fmla="*/ 934434 h 1612801"/>
              <a:gd name="csX12" fmla="*/ 669236 w 1275374"/>
              <a:gd name="csY12" fmla="*/ 871091 h 1612801"/>
              <a:gd name="csX13" fmla="*/ 469859 w 1275374"/>
              <a:gd name="csY13" fmla="*/ 918972 h 1612801"/>
              <a:gd name="csX14" fmla="*/ 517333 w 1275374"/>
              <a:gd name="csY14" fmla="*/ 995865 h 1612801"/>
              <a:gd name="csX15" fmla="*/ 523153 w 1275374"/>
              <a:gd name="csY15" fmla="*/ 1098860 h 1612801"/>
              <a:gd name="csX16" fmla="*/ 640967 w 1275374"/>
              <a:gd name="csY16" fmla="*/ 1055634 h 1612801"/>
              <a:gd name="csX17" fmla="*/ 871856 w 1275374"/>
              <a:gd name="csY17" fmla="*/ 970012 h 1612801"/>
              <a:gd name="csX18" fmla="*/ 972043 w 1275374"/>
              <a:gd name="csY18" fmla="*/ 1086640 h 1612801"/>
              <a:gd name="csX19" fmla="*/ 819225 w 1275374"/>
              <a:gd name="csY19" fmla="*/ 1216568 h 1612801"/>
              <a:gd name="csX20" fmla="*/ 1109479 w 1275374"/>
              <a:gd name="csY20" fmla="*/ 1317401 h 1612801"/>
              <a:gd name="csX21" fmla="*/ 1257307 w 1275374"/>
              <a:gd name="csY21" fmla="*/ 1445085 h 1612801"/>
              <a:gd name="csX22" fmla="*/ 1271441 w 1275374"/>
              <a:gd name="csY22" fmla="*/ 1565869 h 1612801"/>
              <a:gd name="csX23" fmla="*/ 1202848 w 1275374"/>
              <a:gd name="csY23" fmla="*/ 1612254 h 1612801"/>
              <a:gd name="csX24" fmla="*/ 995323 w 1275374"/>
              <a:gd name="csY24" fmla="*/ 1529126 h 1612801"/>
              <a:gd name="csX25" fmla="*/ 619682 w 1275374"/>
              <a:gd name="csY25" fmla="*/ 1369605 h 1612801"/>
              <a:gd name="csX26" fmla="*/ 446245 w 1275374"/>
              <a:gd name="csY26" fmla="*/ 1448244 h 1612801"/>
              <a:gd name="csX27" fmla="*/ 178192 w 1275374"/>
              <a:gd name="csY27" fmla="*/ 1496125 h 1612801"/>
              <a:gd name="csX28" fmla="*/ 380480 w 1275374"/>
              <a:gd name="csY28" fmla="*/ 1400695 h 1612801"/>
              <a:gd name="csX29" fmla="*/ 516419 w 1275374"/>
              <a:gd name="csY29" fmla="*/ 1311582 h 1612801"/>
              <a:gd name="csX30" fmla="*/ 426956 w 1275374"/>
              <a:gd name="csY30" fmla="*/ 1242670 h 1612801"/>
              <a:gd name="csX31" fmla="*/ 244706 w 1275374"/>
              <a:gd name="csY31" fmla="*/ 1405766 h 1612801"/>
              <a:gd name="csX32" fmla="*/ 121239 w 1275374"/>
              <a:gd name="csY32" fmla="*/ 1444503 h 1612801"/>
              <a:gd name="csX33" fmla="*/ 1929 w 1275374"/>
              <a:gd name="csY33" fmla="*/ 1282238 h 1612801"/>
              <a:gd name="csX34" fmla="*/ 78919 w 1275374"/>
              <a:gd name="csY34" fmla="*/ 1208588 h 1612801"/>
              <a:gd name="csX35" fmla="*/ 328266 w 1275374"/>
              <a:gd name="csY35" fmla="*/ 967269 h 1612801"/>
              <a:gd name="csX36" fmla="*/ 365514 w 1275374"/>
              <a:gd name="csY36" fmla="*/ 875497 h 1612801"/>
              <a:gd name="csX37" fmla="*/ 463124 w 1275374"/>
              <a:gd name="csY37" fmla="*/ 915730 h 1612801"/>
              <a:gd name="csX38" fmla="*/ 450569 w 1275374"/>
              <a:gd name="csY38" fmla="*/ 850226 h 1612801"/>
              <a:gd name="csX39" fmla="*/ 557990 w 1275374"/>
              <a:gd name="csY39" fmla="*/ 785886 h 1612801"/>
              <a:gd name="csX40" fmla="*/ 704239 w 1275374"/>
              <a:gd name="csY40" fmla="*/ 727115 h 1612801"/>
              <a:gd name="csX41" fmla="*/ 733339 w 1275374"/>
              <a:gd name="csY41" fmla="*/ 626281 h 1612801"/>
              <a:gd name="csX42" fmla="*/ 749968 w 1275374"/>
              <a:gd name="csY42" fmla="*/ 476070 h 1612801"/>
              <a:gd name="csX43" fmla="*/ 736082 w 1275374"/>
              <a:gd name="csY43" fmla="*/ 435421 h 1612801"/>
              <a:gd name="csX44" fmla="*/ 613945 w 1275374"/>
              <a:gd name="csY44" fmla="*/ 443733 h 1612801"/>
              <a:gd name="csX45" fmla="*/ 521573 w 1275374"/>
              <a:gd name="csY45" fmla="*/ 349633 h 1612801"/>
              <a:gd name="csX46" fmla="*/ 455973 w 1275374"/>
              <a:gd name="csY46" fmla="*/ 808330 h 1612801"/>
              <a:gd name="csX47" fmla="*/ 412656 w 1275374"/>
              <a:gd name="csY47" fmla="*/ 847898 h 1612801"/>
              <a:gd name="csX48" fmla="*/ 332090 w 1275374"/>
              <a:gd name="csY48" fmla="*/ 806085 h 1612801"/>
              <a:gd name="csX49" fmla="*/ 296006 w 1275374"/>
              <a:gd name="csY49" fmla="*/ 645567 h 1612801"/>
              <a:gd name="csX50" fmla="*/ 376654 w 1275374"/>
              <a:gd name="csY50" fmla="*/ 416135 h 1612801"/>
              <a:gd name="csX51" fmla="*/ 478588 w 1275374"/>
              <a:gd name="csY51" fmla="*/ 301087 h 1612801"/>
              <a:gd name="csX52" fmla="*/ 544438 w 1275374"/>
              <a:gd name="csY52" fmla="*/ 225940 h 1612801"/>
              <a:gd name="csX53" fmla="*/ 336830 w 1275374"/>
              <a:gd name="csY53" fmla="*/ 278809 h 1612801"/>
              <a:gd name="csX54" fmla="*/ 243542 w 1275374"/>
              <a:gd name="csY54" fmla="*/ 160768 h 1612801"/>
              <a:gd name="csX55" fmla="*/ 264827 w 1275374"/>
              <a:gd name="csY55" fmla="*/ 131674 h 1612801"/>
              <a:gd name="csX56" fmla="*/ 425211 w 1275374"/>
              <a:gd name="csY56" fmla="*/ 96594 h 1612801"/>
              <a:gd name="csX57" fmla="*/ 661337 w 1275374"/>
              <a:gd name="csY57" fmla="*/ 26102 h 1612801"/>
              <a:gd name="csX58" fmla="*/ 674307 w 1275374"/>
              <a:gd name="csY58" fmla="*/ 1103931 h 1612801"/>
              <a:gd name="csX59" fmla="*/ 495716 w 1275374"/>
              <a:gd name="csY59" fmla="*/ 1153391 h 1612801"/>
              <a:gd name="csX60" fmla="*/ 677467 w 1275374"/>
              <a:gd name="csY60" fmla="*/ 1177914 h 1612801"/>
              <a:gd name="csX61" fmla="*/ 754374 w 1275374"/>
              <a:gd name="csY61" fmla="*/ 1106175 h 1612801"/>
              <a:gd name="csX62" fmla="*/ 674307 w 1275374"/>
              <a:gd name="csY62" fmla="*/ 1103931 h 1612801"/>
              <a:gd name="csX0" fmla="*/ 661337 w 1275374"/>
              <a:gd name="csY0" fmla="*/ 26102 h 1570660"/>
              <a:gd name="csX1" fmla="*/ 778236 w 1275374"/>
              <a:gd name="csY1" fmla="*/ 0 h 1570660"/>
              <a:gd name="csX2" fmla="*/ 852649 w 1275374"/>
              <a:gd name="csY2" fmla="*/ 70908 h 1570660"/>
              <a:gd name="csX3" fmla="*/ 825628 w 1275374"/>
              <a:gd name="csY3" fmla="*/ 133752 h 1570660"/>
              <a:gd name="csX4" fmla="*/ 638306 w 1275374"/>
              <a:gd name="csY4" fmla="*/ 212224 h 1570660"/>
              <a:gd name="csX5" fmla="*/ 569879 w 1275374"/>
              <a:gd name="csY5" fmla="*/ 279640 h 1570660"/>
              <a:gd name="csX6" fmla="*/ 753127 w 1275374"/>
              <a:gd name="csY6" fmla="*/ 241651 h 1570660"/>
              <a:gd name="csX7" fmla="*/ 872105 w 1275374"/>
              <a:gd name="csY7" fmla="*/ 324280 h 1570660"/>
              <a:gd name="csX8" fmla="*/ 931385 w 1275374"/>
              <a:gd name="csY8" fmla="*/ 525946 h 1570660"/>
              <a:gd name="csX9" fmla="*/ 932716 w 1275374"/>
              <a:gd name="csY9" fmla="*/ 776160 h 1570660"/>
              <a:gd name="csX10" fmla="*/ 883661 w 1275374"/>
              <a:gd name="csY10" fmla="*/ 906005 h 1570660"/>
              <a:gd name="csX11" fmla="*/ 762689 w 1275374"/>
              <a:gd name="csY11" fmla="*/ 934434 h 1570660"/>
              <a:gd name="csX12" fmla="*/ 669236 w 1275374"/>
              <a:gd name="csY12" fmla="*/ 871091 h 1570660"/>
              <a:gd name="csX13" fmla="*/ 469859 w 1275374"/>
              <a:gd name="csY13" fmla="*/ 918972 h 1570660"/>
              <a:gd name="csX14" fmla="*/ 517333 w 1275374"/>
              <a:gd name="csY14" fmla="*/ 995865 h 1570660"/>
              <a:gd name="csX15" fmla="*/ 523153 w 1275374"/>
              <a:gd name="csY15" fmla="*/ 1098860 h 1570660"/>
              <a:gd name="csX16" fmla="*/ 640967 w 1275374"/>
              <a:gd name="csY16" fmla="*/ 1055634 h 1570660"/>
              <a:gd name="csX17" fmla="*/ 871856 w 1275374"/>
              <a:gd name="csY17" fmla="*/ 970012 h 1570660"/>
              <a:gd name="csX18" fmla="*/ 972043 w 1275374"/>
              <a:gd name="csY18" fmla="*/ 1086640 h 1570660"/>
              <a:gd name="csX19" fmla="*/ 819225 w 1275374"/>
              <a:gd name="csY19" fmla="*/ 1216568 h 1570660"/>
              <a:gd name="csX20" fmla="*/ 1109479 w 1275374"/>
              <a:gd name="csY20" fmla="*/ 1317401 h 1570660"/>
              <a:gd name="csX21" fmla="*/ 1257307 w 1275374"/>
              <a:gd name="csY21" fmla="*/ 1445085 h 1570660"/>
              <a:gd name="csX22" fmla="*/ 1271441 w 1275374"/>
              <a:gd name="csY22" fmla="*/ 1565869 h 1570660"/>
              <a:gd name="csX23" fmla="*/ 995323 w 1275374"/>
              <a:gd name="csY23" fmla="*/ 1529126 h 1570660"/>
              <a:gd name="csX24" fmla="*/ 619682 w 1275374"/>
              <a:gd name="csY24" fmla="*/ 1369605 h 1570660"/>
              <a:gd name="csX25" fmla="*/ 446245 w 1275374"/>
              <a:gd name="csY25" fmla="*/ 1448244 h 1570660"/>
              <a:gd name="csX26" fmla="*/ 178192 w 1275374"/>
              <a:gd name="csY26" fmla="*/ 1496125 h 1570660"/>
              <a:gd name="csX27" fmla="*/ 380480 w 1275374"/>
              <a:gd name="csY27" fmla="*/ 1400695 h 1570660"/>
              <a:gd name="csX28" fmla="*/ 516419 w 1275374"/>
              <a:gd name="csY28" fmla="*/ 1311582 h 1570660"/>
              <a:gd name="csX29" fmla="*/ 426956 w 1275374"/>
              <a:gd name="csY29" fmla="*/ 1242670 h 1570660"/>
              <a:gd name="csX30" fmla="*/ 244706 w 1275374"/>
              <a:gd name="csY30" fmla="*/ 1405766 h 1570660"/>
              <a:gd name="csX31" fmla="*/ 121239 w 1275374"/>
              <a:gd name="csY31" fmla="*/ 1444503 h 1570660"/>
              <a:gd name="csX32" fmla="*/ 1929 w 1275374"/>
              <a:gd name="csY32" fmla="*/ 1282238 h 1570660"/>
              <a:gd name="csX33" fmla="*/ 78919 w 1275374"/>
              <a:gd name="csY33" fmla="*/ 1208588 h 1570660"/>
              <a:gd name="csX34" fmla="*/ 328266 w 1275374"/>
              <a:gd name="csY34" fmla="*/ 967269 h 1570660"/>
              <a:gd name="csX35" fmla="*/ 365514 w 1275374"/>
              <a:gd name="csY35" fmla="*/ 875497 h 1570660"/>
              <a:gd name="csX36" fmla="*/ 463124 w 1275374"/>
              <a:gd name="csY36" fmla="*/ 915730 h 1570660"/>
              <a:gd name="csX37" fmla="*/ 450569 w 1275374"/>
              <a:gd name="csY37" fmla="*/ 850226 h 1570660"/>
              <a:gd name="csX38" fmla="*/ 557990 w 1275374"/>
              <a:gd name="csY38" fmla="*/ 785886 h 1570660"/>
              <a:gd name="csX39" fmla="*/ 704239 w 1275374"/>
              <a:gd name="csY39" fmla="*/ 727115 h 1570660"/>
              <a:gd name="csX40" fmla="*/ 733339 w 1275374"/>
              <a:gd name="csY40" fmla="*/ 626281 h 1570660"/>
              <a:gd name="csX41" fmla="*/ 749968 w 1275374"/>
              <a:gd name="csY41" fmla="*/ 476070 h 1570660"/>
              <a:gd name="csX42" fmla="*/ 736082 w 1275374"/>
              <a:gd name="csY42" fmla="*/ 435421 h 1570660"/>
              <a:gd name="csX43" fmla="*/ 613945 w 1275374"/>
              <a:gd name="csY43" fmla="*/ 443733 h 1570660"/>
              <a:gd name="csX44" fmla="*/ 521573 w 1275374"/>
              <a:gd name="csY44" fmla="*/ 349633 h 1570660"/>
              <a:gd name="csX45" fmla="*/ 455973 w 1275374"/>
              <a:gd name="csY45" fmla="*/ 808330 h 1570660"/>
              <a:gd name="csX46" fmla="*/ 412656 w 1275374"/>
              <a:gd name="csY46" fmla="*/ 847898 h 1570660"/>
              <a:gd name="csX47" fmla="*/ 332090 w 1275374"/>
              <a:gd name="csY47" fmla="*/ 806085 h 1570660"/>
              <a:gd name="csX48" fmla="*/ 296006 w 1275374"/>
              <a:gd name="csY48" fmla="*/ 645567 h 1570660"/>
              <a:gd name="csX49" fmla="*/ 376654 w 1275374"/>
              <a:gd name="csY49" fmla="*/ 416135 h 1570660"/>
              <a:gd name="csX50" fmla="*/ 478588 w 1275374"/>
              <a:gd name="csY50" fmla="*/ 301087 h 1570660"/>
              <a:gd name="csX51" fmla="*/ 544438 w 1275374"/>
              <a:gd name="csY51" fmla="*/ 225940 h 1570660"/>
              <a:gd name="csX52" fmla="*/ 336830 w 1275374"/>
              <a:gd name="csY52" fmla="*/ 278809 h 1570660"/>
              <a:gd name="csX53" fmla="*/ 243542 w 1275374"/>
              <a:gd name="csY53" fmla="*/ 160768 h 1570660"/>
              <a:gd name="csX54" fmla="*/ 264827 w 1275374"/>
              <a:gd name="csY54" fmla="*/ 131674 h 1570660"/>
              <a:gd name="csX55" fmla="*/ 425211 w 1275374"/>
              <a:gd name="csY55" fmla="*/ 96594 h 1570660"/>
              <a:gd name="csX56" fmla="*/ 661337 w 1275374"/>
              <a:gd name="csY56" fmla="*/ 26102 h 1570660"/>
              <a:gd name="csX57" fmla="*/ 674307 w 1275374"/>
              <a:gd name="csY57" fmla="*/ 1103931 h 1570660"/>
              <a:gd name="csX58" fmla="*/ 495716 w 1275374"/>
              <a:gd name="csY58" fmla="*/ 1153391 h 1570660"/>
              <a:gd name="csX59" fmla="*/ 677467 w 1275374"/>
              <a:gd name="csY59" fmla="*/ 1177914 h 1570660"/>
              <a:gd name="csX60" fmla="*/ 754374 w 1275374"/>
              <a:gd name="csY60" fmla="*/ 1106175 h 1570660"/>
              <a:gd name="csX61" fmla="*/ 674307 w 1275374"/>
              <a:gd name="csY61" fmla="*/ 1103931 h 1570660"/>
              <a:gd name="csX0" fmla="*/ 661337 w 1257307"/>
              <a:gd name="csY0" fmla="*/ 26102 h 1530799"/>
              <a:gd name="csX1" fmla="*/ 778236 w 1257307"/>
              <a:gd name="csY1" fmla="*/ 0 h 1530799"/>
              <a:gd name="csX2" fmla="*/ 852649 w 1257307"/>
              <a:gd name="csY2" fmla="*/ 70908 h 1530799"/>
              <a:gd name="csX3" fmla="*/ 825628 w 1257307"/>
              <a:gd name="csY3" fmla="*/ 133752 h 1530799"/>
              <a:gd name="csX4" fmla="*/ 638306 w 1257307"/>
              <a:gd name="csY4" fmla="*/ 212224 h 1530799"/>
              <a:gd name="csX5" fmla="*/ 569879 w 1257307"/>
              <a:gd name="csY5" fmla="*/ 279640 h 1530799"/>
              <a:gd name="csX6" fmla="*/ 753127 w 1257307"/>
              <a:gd name="csY6" fmla="*/ 241651 h 1530799"/>
              <a:gd name="csX7" fmla="*/ 872105 w 1257307"/>
              <a:gd name="csY7" fmla="*/ 324280 h 1530799"/>
              <a:gd name="csX8" fmla="*/ 931385 w 1257307"/>
              <a:gd name="csY8" fmla="*/ 525946 h 1530799"/>
              <a:gd name="csX9" fmla="*/ 932716 w 1257307"/>
              <a:gd name="csY9" fmla="*/ 776160 h 1530799"/>
              <a:gd name="csX10" fmla="*/ 883661 w 1257307"/>
              <a:gd name="csY10" fmla="*/ 906005 h 1530799"/>
              <a:gd name="csX11" fmla="*/ 762689 w 1257307"/>
              <a:gd name="csY11" fmla="*/ 934434 h 1530799"/>
              <a:gd name="csX12" fmla="*/ 669236 w 1257307"/>
              <a:gd name="csY12" fmla="*/ 871091 h 1530799"/>
              <a:gd name="csX13" fmla="*/ 469859 w 1257307"/>
              <a:gd name="csY13" fmla="*/ 918972 h 1530799"/>
              <a:gd name="csX14" fmla="*/ 517333 w 1257307"/>
              <a:gd name="csY14" fmla="*/ 995865 h 1530799"/>
              <a:gd name="csX15" fmla="*/ 523153 w 1257307"/>
              <a:gd name="csY15" fmla="*/ 1098860 h 1530799"/>
              <a:gd name="csX16" fmla="*/ 640967 w 1257307"/>
              <a:gd name="csY16" fmla="*/ 1055634 h 1530799"/>
              <a:gd name="csX17" fmla="*/ 871856 w 1257307"/>
              <a:gd name="csY17" fmla="*/ 970012 h 1530799"/>
              <a:gd name="csX18" fmla="*/ 972043 w 1257307"/>
              <a:gd name="csY18" fmla="*/ 1086640 h 1530799"/>
              <a:gd name="csX19" fmla="*/ 819225 w 1257307"/>
              <a:gd name="csY19" fmla="*/ 1216568 h 1530799"/>
              <a:gd name="csX20" fmla="*/ 1109479 w 1257307"/>
              <a:gd name="csY20" fmla="*/ 1317401 h 1530799"/>
              <a:gd name="csX21" fmla="*/ 1257307 w 1257307"/>
              <a:gd name="csY21" fmla="*/ 1445085 h 1530799"/>
              <a:gd name="csX22" fmla="*/ 995323 w 1257307"/>
              <a:gd name="csY22" fmla="*/ 1529126 h 1530799"/>
              <a:gd name="csX23" fmla="*/ 619682 w 1257307"/>
              <a:gd name="csY23" fmla="*/ 1369605 h 1530799"/>
              <a:gd name="csX24" fmla="*/ 446245 w 1257307"/>
              <a:gd name="csY24" fmla="*/ 1448244 h 1530799"/>
              <a:gd name="csX25" fmla="*/ 178192 w 1257307"/>
              <a:gd name="csY25" fmla="*/ 1496125 h 1530799"/>
              <a:gd name="csX26" fmla="*/ 380480 w 1257307"/>
              <a:gd name="csY26" fmla="*/ 1400695 h 1530799"/>
              <a:gd name="csX27" fmla="*/ 516419 w 1257307"/>
              <a:gd name="csY27" fmla="*/ 1311582 h 1530799"/>
              <a:gd name="csX28" fmla="*/ 426956 w 1257307"/>
              <a:gd name="csY28" fmla="*/ 1242670 h 1530799"/>
              <a:gd name="csX29" fmla="*/ 244706 w 1257307"/>
              <a:gd name="csY29" fmla="*/ 1405766 h 1530799"/>
              <a:gd name="csX30" fmla="*/ 121239 w 1257307"/>
              <a:gd name="csY30" fmla="*/ 1444503 h 1530799"/>
              <a:gd name="csX31" fmla="*/ 1929 w 1257307"/>
              <a:gd name="csY31" fmla="*/ 1282238 h 1530799"/>
              <a:gd name="csX32" fmla="*/ 78919 w 1257307"/>
              <a:gd name="csY32" fmla="*/ 1208588 h 1530799"/>
              <a:gd name="csX33" fmla="*/ 328266 w 1257307"/>
              <a:gd name="csY33" fmla="*/ 967269 h 1530799"/>
              <a:gd name="csX34" fmla="*/ 365514 w 1257307"/>
              <a:gd name="csY34" fmla="*/ 875497 h 1530799"/>
              <a:gd name="csX35" fmla="*/ 463124 w 1257307"/>
              <a:gd name="csY35" fmla="*/ 915730 h 1530799"/>
              <a:gd name="csX36" fmla="*/ 450569 w 1257307"/>
              <a:gd name="csY36" fmla="*/ 850226 h 1530799"/>
              <a:gd name="csX37" fmla="*/ 557990 w 1257307"/>
              <a:gd name="csY37" fmla="*/ 785886 h 1530799"/>
              <a:gd name="csX38" fmla="*/ 704239 w 1257307"/>
              <a:gd name="csY38" fmla="*/ 727115 h 1530799"/>
              <a:gd name="csX39" fmla="*/ 733339 w 1257307"/>
              <a:gd name="csY39" fmla="*/ 626281 h 1530799"/>
              <a:gd name="csX40" fmla="*/ 749968 w 1257307"/>
              <a:gd name="csY40" fmla="*/ 476070 h 1530799"/>
              <a:gd name="csX41" fmla="*/ 736082 w 1257307"/>
              <a:gd name="csY41" fmla="*/ 435421 h 1530799"/>
              <a:gd name="csX42" fmla="*/ 613945 w 1257307"/>
              <a:gd name="csY42" fmla="*/ 443733 h 1530799"/>
              <a:gd name="csX43" fmla="*/ 521573 w 1257307"/>
              <a:gd name="csY43" fmla="*/ 349633 h 1530799"/>
              <a:gd name="csX44" fmla="*/ 455973 w 1257307"/>
              <a:gd name="csY44" fmla="*/ 808330 h 1530799"/>
              <a:gd name="csX45" fmla="*/ 412656 w 1257307"/>
              <a:gd name="csY45" fmla="*/ 847898 h 1530799"/>
              <a:gd name="csX46" fmla="*/ 332090 w 1257307"/>
              <a:gd name="csY46" fmla="*/ 806085 h 1530799"/>
              <a:gd name="csX47" fmla="*/ 296006 w 1257307"/>
              <a:gd name="csY47" fmla="*/ 645567 h 1530799"/>
              <a:gd name="csX48" fmla="*/ 376654 w 1257307"/>
              <a:gd name="csY48" fmla="*/ 416135 h 1530799"/>
              <a:gd name="csX49" fmla="*/ 478588 w 1257307"/>
              <a:gd name="csY49" fmla="*/ 301087 h 1530799"/>
              <a:gd name="csX50" fmla="*/ 544438 w 1257307"/>
              <a:gd name="csY50" fmla="*/ 225940 h 1530799"/>
              <a:gd name="csX51" fmla="*/ 336830 w 1257307"/>
              <a:gd name="csY51" fmla="*/ 278809 h 1530799"/>
              <a:gd name="csX52" fmla="*/ 243542 w 1257307"/>
              <a:gd name="csY52" fmla="*/ 160768 h 1530799"/>
              <a:gd name="csX53" fmla="*/ 264827 w 1257307"/>
              <a:gd name="csY53" fmla="*/ 131674 h 1530799"/>
              <a:gd name="csX54" fmla="*/ 425211 w 1257307"/>
              <a:gd name="csY54" fmla="*/ 96594 h 1530799"/>
              <a:gd name="csX55" fmla="*/ 661337 w 1257307"/>
              <a:gd name="csY55" fmla="*/ 26102 h 1530799"/>
              <a:gd name="csX56" fmla="*/ 674307 w 1257307"/>
              <a:gd name="csY56" fmla="*/ 1103931 h 1530799"/>
              <a:gd name="csX57" fmla="*/ 495716 w 1257307"/>
              <a:gd name="csY57" fmla="*/ 1153391 h 1530799"/>
              <a:gd name="csX58" fmla="*/ 677467 w 1257307"/>
              <a:gd name="csY58" fmla="*/ 1177914 h 1530799"/>
              <a:gd name="csX59" fmla="*/ 754374 w 1257307"/>
              <a:gd name="csY59" fmla="*/ 1106175 h 1530799"/>
              <a:gd name="csX60" fmla="*/ 674307 w 1257307"/>
              <a:gd name="csY60" fmla="*/ 1103931 h 153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</a:cxnLst>
            <a:rect l="l" t="t" r="r" b="b"/>
            <a:pathLst>
              <a:path w="1257307" h="1530799">
                <a:moveTo>
                  <a:pt x="661337" y="26102"/>
                </a:moveTo>
                <a:cubicBezTo>
                  <a:pt x="699417" y="14381"/>
                  <a:pt x="738078" y="2078"/>
                  <a:pt x="778236" y="0"/>
                </a:cubicBezTo>
                <a:cubicBezTo>
                  <a:pt x="813489" y="6983"/>
                  <a:pt x="841175" y="37823"/>
                  <a:pt x="852649" y="70908"/>
                </a:cubicBezTo>
                <a:cubicBezTo>
                  <a:pt x="862876" y="95763"/>
                  <a:pt x="842090" y="117709"/>
                  <a:pt x="825628" y="133752"/>
                </a:cubicBezTo>
                <a:cubicBezTo>
                  <a:pt x="772499" y="179389"/>
                  <a:pt x="696174" y="175565"/>
                  <a:pt x="638306" y="212224"/>
                </a:cubicBezTo>
                <a:cubicBezTo>
                  <a:pt x="611036" y="229515"/>
                  <a:pt x="586924" y="252208"/>
                  <a:pt x="569879" y="279640"/>
                </a:cubicBezTo>
                <a:cubicBezTo>
                  <a:pt x="630491" y="265343"/>
                  <a:pt x="689273" y="235500"/>
                  <a:pt x="753127" y="241651"/>
                </a:cubicBezTo>
                <a:cubicBezTo>
                  <a:pt x="802680" y="250213"/>
                  <a:pt x="842589" y="285293"/>
                  <a:pt x="872105" y="324280"/>
                </a:cubicBezTo>
                <a:cubicBezTo>
                  <a:pt x="913677" y="382718"/>
                  <a:pt x="927644" y="455621"/>
                  <a:pt x="931385" y="525946"/>
                </a:cubicBezTo>
                <a:cubicBezTo>
                  <a:pt x="934628" y="609323"/>
                  <a:pt x="934795" y="692783"/>
                  <a:pt x="932716" y="776160"/>
                </a:cubicBezTo>
                <a:cubicBezTo>
                  <a:pt x="929973" y="822711"/>
                  <a:pt x="919995" y="873502"/>
                  <a:pt x="883661" y="906005"/>
                </a:cubicBezTo>
                <a:cubicBezTo>
                  <a:pt x="853480" y="939256"/>
                  <a:pt x="804177" y="945324"/>
                  <a:pt x="762689" y="934434"/>
                </a:cubicBezTo>
                <a:cubicBezTo>
                  <a:pt x="725689" y="923212"/>
                  <a:pt x="696257" y="897442"/>
                  <a:pt x="669236" y="871091"/>
                </a:cubicBezTo>
                <a:cubicBezTo>
                  <a:pt x="607959" y="900851"/>
                  <a:pt x="540031" y="937343"/>
                  <a:pt x="469859" y="918972"/>
                </a:cubicBezTo>
                <a:cubicBezTo>
                  <a:pt x="489729" y="941666"/>
                  <a:pt x="508104" y="966687"/>
                  <a:pt x="517333" y="995865"/>
                </a:cubicBezTo>
                <a:cubicBezTo>
                  <a:pt x="528890" y="1028950"/>
                  <a:pt x="523402" y="1064528"/>
                  <a:pt x="523153" y="1098860"/>
                </a:cubicBezTo>
                <a:cubicBezTo>
                  <a:pt x="565140" y="1092708"/>
                  <a:pt x="601307" y="1069184"/>
                  <a:pt x="640967" y="1055634"/>
                </a:cubicBezTo>
                <a:cubicBezTo>
                  <a:pt x="718124" y="1027786"/>
                  <a:pt x="793368" y="994286"/>
                  <a:pt x="871856" y="970012"/>
                </a:cubicBezTo>
                <a:cubicBezTo>
                  <a:pt x="929723" y="964360"/>
                  <a:pt x="985845" y="1030778"/>
                  <a:pt x="972043" y="1086640"/>
                </a:cubicBezTo>
                <a:cubicBezTo>
                  <a:pt x="933049" y="1142335"/>
                  <a:pt x="870442" y="1173757"/>
                  <a:pt x="819225" y="1216568"/>
                </a:cubicBezTo>
                <a:cubicBezTo>
                  <a:pt x="917252" y="1246161"/>
                  <a:pt x="1016026" y="1274757"/>
                  <a:pt x="1109479" y="1317401"/>
                </a:cubicBezTo>
                <a:cubicBezTo>
                  <a:pt x="1168926" y="1345332"/>
                  <a:pt x="1227459" y="1384319"/>
                  <a:pt x="1257307" y="1445085"/>
                </a:cubicBezTo>
                <a:cubicBezTo>
                  <a:pt x="1238281" y="1480372"/>
                  <a:pt x="1101594" y="1541706"/>
                  <a:pt x="995323" y="1529126"/>
                </a:cubicBezTo>
                <a:cubicBezTo>
                  <a:pt x="889052" y="1516546"/>
                  <a:pt x="741320" y="1430870"/>
                  <a:pt x="619682" y="1369605"/>
                </a:cubicBezTo>
                <a:cubicBezTo>
                  <a:pt x="568133" y="1407844"/>
                  <a:pt x="509019" y="1434777"/>
                  <a:pt x="446245" y="1448244"/>
                </a:cubicBezTo>
                <a:cubicBezTo>
                  <a:pt x="357615" y="1467778"/>
                  <a:pt x="269899" y="1497705"/>
                  <a:pt x="178192" y="1496125"/>
                </a:cubicBezTo>
                <a:cubicBezTo>
                  <a:pt x="249944" y="1474512"/>
                  <a:pt x="315877" y="1438102"/>
                  <a:pt x="380480" y="1400695"/>
                </a:cubicBezTo>
                <a:cubicBezTo>
                  <a:pt x="426291" y="1371766"/>
                  <a:pt x="474016" y="1345582"/>
                  <a:pt x="516419" y="1311582"/>
                </a:cubicBezTo>
                <a:cubicBezTo>
                  <a:pt x="484990" y="1290634"/>
                  <a:pt x="456306" y="1266195"/>
                  <a:pt x="426956" y="1242670"/>
                </a:cubicBezTo>
                <a:cubicBezTo>
                  <a:pt x="371333" y="1302355"/>
                  <a:pt x="312967" y="1360461"/>
                  <a:pt x="244706" y="1405766"/>
                </a:cubicBezTo>
                <a:cubicBezTo>
                  <a:pt x="208539" y="1430205"/>
                  <a:pt x="165970" y="1450155"/>
                  <a:pt x="121239" y="1444503"/>
                </a:cubicBezTo>
                <a:cubicBezTo>
                  <a:pt x="49736" y="1430454"/>
                  <a:pt x="-11790" y="1356637"/>
                  <a:pt x="1929" y="1282238"/>
                </a:cubicBezTo>
                <a:cubicBezTo>
                  <a:pt x="8912" y="1242420"/>
                  <a:pt x="52064" y="1231863"/>
                  <a:pt x="78919" y="1208588"/>
                </a:cubicBezTo>
                <a:cubicBezTo>
                  <a:pt x="170626" y="1138262"/>
                  <a:pt x="264161" y="1064944"/>
                  <a:pt x="328266" y="967269"/>
                </a:cubicBezTo>
                <a:cubicBezTo>
                  <a:pt x="352709" y="940253"/>
                  <a:pt x="324607" y="889795"/>
                  <a:pt x="365514" y="875497"/>
                </a:cubicBezTo>
                <a:cubicBezTo>
                  <a:pt x="401764" y="866353"/>
                  <a:pt x="438513" y="890127"/>
                  <a:pt x="463124" y="915730"/>
                </a:cubicBezTo>
                <a:cubicBezTo>
                  <a:pt x="453147" y="895530"/>
                  <a:pt x="441090" y="873003"/>
                  <a:pt x="450569" y="850226"/>
                </a:cubicBezTo>
                <a:cubicBezTo>
                  <a:pt x="468861" y="809493"/>
                  <a:pt x="515254" y="788463"/>
                  <a:pt x="557990" y="785886"/>
                </a:cubicBezTo>
                <a:cubicBezTo>
                  <a:pt x="610703" y="780981"/>
                  <a:pt x="665827" y="765519"/>
                  <a:pt x="704239" y="727115"/>
                </a:cubicBezTo>
                <a:cubicBezTo>
                  <a:pt x="727270" y="699267"/>
                  <a:pt x="730179" y="660862"/>
                  <a:pt x="733339" y="626281"/>
                </a:cubicBezTo>
                <a:cubicBezTo>
                  <a:pt x="739491" y="576238"/>
                  <a:pt x="745229" y="526196"/>
                  <a:pt x="749968" y="476070"/>
                </a:cubicBezTo>
                <a:cubicBezTo>
                  <a:pt x="753543" y="460359"/>
                  <a:pt x="742734" y="448223"/>
                  <a:pt x="736082" y="435421"/>
                </a:cubicBezTo>
                <a:cubicBezTo>
                  <a:pt x="696091" y="442986"/>
                  <a:pt x="654270" y="458115"/>
                  <a:pt x="613945" y="443733"/>
                </a:cubicBezTo>
                <a:cubicBezTo>
                  <a:pt x="570711" y="427524"/>
                  <a:pt x="543107" y="388288"/>
                  <a:pt x="521573" y="349633"/>
                </a:cubicBezTo>
                <a:cubicBezTo>
                  <a:pt x="453562" y="492696"/>
                  <a:pt x="471438" y="655292"/>
                  <a:pt x="455973" y="808330"/>
                </a:cubicBezTo>
                <a:cubicBezTo>
                  <a:pt x="446911" y="825537"/>
                  <a:pt x="436102" y="851140"/>
                  <a:pt x="412656" y="847898"/>
                </a:cubicBezTo>
                <a:cubicBezTo>
                  <a:pt x="379731" y="851473"/>
                  <a:pt x="352543" y="828945"/>
                  <a:pt x="332090" y="806085"/>
                </a:cubicBezTo>
                <a:cubicBezTo>
                  <a:pt x="293927" y="762942"/>
                  <a:pt x="283618" y="700680"/>
                  <a:pt x="296006" y="645567"/>
                </a:cubicBezTo>
                <a:cubicBezTo>
                  <a:pt x="310806" y="565598"/>
                  <a:pt x="334501" y="486212"/>
                  <a:pt x="376654" y="416135"/>
                </a:cubicBezTo>
                <a:cubicBezTo>
                  <a:pt x="404590" y="372909"/>
                  <a:pt x="441174" y="336084"/>
                  <a:pt x="478588" y="301087"/>
                </a:cubicBezTo>
                <a:cubicBezTo>
                  <a:pt x="503531" y="278892"/>
                  <a:pt x="524234" y="252458"/>
                  <a:pt x="544438" y="225940"/>
                </a:cubicBezTo>
                <a:cubicBezTo>
                  <a:pt x="476177" y="247138"/>
                  <a:pt x="411409" y="289865"/>
                  <a:pt x="336830" y="278809"/>
                </a:cubicBezTo>
                <a:cubicBezTo>
                  <a:pt x="289937" y="257113"/>
                  <a:pt x="248614" y="213720"/>
                  <a:pt x="243542" y="160768"/>
                </a:cubicBezTo>
                <a:cubicBezTo>
                  <a:pt x="247367" y="149214"/>
                  <a:pt x="248448" y="130760"/>
                  <a:pt x="264827" y="131674"/>
                </a:cubicBezTo>
                <a:cubicBezTo>
                  <a:pt x="319702" y="127601"/>
                  <a:pt x="371832" y="108647"/>
                  <a:pt x="425211" y="96594"/>
                </a:cubicBezTo>
                <a:cubicBezTo>
                  <a:pt x="505277" y="77641"/>
                  <a:pt x="582600" y="49461"/>
                  <a:pt x="661337" y="26102"/>
                </a:cubicBezTo>
                <a:moveTo>
                  <a:pt x="674307" y="1103931"/>
                </a:moveTo>
                <a:cubicBezTo>
                  <a:pt x="614362" y="1118893"/>
                  <a:pt x="551588" y="1125294"/>
                  <a:pt x="495716" y="1153391"/>
                </a:cubicBezTo>
                <a:cubicBezTo>
                  <a:pt x="557574" y="1149484"/>
                  <a:pt x="617188" y="1168188"/>
                  <a:pt x="677467" y="1177914"/>
                </a:cubicBezTo>
                <a:cubicBezTo>
                  <a:pt x="706234" y="1157631"/>
                  <a:pt x="729930" y="1131196"/>
                  <a:pt x="754374" y="1106175"/>
                </a:cubicBezTo>
                <a:cubicBezTo>
                  <a:pt x="731344" y="1085726"/>
                  <a:pt x="700414" y="1099857"/>
                  <a:pt x="674307" y="1103931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5E6E37E-9F59-2B0F-46EE-69DAB0492B19}"/>
              </a:ext>
            </a:extLst>
          </p:cNvPr>
          <p:cNvSpPr/>
          <p:nvPr/>
        </p:nvSpPr>
        <p:spPr>
          <a:xfrm>
            <a:off x="4779019" y="3824423"/>
            <a:ext cx="190664" cy="298438"/>
          </a:xfrm>
          <a:custGeom>
            <a:avLst/>
            <a:gdLst>
              <a:gd name="csX0" fmla="*/ 13985 w 190664"/>
              <a:gd name="csY0" fmla="*/ 28007 h 298438"/>
              <a:gd name="csX1" fmla="*/ 150339 w 190664"/>
              <a:gd name="csY1" fmla="*/ 26262 h 298438"/>
              <a:gd name="csX2" fmla="*/ 183348 w 190664"/>
              <a:gd name="csY2" fmla="*/ 94343 h 298438"/>
              <a:gd name="csX3" fmla="*/ 121988 w 190664"/>
              <a:gd name="csY3" fmla="*/ 181543 h 298438"/>
              <a:gd name="csX4" fmla="*/ 190664 w 190664"/>
              <a:gd name="csY4" fmla="*/ 183455 h 298438"/>
              <a:gd name="csX5" fmla="*/ 101119 w 190664"/>
              <a:gd name="csY5" fmla="*/ 289609 h 298438"/>
              <a:gd name="csX6" fmla="*/ 2095 w 190664"/>
              <a:gd name="csY6" fmla="*/ 207978 h 298438"/>
              <a:gd name="csX7" fmla="*/ 88398 w 190664"/>
              <a:gd name="csY7" fmla="*/ 118283 h 298438"/>
              <a:gd name="csX8" fmla="*/ 19721 w 190664"/>
              <a:gd name="csY8" fmla="*/ 90935 h 298438"/>
              <a:gd name="csX9" fmla="*/ 13985 w 190664"/>
              <a:gd name="csY9" fmla="*/ 28007 h 2984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90664" h="298438">
                <a:moveTo>
                  <a:pt x="13985" y="28007"/>
                </a:moveTo>
                <a:cubicBezTo>
                  <a:pt x="48905" y="-8236"/>
                  <a:pt x="114422" y="-9815"/>
                  <a:pt x="150339" y="26262"/>
                </a:cubicBezTo>
                <a:cubicBezTo>
                  <a:pt x="168132" y="43802"/>
                  <a:pt x="186839" y="68075"/>
                  <a:pt x="183348" y="94343"/>
                </a:cubicBezTo>
                <a:cubicBezTo>
                  <a:pt x="164224" y="124352"/>
                  <a:pt x="136538" y="148625"/>
                  <a:pt x="121988" y="181543"/>
                </a:cubicBezTo>
                <a:cubicBezTo>
                  <a:pt x="144519" y="187279"/>
                  <a:pt x="167800" y="187030"/>
                  <a:pt x="190664" y="183455"/>
                </a:cubicBezTo>
                <a:cubicBezTo>
                  <a:pt x="164724" y="221777"/>
                  <a:pt x="149009" y="272651"/>
                  <a:pt x="101119" y="289609"/>
                </a:cubicBezTo>
                <a:cubicBezTo>
                  <a:pt x="51814" y="322029"/>
                  <a:pt x="-12455" y="258436"/>
                  <a:pt x="2095" y="207978"/>
                </a:cubicBezTo>
                <a:cubicBezTo>
                  <a:pt x="30862" y="178135"/>
                  <a:pt x="66947" y="154860"/>
                  <a:pt x="88398" y="118283"/>
                </a:cubicBezTo>
                <a:cubicBezTo>
                  <a:pt x="65200" y="110469"/>
                  <a:pt x="36683" y="110885"/>
                  <a:pt x="19721" y="90935"/>
                </a:cubicBezTo>
                <a:cubicBezTo>
                  <a:pt x="4174" y="74475"/>
                  <a:pt x="-4805" y="45547"/>
                  <a:pt x="13985" y="28007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弧形 12">
            <a:extLst>
              <a:ext uri="{FF2B5EF4-FFF2-40B4-BE49-F238E27FC236}">
                <a16:creationId xmlns:a16="http://schemas.microsoft.com/office/drawing/2014/main" id="{E3B45EA6-DA64-2CEA-C7D2-3EDCE88CE025}"/>
              </a:ext>
            </a:extLst>
          </p:cNvPr>
          <p:cNvSpPr/>
          <p:nvPr/>
        </p:nvSpPr>
        <p:spPr>
          <a:xfrm>
            <a:off x="3652108" y="985108"/>
            <a:ext cx="4887784" cy="4887784"/>
          </a:xfrm>
          <a:prstGeom prst="arc">
            <a:avLst>
              <a:gd name="adj1" fmla="val 1922915"/>
              <a:gd name="adj2" fmla="val 20921739"/>
            </a:avLst>
          </a:prstGeom>
          <a:ln w="635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Arc 12+">
            <a:extLst>
              <a:ext uri="{FF2B5EF4-FFF2-40B4-BE49-F238E27FC236}">
                <a16:creationId xmlns:a16="http://schemas.microsoft.com/office/drawing/2014/main" id="{8E4942DE-7A03-2E98-3A93-690A5C754C8B}"/>
              </a:ext>
            </a:extLst>
          </p:cNvPr>
          <p:cNvSpPr/>
          <p:nvPr/>
        </p:nvSpPr>
        <p:spPr>
          <a:xfrm>
            <a:off x="3067050" y="400050"/>
            <a:ext cx="6057900" cy="6057900"/>
          </a:xfrm>
          <a:prstGeom prst="arc">
            <a:avLst>
              <a:gd name="adj1" fmla="val 3600716"/>
              <a:gd name="adj2" fmla="val 12203539"/>
            </a:avLst>
          </a:prstGeom>
          <a:ln w="1016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Arc 12++">
            <a:extLst>
              <a:ext uri="{FF2B5EF4-FFF2-40B4-BE49-F238E27FC236}">
                <a16:creationId xmlns:a16="http://schemas.microsoft.com/office/drawing/2014/main" id="{19A7C068-A406-AFFA-76BC-16FC13024AF1}"/>
              </a:ext>
            </a:extLst>
          </p:cNvPr>
          <p:cNvSpPr/>
          <p:nvPr/>
        </p:nvSpPr>
        <p:spPr>
          <a:xfrm>
            <a:off x="2365829" y="-301171"/>
            <a:ext cx="7460342" cy="7460342"/>
          </a:xfrm>
          <a:prstGeom prst="arc">
            <a:avLst>
              <a:gd name="adj1" fmla="val 9606023"/>
              <a:gd name="adj2" fmla="val 12159905"/>
            </a:avLst>
          </a:prstGeom>
          <a:ln w="127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CA791A6C-EE1E-2683-3A8D-C70F5DE8AA8C}"/>
              </a:ext>
            </a:extLst>
          </p:cNvPr>
          <p:cNvSpPr/>
          <p:nvPr/>
        </p:nvSpPr>
        <p:spPr>
          <a:xfrm>
            <a:off x="4575916" y="1466437"/>
            <a:ext cx="307995" cy="872068"/>
          </a:xfrm>
          <a:custGeom>
            <a:avLst/>
            <a:gdLst>
              <a:gd name="connsiteX0" fmla="*/ 372617 w 380184"/>
              <a:gd name="connsiteY0" fmla="*/ 806419 h 1076464"/>
              <a:gd name="connsiteX1" fmla="*/ 374694 w 380184"/>
              <a:gd name="connsiteY1" fmla="*/ 890781 h 1076464"/>
              <a:gd name="connsiteX2" fmla="*/ 372617 w 380184"/>
              <a:gd name="connsiteY2" fmla="*/ 806419 h 1076464"/>
              <a:gd name="connsiteX3" fmla="*/ 370799 w 380184"/>
              <a:gd name="connsiteY3" fmla="*/ 751214 h 1076464"/>
              <a:gd name="connsiteX4" fmla="*/ 370885 w 380184"/>
              <a:gd name="connsiteY4" fmla="*/ 788592 h 1076464"/>
              <a:gd name="connsiteX5" fmla="*/ 370799 w 380184"/>
              <a:gd name="connsiteY5" fmla="*/ 751214 h 1076464"/>
              <a:gd name="connsiteX6" fmla="*/ 373051 w 380184"/>
              <a:gd name="connsiteY6" fmla="*/ 513789 h 1076464"/>
              <a:gd name="connsiteX7" fmla="*/ 372877 w 380184"/>
              <a:gd name="connsiteY7" fmla="*/ 743514 h 1076464"/>
              <a:gd name="connsiteX8" fmla="*/ 373051 w 380184"/>
              <a:gd name="connsiteY8" fmla="*/ 513789 h 1076464"/>
              <a:gd name="connsiteX9" fmla="*/ 373309 w 380184"/>
              <a:gd name="connsiteY9" fmla="*/ 374914 h 1076464"/>
              <a:gd name="connsiteX10" fmla="*/ 372963 w 380184"/>
              <a:gd name="connsiteY10" fmla="*/ 490598 h 1076464"/>
              <a:gd name="connsiteX11" fmla="*/ 373309 w 380184"/>
              <a:gd name="connsiteY11" fmla="*/ 374914 h 1076464"/>
              <a:gd name="connsiteX12" fmla="*/ 3495 w 380184"/>
              <a:gd name="connsiteY12" fmla="*/ 359600 h 1076464"/>
              <a:gd name="connsiteX13" fmla="*/ 12068 w 380184"/>
              <a:gd name="connsiteY13" fmla="*/ 361158 h 1076464"/>
              <a:gd name="connsiteX14" fmla="*/ 19864 w 380184"/>
              <a:gd name="connsiteY14" fmla="*/ 485927 h 1076464"/>
              <a:gd name="connsiteX15" fmla="*/ 18998 w 380184"/>
              <a:gd name="connsiteY15" fmla="*/ 617272 h 1076464"/>
              <a:gd name="connsiteX16" fmla="*/ 23675 w 380184"/>
              <a:gd name="connsiteY16" fmla="*/ 775529 h 1076464"/>
              <a:gd name="connsiteX17" fmla="*/ 13109 w 380184"/>
              <a:gd name="connsiteY17" fmla="*/ 834972 h 1076464"/>
              <a:gd name="connsiteX18" fmla="*/ 8864 w 380184"/>
              <a:gd name="connsiteY18" fmla="*/ 933956 h 1076464"/>
              <a:gd name="connsiteX19" fmla="*/ 8952 w 380184"/>
              <a:gd name="connsiteY19" fmla="*/ 800794 h 1076464"/>
              <a:gd name="connsiteX20" fmla="*/ 1502 w 380184"/>
              <a:gd name="connsiteY20" fmla="*/ 724478 h 1076464"/>
              <a:gd name="connsiteX21" fmla="*/ 7652 w 380184"/>
              <a:gd name="connsiteY21" fmla="*/ 593480 h 1076464"/>
              <a:gd name="connsiteX22" fmla="*/ 2022 w 380184"/>
              <a:gd name="connsiteY22" fmla="*/ 522009 h 1076464"/>
              <a:gd name="connsiteX23" fmla="*/ 3495 w 380184"/>
              <a:gd name="connsiteY23" fmla="*/ 359600 h 1076464"/>
              <a:gd name="connsiteX24" fmla="*/ 371665 w 380184"/>
              <a:gd name="connsiteY24" fmla="*/ 278005 h 1076464"/>
              <a:gd name="connsiteX25" fmla="*/ 372097 w 380184"/>
              <a:gd name="connsiteY25" fmla="*/ 360638 h 1076464"/>
              <a:gd name="connsiteX26" fmla="*/ 371665 w 380184"/>
              <a:gd name="connsiteY26" fmla="*/ 278005 h 1076464"/>
              <a:gd name="connsiteX27" fmla="*/ 369585 w 380184"/>
              <a:gd name="connsiteY27" fmla="*/ 192087 h 1076464"/>
              <a:gd name="connsiteX28" fmla="*/ 375908 w 380184"/>
              <a:gd name="connsiteY28" fmla="*/ 210171 h 1076464"/>
              <a:gd name="connsiteX29" fmla="*/ 369585 w 380184"/>
              <a:gd name="connsiteY29" fmla="*/ 192087 h 1076464"/>
              <a:gd name="connsiteX30" fmla="*/ 221052 w 380184"/>
              <a:gd name="connsiteY30" fmla="*/ 65931 h 1076464"/>
              <a:gd name="connsiteX31" fmla="*/ 221052 w 380184"/>
              <a:gd name="connsiteY31" fmla="*/ 73807 h 1076464"/>
              <a:gd name="connsiteX32" fmla="*/ 268687 w 380184"/>
              <a:gd name="connsiteY32" fmla="*/ 71471 h 1076464"/>
              <a:gd name="connsiteX33" fmla="*/ 324202 w 380184"/>
              <a:gd name="connsiteY33" fmla="*/ 75104 h 1076464"/>
              <a:gd name="connsiteX34" fmla="*/ 328879 w 380184"/>
              <a:gd name="connsiteY34" fmla="*/ 290641 h 1076464"/>
              <a:gd name="connsiteX35" fmla="*/ 325502 w 380184"/>
              <a:gd name="connsiteY35" fmla="*/ 618484 h 1076464"/>
              <a:gd name="connsiteX36" fmla="*/ 325070 w 380184"/>
              <a:gd name="connsiteY36" fmla="*/ 877976 h 1076464"/>
              <a:gd name="connsiteX37" fmla="*/ 332432 w 380184"/>
              <a:gd name="connsiteY37" fmla="*/ 1022820 h 1076464"/>
              <a:gd name="connsiteX38" fmla="*/ 348625 w 380184"/>
              <a:gd name="connsiteY38" fmla="*/ 1028357 h 1076464"/>
              <a:gd name="connsiteX39" fmla="*/ 373917 w 380184"/>
              <a:gd name="connsiteY39" fmla="*/ 929112 h 1076464"/>
              <a:gd name="connsiteX40" fmla="*/ 365428 w 380184"/>
              <a:gd name="connsiteY40" fmla="*/ 1066948 h 1076464"/>
              <a:gd name="connsiteX41" fmla="*/ 334421 w 380184"/>
              <a:gd name="connsiteY41" fmla="*/ 1073524 h 1076464"/>
              <a:gd name="connsiteX42" fmla="*/ 112879 w 380184"/>
              <a:gd name="connsiteY42" fmla="*/ 1076464 h 1076464"/>
              <a:gd name="connsiteX43" fmla="*/ 195071 w 380184"/>
              <a:gd name="connsiteY43" fmla="*/ 1063485 h 1076464"/>
              <a:gd name="connsiteX44" fmla="*/ 316494 w 380184"/>
              <a:gd name="connsiteY44" fmla="*/ 1056219 h 1076464"/>
              <a:gd name="connsiteX45" fmla="*/ 347933 w 380184"/>
              <a:gd name="connsiteY45" fmla="*/ 1043240 h 1076464"/>
              <a:gd name="connsiteX46" fmla="*/ 237248 w 380184"/>
              <a:gd name="connsiteY46" fmla="*/ 1025760 h 1076464"/>
              <a:gd name="connsiteX47" fmla="*/ 132453 w 380184"/>
              <a:gd name="connsiteY47" fmla="*/ 1023339 h 1076464"/>
              <a:gd name="connsiteX48" fmla="*/ 38657 w 380184"/>
              <a:gd name="connsiteY48" fmla="*/ 1012177 h 1076464"/>
              <a:gd name="connsiteX49" fmla="*/ 50956 w 380184"/>
              <a:gd name="connsiteY49" fmla="*/ 929892 h 1076464"/>
              <a:gd name="connsiteX50" fmla="*/ 53034 w 380184"/>
              <a:gd name="connsiteY50" fmla="*/ 811265 h 1076464"/>
              <a:gd name="connsiteX51" fmla="*/ 37099 w 380184"/>
              <a:gd name="connsiteY51" fmla="*/ 814639 h 1076464"/>
              <a:gd name="connsiteX52" fmla="*/ 52599 w 380184"/>
              <a:gd name="connsiteY52" fmla="*/ 794218 h 1076464"/>
              <a:gd name="connsiteX53" fmla="*/ 52341 w 380184"/>
              <a:gd name="connsiteY53" fmla="*/ 772932 h 1076464"/>
              <a:gd name="connsiteX54" fmla="*/ 35538 w 380184"/>
              <a:gd name="connsiteY54" fmla="*/ 772327 h 1076464"/>
              <a:gd name="connsiteX55" fmla="*/ 52253 w 380184"/>
              <a:gd name="connsiteY55" fmla="*/ 768434 h 1076464"/>
              <a:gd name="connsiteX56" fmla="*/ 53034 w 380184"/>
              <a:gd name="connsiteY56" fmla="*/ 724479 h 1076464"/>
              <a:gd name="connsiteX57" fmla="*/ 41429 w 380184"/>
              <a:gd name="connsiteY57" fmla="*/ 729758 h 1076464"/>
              <a:gd name="connsiteX58" fmla="*/ 49222 w 380184"/>
              <a:gd name="connsiteY58" fmla="*/ 558522 h 1076464"/>
              <a:gd name="connsiteX59" fmla="*/ 44026 w 380184"/>
              <a:gd name="connsiteY59" fmla="*/ 402862 h 1076464"/>
              <a:gd name="connsiteX60" fmla="*/ 50176 w 380184"/>
              <a:gd name="connsiteY60" fmla="*/ 318154 h 1076464"/>
              <a:gd name="connsiteX61" fmla="*/ 52426 w 380184"/>
              <a:gd name="connsiteY61" fmla="*/ 260528 h 1076464"/>
              <a:gd name="connsiteX62" fmla="*/ 11895 w 380184"/>
              <a:gd name="connsiteY62" fmla="*/ 343073 h 1076464"/>
              <a:gd name="connsiteX63" fmla="*/ 376 w 380184"/>
              <a:gd name="connsiteY63" fmla="*/ 308203 h 1076464"/>
              <a:gd name="connsiteX64" fmla="*/ 3407 w 380184"/>
              <a:gd name="connsiteY64" fmla="*/ 241407 h 1076464"/>
              <a:gd name="connsiteX65" fmla="*/ 9730 w 380184"/>
              <a:gd name="connsiteY65" fmla="*/ 96649 h 1076464"/>
              <a:gd name="connsiteX66" fmla="*/ 23326 w 380184"/>
              <a:gd name="connsiteY66" fmla="*/ 256461 h 1076464"/>
              <a:gd name="connsiteX67" fmla="*/ 51907 w 380184"/>
              <a:gd name="connsiteY67" fmla="*/ 258884 h 1076464"/>
              <a:gd name="connsiteX68" fmla="*/ 52168 w 380184"/>
              <a:gd name="connsiteY68" fmla="*/ 69306 h 1076464"/>
              <a:gd name="connsiteX69" fmla="*/ 126391 w 380184"/>
              <a:gd name="connsiteY69" fmla="*/ 67750 h 1076464"/>
              <a:gd name="connsiteX70" fmla="*/ 221052 w 380184"/>
              <a:gd name="connsiteY70" fmla="*/ 65931 h 1076464"/>
              <a:gd name="connsiteX71" fmla="*/ 218886 w 380184"/>
              <a:gd name="connsiteY71" fmla="*/ 0 h 1076464"/>
              <a:gd name="connsiteX72" fmla="*/ 321344 w 380184"/>
              <a:gd name="connsiteY72" fmla="*/ 15057 h 1076464"/>
              <a:gd name="connsiteX73" fmla="*/ 320739 w 380184"/>
              <a:gd name="connsiteY73" fmla="*/ 26217 h 1076464"/>
              <a:gd name="connsiteX74" fmla="*/ 194724 w 380184"/>
              <a:gd name="connsiteY74" fmla="*/ 21979 h 1076464"/>
              <a:gd name="connsiteX75" fmla="*/ 78756 w 380184"/>
              <a:gd name="connsiteY75" fmla="*/ 17046 h 1076464"/>
              <a:gd name="connsiteX76" fmla="*/ 195678 w 380184"/>
              <a:gd name="connsiteY76" fmla="*/ 4240 h 1076464"/>
              <a:gd name="connsiteX77" fmla="*/ 218886 w 380184"/>
              <a:gd name="connsiteY77" fmla="*/ 0 h 1076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80184" h="1076464">
                <a:moveTo>
                  <a:pt x="372617" y="806419"/>
                </a:moveTo>
                <a:cubicBezTo>
                  <a:pt x="375908" y="834282"/>
                  <a:pt x="379024" y="862661"/>
                  <a:pt x="374694" y="890781"/>
                </a:cubicBezTo>
                <a:cubicBezTo>
                  <a:pt x="362743" y="864046"/>
                  <a:pt x="369844" y="834194"/>
                  <a:pt x="372617" y="806419"/>
                </a:cubicBezTo>
                <a:close/>
                <a:moveTo>
                  <a:pt x="370799" y="751214"/>
                </a:moveTo>
                <a:cubicBezTo>
                  <a:pt x="382923" y="753376"/>
                  <a:pt x="382665" y="785825"/>
                  <a:pt x="370885" y="788592"/>
                </a:cubicBezTo>
                <a:cubicBezTo>
                  <a:pt x="364562" y="777603"/>
                  <a:pt x="364215" y="761769"/>
                  <a:pt x="370799" y="751214"/>
                </a:cubicBezTo>
                <a:close/>
                <a:moveTo>
                  <a:pt x="373051" y="513789"/>
                </a:moveTo>
                <a:cubicBezTo>
                  <a:pt x="379459" y="590105"/>
                  <a:pt x="378159" y="667027"/>
                  <a:pt x="372877" y="743514"/>
                </a:cubicBezTo>
                <a:cubicBezTo>
                  <a:pt x="366381" y="667198"/>
                  <a:pt x="365254" y="589931"/>
                  <a:pt x="373051" y="513789"/>
                </a:cubicBezTo>
                <a:close/>
                <a:moveTo>
                  <a:pt x="373309" y="374914"/>
                </a:moveTo>
                <a:cubicBezTo>
                  <a:pt x="379890" y="413070"/>
                  <a:pt x="377813" y="452180"/>
                  <a:pt x="372963" y="490598"/>
                </a:cubicBezTo>
                <a:cubicBezTo>
                  <a:pt x="367505" y="452353"/>
                  <a:pt x="364213" y="412727"/>
                  <a:pt x="373309" y="374914"/>
                </a:cubicBezTo>
                <a:close/>
                <a:moveTo>
                  <a:pt x="3495" y="359600"/>
                </a:moveTo>
                <a:cubicBezTo>
                  <a:pt x="5660" y="360031"/>
                  <a:pt x="9903" y="360812"/>
                  <a:pt x="12068" y="361158"/>
                </a:cubicBezTo>
                <a:cubicBezTo>
                  <a:pt x="32509" y="399834"/>
                  <a:pt x="15621" y="444481"/>
                  <a:pt x="19864" y="485927"/>
                </a:cubicBezTo>
                <a:cubicBezTo>
                  <a:pt x="24802" y="529623"/>
                  <a:pt x="12417" y="573405"/>
                  <a:pt x="18998" y="617272"/>
                </a:cubicBezTo>
                <a:cubicBezTo>
                  <a:pt x="26445" y="669793"/>
                  <a:pt x="21337" y="722835"/>
                  <a:pt x="23675" y="775529"/>
                </a:cubicBezTo>
                <a:cubicBezTo>
                  <a:pt x="29305" y="796293"/>
                  <a:pt x="17440" y="815071"/>
                  <a:pt x="13109" y="834972"/>
                </a:cubicBezTo>
                <a:cubicBezTo>
                  <a:pt x="8345" y="867679"/>
                  <a:pt x="13802" y="901076"/>
                  <a:pt x="8864" y="933956"/>
                </a:cubicBezTo>
                <a:cubicBezTo>
                  <a:pt x="3148" y="889655"/>
                  <a:pt x="9037" y="845096"/>
                  <a:pt x="8952" y="800794"/>
                </a:cubicBezTo>
                <a:cubicBezTo>
                  <a:pt x="9903" y="774921"/>
                  <a:pt x="-3606" y="750175"/>
                  <a:pt x="1502" y="724478"/>
                </a:cubicBezTo>
                <a:cubicBezTo>
                  <a:pt x="11117" y="681474"/>
                  <a:pt x="10425" y="637000"/>
                  <a:pt x="7652" y="593480"/>
                </a:cubicBezTo>
                <a:cubicBezTo>
                  <a:pt x="1071" y="570031"/>
                  <a:pt x="-1702" y="545977"/>
                  <a:pt x="2022" y="522009"/>
                </a:cubicBezTo>
                <a:cubicBezTo>
                  <a:pt x="2802" y="467842"/>
                  <a:pt x="2629" y="413764"/>
                  <a:pt x="3495" y="359600"/>
                </a:cubicBezTo>
                <a:close/>
                <a:moveTo>
                  <a:pt x="371665" y="278005"/>
                </a:moveTo>
                <a:cubicBezTo>
                  <a:pt x="379458" y="305002"/>
                  <a:pt x="377207" y="333208"/>
                  <a:pt x="372097" y="360638"/>
                </a:cubicBezTo>
                <a:cubicBezTo>
                  <a:pt x="368115" y="333208"/>
                  <a:pt x="366642" y="305260"/>
                  <a:pt x="371665" y="278005"/>
                </a:cubicBezTo>
                <a:close/>
                <a:moveTo>
                  <a:pt x="369585" y="192087"/>
                </a:moveTo>
                <a:cubicBezTo>
                  <a:pt x="381104" y="193384"/>
                  <a:pt x="383269" y="199355"/>
                  <a:pt x="375908" y="210171"/>
                </a:cubicBezTo>
                <a:cubicBezTo>
                  <a:pt x="364130" y="208613"/>
                  <a:pt x="362050" y="202557"/>
                  <a:pt x="369585" y="192087"/>
                </a:cubicBezTo>
                <a:close/>
                <a:moveTo>
                  <a:pt x="221052" y="65931"/>
                </a:moveTo>
                <a:lnTo>
                  <a:pt x="221052" y="73807"/>
                </a:lnTo>
                <a:cubicBezTo>
                  <a:pt x="236729" y="70432"/>
                  <a:pt x="253271" y="62644"/>
                  <a:pt x="268687" y="71471"/>
                </a:cubicBezTo>
                <a:cubicBezTo>
                  <a:pt x="286963" y="73546"/>
                  <a:pt x="307660" y="64722"/>
                  <a:pt x="324202" y="75104"/>
                </a:cubicBezTo>
                <a:cubicBezTo>
                  <a:pt x="326801" y="146921"/>
                  <a:pt x="322037" y="218909"/>
                  <a:pt x="328879" y="290641"/>
                </a:cubicBezTo>
                <a:cubicBezTo>
                  <a:pt x="317448" y="399749"/>
                  <a:pt x="338579" y="509288"/>
                  <a:pt x="325502" y="618484"/>
                </a:cubicBezTo>
                <a:cubicBezTo>
                  <a:pt x="330613" y="704665"/>
                  <a:pt x="331910" y="791622"/>
                  <a:pt x="325070" y="877976"/>
                </a:cubicBezTo>
                <a:cubicBezTo>
                  <a:pt x="332778" y="925910"/>
                  <a:pt x="325070" y="975056"/>
                  <a:pt x="332432" y="1022820"/>
                </a:cubicBezTo>
                <a:cubicBezTo>
                  <a:pt x="336413" y="1024202"/>
                  <a:pt x="344555" y="1026972"/>
                  <a:pt x="348625" y="1028357"/>
                </a:cubicBezTo>
                <a:cubicBezTo>
                  <a:pt x="357720" y="995392"/>
                  <a:pt x="368721" y="962943"/>
                  <a:pt x="373917" y="929112"/>
                </a:cubicBezTo>
                <a:cubicBezTo>
                  <a:pt x="371578" y="974971"/>
                  <a:pt x="376860" y="1021869"/>
                  <a:pt x="365428" y="1066948"/>
                </a:cubicBezTo>
                <a:cubicBezTo>
                  <a:pt x="357201" y="1075252"/>
                  <a:pt x="344902" y="1072573"/>
                  <a:pt x="334421" y="1073524"/>
                </a:cubicBezTo>
                <a:cubicBezTo>
                  <a:pt x="260547" y="1073870"/>
                  <a:pt x="186671" y="1069284"/>
                  <a:pt x="112879" y="1076464"/>
                </a:cubicBezTo>
                <a:cubicBezTo>
                  <a:pt x="137822" y="1062881"/>
                  <a:pt x="167617" y="1064785"/>
                  <a:pt x="195071" y="1063485"/>
                </a:cubicBezTo>
                <a:cubicBezTo>
                  <a:pt x="235775" y="1068764"/>
                  <a:pt x="275790" y="1057170"/>
                  <a:pt x="316494" y="1056219"/>
                </a:cubicBezTo>
                <a:cubicBezTo>
                  <a:pt x="328620" y="1056909"/>
                  <a:pt x="338840" y="1050248"/>
                  <a:pt x="347933" y="1043240"/>
                </a:cubicBezTo>
                <a:cubicBezTo>
                  <a:pt x="314502" y="1021435"/>
                  <a:pt x="273883" y="1034933"/>
                  <a:pt x="237248" y="1025760"/>
                </a:cubicBezTo>
                <a:cubicBezTo>
                  <a:pt x="202518" y="1018321"/>
                  <a:pt x="167268" y="1030434"/>
                  <a:pt x="132453" y="1023339"/>
                </a:cubicBezTo>
                <a:cubicBezTo>
                  <a:pt x="101621" y="1016244"/>
                  <a:pt x="66111" y="1030693"/>
                  <a:pt x="38657" y="1012177"/>
                </a:cubicBezTo>
                <a:cubicBezTo>
                  <a:pt x="43334" y="984661"/>
                  <a:pt x="44026" y="956801"/>
                  <a:pt x="50956" y="929892"/>
                </a:cubicBezTo>
                <a:cubicBezTo>
                  <a:pt x="54160" y="890348"/>
                  <a:pt x="50607" y="850721"/>
                  <a:pt x="53034" y="811265"/>
                </a:cubicBezTo>
                <a:lnTo>
                  <a:pt x="37099" y="814639"/>
                </a:lnTo>
                <a:cubicBezTo>
                  <a:pt x="42207" y="807632"/>
                  <a:pt x="47403" y="800794"/>
                  <a:pt x="52599" y="794218"/>
                </a:cubicBezTo>
                <a:cubicBezTo>
                  <a:pt x="52514" y="788854"/>
                  <a:pt x="52426" y="778211"/>
                  <a:pt x="52341" y="772932"/>
                </a:cubicBezTo>
                <a:lnTo>
                  <a:pt x="35538" y="772327"/>
                </a:lnTo>
                <a:cubicBezTo>
                  <a:pt x="39695" y="771377"/>
                  <a:pt x="48096" y="769384"/>
                  <a:pt x="52253" y="768434"/>
                </a:cubicBezTo>
                <a:cubicBezTo>
                  <a:pt x="52341" y="753638"/>
                  <a:pt x="52599" y="739016"/>
                  <a:pt x="53034" y="724479"/>
                </a:cubicBezTo>
                <a:lnTo>
                  <a:pt x="41429" y="729758"/>
                </a:lnTo>
                <a:cubicBezTo>
                  <a:pt x="52860" y="672909"/>
                  <a:pt x="35106" y="614936"/>
                  <a:pt x="49222" y="558522"/>
                </a:cubicBezTo>
                <a:cubicBezTo>
                  <a:pt x="52514" y="506694"/>
                  <a:pt x="57623" y="453393"/>
                  <a:pt x="44026" y="402862"/>
                </a:cubicBezTo>
                <a:cubicBezTo>
                  <a:pt x="41514" y="374395"/>
                  <a:pt x="42987" y="345670"/>
                  <a:pt x="50176" y="318154"/>
                </a:cubicBezTo>
                <a:cubicBezTo>
                  <a:pt x="50607" y="298772"/>
                  <a:pt x="51907" y="279563"/>
                  <a:pt x="52426" y="260528"/>
                </a:cubicBezTo>
                <a:cubicBezTo>
                  <a:pt x="2368" y="252569"/>
                  <a:pt x="28349" y="319885"/>
                  <a:pt x="11895" y="343073"/>
                </a:cubicBezTo>
                <a:cubicBezTo>
                  <a:pt x="-5427" y="341084"/>
                  <a:pt x="1676" y="319712"/>
                  <a:pt x="376" y="308203"/>
                </a:cubicBezTo>
                <a:cubicBezTo>
                  <a:pt x="2022" y="285881"/>
                  <a:pt x="4965" y="263644"/>
                  <a:pt x="3407" y="241407"/>
                </a:cubicBezTo>
                <a:cubicBezTo>
                  <a:pt x="5311" y="193039"/>
                  <a:pt x="-1962" y="144239"/>
                  <a:pt x="9730" y="96649"/>
                </a:cubicBezTo>
                <a:cubicBezTo>
                  <a:pt x="15706" y="149776"/>
                  <a:pt x="10942" y="203767"/>
                  <a:pt x="23326" y="256461"/>
                </a:cubicBezTo>
                <a:cubicBezTo>
                  <a:pt x="30515" y="257068"/>
                  <a:pt x="44806" y="258280"/>
                  <a:pt x="51907" y="258884"/>
                </a:cubicBezTo>
                <a:cubicBezTo>
                  <a:pt x="52426" y="195633"/>
                  <a:pt x="51995" y="132472"/>
                  <a:pt x="52168" y="69306"/>
                </a:cubicBezTo>
                <a:cubicBezTo>
                  <a:pt x="76937" y="67143"/>
                  <a:pt x="102053" y="73892"/>
                  <a:pt x="126391" y="67750"/>
                </a:cubicBezTo>
                <a:cubicBezTo>
                  <a:pt x="157741" y="58404"/>
                  <a:pt x="190394" y="78910"/>
                  <a:pt x="221052" y="65931"/>
                </a:cubicBezTo>
                <a:close/>
                <a:moveTo>
                  <a:pt x="218886" y="0"/>
                </a:moveTo>
                <a:cubicBezTo>
                  <a:pt x="252751" y="7183"/>
                  <a:pt x="288608" y="1470"/>
                  <a:pt x="321344" y="15057"/>
                </a:cubicBezTo>
                <a:lnTo>
                  <a:pt x="320739" y="26217"/>
                </a:lnTo>
                <a:cubicBezTo>
                  <a:pt x="278732" y="25354"/>
                  <a:pt x="236297" y="29418"/>
                  <a:pt x="194724" y="21979"/>
                </a:cubicBezTo>
                <a:cubicBezTo>
                  <a:pt x="156444" y="15315"/>
                  <a:pt x="117471" y="14883"/>
                  <a:pt x="78756" y="17046"/>
                </a:cubicBezTo>
                <a:cubicBezTo>
                  <a:pt x="114525" y="-9432"/>
                  <a:pt x="156790" y="16961"/>
                  <a:pt x="195678" y="4240"/>
                </a:cubicBezTo>
                <a:cubicBezTo>
                  <a:pt x="201479" y="3201"/>
                  <a:pt x="213086" y="1039"/>
                  <a:pt x="218886" y="0"/>
                </a:cubicBezTo>
                <a:close/>
              </a:path>
            </a:pathLst>
          </a:custGeom>
          <a:solidFill>
            <a:srgbClr val="FF0000"/>
          </a:solidFill>
          <a:ln w="331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2400" dirty="0">
              <a:cs typeface="+mn-ea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EE06D71-494D-87F3-D931-012048CB0F6B}"/>
              </a:ext>
            </a:extLst>
          </p:cNvPr>
          <p:cNvSpPr txBox="1"/>
          <p:nvPr/>
        </p:nvSpPr>
        <p:spPr>
          <a:xfrm>
            <a:off x="4664605" y="1619348"/>
            <a:ext cx="140642" cy="137963"/>
          </a:xfrm>
          <a:custGeom>
            <a:avLst/>
            <a:gdLst/>
            <a:ahLst/>
            <a:cxnLst/>
            <a:rect l="l" t="t" r="r" b="b"/>
            <a:pathLst>
              <a:path w="140642" h="137963">
                <a:moveTo>
                  <a:pt x="52834" y="31402"/>
                </a:moveTo>
                <a:lnTo>
                  <a:pt x="55512" y="31402"/>
                </a:lnTo>
                <a:lnTo>
                  <a:pt x="55512" y="32295"/>
                </a:lnTo>
                <a:lnTo>
                  <a:pt x="61763" y="32295"/>
                </a:lnTo>
                <a:lnTo>
                  <a:pt x="61763" y="33188"/>
                </a:lnTo>
                <a:lnTo>
                  <a:pt x="62656" y="33188"/>
                </a:lnTo>
                <a:lnTo>
                  <a:pt x="62656" y="32295"/>
                </a:lnTo>
                <a:lnTo>
                  <a:pt x="65335" y="32295"/>
                </a:lnTo>
                <a:lnTo>
                  <a:pt x="65335" y="33188"/>
                </a:lnTo>
                <a:lnTo>
                  <a:pt x="73521" y="33188"/>
                </a:lnTo>
                <a:lnTo>
                  <a:pt x="73521" y="34081"/>
                </a:lnTo>
                <a:lnTo>
                  <a:pt x="72628" y="34081"/>
                </a:lnTo>
                <a:lnTo>
                  <a:pt x="72628" y="34974"/>
                </a:lnTo>
                <a:lnTo>
                  <a:pt x="71735" y="34974"/>
                </a:lnTo>
                <a:lnTo>
                  <a:pt x="71735" y="35867"/>
                </a:lnTo>
                <a:lnTo>
                  <a:pt x="70842" y="35867"/>
                </a:lnTo>
                <a:lnTo>
                  <a:pt x="70842" y="36760"/>
                </a:lnTo>
                <a:lnTo>
                  <a:pt x="67121" y="36760"/>
                </a:lnTo>
                <a:lnTo>
                  <a:pt x="67121" y="35867"/>
                </a:lnTo>
                <a:lnTo>
                  <a:pt x="65335" y="35867"/>
                </a:lnTo>
                <a:lnTo>
                  <a:pt x="65335" y="36760"/>
                </a:lnTo>
                <a:lnTo>
                  <a:pt x="63549" y="36760"/>
                </a:lnTo>
                <a:lnTo>
                  <a:pt x="63549" y="35867"/>
                </a:lnTo>
                <a:lnTo>
                  <a:pt x="53726" y="35867"/>
                </a:lnTo>
                <a:lnTo>
                  <a:pt x="53726" y="36760"/>
                </a:lnTo>
                <a:lnTo>
                  <a:pt x="52834" y="36760"/>
                </a:lnTo>
                <a:lnTo>
                  <a:pt x="52834" y="35867"/>
                </a:lnTo>
                <a:lnTo>
                  <a:pt x="51941" y="35867"/>
                </a:lnTo>
                <a:lnTo>
                  <a:pt x="51941" y="34974"/>
                </a:lnTo>
                <a:lnTo>
                  <a:pt x="49262" y="34974"/>
                </a:lnTo>
                <a:lnTo>
                  <a:pt x="49262" y="35867"/>
                </a:lnTo>
                <a:lnTo>
                  <a:pt x="43011" y="35867"/>
                </a:lnTo>
                <a:lnTo>
                  <a:pt x="43011" y="34974"/>
                </a:lnTo>
                <a:lnTo>
                  <a:pt x="42118" y="34974"/>
                </a:lnTo>
                <a:lnTo>
                  <a:pt x="42118" y="33188"/>
                </a:lnTo>
                <a:lnTo>
                  <a:pt x="51048" y="33188"/>
                </a:lnTo>
                <a:lnTo>
                  <a:pt x="51048" y="32295"/>
                </a:lnTo>
                <a:lnTo>
                  <a:pt x="52834" y="32295"/>
                </a:lnTo>
                <a:close/>
                <a:moveTo>
                  <a:pt x="120997" y="21431"/>
                </a:moveTo>
                <a:lnTo>
                  <a:pt x="124569" y="21431"/>
                </a:lnTo>
                <a:lnTo>
                  <a:pt x="124569" y="22324"/>
                </a:lnTo>
                <a:lnTo>
                  <a:pt x="127248" y="22324"/>
                </a:lnTo>
                <a:lnTo>
                  <a:pt x="127248" y="23366"/>
                </a:lnTo>
                <a:lnTo>
                  <a:pt x="128141" y="23366"/>
                </a:lnTo>
                <a:lnTo>
                  <a:pt x="128141" y="24259"/>
                </a:lnTo>
                <a:lnTo>
                  <a:pt x="129034" y="24259"/>
                </a:lnTo>
                <a:lnTo>
                  <a:pt x="129034" y="25152"/>
                </a:lnTo>
                <a:lnTo>
                  <a:pt x="129926" y="25152"/>
                </a:lnTo>
                <a:lnTo>
                  <a:pt x="129926" y="26045"/>
                </a:lnTo>
                <a:lnTo>
                  <a:pt x="130819" y="26045"/>
                </a:lnTo>
                <a:lnTo>
                  <a:pt x="130819" y="27831"/>
                </a:lnTo>
                <a:lnTo>
                  <a:pt x="131712" y="27831"/>
                </a:lnTo>
                <a:lnTo>
                  <a:pt x="131712" y="28724"/>
                </a:lnTo>
                <a:lnTo>
                  <a:pt x="132605" y="28724"/>
                </a:lnTo>
                <a:lnTo>
                  <a:pt x="132605" y="29617"/>
                </a:lnTo>
                <a:lnTo>
                  <a:pt x="133498" y="29617"/>
                </a:lnTo>
                <a:lnTo>
                  <a:pt x="133498" y="30509"/>
                </a:lnTo>
                <a:lnTo>
                  <a:pt x="135284" y="30509"/>
                </a:lnTo>
                <a:lnTo>
                  <a:pt x="135284" y="31402"/>
                </a:lnTo>
                <a:lnTo>
                  <a:pt x="136177" y="31402"/>
                </a:lnTo>
                <a:lnTo>
                  <a:pt x="136177" y="34974"/>
                </a:lnTo>
                <a:lnTo>
                  <a:pt x="135284" y="34974"/>
                </a:lnTo>
                <a:lnTo>
                  <a:pt x="135284" y="35867"/>
                </a:lnTo>
                <a:lnTo>
                  <a:pt x="129926" y="35867"/>
                </a:lnTo>
                <a:lnTo>
                  <a:pt x="129926" y="37653"/>
                </a:lnTo>
                <a:lnTo>
                  <a:pt x="129034" y="37653"/>
                </a:lnTo>
                <a:lnTo>
                  <a:pt x="129034" y="38546"/>
                </a:lnTo>
                <a:lnTo>
                  <a:pt x="125462" y="38546"/>
                </a:lnTo>
                <a:lnTo>
                  <a:pt x="125462" y="36760"/>
                </a:lnTo>
                <a:lnTo>
                  <a:pt x="122783" y="36760"/>
                </a:lnTo>
                <a:lnTo>
                  <a:pt x="122783" y="37653"/>
                </a:lnTo>
                <a:lnTo>
                  <a:pt x="120997" y="37653"/>
                </a:lnTo>
                <a:lnTo>
                  <a:pt x="120997" y="36760"/>
                </a:lnTo>
                <a:lnTo>
                  <a:pt x="115639" y="36760"/>
                </a:lnTo>
                <a:lnTo>
                  <a:pt x="115639" y="35867"/>
                </a:lnTo>
                <a:lnTo>
                  <a:pt x="111918" y="35867"/>
                </a:lnTo>
                <a:lnTo>
                  <a:pt x="111918" y="36760"/>
                </a:lnTo>
                <a:lnTo>
                  <a:pt x="110132" y="36760"/>
                </a:lnTo>
                <a:lnTo>
                  <a:pt x="110132" y="37653"/>
                </a:lnTo>
                <a:lnTo>
                  <a:pt x="107453" y="37653"/>
                </a:lnTo>
                <a:lnTo>
                  <a:pt x="107453" y="36760"/>
                </a:lnTo>
                <a:lnTo>
                  <a:pt x="102989" y="36760"/>
                </a:lnTo>
                <a:lnTo>
                  <a:pt x="102989" y="35867"/>
                </a:lnTo>
                <a:lnTo>
                  <a:pt x="100310" y="35867"/>
                </a:lnTo>
                <a:lnTo>
                  <a:pt x="100310" y="34974"/>
                </a:lnTo>
                <a:lnTo>
                  <a:pt x="97631" y="34974"/>
                </a:lnTo>
                <a:lnTo>
                  <a:pt x="97631" y="35867"/>
                </a:lnTo>
                <a:lnTo>
                  <a:pt x="94952" y="35867"/>
                </a:lnTo>
                <a:lnTo>
                  <a:pt x="94952" y="36760"/>
                </a:lnTo>
                <a:lnTo>
                  <a:pt x="91380" y="36760"/>
                </a:lnTo>
                <a:lnTo>
                  <a:pt x="91380" y="35867"/>
                </a:lnTo>
                <a:lnTo>
                  <a:pt x="90487" y="35867"/>
                </a:lnTo>
                <a:lnTo>
                  <a:pt x="90487" y="34974"/>
                </a:lnTo>
                <a:lnTo>
                  <a:pt x="89594" y="34974"/>
                </a:lnTo>
                <a:lnTo>
                  <a:pt x="89594" y="34081"/>
                </a:lnTo>
                <a:lnTo>
                  <a:pt x="90487" y="34081"/>
                </a:lnTo>
                <a:lnTo>
                  <a:pt x="90487" y="33188"/>
                </a:lnTo>
                <a:lnTo>
                  <a:pt x="95845" y="33188"/>
                </a:lnTo>
                <a:lnTo>
                  <a:pt x="95845" y="32295"/>
                </a:lnTo>
                <a:lnTo>
                  <a:pt x="100310" y="32295"/>
                </a:lnTo>
                <a:lnTo>
                  <a:pt x="100310" y="33188"/>
                </a:lnTo>
                <a:lnTo>
                  <a:pt x="103882" y="33188"/>
                </a:lnTo>
                <a:lnTo>
                  <a:pt x="103882" y="32295"/>
                </a:lnTo>
                <a:lnTo>
                  <a:pt x="105667" y="32295"/>
                </a:lnTo>
                <a:lnTo>
                  <a:pt x="105667" y="33188"/>
                </a:lnTo>
                <a:lnTo>
                  <a:pt x="109239" y="33188"/>
                </a:lnTo>
                <a:lnTo>
                  <a:pt x="109239" y="32295"/>
                </a:lnTo>
                <a:lnTo>
                  <a:pt x="111025" y="32295"/>
                </a:lnTo>
                <a:lnTo>
                  <a:pt x="111025" y="31402"/>
                </a:lnTo>
                <a:lnTo>
                  <a:pt x="111918" y="31402"/>
                </a:lnTo>
                <a:lnTo>
                  <a:pt x="111918" y="29617"/>
                </a:lnTo>
                <a:lnTo>
                  <a:pt x="112811" y="29617"/>
                </a:lnTo>
                <a:lnTo>
                  <a:pt x="112811" y="28724"/>
                </a:lnTo>
                <a:lnTo>
                  <a:pt x="115639" y="28724"/>
                </a:lnTo>
                <a:lnTo>
                  <a:pt x="115639" y="27831"/>
                </a:lnTo>
                <a:lnTo>
                  <a:pt x="116532" y="27831"/>
                </a:lnTo>
                <a:lnTo>
                  <a:pt x="116532" y="25152"/>
                </a:lnTo>
                <a:lnTo>
                  <a:pt x="117425" y="25152"/>
                </a:lnTo>
                <a:lnTo>
                  <a:pt x="117425" y="24259"/>
                </a:lnTo>
                <a:lnTo>
                  <a:pt x="118318" y="24259"/>
                </a:lnTo>
                <a:lnTo>
                  <a:pt x="118318" y="23366"/>
                </a:lnTo>
                <a:lnTo>
                  <a:pt x="119211" y="23366"/>
                </a:lnTo>
                <a:lnTo>
                  <a:pt x="119211" y="22324"/>
                </a:lnTo>
                <a:lnTo>
                  <a:pt x="120997" y="22324"/>
                </a:lnTo>
                <a:close/>
                <a:moveTo>
                  <a:pt x="37653" y="893"/>
                </a:moveTo>
                <a:lnTo>
                  <a:pt x="44797" y="893"/>
                </a:lnTo>
                <a:lnTo>
                  <a:pt x="44797" y="1786"/>
                </a:lnTo>
                <a:lnTo>
                  <a:pt x="45690" y="1786"/>
                </a:lnTo>
                <a:lnTo>
                  <a:pt x="45690" y="2679"/>
                </a:lnTo>
                <a:lnTo>
                  <a:pt x="46583" y="2679"/>
                </a:lnTo>
                <a:lnTo>
                  <a:pt x="46583" y="3572"/>
                </a:lnTo>
                <a:lnTo>
                  <a:pt x="47476" y="3572"/>
                </a:lnTo>
                <a:lnTo>
                  <a:pt x="47476" y="4465"/>
                </a:lnTo>
                <a:lnTo>
                  <a:pt x="48369" y="4465"/>
                </a:lnTo>
                <a:lnTo>
                  <a:pt x="48369" y="5358"/>
                </a:lnTo>
                <a:lnTo>
                  <a:pt x="49262" y="5358"/>
                </a:lnTo>
                <a:lnTo>
                  <a:pt x="49262" y="6251"/>
                </a:lnTo>
                <a:lnTo>
                  <a:pt x="50155" y="6251"/>
                </a:lnTo>
                <a:lnTo>
                  <a:pt x="50155" y="7143"/>
                </a:lnTo>
                <a:lnTo>
                  <a:pt x="51048" y="7143"/>
                </a:lnTo>
                <a:lnTo>
                  <a:pt x="51048" y="8036"/>
                </a:lnTo>
                <a:lnTo>
                  <a:pt x="51941" y="8036"/>
                </a:lnTo>
                <a:lnTo>
                  <a:pt x="51941" y="8929"/>
                </a:lnTo>
                <a:lnTo>
                  <a:pt x="52834" y="8929"/>
                </a:lnTo>
                <a:lnTo>
                  <a:pt x="52834" y="14287"/>
                </a:lnTo>
                <a:lnTo>
                  <a:pt x="51941" y="14287"/>
                </a:lnTo>
                <a:lnTo>
                  <a:pt x="51941" y="15180"/>
                </a:lnTo>
                <a:lnTo>
                  <a:pt x="51048" y="15180"/>
                </a:lnTo>
                <a:lnTo>
                  <a:pt x="51048" y="16073"/>
                </a:lnTo>
                <a:lnTo>
                  <a:pt x="50155" y="16073"/>
                </a:lnTo>
                <a:lnTo>
                  <a:pt x="50155" y="16966"/>
                </a:lnTo>
                <a:lnTo>
                  <a:pt x="49262" y="16966"/>
                </a:lnTo>
                <a:lnTo>
                  <a:pt x="49262" y="17859"/>
                </a:lnTo>
                <a:lnTo>
                  <a:pt x="48369" y="17859"/>
                </a:lnTo>
                <a:lnTo>
                  <a:pt x="48369" y="18752"/>
                </a:lnTo>
                <a:lnTo>
                  <a:pt x="47476" y="18752"/>
                </a:lnTo>
                <a:lnTo>
                  <a:pt x="47476" y="19645"/>
                </a:lnTo>
                <a:lnTo>
                  <a:pt x="46583" y="19645"/>
                </a:lnTo>
                <a:lnTo>
                  <a:pt x="46583" y="20538"/>
                </a:lnTo>
                <a:lnTo>
                  <a:pt x="45690" y="20538"/>
                </a:lnTo>
                <a:lnTo>
                  <a:pt x="45690" y="21431"/>
                </a:lnTo>
                <a:lnTo>
                  <a:pt x="44797" y="21431"/>
                </a:lnTo>
                <a:lnTo>
                  <a:pt x="44797" y="22324"/>
                </a:lnTo>
                <a:lnTo>
                  <a:pt x="43011" y="22324"/>
                </a:lnTo>
                <a:lnTo>
                  <a:pt x="43011" y="23366"/>
                </a:lnTo>
                <a:lnTo>
                  <a:pt x="42118" y="23366"/>
                </a:lnTo>
                <a:lnTo>
                  <a:pt x="42118" y="25152"/>
                </a:lnTo>
                <a:lnTo>
                  <a:pt x="41225" y="25152"/>
                </a:lnTo>
                <a:lnTo>
                  <a:pt x="41225" y="27831"/>
                </a:lnTo>
                <a:lnTo>
                  <a:pt x="40332" y="27831"/>
                </a:lnTo>
                <a:lnTo>
                  <a:pt x="40332" y="29617"/>
                </a:lnTo>
                <a:lnTo>
                  <a:pt x="39439" y="29617"/>
                </a:lnTo>
                <a:lnTo>
                  <a:pt x="39439" y="30509"/>
                </a:lnTo>
                <a:lnTo>
                  <a:pt x="38546" y="30509"/>
                </a:lnTo>
                <a:lnTo>
                  <a:pt x="38546" y="31402"/>
                </a:lnTo>
                <a:lnTo>
                  <a:pt x="37653" y="31402"/>
                </a:lnTo>
                <a:lnTo>
                  <a:pt x="37653" y="32295"/>
                </a:lnTo>
                <a:lnTo>
                  <a:pt x="36760" y="32295"/>
                </a:lnTo>
                <a:lnTo>
                  <a:pt x="36760" y="34081"/>
                </a:lnTo>
                <a:lnTo>
                  <a:pt x="35867" y="34081"/>
                </a:lnTo>
                <a:lnTo>
                  <a:pt x="35867" y="36760"/>
                </a:lnTo>
                <a:lnTo>
                  <a:pt x="36760" y="36760"/>
                </a:lnTo>
                <a:lnTo>
                  <a:pt x="36760" y="37653"/>
                </a:lnTo>
                <a:lnTo>
                  <a:pt x="37653" y="37653"/>
                </a:lnTo>
                <a:lnTo>
                  <a:pt x="37653" y="38546"/>
                </a:lnTo>
                <a:lnTo>
                  <a:pt x="38546" y="38546"/>
                </a:lnTo>
                <a:lnTo>
                  <a:pt x="38546" y="43904"/>
                </a:lnTo>
                <a:lnTo>
                  <a:pt x="37653" y="43904"/>
                </a:lnTo>
                <a:lnTo>
                  <a:pt x="37653" y="46583"/>
                </a:lnTo>
                <a:lnTo>
                  <a:pt x="36760" y="46583"/>
                </a:lnTo>
                <a:lnTo>
                  <a:pt x="36760" y="48369"/>
                </a:lnTo>
                <a:lnTo>
                  <a:pt x="35867" y="48369"/>
                </a:lnTo>
                <a:lnTo>
                  <a:pt x="35867" y="51048"/>
                </a:lnTo>
                <a:lnTo>
                  <a:pt x="36760" y="51048"/>
                </a:lnTo>
                <a:lnTo>
                  <a:pt x="36760" y="53727"/>
                </a:lnTo>
                <a:lnTo>
                  <a:pt x="35867" y="53727"/>
                </a:lnTo>
                <a:lnTo>
                  <a:pt x="35867" y="56406"/>
                </a:lnTo>
                <a:lnTo>
                  <a:pt x="34974" y="56406"/>
                </a:lnTo>
                <a:lnTo>
                  <a:pt x="34974" y="60870"/>
                </a:lnTo>
                <a:lnTo>
                  <a:pt x="35867" y="60870"/>
                </a:lnTo>
                <a:lnTo>
                  <a:pt x="35867" y="63549"/>
                </a:lnTo>
                <a:lnTo>
                  <a:pt x="36760" y="63549"/>
                </a:lnTo>
                <a:lnTo>
                  <a:pt x="36760" y="70842"/>
                </a:lnTo>
                <a:lnTo>
                  <a:pt x="35867" y="70842"/>
                </a:lnTo>
                <a:lnTo>
                  <a:pt x="35867" y="89594"/>
                </a:lnTo>
                <a:lnTo>
                  <a:pt x="36760" y="89594"/>
                </a:lnTo>
                <a:lnTo>
                  <a:pt x="36760" y="92273"/>
                </a:lnTo>
                <a:lnTo>
                  <a:pt x="37653" y="92273"/>
                </a:lnTo>
                <a:lnTo>
                  <a:pt x="37653" y="94952"/>
                </a:lnTo>
                <a:lnTo>
                  <a:pt x="36760" y="94952"/>
                </a:lnTo>
                <a:lnTo>
                  <a:pt x="36760" y="102989"/>
                </a:lnTo>
                <a:lnTo>
                  <a:pt x="37653" y="102989"/>
                </a:lnTo>
                <a:lnTo>
                  <a:pt x="37653" y="106561"/>
                </a:lnTo>
                <a:lnTo>
                  <a:pt x="38546" y="106561"/>
                </a:lnTo>
                <a:lnTo>
                  <a:pt x="38546" y="107454"/>
                </a:lnTo>
                <a:lnTo>
                  <a:pt x="39439" y="107454"/>
                </a:lnTo>
                <a:lnTo>
                  <a:pt x="39439" y="108347"/>
                </a:lnTo>
                <a:lnTo>
                  <a:pt x="40332" y="108347"/>
                </a:lnTo>
                <a:lnTo>
                  <a:pt x="40332" y="111026"/>
                </a:lnTo>
                <a:lnTo>
                  <a:pt x="38546" y="111026"/>
                </a:lnTo>
                <a:lnTo>
                  <a:pt x="38546" y="111918"/>
                </a:lnTo>
                <a:lnTo>
                  <a:pt x="37653" y="111918"/>
                </a:lnTo>
                <a:lnTo>
                  <a:pt x="37653" y="124569"/>
                </a:lnTo>
                <a:lnTo>
                  <a:pt x="36760" y="124569"/>
                </a:lnTo>
                <a:lnTo>
                  <a:pt x="36760" y="126355"/>
                </a:lnTo>
                <a:lnTo>
                  <a:pt x="37653" y="126355"/>
                </a:lnTo>
                <a:lnTo>
                  <a:pt x="37653" y="130820"/>
                </a:lnTo>
                <a:lnTo>
                  <a:pt x="38546" y="130820"/>
                </a:lnTo>
                <a:lnTo>
                  <a:pt x="38546" y="134392"/>
                </a:lnTo>
                <a:lnTo>
                  <a:pt x="37653" y="134392"/>
                </a:lnTo>
                <a:lnTo>
                  <a:pt x="37653" y="135285"/>
                </a:lnTo>
                <a:lnTo>
                  <a:pt x="35867" y="135285"/>
                </a:lnTo>
                <a:lnTo>
                  <a:pt x="35867" y="136177"/>
                </a:lnTo>
                <a:lnTo>
                  <a:pt x="34081" y="136177"/>
                </a:lnTo>
                <a:lnTo>
                  <a:pt x="34081" y="137070"/>
                </a:lnTo>
                <a:lnTo>
                  <a:pt x="31402" y="137070"/>
                </a:lnTo>
                <a:lnTo>
                  <a:pt x="31402" y="137963"/>
                </a:lnTo>
                <a:lnTo>
                  <a:pt x="28723" y="137963"/>
                </a:lnTo>
                <a:lnTo>
                  <a:pt x="28723" y="137070"/>
                </a:lnTo>
                <a:lnTo>
                  <a:pt x="25151" y="137070"/>
                </a:lnTo>
                <a:lnTo>
                  <a:pt x="25151" y="136177"/>
                </a:lnTo>
                <a:lnTo>
                  <a:pt x="24259" y="136177"/>
                </a:lnTo>
                <a:lnTo>
                  <a:pt x="24259" y="135285"/>
                </a:lnTo>
                <a:lnTo>
                  <a:pt x="22324" y="135285"/>
                </a:lnTo>
                <a:lnTo>
                  <a:pt x="22324" y="133499"/>
                </a:lnTo>
                <a:lnTo>
                  <a:pt x="21431" y="133499"/>
                </a:lnTo>
                <a:lnTo>
                  <a:pt x="21431" y="129034"/>
                </a:lnTo>
                <a:lnTo>
                  <a:pt x="22324" y="129034"/>
                </a:lnTo>
                <a:lnTo>
                  <a:pt x="22324" y="121890"/>
                </a:lnTo>
                <a:lnTo>
                  <a:pt x="23366" y="121890"/>
                </a:lnTo>
                <a:lnTo>
                  <a:pt x="23366" y="120104"/>
                </a:lnTo>
                <a:lnTo>
                  <a:pt x="24259" y="120104"/>
                </a:lnTo>
                <a:lnTo>
                  <a:pt x="24259" y="119211"/>
                </a:lnTo>
                <a:lnTo>
                  <a:pt x="25151" y="119211"/>
                </a:lnTo>
                <a:lnTo>
                  <a:pt x="25151" y="114597"/>
                </a:lnTo>
                <a:lnTo>
                  <a:pt x="24259" y="114597"/>
                </a:lnTo>
                <a:lnTo>
                  <a:pt x="24259" y="111918"/>
                </a:lnTo>
                <a:lnTo>
                  <a:pt x="25151" y="111918"/>
                </a:lnTo>
                <a:lnTo>
                  <a:pt x="25151" y="107454"/>
                </a:lnTo>
                <a:lnTo>
                  <a:pt x="24259" y="107454"/>
                </a:lnTo>
                <a:lnTo>
                  <a:pt x="24259" y="100310"/>
                </a:lnTo>
                <a:lnTo>
                  <a:pt x="23366" y="100310"/>
                </a:lnTo>
                <a:lnTo>
                  <a:pt x="23366" y="98524"/>
                </a:lnTo>
                <a:lnTo>
                  <a:pt x="24259" y="98524"/>
                </a:lnTo>
                <a:lnTo>
                  <a:pt x="24259" y="96738"/>
                </a:lnTo>
                <a:lnTo>
                  <a:pt x="25151" y="96738"/>
                </a:lnTo>
                <a:lnTo>
                  <a:pt x="25151" y="94059"/>
                </a:lnTo>
                <a:lnTo>
                  <a:pt x="26044" y="94059"/>
                </a:lnTo>
                <a:lnTo>
                  <a:pt x="26044" y="91380"/>
                </a:lnTo>
                <a:lnTo>
                  <a:pt x="25151" y="91380"/>
                </a:lnTo>
                <a:lnTo>
                  <a:pt x="25151" y="71735"/>
                </a:lnTo>
                <a:lnTo>
                  <a:pt x="24259" y="71735"/>
                </a:lnTo>
                <a:lnTo>
                  <a:pt x="24259" y="68014"/>
                </a:lnTo>
                <a:lnTo>
                  <a:pt x="25151" y="68014"/>
                </a:lnTo>
                <a:lnTo>
                  <a:pt x="25151" y="67121"/>
                </a:lnTo>
                <a:lnTo>
                  <a:pt x="24259" y="67121"/>
                </a:lnTo>
                <a:lnTo>
                  <a:pt x="24259" y="65335"/>
                </a:lnTo>
                <a:lnTo>
                  <a:pt x="25151" y="65335"/>
                </a:lnTo>
                <a:lnTo>
                  <a:pt x="25151" y="59084"/>
                </a:lnTo>
                <a:lnTo>
                  <a:pt x="26044" y="59084"/>
                </a:lnTo>
                <a:lnTo>
                  <a:pt x="26044" y="53727"/>
                </a:lnTo>
                <a:lnTo>
                  <a:pt x="26937" y="53727"/>
                </a:lnTo>
                <a:lnTo>
                  <a:pt x="26937" y="52834"/>
                </a:lnTo>
                <a:lnTo>
                  <a:pt x="23366" y="52834"/>
                </a:lnTo>
                <a:lnTo>
                  <a:pt x="23366" y="53727"/>
                </a:lnTo>
                <a:lnTo>
                  <a:pt x="22324" y="53727"/>
                </a:lnTo>
                <a:lnTo>
                  <a:pt x="22324" y="54620"/>
                </a:lnTo>
                <a:lnTo>
                  <a:pt x="20538" y="54620"/>
                </a:lnTo>
                <a:lnTo>
                  <a:pt x="20538" y="56406"/>
                </a:lnTo>
                <a:lnTo>
                  <a:pt x="19645" y="56406"/>
                </a:lnTo>
                <a:lnTo>
                  <a:pt x="19645" y="59084"/>
                </a:lnTo>
                <a:lnTo>
                  <a:pt x="18752" y="59084"/>
                </a:lnTo>
                <a:lnTo>
                  <a:pt x="18752" y="59977"/>
                </a:lnTo>
                <a:lnTo>
                  <a:pt x="16966" y="59977"/>
                </a:lnTo>
                <a:lnTo>
                  <a:pt x="16966" y="60870"/>
                </a:lnTo>
                <a:lnTo>
                  <a:pt x="15180" y="60870"/>
                </a:lnTo>
                <a:lnTo>
                  <a:pt x="15180" y="62656"/>
                </a:lnTo>
                <a:lnTo>
                  <a:pt x="14287" y="62656"/>
                </a:lnTo>
                <a:lnTo>
                  <a:pt x="14287" y="63549"/>
                </a:lnTo>
                <a:lnTo>
                  <a:pt x="13394" y="63549"/>
                </a:lnTo>
                <a:lnTo>
                  <a:pt x="13394" y="65335"/>
                </a:lnTo>
                <a:lnTo>
                  <a:pt x="12501" y="65335"/>
                </a:lnTo>
                <a:lnTo>
                  <a:pt x="12501" y="66228"/>
                </a:lnTo>
                <a:lnTo>
                  <a:pt x="11608" y="66228"/>
                </a:lnTo>
                <a:lnTo>
                  <a:pt x="11608" y="68014"/>
                </a:lnTo>
                <a:lnTo>
                  <a:pt x="10715" y="68014"/>
                </a:lnTo>
                <a:lnTo>
                  <a:pt x="10715" y="68907"/>
                </a:lnTo>
                <a:lnTo>
                  <a:pt x="9822" y="68907"/>
                </a:lnTo>
                <a:lnTo>
                  <a:pt x="9822" y="70842"/>
                </a:lnTo>
                <a:lnTo>
                  <a:pt x="8929" y="70842"/>
                </a:lnTo>
                <a:lnTo>
                  <a:pt x="8929" y="71735"/>
                </a:lnTo>
                <a:lnTo>
                  <a:pt x="5357" y="71735"/>
                </a:lnTo>
                <a:lnTo>
                  <a:pt x="5357" y="70842"/>
                </a:lnTo>
                <a:lnTo>
                  <a:pt x="892" y="70842"/>
                </a:lnTo>
                <a:lnTo>
                  <a:pt x="892" y="68907"/>
                </a:lnTo>
                <a:lnTo>
                  <a:pt x="0" y="68907"/>
                </a:lnTo>
                <a:lnTo>
                  <a:pt x="0" y="67121"/>
                </a:lnTo>
                <a:lnTo>
                  <a:pt x="892" y="67121"/>
                </a:lnTo>
                <a:lnTo>
                  <a:pt x="892" y="66228"/>
                </a:lnTo>
                <a:lnTo>
                  <a:pt x="2678" y="66228"/>
                </a:lnTo>
                <a:lnTo>
                  <a:pt x="2678" y="65335"/>
                </a:lnTo>
                <a:lnTo>
                  <a:pt x="3571" y="65335"/>
                </a:lnTo>
                <a:lnTo>
                  <a:pt x="3571" y="63549"/>
                </a:lnTo>
                <a:lnTo>
                  <a:pt x="4464" y="63549"/>
                </a:lnTo>
                <a:lnTo>
                  <a:pt x="4464" y="62656"/>
                </a:lnTo>
                <a:lnTo>
                  <a:pt x="5357" y="62656"/>
                </a:lnTo>
                <a:lnTo>
                  <a:pt x="5357" y="61763"/>
                </a:lnTo>
                <a:lnTo>
                  <a:pt x="6250" y="61763"/>
                </a:lnTo>
                <a:lnTo>
                  <a:pt x="6250" y="60870"/>
                </a:lnTo>
                <a:lnTo>
                  <a:pt x="7143" y="60870"/>
                </a:lnTo>
                <a:lnTo>
                  <a:pt x="7143" y="59977"/>
                </a:lnTo>
                <a:lnTo>
                  <a:pt x="8036" y="59977"/>
                </a:lnTo>
                <a:lnTo>
                  <a:pt x="8036" y="58192"/>
                </a:lnTo>
                <a:lnTo>
                  <a:pt x="8929" y="58192"/>
                </a:lnTo>
                <a:lnTo>
                  <a:pt x="8929" y="56406"/>
                </a:lnTo>
                <a:lnTo>
                  <a:pt x="9822" y="56406"/>
                </a:lnTo>
                <a:lnTo>
                  <a:pt x="9822" y="55513"/>
                </a:lnTo>
                <a:lnTo>
                  <a:pt x="10715" y="55513"/>
                </a:lnTo>
                <a:lnTo>
                  <a:pt x="10715" y="53727"/>
                </a:lnTo>
                <a:lnTo>
                  <a:pt x="11608" y="53727"/>
                </a:lnTo>
                <a:lnTo>
                  <a:pt x="11608" y="51941"/>
                </a:lnTo>
                <a:lnTo>
                  <a:pt x="12501" y="51941"/>
                </a:lnTo>
                <a:lnTo>
                  <a:pt x="12501" y="51048"/>
                </a:lnTo>
                <a:lnTo>
                  <a:pt x="13394" y="51048"/>
                </a:lnTo>
                <a:lnTo>
                  <a:pt x="13394" y="49262"/>
                </a:lnTo>
                <a:lnTo>
                  <a:pt x="14287" y="49262"/>
                </a:lnTo>
                <a:lnTo>
                  <a:pt x="14287" y="48369"/>
                </a:lnTo>
                <a:lnTo>
                  <a:pt x="15180" y="48369"/>
                </a:lnTo>
                <a:lnTo>
                  <a:pt x="15180" y="46583"/>
                </a:lnTo>
                <a:lnTo>
                  <a:pt x="16073" y="46583"/>
                </a:lnTo>
                <a:lnTo>
                  <a:pt x="16073" y="43011"/>
                </a:lnTo>
                <a:lnTo>
                  <a:pt x="16966" y="43011"/>
                </a:lnTo>
                <a:lnTo>
                  <a:pt x="16966" y="41225"/>
                </a:lnTo>
                <a:lnTo>
                  <a:pt x="19645" y="41225"/>
                </a:lnTo>
                <a:lnTo>
                  <a:pt x="19645" y="40332"/>
                </a:lnTo>
                <a:lnTo>
                  <a:pt x="20538" y="40332"/>
                </a:lnTo>
                <a:lnTo>
                  <a:pt x="20538" y="39439"/>
                </a:lnTo>
                <a:lnTo>
                  <a:pt x="21431" y="39439"/>
                </a:lnTo>
                <a:lnTo>
                  <a:pt x="21431" y="37653"/>
                </a:lnTo>
                <a:lnTo>
                  <a:pt x="22324" y="37653"/>
                </a:lnTo>
                <a:lnTo>
                  <a:pt x="22324" y="34974"/>
                </a:lnTo>
                <a:lnTo>
                  <a:pt x="23366" y="34974"/>
                </a:lnTo>
                <a:lnTo>
                  <a:pt x="23366" y="33188"/>
                </a:lnTo>
                <a:lnTo>
                  <a:pt x="24259" y="33188"/>
                </a:lnTo>
                <a:lnTo>
                  <a:pt x="24259" y="32295"/>
                </a:lnTo>
                <a:lnTo>
                  <a:pt x="26937" y="32295"/>
                </a:lnTo>
                <a:lnTo>
                  <a:pt x="26937" y="31402"/>
                </a:lnTo>
                <a:lnTo>
                  <a:pt x="27830" y="31402"/>
                </a:lnTo>
                <a:lnTo>
                  <a:pt x="27830" y="26045"/>
                </a:lnTo>
                <a:lnTo>
                  <a:pt x="28723" y="26045"/>
                </a:lnTo>
                <a:lnTo>
                  <a:pt x="28723" y="22324"/>
                </a:lnTo>
                <a:lnTo>
                  <a:pt x="29616" y="22324"/>
                </a:lnTo>
                <a:lnTo>
                  <a:pt x="29616" y="20538"/>
                </a:lnTo>
                <a:lnTo>
                  <a:pt x="30509" y="20538"/>
                </a:lnTo>
                <a:lnTo>
                  <a:pt x="30509" y="19645"/>
                </a:lnTo>
                <a:lnTo>
                  <a:pt x="31402" y="19645"/>
                </a:lnTo>
                <a:lnTo>
                  <a:pt x="31402" y="18752"/>
                </a:lnTo>
                <a:lnTo>
                  <a:pt x="32295" y="18752"/>
                </a:lnTo>
                <a:lnTo>
                  <a:pt x="32295" y="17859"/>
                </a:lnTo>
                <a:lnTo>
                  <a:pt x="33188" y="17859"/>
                </a:lnTo>
                <a:lnTo>
                  <a:pt x="33188" y="14287"/>
                </a:lnTo>
                <a:lnTo>
                  <a:pt x="32295" y="14287"/>
                </a:lnTo>
                <a:lnTo>
                  <a:pt x="32295" y="13394"/>
                </a:lnTo>
                <a:lnTo>
                  <a:pt x="33188" y="13394"/>
                </a:lnTo>
                <a:lnTo>
                  <a:pt x="33188" y="8036"/>
                </a:lnTo>
                <a:lnTo>
                  <a:pt x="34974" y="8036"/>
                </a:lnTo>
                <a:lnTo>
                  <a:pt x="34974" y="7143"/>
                </a:lnTo>
                <a:lnTo>
                  <a:pt x="35867" y="7143"/>
                </a:lnTo>
                <a:lnTo>
                  <a:pt x="35867" y="5358"/>
                </a:lnTo>
                <a:lnTo>
                  <a:pt x="36760" y="5358"/>
                </a:lnTo>
                <a:lnTo>
                  <a:pt x="36760" y="2679"/>
                </a:lnTo>
                <a:lnTo>
                  <a:pt x="37653" y="2679"/>
                </a:lnTo>
                <a:close/>
                <a:moveTo>
                  <a:pt x="83343" y="0"/>
                </a:moveTo>
                <a:lnTo>
                  <a:pt x="87808" y="0"/>
                </a:lnTo>
                <a:lnTo>
                  <a:pt x="87808" y="893"/>
                </a:lnTo>
                <a:lnTo>
                  <a:pt x="88701" y="893"/>
                </a:lnTo>
                <a:lnTo>
                  <a:pt x="88701" y="1786"/>
                </a:lnTo>
                <a:lnTo>
                  <a:pt x="90487" y="1786"/>
                </a:lnTo>
                <a:lnTo>
                  <a:pt x="90487" y="2679"/>
                </a:lnTo>
                <a:lnTo>
                  <a:pt x="94952" y="2679"/>
                </a:lnTo>
                <a:lnTo>
                  <a:pt x="94952" y="3572"/>
                </a:lnTo>
                <a:lnTo>
                  <a:pt x="95845" y="3572"/>
                </a:lnTo>
                <a:lnTo>
                  <a:pt x="95845" y="4465"/>
                </a:lnTo>
                <a:lnTo>
                  <a:pt x="96738" y="4465"/>
                </a:lnTo>
                <a:lnTo>
                  <a:pt x="96738" y="5358"/>
                </a:lnTo>
                <a:lnTo>
                  <a:pt x="97631" y="5358"/>
                </a:lnTo>
                <a:lnTo>
                  <a:pt x="97631" y="6251"/>
                </a:lnTo>
                <a:lnTo>
                  <a:pt x="98524" y="6251"/>
                </a:lnTo>
                <a:lnTo>
                  <a:pt x="98524" y="10715"/>
                </a:lnTo>
                <a:lnTo>
                  <a:pt x="97631" y="10715"/>
                </a:lnTo>
                <a:lnTo>
                  <a:pt x="97631" y="11608"/>
                </a:lnTo>
                <a:lnTo>
                  <a:pt x="96738" y="11608"/>
                </a:lnTo>
                <a:lnTo>
                  <a:pt x="96738" y="12501"/>
                </a:lnTo>
                <a:lnTo>
                  <a:pt x="95845" y="12501"/>
                </a:lnTo>
                <a:lnTo>
                  <a:pt x="95845" y="13394"/>
                </a:lnTo>
                <a:lnTo>
                  <a:pt x="94059" y="13394"/>
                </a:lnTo>
                <a:lnTo>
                  <a:pt x="94059" y="14287"/>
                </a:lnTo>
                <a:lnTo>
                  <a:pt x="92273" y="14287"/>
                </a:lnTo>
                <a:lnTo>
                  <a:pt x="92273" y="17859"/>
                </a:lnTo>
                <a:lnTo>
                  <a:pt x="91380" y="17859"/>
                </a:lnTo>
                <a:lnTo>
                  <a:pt x="91380" y="19645"/>
                </a:lnTo>
                <a:lnTo>
                  <a:pt x="90487" y="19645"/>
                </a:lnTo>
                <a:lnTo>
                  <a:pt x="90487" y="22324"/>
                </a:lnTo>
                <a:lnTo>
                  <a:pt x="89594" y="22324"/>
                </a:lnTo>
                <a:lnTo>
                  <a:pt x="89594" y="23366"/>
                </a:lnTo>
                <a:lnTo>
                  <a:pt x="88701" y="23366"/>
                </a:lnTo>
                <a:lnTo>
                  <a:pt x="88701" y="26045"/>
                </a:lnTo>
                <a:lnTo>
                  <a:pt x="89594" y="26045"/>
                </a:lnTo>
                <a:lnTo>
                  <a:pt x="89594" y="27831"/>
                </a:lnTo>
                <a:lnTo>
                  <a:pt x="88701" y="27831"/>
                </a:lnTo>
                <a:lnTo>
                  <a:pt x="88701" y="32295"/>
                </a:lnTo>
                <a:lnTo>
                  <a:pt x="89594" y="32295"/>
                </a:lnTo>
                <a:lnTo>
                  <a:pt x="89594" y="34081"/>
                </a:lnTo>
                <a:lnTo>
                  <a:pt x="86915" y="34081"/>
                </a:lnTo>
                <a:lnTo>
                  <a:pt x="86915" y="34974"/>
                </a:lnTo>
                <a:lnTo>
                  <a:pt x="86022" y="34974"/>
                </a:lnTo>
                <a:lnTo>
                  <a:pt x="86022" y="38546"/>
                </a:lnTo>
                <a:lnTo>
                  <a:pt x="85129" y="38546"/>
                </a:lnTo>
                <a:lnTo>
                  <a:pt x="85129" y="39439"/>
                </a:lnTo>
                <a:lnTo>
                  <a:pt x="84236" y="39439"/>
                </a:lnTo>
                <a:lnTo>
                  <a:pt x="84236" y="43904"/>
                </a:lnTo>
                <a:lnTo>
                  <a:pt x="85129" y="43904"/>
                </a:lnTo>
                <a:lnTo>
                  <a:pt x="85129" y="45690"/>
                </a:lnTo>
                <a:lnTo>
                  <a:pt x="86022" y="45690"/>
                </a:lnTo>
                <a:lnTo>
                  <a:pt x="86022" y="46583"/>
                </a:lnTo>
                <a:lnTo>
                  <a:pt x="85129" y="46583"/>
                </a:lnTo>
                <a:lnTo>
                  <a:pt x="85129" y="48369"/>
                </a:lnTo>
                <a:lnTo>
                  <a:pt x="83343" y="48369"/>
                </a:lnTo>
                <a:lnTo>
                  <a:pt x="83343" y="50155"/>
                </a:lnTo>
                <a:lnTo>
                  <a:pt x="82450" y="50155"/>
                </a:lnTo>
                <a:lnTo>
                  <a:pt x="82450" y="52834"/>
                </a:lnTo>
                <a:lnTo>
                  <a:pt x="81557" y="52834"/>
                </a:lnTo>
                <a:lnTo>
                  <a:pt x="81557" y="54620"/>
                </a:lnTo>
                <a:lnTo>
                  <a:pt x="84236" y="54620"/>
                </a:lnTo>
                <a:lnTo>
                  <a:pt x="84236" y="53727"/>
                </a:lnTo>
                <a:lnTo>
                  <a:pt x="86915" y="53727"/>
                </a:lnTo>
                <a:lnTo>
                  <a:pt x="86915" y="54620"/>
                </a:lnTo>
                <a:lnTo>
                  <a:pt x="87808" y="54620"/>
                </a:lnTo>
                <a:lnTo>
                  <a:pt x="87808" y="55513"/>
                </a:lnTo>
                <a:lnTo>
                  <a:pt x="89594" y="55513"/>
                </a:lnTo>
                <a:lnTo>
                  <a:pt x="89594" y="54620"/>
                </a:lnTo>
                <a:lnTo>
                  <a:pt x="90487" y="54620"/>
                </a:lnTo>
                <a:lnTo>
                  <a:pt x="90487" y="53727"/>
                </a:lnTo>
                <a:lnTo>
                  <a:pt x="94059" y="53727"/>
                </a:lnTo>
                <a:lnTo>
                  <a:pt x="94059" y="54620"/>
                </a:lnTo>
                <a:lnTo>
                  <a:pt x="96738" y="54620"/>
                </a:lnTo>
                <a:lnTo>
                  <a:pt x="96738" y="53727"/>
                </a:lnTo>
                <a:lnTo>
                  <a:pt x="97631" y="53727"/>
                </a:lnTo>
                <a:lnTo>
                  <a:pt x="97631" y="52834"/>
                </a:lnTo>
                <a:lnTo>
                  <a:pt x="98524" y="52834"/>
                </a:lnTo>
                <a:lnTo>
                  <a:pt x="98524" y="53727"/>
                </a:lnTo>
                <a:lnTo>
                  <a:pt x="99417" y="53727"/>
                </a:lnTo>
                <a:lnTo>
                  <a:pt x="99417" y="54620"/>
                </a:lnTo>
                <a:lnTo>
                  <a:pt x="100310" y="54620"/>
                </a:lnTo>
                <a:lnTo>
                  <a:pt x="100310" y="55513"/>
                </a:lnTo>
                <a:lnTo>
                  <a:pt x="104775" y="55513"/>
                </a:lnTo>
                <a:lnTo>
                  <a:pt x="104775" y="54620"/>
                </a:lnTo>
                <a:lnTo>
                  <a:pt x="107453" y="54620"/>
                </a:lnTo>
                <a:lnTo>
                  <a:pt x="107453" y="53727"/>
                </a:lnTo>
                <a:lnTo>
                  <a:pt x="109239" y="53727"/>
                </a:lnTo>
                <a:lnTo>
                  <a:pt x="109239" y="52834"/>
                </a:lnTo>
                <a:lnTo>
                  <a:pt x="112811" y="52834"/>
                </a:lnTo>
                <a:lnTo>
                  <a:pt x="112811" y="51941"/>
                </a:lnTo>
                <a:lnTo>
                  <a:pt x="114597" y="51941"/>
                </a:lnTo>
                <a:lnTo>
                  <a:pt x="114597" y="52834"/>
                </a:lnTo>
                <a:lnTo>
                  <a:pt x="118318" y="52834"/>
                </a:lnTo>
                <a:lnTo>
                  <a:pt x="118318" y="53727"/>
                </a:lnTo>
                <a:lnTo>
                  <a:pt x="119211" y="53727"/>
                </a:lnTo>
                <a:lnTo>
                  <a:pt x="119211" y="54620"/>
                </a:lnTo>
                <a:lnTo>
                  <a:pt x="120997" y="54620"/>
                </a:lnTo>
                <a:lnTo>
                  <a:pt x="120997" y="52834"/>
                </a:lnTo>
                <a:lnTo>
                  <a:pt x="120104" y="52834"/>
                </a:lnTo>
                <a:lnTo>
                  <a:pt x="120104" y="49262"/>
                </a:lnTo>
                <a:lnTo>
                  <a:pt x="120997" y="49262"/>
                </a:lnTo>
                <a:lnTo>
                  <a:pt x="120997" y="48369"/>
                </a:lnTo>
                <a:lnTo>
                  <a:pt x="122783" y="48369"/>
                </a:lnTo>
                <a:lnTo>
                  <a:pt x="122783" y="47476"/>
                </a:lnTo>
                <a:lnTo>
                  <a:pt x="123676" y="47476"/>
                </a:lnTo>
                <a:lnTo>
                  <a:pt x="123676" y="45690"/>
                </a:lnTo>
                <a:lnTo>
                  <a:pt x="124569" y="45690"/>
                </a:lnTo>
                <a:lnTo>
                  <a:pt x="124569" y="44797"/>
                </a:lnTo>
                <a:lnTo>
                  <a:pt x="125462" y="44797"/>
                </a:lnTo>
                <a:lnTo>
                  <a:pt x="125462" y="43904"/>
                </a:lnTo>
                <a:lnTo>
                  <a:pt x="126355" y="43904"/>
                </a:lnTo>
                <a:lnTo>
                  <a:pt x="126355" y="44797"/>
                </a:lnTo>
                <a:lnTo>
                  <a:pt x="127248" y="44797"/>
                </a:lnTo>
                <a:lnTo>
                  <a:pt x="127248" y="45690"/>
                </a:lnTo>
                <a:lnTo>
                  <a:pt x="132605" y="45690"/>
                </a:lnTo>
                <a:lnTo>
                  <a:pt x="132605" y="46583"/>
                </a:lnTo>
                <a:lnTo>
                  <a:pt x="133498" y="46583"/>
                </a:lnTo>
                <a:lnTo>
                  <a:pt x="133498" y="47476"/>
                </a:lnTo>
                <a:lnTo>
                  <a:pt x="134391" y="47476"/>
                </a:lnTo>
                <a:lnTo>
                  <a:pt x="134391" y="49262"/>
                </a:lnTo>
                <a:lnTo>
                  <a:pt x="135284" y="49262"/>
                </a:lnTo>
                <a:lnTo>
                  <a:pt x="135284" y="50155"/>
                </a:lnTo>
                <a:lnTo>
                  <a:pt x="137070" y="50155"/>
                </a:lnTo>
                <a:lnTo>
                  <a:pt x="137070" y="51048"/>
                </a:lnTo>
                <a:lnTo>
                  <a:pt x="137963" y="51048"/>
                </a:lnTo>
                <a:lnTo>
                  <a:pt x="137963" y="51941"/>
                </a:lnTo>
                <a:lnTo>
                  <a:pt x="139749" y="51941"/>
                </a:lnTo>
                <a:lnTo>
                  <a:pt x="139749" y="55513"/>
                </a:lnTo>
                <a:lnTo>
                  <a:pt x="140642" y="55513"/>
                </a:lnTo>
                <a:lnTo>
                  <a:pt x="140642" y="58192"/>
                </a:lnTo>
                <a:lnTo>
                  <a:pt x="138856" y="58192"/>
                </a:lnTo>
                <a:lnTo>
                  <a:pt x="138856" y="59084"/>
                </a:lnTo>
                <a:lnTo>
                  <a:pt x="137963" y="59084"/>
                </a:lnTo>
                <a:lnTo>
                  <a:pt x="137963" y="59977"/>
                </a:lnTo>
                <a:lnTo>
                  <a:pt x="135284" y="59977"/>
                </a:lnTo>
                <a:lnTo>
                  <a:pt x="135284" y="59084"/>
                </a:lnTo>
                <a:lnTo>
                  <a:pt x="134391" y="59084"/>
                </a:lnTo>
                <a:lnTo>
                  <a:pt x="134391" y="58192"/>
                </a:lnTo>
                <a:lnTo>
                  <a:pt x="129926" y="58192"/>
                </a:lnTo>
                <a:lnTo>
                  <a:pt x="129926" y="59084"/>
                </a:lnTo>
                <a:lnTo>
                  <a:pt x="126355" y="59084"/>
                </a:lnTo>
                <a:lnTo>
                  <a:pt x="126355" y="58192"/>
                </a:lnTo>
                <a:lnTo>
                  <a:pt x="116532" y="58192"/>
                </a:lnTo>
                <a:lnTo>
                  <a:pt x="116532" y="59084"/>
                </a:lnTo>
                <a:lnTo>
                  <a:pt x="96738" y="59084"/>
                </a:lnTo>
                <a:lnTo>
                  <a:pt x="96738" y="58192"/>
                </a:lnTo>
                <a:lnTo>
                  <a:pt x="95845" y="58192"/>
                </a:lnTo>
                <a:lnTo>
                  <a:pt x="95845" y="57299"/>
                </a:lnTo>
                <a:lnTo>
                  <a:pt x="93166" y="57299"/>
                </a:lnTo>
                <a:lnTo>
                  <a:pt x="93166" y="58192"/>
                </a:lnTo>
                <a:lnTo>
                  <a:pt x="90487" y="58192"/>
                </a:lnTo>
                <a:lnTo>
                  <a:pt x="90487" y="59084"/>
                </a:lnTo>
                <a:lnTo>
                  <a:pt x="89594" y="59084"/>
                </a:lnTo>
                <a:lnTo>
                  <a:pt x="89594" y="58192"/>
                </a:lnTo>
                <a:lnTo>
                  <a:pt x="88701" y="58192"/>
                </a:lnTo>
                <a:lnTo>
                  <a:pt x="88701" y="57299"/>
                </a:lnTo>
                <a:lnTo>
                  <a:pt x="83343" y="57299"/>
                </a:lnTo>
                <a:lnTo>
                  <a:pt x="83343" y="58192"/>
                </a:lnTo>
                <a:lnTo>
                  <a:pt x="81557" y="58192"/>
                </a:lnTo>
                <a:lnTo>
                  <a:pt x="81557" y="59084"/>
                </a:lnTo>
                <a:lnTo>
                  <a:pt x="79771" y="59084"/>
                </a:lnTo>
                <a:lnTo>
                  <a:pt x="79771" y="64442"/>
                </a:lnTo>
                <a:lnTo>
                  <a:pt x="80664" y="64442"/>
                </a:lnTo>
                <a:lnTo>
                  <a:pt x="80664" y="67121"/>
                </a:lnTo>
                <a:lnTo>
                  <a:pt x="79771" y="67121"/>
                </a:lnTo>
                <a:lnTo>
                  <a:pt x="79771" y="68014"/>
                </a:lnTo>
                <a:lnTo>
                  <a:pt x="77985" y="68014"/>
                </a:lnTo>
                <a:lnTo>
                  <a:pt x="77985" y="69949"/>
                </a:lnTo>
                <a:lnTo>
                  <a:pt x="77092" y="69949"/>
                </a:lnTo>
                <a:lnTo>
                  <a:pt x="77092" y="74414"/>
                </a:lnTo>
                <a:lnTo>
                  <a:pt x="78878" y="74414"/>
                </a:lnTo>
                <a:lnTo>
                  <a:pt x="78878" y="75307"/>
                </a:lnTo>
                <a:lnTo>
                  <a:pt x="86915" y="75307"/>
                </a:lnTo>
                <a:lnTo>
                  <a:pt x="86915" y="76200"/>
                </a:lnTo>
                <a:lnTo>
                  <a:pt x="88701" y="76200"/>
                </a:lnTo>
                <a:lnTo>
                  <a:pt x="88701" y="75307"/>
                </a:lnTo>
                <a:lnTo>
                  <a:pt x="91380" y="75307"/>
                </a:lnTo>
                <a:lnTo>
                  <a:pt x="91380" y="76200"/>
                </a:lnTo>
                <a:lnTo>
                  <a:pt x="93166" y="76200"/>
                </a:lnTo>
                <a:lnTo>
                  <a:pt x="93166" y="75307"/>
                </a:lnTo>
                <a:lnTo>
                  <a:pt x="95845" y="75307"/>
                </a:lnTo>
                <a:lnTo>
                  <a:pt x="95845" y="74414"/>
                </a:lnTo>
                <a:lnTo>
                  <a:pt x="99417" y="74414"/>
                </a:lnTo>
                <a:lnTo>
                  <a:pt x="99417" y="73521"/>
                </a:lnTo>
                <a:lnTo>
                  <a:pt x="102096" y="73521"/>
                </a:lnTo>
                <a:lnTo>
                  <a:pt x="102096" y="74414"/>
                </a:lnTo>
                <a:lnTo>
                  <a:pt x="107453" y="74414"/>
                </a:lnTo>
                <a:lnTo>
                  <a:pt x="107453" y="73521"/>
                </a:lnTo>
                <a:lnTo>
                  <a:pt x="108346" y="73521"/>
                </a:lnTo>
                <a:lnTo>
                  <a:pt x="108346" y="72628"/>
                </a:lnTo>
                <a:lnTo>
                  <a:pt x="110132" y="72628"/>
                </a:lnTo>
                <a:lnTo>
                  <a:pt x="110132" y="71735"/>
                </a:lnTo>
                <a:lnTo>
                  <a:pt x="111025" y="71735"/>
                </a:lnTo>
                <a:lnTo>
                  <a:pt x="111025" y="70842"/>
                </a:lnTo>
                <a:lnTo>
                  <a:pt x="114597" y="70842"/>
                </a:lnTo>
                <a:lnTo>
                  <a:pt x="114597" y="69949"/>
                </a:lnTo>
                <a:lnTo>
                  <a:pt x="115639" y="69949"/>
                </a:lnTo>
                <a:lnTo>
                  <a:pt x="115639" y="70842"/>
                </a:lnTo>
                <a:lnTo>
                  <a:pt x="119211" y="70842"/>
                </a:lnTo>
                <a:lnTo>
                  <a:pt x="119211" y="71735"/>
                </a:lnTo>
                <a:lnTo>
                  <a:pt x="120104" y="71735"/>
                </a:lnTo>
                <a:lnTo>
                  <a:pt x="120104" y="72628"/>
                </a:lnTo>
                <a:lnTo>
                  <a:pt x="121890" y="72628"/>
                </a:lnTo>
                <a:lnTo>
                  <a:pt x="121890" y="73521"/>
                </a:lnTo>
                <a:lnTo>
                  <a:pt x="123676" y="73521"/>
                </a:lnTo>
                <a:lnTo>
                  <a:pt x="123676" y="75307"/>
                </a:lnTo>
                <a:lnTo>
                  <a:pt x="124569" y="75307"/>
                </a:lnTo>
                <a:lnTo>
                  <a:pt x="124569" y="76200"/>
                </a:lnTo>
                <a:lnTo>
                  <a:pt x="125462" y="76200"/>
                </a:lnTo>
                <a:lnTo>
                  <a:pt x="125462" y="77093"/>
                </a:lnTo>
                <a:lnTo>
                  <a:pt x="126355" y="77093"/>
                </a:lnTo>
                <a:lnTo>
                  <a:pt x="126355" y="80665"/>
                </a:lnTo>
                <a:lnTo>
                  <a:pt x="125462" y="80665"/>
                </a:lnTo>
                <a:lnTo>
                  <a:pt x="125462" y="81558"/>
                </a:lnTo>
                <a:lnTo>
                  <a:pt x="124569" y="81558"/>
                </a:lnTo>
                <a:lnTo>
                  <a:pt x="124569" y="82451"/>
                </a:lnTo>
                <a:lnTo>
                  <a:pt x="123676" y="82451"/>
                </a:lnTo>
                <a:lnTo>
                  <a:pt x="123676" y="83343"/>
                </a:lnTo>
                <a:lnTo>
                  <a:pt x="119211" y="83343"/>
                </a:lnTo>
                <a:lnTo>
                  <a:pt x="119211" y="85129"/>
                </a:lnTo>
                <a:lnTo>
                  <a:pt x="118318" y="85129"/>
                </a:lnTo>
                <a:lnTo>
                  <a:pt x="118318" y="86022"/>
                </a:lnTo>
                <a:lnTo>
                  <a:pt x="117425" y="86022"/>
                </a:lnTo>
                <a:lnTo>
                  <a:pt x="117425" y="86915"/>
                </a:lnTo>
                <a:lnTo>
                  <a:pt x="116532" y="86915"/>
                </a:lnTo>
                <a:lnTo>
                  <a:pt x="116532" y="87808"/>
                </a:lnTo>
                <a:lnTo>
                  <a:pt x="115639" y="87808"/>
                </a:lnTo>
                <a:lnTo>
                  <a:pt x="115639" y="89594"/>
                </a:lnTo>
                <a:lnTo>
                  <a:pt x="114597" y="89594"/>
                </a:lnTo>
                <a:lnTo>
                  <a:pt x="114597" y="90487"/>
                </a:lnTo>
                <a:lnTo>
                  <a:pt x="113704" y="90487"/>
                </a:lnTo>
                <a:lnTo>
                  <a:pt x="113704" y="92273"/>
                </a:lnTo>
                <a:lnTo>
                  <a:pt x="112811" y="92273"/>
                </a:lnTo>
                <a:lnTo>
                  <a:pt x="112811" y="93166"/>
                </a:lnTo>
                <a:lnTo>
                  <a:pt x="111918" y="93166"/>
                </a:lnTo>
                <a:lnTo>
                  <a:pt x="111918" y="94059"/>
                </a:lnTo>
                <a:lnTo>
                  <a:pt x="111025" y="94059"/>
                </a:lnTo>
                <a:lnTo>
                  <a:pt x="111025" y="94952"/>
                </a:lnTo>
                <a:lnTo>
                  <a:pt x="110132" y="94952"/>
                </a:lnTo>
                <a:lnTo>
                  <a:pt x="110132" y="96738"/>
                </a:lnTo>
                <a:lnTo>
                  <a:pt x="109239" y="96738"/>
                </a:lnTo>
                <a:lnTo>
                  <a:pt x="109239" y="97631"/>
                </a:lnTo>
                <a:lnTo>
                  <a:pt x="108346" y="97631"/>
                </a:lnTo>
                <a:lnTo>
                  <a:pt x="108346" y="98524"/>
                </a:lnTo>
                <a:lnTo>
                  <a:pt x="107453" y="98524"/>
                </a:lnTo>
                <a:lnTo>
                  <a:pt x="107453" y="100310"/>
                </a:lnTo>
                <a:lnTo>
                  <a:pt x="106560" y="100310"/>
                </a:lnTo>
                <a:lnTo>
                  <a:pt x="106560" y="101203"/>
                </a:lnTo>
                <a:lnTo>
                  <a:pt x="105667" y="101203"/>
                </a:lnTo>
                <a:lnTo>
                  <a:pt x="105667" y="102096"/>
                </a:lnTo>
                <a:lnTo>
                  <a:pt x="103882" y="102096"/>
                </a:lnTo>
                <a:lnTo>
                  <a:pt x="103882" y="102989"/>
                </a:lnTo>
                <a:lnTo>
                  <a:pt x="102096" y="102989"/>
                </a:lnTo>
                <a:lnTo>
                  <a:pt x="102096" y="105668"/>
                </a:lnTo>
                <a:lnTo>
                  <a:pt x="102989" y="105668"/>
                </a:lnTo>
                <a:lnTo>
                  <a:pt x="102989" y="107454"/>
                </a:lnTo>
                <a:lnTo>
                  <a:pt x="103882" y="107454"/>
                </a:lnTo>
                <a:lnTo>
                  <a:pt x="103882" y="108347"/>
                </a:lnTo>
                <a:lnTo>
                  <a:pt x="104775" y="108347"/>
                </a:lnTo>
                <a:lnTo>
                  <a:pt x="104775" y="110133"/>
                </a:lnTo>
                <a:lnTo>
                  <a:pt x="105667" y="110133"/>
                </a:lnTo>
                <a:lnTo>
                  <a:pt x="105667" y="111918"/>
                </a:lnTo>
                <a:lnTo>
                  <a:pt x="106560" y="111918"/>
                </a:lnTo>
                <a:lnTo>
                  <a:pt x="106560" y="112811"/>
                </a:lnTo>
                <a:lnTo>
                  <a:pt x="107453" y="112811"/>
                </a:lnTo>
                <a:lnTo>
                  <a:pt x="107453" y="113704"/>
                </a:lnTo>
                <a:lnTo>
                  <a:pt x="108346" y="113704"/>
                </a:lnTo>
                <a:lnTo>
                  <a:pt x="108346" y="114597"/>
                </a:lnTo>
                <a:lnTo>
                  <a:pt x="109239" y="114597"/>
                </a:lnTo>
                <a:lnTo>
                  <a:pt x="109239" y="116532"/>
                </a:lnTo>
                <a:lnTo>
                  <a:pt x="110132" y="116532"/>
                </a:lnTo>
                <a:lnTo>
                  <a:pt x="110132" y="117425"/>
                </a:lnTo>
                <a:lnTo>
                  <a:pt x="111025" y="117425"/>
                </a:lnTo>
                <a:lnTo>
                  <a:pt x="111025" y="118318"/>
                </a:lnTo>
                <a:lnTo>
                  <a:pt x="111918" y="118318"/>
                </a:lnTo>
                <a:lnTo>
                  <a:pt x="111918" y="120997"/>
                </a:lnTo>
                <a:lnTo>
                  <a:pt x="112811" y="120997"/>
                </a:lnTo>
                <a:lnTo>
                  <a:pt x="112811" y="121890"/>
                </a:lnTo>
                <a:lnTo>
                  <a:pt x="114597" y="121890"/>
                </a:lnTo>
                <a:lnTo>
                  <a:pt x="114597" y="123676"/>
                </a:lnTo>
                <a:lnTo>
                  <a:pt x="115639" y="123676"/>
                </a:lnTo>
                <a:lnTo>
                  <a:pt x="115639" y="129927"/>
                </a:lnTo>
                <a:lnTo>
                  <a:pt x="116532" y="129927"/>
                </a:lnTo>
                <a:lnTo>
                  <a:pt x="116532" y="130820"/>
                </a:lnTo>
                <a:lnTo>
                  <a:pt x="115639" y="130820"/>
                </a:lnTo>
                <a:lnTo>
                  <a:pt x="115639" y="132606"/>
                </a:lnTo>
                <a:lnTo>
                  <a:pt x="114597" y="132606"/>
                </a:lnTo>
                <a:lnTo>
                  <a:pt x="114597" y="134392"/>
                </a:lnTo>
                <a:lnTo>
                  <a:pt x="113704" y="134392"/>
                </a:lnTo>
                <a:lnTo>
                  <a:pt x="113704" y="135285"/>
                </a:lnTo>
                <a:lnTo>
                  <a:pt x="112811" y="135285"/>
                </a:lnTo>
                <a:lnTo>
                  <a:pt x="112811" y="136177"/>
                </a:lnTo>
                <a:lnTo>
                  <a:pt x="111918" y="136177"/>
                </a:lnTo>
                <a:lnTo>
                  <a:pt x="111918" y="137070"/>
                </a:lnTo>
                <a:lnTo>
                  <a:pt x="111025" y="137070"/>
                </a:lnTo>
                <a:lnTo>
                  <a:pt x="111025" y="137963"/>
                </a:lnTo>
                <a:lnTo>
                  <a:pt x="105667" y="137963"/>
                </a:lnTo>
                <a:lnTo>
                  <a:pt x="105667" y="137070"/>
                </a:lnTo>
                <a:lnTo>
                  <a:pt x="104775" y="137070"/>
                </a:lnTo>
                <a:lnTo>
                  <a:pt x="104775" y="136177"/>
                </a:lnTo>
                <a:lnTo>
                  <a:pt x="103882" y="136177"/>
                </a:lnTo>
                <a:lnTo>
                  <a:pt x="103882" y="135285"/>
                </a:lnTo>
                <a:lnTo>
                  <a:pt x="102096" y="135285"/>
                </a:lnTo>
                <a:lnTo>
                  <a:pt x="102096" y="134392"/>
                </a:lnTo>
                <a:lnTo>
                  <a:pt x="101203" y="134392"/>
                </a:lnTo>
                <a:lnTo>
                  <a:pt x="101203" y="133499"/>
                </a:lnTo>
                <a:lnTo>
                  <a:pt x="100310" y="133499"/>
                </a:lnTo>
                <a:lnTo>
                  <a:pt x="100310" y="129927"/>
                </a:lnTo>
                <a:lnTo>
                  <a:pt x="99417" y="129927"/>
                </a:lnTo>
                <a:lnTo>
                  <a:pt x="99417" y="128141"/>
                </a:lnTo>
                <a:lnTo>
                  <a:pt x="100310" y="128141"/>
                </a:lnTo>
                <a:lnTo>
                  <a:pt x="100310" y="127248"/>
                </a:lnTo>
                <a:lnTo>
                  <a:pt x="99417" y="127248"/>
                </a:lnTo>
                <a:lnTo>
                  <a:pt x="99417" y="125462"/>
                </a:lnTo>
                <a:lnTo>
                  <a:pt x="98524" y="125462"/>
                </a:lnTo>
                <a:lnTo>
                  <a:pt x="98524" y="123676"/>
                </a:lnTo>
                <a:lnTo>
                  <a:pt x="97631" y="123676"/>
                </a:lnTo>
                <a:lnTo>
                  <a:pt x="97631" y="122783"/>
                </a:lnTo>
                <a:lnTo>
                  <a:pt x="96738" y="122783"/>
                </a:lnTo>
                <a:lnTo>
                  <a:pt x="96738" y="120104"/>
                </a:lnTo>
                <a:lnTo>
                  <a:pt x="95845" y="120104"/>
                </a:lnTo>
                <a:lnTo>
                  <a:pt x="95845" y="119211"/>
                </a:lnTo>
                <a:lnTo>
                  <a:pt x="94952" y="119211"/>
                </a:lnTo>
                <a:lnTo>
                  <a:pt x="94952" y="118318"/>
                </a:lnTo>
                <a:lnTo>
                  <a:pt x="94059" y="118318"/>
                </a:lnTo>
                <a:lnTo>
                  <a:pt x="94059" y="115639"/>
                </a:lnTo>
                <a:lnTo>
                  <a:pt x="93166" y="115639"/>
                </a:lnTo>
                <a:lnTo>
                  <a:pt x="93166" y="114597"/>
                </a:lnTo>
                <a:lnTo>
                  <a:pt x="91380" y="114597"/>
                </a:lnTo>
                <a:lnTo>
                  <a:pt x="91380" y="111918"/>
                </a:lnTo>
                <a:lnTo>
                  <a:pt x="90487" y="111918"/>
                </a:lnTo>
                <a:lnTo>
                  <a:pt x="90487" y="111026"/>
                </a:lnTo>
                <a:lnTo>
                  <a:pt x="89594" y="111026"/>
                </a:lnTo>
                <a:lnTo>
                  <a:pt x="89594" y="110133"/>
                </a:lnTo>
                <a:lnTo>
                  <a:pt x="88701" y="110133"/>
                </a:lnTo>
                <a:lnTo>
                  <a:pt x="88701" y="109240"/>
                </a:lnTo>
                <a:lnTo>
                  <a:pt x="86915" y="109240"/>
                </a:lnTo>
                <a:lnTo>
                  <a:pt x="86915" y="108347"/>
                </a:lnTo>
                <a:lnTo>
                  <a:pt x="86022" y="108347"/>
                </a:lnTo>
                <a:lnTo>
                  <a:pt x="86022" y="107454"/>
                </a:lnTo>
                <a:lnTo>
                  <a:pt x="85129" y="107454"/>
                </a:lnTo>
                <a:lnTo>
                  <a:pt x="85129" y="106561"/>
                </a:lnTo>
                <a:lnTo>
                  <a:pt x="84236" y="106561"/>
                </a:lnTo>
                <a:lnTo>
                  <a:pt x="84236" y="105668"/>
                </a:lnTo>
                <a:lnTo>
                  <a:pt x="82450" y="105668"/>
                </a:lnTo>
                <a:lnTo>
                  <a:pt x="82450" y="103882"/>
                </a:lnTo>
                <a:lnTo>
                  <a:pt x="81557" y="103882"/>
                </a:lnTo>
                <a:lnTo>
                  <a:pt x="81557" y="102989"/>
                </a:lnTo>
                <a:lnTo>
                  <a:pt x="79771" y="102989"/>
                </a:lnTo>
                <a:lnTo>
                  <a:pt x="79771" y="102096"/>
                </a:lnTo>
                <a:lnTo>
                  <a:pt x="77092" y="102096"/>
                </a:lnTo>
                <a:lnTo>
                  <a:pt x="77092" y="101203"/>
                </a:lnTo>
                <a:lnTo>
                  <a:pt x="75307" y="101203"/>
                </a:lnTo>
                <a:lnTo>
                  <a:pt x="75307" y="98524"/>
                </a:lnTo>
                <a:lnTo>
                  <a:pt x="76200" y="98524"/>
                </a:lnTo>
                <a:lnTo>
                  <a:pt x="76200" y="97631"/>
                </a:lnTo>
                <a:lnTo>
                  <a:pt x="81557" y="97631"/>
                </a:lnTo>
                <a:lnTo>
                  <a:pt x="81557" y="98524"/>
                </a:lnTo>
                <a:lnTo>
                  <a:pt x="84236" y="98524"/>
                </a:lnTo>
                <a:lnTo>
                  <a:pt x="84236" y="99417"/>
                </a:lnTo>
                <a:lnTo>
                  <a:pt x="86915" y="99417"/>
                </a:lnTo>
                <a:lnTo>
                  <a:pt x="86915" y="100310"/>
                </a:lnTo>
                <a:lnTo>
                  <a:pt x="87808" y="100310"/>
                </a:lnTo>
                <a:lnTo>
                  <a:pt x="87808" y="101203"/>
                </a:lnTo>
                <a:lnTo>
                  <a:pt x="90487" y="101203"/>
                </a:lnTo>
                <a:lnTo>
                  <a:pt x="90487" y="102096"/>
                </a:lnTo>
                <a:lnTo>
                  <a:pt x="92273" y="102096"/>
                </a:lnTo>
                <a:lnTo>
                  <a:pt x="92273" y="102989"/>
                </a:lnTo>
                <a:lnTo>
                  <a:pt x="94952" y="102989"/>
                </a:lnTo>
                <a:lnTo>
                  <a:pt x="94952" y="104775"/>
                </a:lnTo>
                <a:lnTo>
                  <a:pt x="95845" y="104775"/>
                </a:lnTo>
                <a:lnTo>
                  <a:pt x="95845" y="105668"/>
                </a:lnTo>
                <a:lnTo>
                  <a:pt x="97631" y="105668"/>
                </a:lnTo>
                <a:lnTo>
                  <a:pt x="97631" y="101203"/>
                </a:lnTo>
                <a:lnTo>
                  <a:pt x="98524" y="101203"/>
                </a:lnTo>
                <a:lnTo>
                  <a:pt x="98524" y="100310"/>
                </a:lnTo>
                <a:lnTo>
                  <a:pt x="99417" y="100310"/>
                </a:lnTo>
                <a:lnTo>
                  <a:pt x="99417" y="95845"/>
                </a:lnTo>
                <a:lnTo>
                  <a:pt x="100310" y="95845"/>
                </a:lnTo>
                <a:lnTo>
                  <a:pt x="100310" y="94059"/>
                </a:lnTo>
                <a:lnTo>
                  <a:pt x="101203" y="94059"/>
                </a:lnTo>
                <a:lnTo>
                  <a:pt x="101203" y="92273"/>
                </a:lnTo>
                <a:lnTo>
                  <a:pt x="102096" y="92273"/>
                </a:lnTo>
                <a:lnTo>
                  <a:pt x="102096" y="88701"/>
                </a:lnTo>
                <a:lnTo>
                  <a:pt x="103882" y="88701"/>
                </a:lnTo>
                <a:lnTo>
                  <a:pt x="103882" y="86915"/>
                </a:lnTo>
                <a:lnTo>
                  <a:pt x="104775" y="86915"/>
                </a:lnTo>
                <a:lnTo>
                  <a:pt x="104775" y="84236"/>
                </a:lnTo>
                <a:lnTo>
                  <a:pt x="105667" y="84236"/>
                </a:lnTo>
                <a:lnTo>
                  <a:pt x="105667" y="82451"/>
                </a:lnTo>
                <a:lnTo>
                  <a:pt x="106560" y="82451"/>
                </a:lnTo>
                <a:lnTo>
                  <a:pt x="106560" y="81558"/>
                </a:lnTo>
                <a:lnTo>
                  <a:pt x="107453" y="81558"/>
                </a:lnTo>
                <a:lnTo>
                  <a:pt x="107453" y="79772"/>
                </a:lnTo>
                <a:lnTo>
                  <a:pt x="106560" y="79772"/>
                </a:lnTo>
                <a:lnTo>
                  <a:pt x="106560" y="78879"/>
                </a:lnTo>
                <a:lnTo>
                  <a:pt x="96738" y="78879"/>
                </a:lnTo>
                <a:lnTo>
                  <a:pt x="96738" y="79772"/>
                </a:lnTo>
                <a:lnTo>
                  <a:pt x="94952" y="79772"/>
                </a:lnTo>
                <a:lnTo>
                  <a:pt x="94952" y="78879"/>
                </a:lnTo>
                <a:lnTo>
                  <a:pt x="90487" y="78879"/>
                </a:lnTo>
                <a:lnTo>
                  <a:pt x="90487" y="77986"/>
                </a:lnTo>
                <a:lnTo>
                  <a:pt x="86915" y="77986"/>
                </a:lnTo>
                <a:lnTo>
                  <a:pt x="86915" y="78879"/>
                </a:lnTo>
                <a:lnTo>
                  <a:pt x="77985" y="78879"/>
                </a:lnTo>
                <a:lnTo>
                  <a:pt x="77985" y="79772"/>
                </a:lnTo>
                <a:lnTo>
                  <a:pt x="77092" y="79772"/>
                </a:lnTo>
                <a:lnTo>
                  <a:pt x="77092" y="80665"/>
                </a:lnTo>
                <a:lnTo>
                  <a:pt x="76200" y="80665"/>
                </a:lnTo>
                <a:lnTo>
                  <a:pt x="76200" y="81558"/>
                </a:lnTo>
                <a:lnTo>
                  <a:pt x="75307" y="81558"/>
                </a:lnTo>
                <a:lnTo>
                  <a:pt x="75307" y="82451"/>
                </a:lnTo>
                <a:lnTo>
                  <a:pt x="74414" y="82451"/>
                </a:lnTo>
                <a:lnTo>
                  <a:pt x="74414" y="83343"/>
                </a:lnTo>
                <a:lnTo>
                  <a:pt x="72628" y="83343"/>
                </a:lnTo>
                <a:lnTo>
                  <a:pt x="72628" y="84236"/>
                </a:lnTo>
                <a:lnTo>
                  <a:pt x="69949" y="84236"/>
                </a:lnTo>
                <a:lnTo>
                  <a:pt x="69949" y="83343"/>
                </a:lnTo>
                <a:lnTo>
                  <a:pt x="67121" y="83343"/>
                </a:lnTo>
                <a:lnTo>
                  <a:pt x="67121" y="82451"/>
                </a:lnTo>
                <a:lnTo>
                  <a:pt x="65335" y="82451"/>
                </a:lnTo>
                <a:lnTo>
                  <a:pt x="65335" y="79772"/>
                </a:lnTo>
                <a:lnTo>
                  <a:pt x="66228" y="79772"/>
                </a:lnTo>
                <a:lnTo>
                  <a:pt x="66228" y="78879"/>
                </a:lnTo>
                <a:lnTo>
                  <a:pt x="67121" y="78879"/>
                </a:lnTo>
                <a:lnTo>
                  <a:pt x="67121" y="77093"/>
                </a:lnTo>
                <a:lnTo>
                  <a:pt x="66228" y="77093"/>
                </a:lnTo>
                <a:lnTo>
                  <a:pt x="66228" y="72628"/>
                </a:lnTo>
                <a:lnTo>
                  <a:pt x="67121" y="72628"/>
                </a:lnTo>
                <a:lnTo>
                  <a:pt x="67121" y="71735"/>
                </a:lnTo>
                <a:lnTo>
                  <a:pt x="68014" y="71735"/>
                </a:lnTo>
                <a:lnTo>
                  <a:pt x="68014" y="70842"/>
                </a:lnTo>
                <a:lnTo>
                  <a:pt x="69056" y="70842"/>
                </a:lnTo>
                <a:lnTo>
                  <a:pt x="69056" y="69949"/>
                </a:lnTo>
                <a:lnTo>
                  <a:pt x="69949" y="69949"/>
                </a:lnTo>
                <a:lnTo>
                  <a:pt x="69949" y="68907"/>
                </a:lnTo>
                <a:lnTo>
                  <a:pt x="70842" y="68907"/>
                </a:lnTo>
                <a:lnTo>
                  <a:pt x="70842" y="67121"/>
                </a:lnTo>
                <a:lnTo>
                  <a:pt x="69949" y="67121"/>
                </a:lnTo>
                <a:lnTo>
                  <a:pt x="69949" y="63549"/>
                </a:lnTo>
                <a:lnTo>
                  <a:pt x="72628" y="63549"/>
                </a:lnTo>
                <a:lnTo>
                  <a:pt x="72628" y="62656"/>
                </a:lnTo>
                <a:lnTo>
                  <a:pt x="73521" y="62656"/>
                </a:lnTo>
                <a:lnTo>
                  <a:pt x="73521" y="60870"/>
                </a:lnTo>
                <a:lnTo>
                  <a:pt x="71735" y="60870"/>
                </a:lnTo>
                <a:lnTo>
                  <a:pt x="71735" y="59977"/>
                </a:lnTo>
                <a:lnTo>
                  <a:pt x="70842" y="59977"/>
                </a:lnTo>
                <a:lnTo>
                  <a:pt x="70842" y="59084"/>
                </a:lnTo>
                <a:lnTo>
                  <a:pt x="69949" y="59084"/>
                </a:lnTo>
                <a:lnTo>
                  <a:pt x="69949" y="58192"/>
                </a:lnTo>
                <a:lnTo>
                  <a:pt x="67121" y="58192"/>
                </a:lnTo>
                <a:lnTo>
                  <a:pt x="67121" y="59084"/>
                </a:lnTo>
                <a:lnTo>
                  <a:pt x="66228" y="59084"/>
                </a:lnTo>
                <a:lnTo>
                  <a:pt x="66228" y="58192"/>
                </a:lnTo>
                <a:lnTo>
                  <a:pt x="65335" y="58192"/>
                </a:lnTo>
                <a:lnTo>
                  <a:pt x="65335" y="59084"/>
                </a:lnTo>
                <a:lnTo>
                  <a:pt x="58191" y="59084"/>
                </a:lnTo>
                <a:lnTo>
                  <a:pt x="58191" y="58192"/>
                </a:lnTo>
                <a:lnTo>
                  <a:pt x="54619" y="58192"/>
                </a:lnTo>
                <a:lnTo>
                  <a:pt x="54619" y="59084"/>
                </a:lnTo>
                <a:lnTo>
                  <a:pt x="52834" y="59084"/>
                </a:lnTo>
                <a:lnTo>
                  <a:pt x="52834" y="58192"/>
                </a:lnTo>
                <a:lnTo>
                  <a:pt x="50155" y="58192"/>
                </a:lnTo>
                <a:lnTo>
                  <a:pt x="50155" y="59084"/>
                </a:lnTo>
                <a:lnTo>
                  <a:pt x="48369" y="59084"/>
                </a:lnTo>
                <a:lnTo>
                  <a:pt x="48369" y="58192"/>
                </a:lnTo>
                <a:lnTo>
                  <a:pt x="46583" y="58192"/>
                </a:lnTo>
                <a:lnTo>
                  <a:pt x="46583" y="57299"/>
                </a:lnTo>
                <a:lnTo>
                  <a:pt x="45690" y="57299"/>
                </a:lnTo>
                <a:lnTo>
                  <a:pt x="45690" y="56406"/>
                </a:lnTo>
                <a:lnTo>
                  <a:pt x="44797" y="56406"/>
                </a:lnTo>
                <a:lnTo>
                  <a:pt x="44797" y="57299"/>
                </a:lnTo>
                <a:lnTo>
                  <a:pt x="43904" y="57299"/>
                </a:lnTo>
                <a:lnTo>
                  <a:pt x="43904" y="58192"/>
                </a:lnTo>
                <a:lnTo>
                  <a:pt x="42118" y="58192"/>
                </a:lnTo>
                <a:lnTo>
                  <a:pt x="42118" y="57299"/>
                </a:lnTo>
                <a:lnTo>
                  <a:pt x="41225" y="57299"/>
                </a:lnTo>
                <a:lnTo>
                  <a:pt x="41225" y="55513"/>
                </a:lnTo>
                <a:lnTo>
                  <a:pt x="42118" y="55513"/>
                </a:lnTo>
                <a:lnTo>
                  <a:pt x="42118" y="54620"/>
                </a:lnTo>
                <a:lnTo>
                  <a:pt x="44797" y="54620"/>
                </a:lnTo>
                <a:lnTo>
                  <a:pt x="44797" y="55513"/>
                </a:lnTo>
                <a:lnTo>
                  <a:pt x="46583" y="55513"/>
                </a:lnTo>
                <a:lnTo>
                  <a:pt x="46583" y="54620"/>
                </a:lnTo>
                <a:lnTo>
                  <a:pt x="51941" y="54620"/>
                </a:lnTo>
                <a:lnTo>
                  <a:pt x="51941" y="55513"/>
                </a:lnTo>
                <a:lnTo>
                  <a:pt x="54619" y="55513"/>
                </a:lnTo>
                <a:lnTo>
                  <a:pt x="54619" y="54620"/>
                </a:lnTo>
                <a:lnTo>
                  <a:pt x="62656" y="54620"/>
                </a:lnTo>
                <a:lnTo>
                  <a:pt x="62656" y="55513"/>
                </a:lnTo>
                <a:lnTo>
                  <a:pt x="65335" y="55513"/>
                </a:lnTo>
                <a:lnTo>
                  <a:pt x="65335" y="56406"/>
                </a:lnTo>
                <a:lnTo>
                  <a:pt x="66228" y="56406"/>
                </a:lnTo>
                <a:lnTo>
                  <a:pt x="66228" y="55513"/>
                </a:lnTo>
                <a:lnTo>
                  <a:pt x="67121" y="55513"/>
                </a:lnTo>
                <a:lnTo>
                  <a:pt x="67121" y="54620"/>
                </a:lnTo>
                <a:lnTo>
                  <a:pt x="69949" y="54620"/>
                </a:lnTo>
                <a:lnTo>
                  <a:pt x="69949" y="55513"/>
                </a:lnTo>
                <a:lnTo>
                  <a:pt x="70842" y="55513"/>
                </a:lnTo>
                <a:lnTo>
                  <a:pt x="70842" y="56406"/>
                </a:lnTo>
                <a:lnTo>
                  <a:pt x="71735" y="56406"/>
                </a:lnTo>
                <a:lnTo>
                  <a:pt x="71735" y="53727"/>
                </a:lnTo>
                <a:lnTo>
                  <a:pt x="72628" y="53727"/>
                </a:lnTo>
                <a:lnTo>
                  <a:pt x="72628" y="49262"/>
                </a:lnTo>
                <a:lnTo>
                  <a:pt x="73521" y="49262"/>
                </a:lnTo>
                <a:lnTo>
                  <a:pt x="73521" y="40332"/>
                </a:lnTo>
                <a:lnTo>
                  <a:pt x="74414" y="40332"/>
                </a:lnTo>
                <a:lnTo>
                  <a:pt x="74414" y="38546"/>
                </a:lnTo>
                <a:lnTo>
                  <a:pt x="75307" y="38546"/>
                </a:lnTo>
                <a:lnTo>
                  <a:pt x="75307" y="37653"/>
                </a:lnTo>
                <a:lnTo>
                  <a:pt x="78878" y="37653"/>
                </a:lnTo>
                <a:lnTo>
                  <a:pt x="78878" y="35867"/>
                </a:lnTo>
                <a:lnTo>
                  <a:pt x="77985" y="35867"/>
                </a:lnTo>
                <a:lnTo>
                  <a:pt x="77985" y="33188"/>
                </a:lnTo>
                <a:lnTo>
                  <a:pt x="77092" y="33188"/>
                </a:lnTo>
                <a:lnTo>
                  <a:pt x="77092" y="29617"/>
                </a:lnTo>
                <a:lnTo>
                  <a:pt x="77985" y="29617"/>
                </a:lnTo>
                <a:lnTo>
                  <a:pt x="77985" y="27831"/>
                </a:lnTo>
                <a:lnTo>
                  <a:pt x="78878" y="27831"/>
                </a:lnTo>
                <a:lnTo>
                  <a:pt x="78878" y="26045"/>
                </a:lnTo>
                <a:lnTo>
                  <a:pt x="79771" y="26045"/>
                </a:lnTo>
                <a:lnTo>
                  <a:pt x="79771" y="16966"/>
                </a:lnTo>
                <a:lnTo>
                  <a:pt x="80664" y="16966"/>
                </a:lnTo>
                <a:lnTo>
                  <a:pt x="80664" y="14287"/>
                </a:lnTo>
                <a:lnTo>
                  <a:pt x="81557" y="14287"/>
                </a:lnTo>
                <a:lnTo>
                  <a:pt x="81557" y="11608"/>
                </a:lnTo>
                <a:lnTo>
                  <a:pt x="82450" y="11608"/>
                </a:lnTo>
                <a:lnTo>
                  <a:pt x="82450" y="9822"/>
                </a:lnTo>
                <a:lnTo>
                  <a:pt x="81557" y="9822"/>
                </a:lnTo>
                <a:lnTo>
                  <a:pt x="81557" y="7143"/>
                </a:lnTo>
                <a:lnTo>
                  <a:pt x="79771" y="7143"/>
                </a:lnTo>
                <a:lnTo>
                  <a:pt x="79771" y="6251"/>
                </a:lnTo>
                <a:lnTo>
                  <a:pt x="78878" y="6251"/>
                </a:lnTo>
                <a:lnTo>
                  <a:pt x="78878" y="1786"/>
                </a:lnTo>
                <a:lnTo>
                  <a:pt x="79771" y="1786"/>
                </a:lnTo>
                <a:lnTo>
                  <a:pt x="79771" y="893"/>
                </a:lnTo>
                <a:lnTo>
                  <a:pt x="83343" y="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52CDF65-B124-7015-1220-3FE69D89F67B}"/>
              </a:ext>
            </a:extLst>
          </p:cNvPr>
          <p:cNvSpPr txBox="1"/>
          <p:nvPr/>
        </p:nvSpPr>
        <p:spPr>
          <a:xfrm>
            <a:off x="4665647" y="1772342"/>
            <a:ext cx="137369" cy="136624"/>
          </a:xfrm>
          <a:custGeom>
            <a:avLst/>
            <a:gdLst/>
            <a:ahLst/>
            <a:cxnLst/>
            <a:rect l="l" t="t" r="r" b="b"/>
            <a:pathLst>
              <a:path w="137369" h="136624">
                <a:moveTo>
                  <a:pt x="40928" y="98227"/>
                </a:moveTo>
                <a:lnTo>
                  <a:pt x="46732" y="98227"/>
                </a:lnTo>
                <a:lnTo>
                  <a:pt x="46732" y="99268"/>
                </a:lnTo>
                <a:lnTo>
                  <a:pt x="47774" y="99268"/>
                </a:lnTo>
                <a:lnTo>
                  <a:pt x="47774" y="100608"/>
                </a:lnTo>
                <a:lnTo>
                  <a:pt x="46732" y="100608"/>
                </a:lnTo>
                <a:lnTo>
                  <a:pt x="46732" y="102543"/>
                </a:lnTo>
                <a:lnTo>
                  <a:pt x="42863" y="102543"/>
                </a:lnTo>
                <a:lnTo>
                  <a:pt x="42863" y="103584"/>
                </a:lnTo>
                <a:lnTo>
                  <a:pt x="41970" y="103584"/>
                </a:lnTo>
                <a:lnTo>
                  <a:pt x="41970" y="105519"/>
                </a:lnTo>
                <a:lnTo>
                  <a:pt x="40928" y="105519"/>
                </a:lnTo>
                <a:lnTo>
                  <a:pt x="40928" y="104477"/>
                </a:lnTo>
                <a:lnTo>
                  <a:pt x="38993" y="104477"/>
                </a:lnTo>
                <a:lnTo>
                  <a:pt x="38993" y="102543"/>
                </a:lnTo>
                <a:lnTo>
                  <a:pt x="36017" y="102543"/>
                </a:lnTo>
                <a:lnTo>
                  <a:pt x="36017" y="104477"/>
                </a:lnTo>
                <a:lnTo>
                  <a:pt x="35124" y="104477"/>
                </a:lnTo>
                <a:lnTo>
                  <a:pt x="35124" y="105519"/>
                </a:lnTo>
                <a:lnTo>
                  <a:pt x="34082" y="105519"/>
                </a:lnTo>
                <a:lnTo>
                  <a:pt x="34082" y="107454"/>
                </a:lnTo>
                <a:lnTo>
                  <a:pt x="33189" y="107454"/>
                </a:lnTo>
                <a:lnTo>
                  <a:pt x="33189" y="108347"/>
                </a:lnTo>
                <a:lnTo>
                  <a:pt x="32147" y="108347"/>
                </a:lnTo>
                <a:lnTo>
                  <a:pt x="32147" y="109389"/>
                </a:lnTo>
                <a:lnTo>
                  <a:pt x="30212" y="109389"/>
                </a:lnTo>
                <a:lnTo>
                  <a:pt x="30212" y="110282"/>
                </a:lnTo>
                <a:lnTo>
                  <a:pt x="29319" y="110282"/>
                </a:lnTo>
                <a:lnTo>
                  <a:pt x="29319" y="111323"/>
                </a:lnTo>
                <a:lnTo>
                  <a:pt x="28278" y="111323"/>
                </a:lnTo>
                <a:lnTo>
                  <a:pt x="28278" y="112365"/>
                </a:lnTo>
                <a:lnTo>
                  <a:pt x="27385" y="112365"/>
                </a:lnTo>
                <a:lnTo>
                  <a:pt x="27385" y="113258"/>
                </a:lnTo>
                <a:lnTo>
                  <a:pt x="23366" y="113258"/>
                </a:lnTo>
                <a:lnTo>
                  <a:pt x="23366" y="114300"/>
                </a:lnTo>
                <a:lnTo>
                  <a:pt x="22473" y="114300"/>
                </a:lnTo>
                <a:lnTo>
                  <a:pt x="22473" y="115193"/>
                </a:lnTo>
                <a:lnTo>
                  <a:pt x="21432" y="115193"/>
                </a:lnTo>
                <a:lnTo>
                  <a:pt x="21432" y="116235"/>
                </a:lnTo>
                <a:lnTo>
                  <a:pt x="19497" y="116235"/>
                </a:lnTo>
                <a:lnTo>
                  <a:pt x="19497" y="117128"/>
                </a:lnTo>
                <a:lnTo>
                  <a:pt x="18604" y="117128"/>
                </a:lnTo>
                <a:lnTo>
                  <a:pt x="18604" y="118170"/>
                </a:lnTo>
                <a:lnTo>
                  <a:pt x="15627" y="118170"/>
                </a:lnTo>
                <a:lnTo>
                  <a:pt x="15627" y="119063"/>
                </a:lnTo>
                <a:lnTo>
                  <a:pt x="14734" y="119063"/>
                </a:lnTo>
                <a:lnTo>
                  <a:pt x="14734" y="120104"/>
                </a:lnTo>
                <a:lnTo>
                  <a:pt x="13693" y="120104"/>
                </a:lnTo>
                <a:lnTo>
                  <a:pt x="13693" y="120997"/>
                </a:lnTo>
                <a:lnTo>
                  <a:pt x="12800" y="120997"/>
                </a:lnTo>
                <a:lnTo>
                  <a:pt x="12800" y="122039"/>
                </a:lnTo>
                <a:lnTo>
                  <a:pt x="11758" y="122039"/>
                </a:lnTo>
                <a:lnTo>
                  <a:pt x="11758" y="122932"/>
                </a:lnTo>
                <a:lnTo>
                  <a:pt x="6846" y="122932"/>
                </a:lnTo>
                <a:lnTo>
                  <a:pt x="6846" y="122039"/>
                </a:lnTo>
                <a:lnTo>
                  <a:pt x="5805" y="122039"/>
                </a:lnTo>
                <a:lnTo>
                  <a:pt x="5805" y="120997"/>
                </a:lnTo>
                <a:lnTo>
                  <a:pt x="3870" y="120997"/>
                </a:lnTo>
                <a:lnTo>
                  <a:pt x="3870" y="120104"/>
                </a:lnTo>
                <a:lnTo>
                  <a:pt x="2977" y="120104"/>
                </a:lnTo>
                <a:lnTo>
                  <a:pt x="2977" y="116235"/>
                </a:lnTo>
                <a:lnTo>
                  <a:pt x="1935" y="116235"/>
                </a:lnTo>
                <a:lnTo>
                  <a:pt x="1935" y="114300"/>
                </a:lnTo>
                <a:lnTo>
                  <a:pt x="1042" y="114300"/>
                </a:lnTo>
                <a:lnTo>
                  <a:pt x="1042" y="112365"/>
                </a:lnTo>
                <a:lnTo>
                  <a:pt x="0" y="112365"/>
                </a:lnTo>
                <a:lnTo>
                  <a:pt x="0" y="111919"/>
                </a:lnTo>
                <a:lnTo>
                  <a:pt x="1042" y="111919"/>
                </a:lnTo>
                <a:lnTo>
                  <a:pt x="1042" y="109389"/>
                </a:lnTo>
                <a:lnTo>
                  <a:pt x="0" y="109389"/>
                </a:lnTo>
                <a:lnTo>
                  <a:pt x="0" y="108049"/>
                </a:lnTo>
                <a:lnTo>
                  <a:pt x="1042" y="108049"/>
                </a:lnTo>
                <a:lnTo>
                  <a:pt x="1042" y="105073"/>
                </a:lnTo>
                <a:lnTo>
                  <a:pt x="2977" y="105073"/>
                </a:lnTo>
                <a:lnTo>
                  <a:pt x="2977" y="104180"/>
                </a:lnTo>
                <a:lnTo>
                  <a:pt x="8781" y="104180"/>
                </a:lnTo>
                <a:lnTo>
                  <a:pt x="8781" y="103138"/>
                </a:lnTo>
                <a:lnTo>
                  <a:pt x="10716" y="103138"/>
                </a:lnTo>
                <a:lnTo>
                  <a:pt x="10716" y="104180"/>
                </a:lnTo>
                <a:lnTo>
                  <a:pt x="14734" y="104180"/>
                </a:lnTo>
                <a:lnTo>
                  <a:pt x="14734" y="105073"/>
                </a:lnTo>
                <a:lnTo>
                  <a:pt x="16520" y="105073"/>
                </a:lnTo>
                <a:lnTo>
                  <a:pt x="16520" y="104180"/>
                </a:lnTo>
                <a:lnTo>
                  <a:pt x="18455" y="104180"/>
                </a:lnTo>
                <a:lnTo>
                  <a:pt x="18455" y="103138"/>
                </a:lnTo>
                <a:lnTo>
                  <a:pt x="21432" y="103138"/>
                </a:lnTo>
                <a:lnTo>
                  <a:pt x="21432" y="102245"/>
                </a:lnTo>
                <a:lnTo>
                  <a:pt x="22325" y="102245"/>
                </a:lnTo>
                <a:lnTo>
                  <a:pt x="22325" y="101203"/>
                </a:lnTo>
                <a:lnTo>
                  <a:pt x="22473" y="101203"/>
                </a:lnTo>
                <a:lnTo>
                  <a:pt x="22473" y="102245"/>
                </a:lnTo>
                <a:lnTo>
                  <a:pt x="24408" y="102245"/>
                </a:lnTo>
                <a:lnTo>
                  <a:pt x="24408" y="103138"/>
                </a:lnTo>
                <a:lnTo>
                  <a:pt x="28278" y="103138"/>
                </a:lnTo>
                <a:lnTo>
                  <a:pt x="28278" y="102245"/>
                </a:lnTo>
                <a:lnTo>
                  <a:pt x="34082" y="102245"/>
                </a:lnTo>
                <a:lnTo>
                  <a:pt x="34082" y="101203"/>
                </a:lnTo>
                <a:lnTo>
                  <a:pt x="36017" y="101203"/>
                </a:lnTo>
                <a:lnTo>
                  <a:pt x="36017" y="100310"/>
                </a:lnTo>
                <a:lnTo>
                  <a:pt x="36910" y="100310"/>
                </a:lnTo>
                <a:lnTo>
                  <a:pt x="36910" y="99268"/>
                </a:lnTo>
                <a:lnTo>
                  <a:pt x="40928" y="99268"/>
                </a:lnTo>
                <a:close/>
                <a:moveTo>
                  <a:pt x="99269" y="52536"/>
                </a:moveTo>
                <a:lnTo>
                  <a:pt x="103287" y="52536"/>
                </a:lnTo>
                <a:lnTo>
                  <a:pt x="103287" y="53578"/>
                </a:lnTo>
                <a:lnTo>
                  <a:pt x="106115" y="53578"/>
                </a:lnTo>
                <a:lnTo>
                  <a:pt x="106115" y="54471"/>
                </a:lnTo>
                <a:lnTo>
                  <a:pt x="107157" y="54471"/>
                </a:lnTo>
                <a:lnTo>
                  <a:pt x="107157" y="55513"/>
                </a:lnTo>
                <a:lnTo>
                  <a:pt x="108050" y="55513"/>
                </a:lnTo>
                <a:lnTo>
                  <a:pt x="108050" y="56406"/>
                </a:lnTo>
                <a:lnTo>
                  <a:pt x="112068" y="56406"/>
                </a:lnTo>
                <a:lnTo>
                  <a:pt x="112068" y="57448"/>
                </a:lnTo>
                <a:lnTo>
                  <a:pt x="116830" y="57448"/>
                </a:lnTo>
                <a:lnTo>
                  <a:pt x="116830" y="58341"/>
                </a:lnTo>
                <a:lnTo>
                  <a:pt x="117872" y="58341"/>
                </a:lnTo>
                <a:lnTo>
                  <a:pt x="117872" y="58787"/>
                </a:lnTo>
                <a:lnTo>
                  <a:pt x="116830" y="58787"/>
                </a:lnTo>
                <a:lnTo>
                  <a:pt x="116830" y="60275"/>
                </a:lnTo>
                <a:lnTo>
                  <a:pt x="119807" y="60275"/>
                </a:lnTo>
                <a:lnTo>
                  <a:pt x="119807" y="61317"/>
                </a:lnTo>
                <a:lnTo>
                  <a:pt x="120700" y="61317"/>
                </a:lnTo>
                <a:lnTo>
                  <a:pt x="120700" y="62210"/>
                </a:lnTo>
                <a:lnTo>
                  <a:pt x="121742" y="62210"/>
                </a:lnTo>
                <a:lnTo>
                  <a:pt x="121742" y="63252"/>
                </a:lnTo>
                <a:lnTo>
                  <a:pt x="122635" y="63252"/>
                </a:lnTo>
                <a:lnTo>
                  <a:pt x="122635" y="64294"/>
                </a:lnTo>
                <a:lnTo>
                  <a:pt x="124718" y="64294"/>
                </a:lnTo>
                <a:lnTo>
                  <a:pt x="124718" y="66229"/>
                </a:lnTo>
                <a:lnTo>
                  <a:pt x="125611" y="66229"/>
                </a:lnTo>
                <a:lnTo>
                  <a:pt x="125611" y="68461"/>
                </a:lnTo>
                <a:lnTo>
                  <a:pt x="123676" y="68461"/>
                </a:lnTo>
                <a:lnTo>
                  <a:pt x="123676" y="69503"/>
                </a:lnTo>
                <a:lnTo>
                  <a:pt x="122635" y="69503"/>
                </a:lnTo>
                <a:lnTo>
                  <a:pt x="122635" y="70991"/>
                </a:lnTo>
                <a:lnTo>
                  <a:pt x="123676" y="70991"/>
                </a:lnTo>
                <a:lnTo>
                  <a:pt x="123676" y="72033"/>
                </a:lnTo>
                <a:lnTo>
                  <a:pt x="124718" y="72033"/>
                </a:lnTo>
                <a:lnTo>
                  <a:pt x="124718" y="75307"/>
                </a:lnTo>
                <a:lnTo>
                  <a:pt x="123676" y="75307"/>
                </a:lnTo>
                <a:lnTo>
                  <a:pt x="123676" y="76349"/>
                </a:lnTo>
                <a:lnTo>
                  <a:pt x="122635" y="76349"/>
                </a:lnTo>
                <a:lnTo>
                  <a:pt x="122635" y="77242"/>
                </a:lnTo>
                <a:lnTo>
                  <a:pt x="121742" y="77242"/>
                </a:lnTo>
                <a:lnTo>
                  <a:pt x="121742" y="78284"/>
                </a:lnTo>
                <a:lnTo>
                  <a:pt x="119807" y="78284"/>
                </a:lnTo>
                <a:lnTo>
                  <a:pt x="119807" y="79177"/>
                </a:lnTo>
                <a:lnTo>
                  <a:pt x="116830" y="79177"/>
                </a:lnTo>
                <a:lnTo>
                  <a:pt x="116830" y="78284"/>
                </a:lnTo>
                <a:lnTo>
                  <a:pt x="114896" y="78284"/>
                </a:lnTo>
                <a:lnTo>
                  <a:pt x="114896" y="77242"/>
                </a:lnTo>
                <a:lnTo>
                  <a:pt x="112961" y="77242"/>
                </a:lnTo>
                <a:lnTo>
                  <a:pt x="112961" y="76349"/>
                </a:lnTo>
                <a:lnTo>
                  <a:pt x="111919" y="76349"/>
                </a:lnTo>
                <a:lnTo>
                  <a:pt x="111919" y="74414"/>
                </a:lnTo>
                <a:lnTo>
                  <a:pt x="110877" y="74414"/>
                </a:lnTo>
                <a:lnTo>
                  <a:pt x="110877" y="73372"/>
                </a:lnTo>
                <a:lnTo>
                  <a:pt x="108050" y="73372"/>
                </a:lnTo>
                <a:lnTo>
                  <a:pt x="108050" y="72331"/>
                </a:lnTo>
                <a:lnTo>
                  <a:pt x="107008" y="72331"/>
                </a:lnTo>
                <a:lnTo>
                  <a:pt x="107008" y="70991"/>
                </a:lnTo>
                <a:lnTo>
                  <a:pt x="108050" y="70991"/>
                </a:lnTo>
                <a:lnTo>
                  <a:pt x="108050" y="69056"/>
                </a:lnTo>
                <a:lnTo>
                  <a:pt x="108943" y="69056"/>
                </a:lnTo>
                <a:lnTo>
                  <a:pt x="108943" y="65633"/>
                </a:lnTo>
                <a:lnTo>
                  <a:pt x="108050" y="65633"/>
                </a:lnTo>
                <a:lnTo>
                  <a:pt x="108050" y="64591"/>
                </a:lnTo>
                <a:lnTo>
                  <a:pt x="107008" y="64591"/>
                </a:lnTo>
                <a:lnTo>
                  <a:pt x="107008" y="60722"/>
                </a:lnTo>
                <a:lnTo>
                  <a:pt x="106115" y="60722"/>
                </a:lnTo>
                <a:lnTo>
                  <a:pt x="106115" y="59680"/>
                </a:lnTo>
                <a:lnTo>
                  <a:pt x="104180" y="59680"/>
                </a:lnTo>
                <a:lnTo>
                  <a:pt x="104180" y="58787"/>
                </a:lnTo>
                <a:lnTo>
                  <a:pt x="103138" y="58787"/>
                </a:lnTo>
                <a:lnTo>
                  <a:pt x="103138" y="57745"/>
                </a:lnTo>
                <a:lnTo>
                  <a:pt x="98227" y="57745"/>
                </a:lnTo>
                <a:lnTo>
                  <a:pt x="98227" y="56852"/>
                </a:lnTo>
                <a:lnTo>
                  <a:pt x="97334" y="56852"/>
                </a:lnTo>
                <a:lnTo>
                  <a:pt x="97334" y="54471"/>
                </a:lnTo>
                <a:lnTo>
                  <a:pt x="98227" y="54471"/>
                </a:lnTo>
                <a:lnTo>
                  <a:pt x="98227" y="53578"/>
                </a:lnTo>
                <a:lnTo>
                  <a:pt x="99269" y="53578"/>
                </a:lnTo>
                <a:close/>
                <a:moveTo>
                  <a:pt x="29171" y="0"/>
                </a:moveTo>
                <a:lnTo>
                  <a:pt x="32147" y="0"/>
                </a:lnTo>
                <a:lnTo>
                  <a:pt x="32147" y="1042"/>
                </a:lnTo>
                <a:lnTo>
                  <a:pt x="33189" y="1042"/>
                </a:lnTo>
                <a:lnTo>
                  <a:pt x="33189" y="1935"/>
                </a:lnTo>
                <a:lnTo>
                  <a:pt x="35124" y="1935"/>
                </a:lnTo>
                <a:lnTo>
                  <a:pt x="35124" y="2977"/>
                </a:lnTo>
                <a:lnTo>
                  <a:pt x="37059" y="2977"/>
                </a:lnTo>
                <a:lnTo>
                  <a:pt x="37059" y="3870"/>
                </a:lnTo>
                <a:lnTo>
                  <a:pt x="38993" y="3870"/>
                </a:lnTo>
                <a:lnTo>
                  <a:pt x="38993" y="4911"/>
                </a:lnTo>
                <a:lnTo>
                  <a:pt x="40035" y="4911"/>
                </a:lnTo>
                <a:lnTo>
                  <a:pt x="40035" y="5804"/>
                </a:lnTo>
                <a:lnTo>
                  <a:pt x="40928" y="5804"/>
                </a:lnTo>
                <a:lnTo>
                  <a:pt x="40928" y="8781"/>
                </a:lnTo>
                <a:lnTo>
                  <a:pt x="41970" y="8781"/>
                </a:lnTo>
                <a:lnTo>
                  <a:pt x="41970" y="17859"/>
                </a:lnTo>
                <a:lnTo>
                  <a:pt x="40035" y="17859"/>
                </a:lnTo>
                <a:lnTo>
                  <a:pt x="40035" y="18901"/>
                </a:lnTo>
                <a:lnTo>
                  <a:pt x="38100" y="18901"/>
                </a:lnTo>
                <a:lnTo>
                  <a:pt x="38100" y="19794"/>
                </a:lnTo>
                <a:lnTo>
                  <a:pt x="36017" y="19794"/>
                </a:lnTo>
                <a:lnTo>
                  <a:pt x="36017" y="20836"/>
                </a:lnTo>
                <a:lnTo>
                  <a:pt x="35124" y="20836"/>
                </a:lnTo>
                <a:lnTo>
                  <a:pt x="35124" y="21729"/>
                </a:lnTo>
                <a:lnTo>
                  <a:pt x="34082" y="21729"/>
                </a:lnTo>
                <a:lnTo>
                  <a:pt x="34082" y="22771"/>
                </a:lnTo>
                <a:lnTo>
                  <a:pt x="32147" y="22771"/>
                </a:lnTo>
                <a:lnTo>
                  <a:pt x="32147" y="25747"/>
                </a:lnTo>
                <a:lnTo>
                  <a:pt x="31254" y="25747"/>
                </a:lnTo>
                <a:lnTo>
                  <a:pt x="31254" y="26640"/>
                </a:lnTo>
                <a:lnTo>
                  <a:pt x="30212" y="26640"/>
                </a:lnTo>
                <a:lnTo>
                  <a:pt x="30212" y="30510"/>
                </a:lnTo>
                <a:lnTo>
                  <a:pt x="28278" y="30510"/>
                </a:lnTo>
                <a:lnTo>
                  <a:pt x="28278" y="32445"/>
                </a:lnTo>
                <a:lnTo>
                  <a:pt x="27385" y="32445"/>
                </a:lnTo>
                <a:lnTo>
                  <a:pt x="27385" y="33486"/>
                </a:lnTo>
                <a:lnTo>
                  <a:pt x="26343" y="33486"/>
                </a:lnTo>
                <a:lnTo>
                  <a:pt x="26343" y="34379"/>
                </a:lnTo>
                <a:lnTo>
                  <a:pt x="25450" y="34379"/>
                </a:lnTo>
                <a:lnTo>
                  <a:pt x="25450" y="36314"/>
                </a:lnTo>
                <a:lnTo>
                  <a:pt x="24408" y="36314"/>
                </a:lnTo>
                <a:lnTo>
                  <a:pt x="24408" y="38398"/>
                </a:lnTo>
                <a:lnTo>
                  <a:pt x="23366" y="38398"/>
                </a:lnTo>
                <a:lnTo>
                  <a:pt x="23366" y="39291"/>
                </a:lnTo>
                <a:lnTo>
                  <a:pt x="22473" y="39291"/>
                </a:lnTo>
                <a:lnTo>
                  <a:pt x="22473" y="40332"/>
                </a:lnTo>
                <a:lnTo>
                  <a:pt x="21432" y="40332"/>
                </a:lnTo>
                <a:lnTo>
                  <a:pt x="21432" y="41225"/>
                </a:lnTo>
                <a:lnTo>
                  <a:pt x="20539" y="41225"/>
                </a:lnTo>
                <a:lnTo>
                  <a:pt x="20539" y="42267"/>
                </a:lnTo>
                <a:lnTo>
                  <a:pt x="18604" y="42267"/>
                </a:lnTo>
                <a:lnTo>
                  <a:pt x="18604" y="43160"/>
                </a:lnTo>
                <a:lnTo>
                  <a:pt x="17562" y="43160"/>
                </a:lnTo>
                <a:lnTo>
                  <a:pt x="17562" y="44202"/>
                </a:lnTo>
                <a:lnTo>
                  <a:pt x="16669" y="44202"/>
                </a:lnTo>
                <a:lnTo>
                  <a:pt x="16669" y="47625"/>
                </a:lnTo>
                <a:lnTo>
                  <a:pt x="17562" y="47625"/>
                </a:lnTo>
                <a:lnTo>
                  <a:pt x="17562" y="48667"/>
                </a:lnTo>
                <a:lnTo>
                  <a:pt x="21432" y="48667"/>
                </a:lnTo>
                <a:lnTo>
                  <a:pt x="21432" y="49560"/>
                </a:lnTo>
                <a:lnTo>
                  <a:pt x="26343" y="49560"/>
                </a:lnTo>
                <a:lnTo>
                  <a:pt x="26343" y="50602"/>
                </a:lnTo>
                <a:lnTo>
                  <a:pt x="27385" y="50602"/>
                </a:lnTo>
                <a:lnTo>
                  <a:pt x="27385" y="51643"/>
                </a:lnTo>
                <a:lnTo>
                  <a:pt x="30212" y="51643"/>
                </a:lnTo>
                <a:lnTo>
                  <a:pt x="30212" y="48667"/>
                </a:lnTo>
                <a:lnTo>
                  <a:pt x="31105" y="48667"/>
                </a:lnTo>
                <a:lnTo>
                  <a:pt x="31105" y="47625"/>
                </a:lnTo>
                <a:lnTo>
                  <a:pt x="32147" y="47625"/>
                </a:lnTo>
                <a:lnTo>
                  <a:pt x="32147" y="46732"/>
                </a:lnTo>
                <a:lnTo>
                  <a:pt x="34975" y="46732"/>
                </a:lnTo>
                <a:lnTo>
                  <a:pt x="34975" y="45690"/>
                </a:lnTo>
                <a:lnTo>
                  <a:pt x="36017" y="45690"/>
                </a:lnTo>
                <a:lnTo>
                  <a:pt x="36017" y="41821"/>
                </a:lnTo>
                <a:lnTo>
                  <a:pt x="36910" y="41821"/>
                </a:lnTo>
                <a:lnTo>
                  <a:pt x="36910" y="38993"/>
                </a:lnTo>
                <a:lnTo>
                  <a:pt x="37951" y="38993"/>
                </a:lnTo>
                <a:lnTo>
                  <a:pt x="37951" y="36909"/>
                </a:lnTo>
                <a:lnTo>
                  <a:pt x="38993" y="36909"/>
                </a:lnTo>
                <a:lnTo>
                  <a:pt x="38993" y="34975"/>
                </a:lnTo>
                <a:lnTo>
                  <a:pt x="39886" y="34975"/>
                </a:lnTo>
                <a:lnTo>
                  <a:pt x="39886" y="34082"/>
                </a:lnTo>
                <a:lnTo>
                  <a:pt x="40928" y="34082"/>
                </a:lnTo>
                <a:lnTo>
                  <a:pt x="40928" y="33040"/>
                </a:lnTo>
                <a:lnTo>
                  <a:pt x="41821" y="33040"/>
                </a:lnTo>
                <a:lnTo>
                  <a:pt x="41821" y="31105"/>
                </a:lnTo>
                <a:lnTo>
                  <a:pt x="44798" y="31105"/>
                </a:lnTo>
                <a:lnTo>
                  <a:pt x="44798" y="32147"/>
                </a:lnTo>
                <a:lnTo>
                  <a:pt x="45839" y="32147"/>
                </a:lnTo>
                <a:lnTo>
                  <a:pt x="45839" y="33040"/>
                </a:lnTo>
                <a:lnTo>
                  <a:pt x="46732" y="33040"/>
                </a:lnTo>
                <a:lnTo>
                  <a:pt x="46732" y="34082"/>
                </a:lnTo>
                <a:lnTo>
                  <a:pt x="47774" y="34082"/>
                </a:lnTo>
                <a:lnTo>
                  <a:pt x="47774" y="34975"/>
                </a:lnTo>
                <a:lnTo>
                  <a:pt x="48667" y="34975"/>
                </a:lnTo>
                <a:lnTo>
                  <a:pt x="48667" y="38993"/>
                </a:lnTo>
                <a:lnTo>
                  <a:pt x="49709" y="38993"/>
                </a:lnTo>
                <a:lnTo>
                  <a:pt x="49709" y="39886"/>
                </a:lnTo>
                <a:lnTo>
                  <a:pt x="51644" y="39886"/>
                </a:lnTo>
                <a:lnTo>
                  <a:pt x="51644" y="42267"/>
                </a:lnTo>
                <a:lnTo>
                  <a:pt x="50751" y="42267"/>
                </a:lnTo>
                <a:lnTo>
                  <a:pt x="50751" y="43160"/>
                </a:lnTo>
                <a:lnTo>
                  <a:pt x="49709" y="43160"/>
                </a:lnTo>
                <a:lnTo>
                  <a:pt x="49709" y="44202"/>
                </a:lnTo>
                <a:lnTo>
                  <a:pt x="48667" y="44202"/>
                </a:lnTo>
                <a:lnTo>
                  <a:pt x="48667" y="45095"/>
                </a:lnTo>
                <a:lnTo>
                  <a:pt x="46732" y="45095"/>
                </a:lnTo>
                <a:lnTo>
                  <a:pt x="46732" y="46137"/>
                </a:lnTo>
                <a:lnTo>
                  <a:pt x="45839" y="46137"/>
                </a:lnTo>
                <a:lnTo>
                  <a:pt x="45839" y="48965"/>
                </a:lnTo>
                <a:lnTo>
                  <a:pt x="44798" y="48965"/>
                </a:lnTo>
                <a:lnTo>
                  <a:pt x="44798" y="50006"/>
                </a:lnTo>
                <a:lnTo>
                  <a:pt x="42863" y="50006"/>
                </a:lnTo>
                <a:lnTo>
                  <a:pt x="42863" y="51941"/>
                </a:lnTo>
                <a:lnTo>
                  <a:pt x="40928" y="51941"/>
                </a:lnTo>
                <a:lnTo>
                  <a:pt x="40928" y="52983"/>
                </a:lnTo>
                <a:lnTo>
                  <a:pt x="40035" y="52983"/>
                </a:lnTo>
                <a:lnTo>
                  <a:pt x="40035" y="54918"/>
                </a:lnTo>
                <a:lnTo>
                  <a:pt x="38993" y="54918"/>
                </a:lnTo>
                <a:lnTo>
                  <a:pt x="38993" y="55811"/>
                </a:lnTo>
                <a:lnTo>
                  <a:pt x="38100" y="55811"/>
                </a:lnTo>
                <a:lnTo>
                  <a:pt x="38100" y="56852"/>
                </a:lnTo>
                <a:lnTo>
                  <a:pt x="37059" y="56852"/>
                </a:lnTo>
                <a:lnTo>
                  <a:pt x="37059" y="57745"/>
                </a:lnTo>
                <a:lnTo>
                  <a:pt x="36017" y="57745"/>
                </a:lnTo>
                <a:lnTo>
                  <a:pt x="36017" y="58787"/>
                </a:lnTo>
                <a:lnTo>
                  <a:pt x="35124" y="58787"/>
                </a:lnTo>
                <a:lnTo>
                  <a:pt x="35124" y="60722"/>
                </a:lnTo>
                <a:lnTo>
                  <a:pt x="34082" y="60722"/>
                </a:lnTo>
                <a:lnTo>
                  <a:pt x="34082" y="61615"/>
                </a:lnTo>
                <a:lnTo>
                  <a:pt x="32147" y="61615"/>
                </a:lnTo>
                <a:lnTo>
                  <a:pt x="32147" y="62657"/>
                </a:lnTo>
                <a:lnTo>
                  <a:pt x="31254" y="62657"/>
                </a:lnTo>
                <a:lnTo>
                  <a:pt x="31254" y="64591"/>
                </a:lnTo>
                <a:lnTo>
                  <a:pt x="30212" y="64591"/>
                </a:lnTo>
                <a:lnTo>
                  <a:pt x="30212" y="66526"/>
                </a:lnTo>
                <a:lnTo>
                  <a:pt x="29319" y="66526"/>
                </a:lnTo>
                <a:lnTo>
                  <a:pt x="29319" y="68461"/>
                </a:lnTo>
                <a:lnTo>
                  <a:pt x="28278" y="68461"/>
                </a:lnTo>
                <a:lnTo>
                  <a:pt x="28278" y="69503"/>
                </a:lnTo>
                <a:lnTo>
                  <a:pt x="26343" y="69503"/>
                </a:lnTo>
                <a:lnTo>
                  <a:pt x="26343" y="72033"/>
                </a:lnTo>
                <a:lnTo>
                  <a:pt x="27385" y="72033"/>
                </a:lnTo>
                <a:lnTo>
                  <a:pt x="27385" y="75902"/>
                </a:lnTo>
                <a:lnTo>
                  <a:pt x="28278" y="75902"/>
                </a:lnTo>
                <a:lnTo>
                  <a:pt x="28278" y="76944"/>
                </a:lnTo>
                <a:lnTo>
                  <a:pt x="30212" y="76944"/>
                </a:lnTo>
                <a:lnTo>
                  <a:pt x="30212" y="75902"/>
                </a:lnTo>
                <a:lnTo>
                  <a:pt x="37951" y="75902"/>
                </a:lnTo>
                <a:lnTo>
                  <a:pt x="37951" y="75009"/>
                </a:lnTo>
                <a:lnTo>
                  <a:pt x="40928" y="75009"/>
                </a:lnTo>
                <a:lnTo>
                  <a:pt x="40928" y="73968"/>
                </a:lnTo>
                <a:lnTo>
                  <a:pt x="45691" y="73968"/>
                </a:lnTo>
                <a:lnTo>
                  <a:pt x="45691" y="72926"/>
                </a:lnTo>
                <a:lnTo>
                  <a:pt x="46732" y="72926"/>
                </a:lnTo>
                <a:lnTo>
                  <a:pt x="46732" y="68163"/>
                </a:lnTo>
                <a:lnTo>
                  <a:pt x="47625" y="68163"/>
                </a:lnTo>
                <a:lnTo>
                  <a:pt x="47625" y="67122"/>
                </a:lnTo>
                <a:lnTo>
                  <a:pt x="48667" y="67122"/>
                </a:lnTo>
                <a:lnTo>
                  <a:pt x="48667" y="66229"/>
                </a:lnTo>
                <a:lnTo>
                  <a:pt x="49560" y="66229"/>
                </a:lnTo>
                <a:lnTo>
                  <a:pt x="49560" y="65187"/>
                </a:lnTo>
                <a:lnTo>
                  <a:pt x="52685" y="65187"/>
                </a:lnTo>
                <a:lnTo>
                  <a:pt x="52685" y="66229"/>
                </a:lnTo>
                <a:lnTo>
                  <a:pt x="54620" y="66229"/>
                </a:lnTo>
                <a:lnTo>
                  <a:pt x="54620" y="69056"/>
                </a:lnTo>
                <a:lnTo>
                  <a:pt x="58341" y="69056"/>
                </a:lnTo>
                <a:lnTo>
                  <a:pt x="58341" y="68163"/>
                </a:lnTo>
                <a:lnTo>
                  <a:pt x="59383" y="68163"/>
                </a:lnTo>
                <a:lnTo>
                  <a:pt x="59383" y="67122"/>
                </a:lnTo>
                <a:lnTo>
                  <a:pt x="60276" y="67122"/>
                </a:lnTo>
                <a:lnTo>
                  <a:pt x="60276" y="66229"/>
                </a:lnTo>
                <a:lnTo>
                  <a:pt x="61318" y="66229"/>
                </a:lnTo>
                <a:lnTo>
                  <a:pt x="61318" y="65187"/>
                </a:lnTo>
                <a:lnTo>
                  <a:pt x="62210" y="65187"/>
                </a:lnTo>
                <a:lnTo>
                  <a:pt x="62210" y="63698"/>
                </a:lnTo>
                <a:lnTo>
                  <a:pt x="61318" y="63698"/>
                </a:lnTo>
                <a:lnTo>
                  <a:pt x="61318" y="62657"/>
                </a:lnTo>
                <a:lnTo>
                  <a:pt x="60276" y="62657"/>
                </a:lnTo>
                <a:lnTo>
                  <a:pt x="60276" y="61615"/>
                </a:lnTo>
                <a:lnTo>
                  <a:pt x="59383" y="61615"/>
                </a:lnTo>
                <a:lnTo>
                  <a:pt x="59383" y="60275"/>
                </a:lnTo>
                <a:lnTo>
                  <a:pt x="60276" y="60275"/>
                </a:lnTo>
                <a:lnTo>
                  <a:pt x="60276" y="59382"/>
                </a:lnTo>
                <a:lnTo>
                  <a:pt x="61318" y="59382"/>
                </a:lnTo>
                <a:lnTo>
                  <a:pt x="61318" y="58341"/>
                </a:lnTo>
                <a:lnTo>
                  <a:pt x="62210" y="58341"/>
                </a:lnTo>
                <a:lnTo>
                  <a:pt x="62210" y="57448"/>
                </a:lnTo>
                <a:lnTo>
                  <a:pt x="64294" y="57448"/>
                </a:lnTo>
                <a:lnTo>
                  <a:pt x="64294" y="56406"/>
                </a:lnTo>
                <a:lnTo>
                  <a:pt x="65187" y="56406"/>
                </a:lnTo>
                <a:lnTo>
                  <a:pt x="65187" y="55513"/>
                </a:lnTo>
                <a:lnTo>
                  <a:pt x="66229" y="55513"/>
                </a:lnTo>
                <a:lnTo>
                  <a:pt x="66229" y="54471"/>
                </a:lnTo>
                <a:lnTo>
                  <a:pt x="67122" y="54471"/>
                </a:lnTo>
                <a:lnTo>
                  <a:pt x="67122" y="53578"/>
                </a:lnTo>
                <a:lnTo>
                  <a:pt x="67271" y="53578"/>
                </a:lnTo>
                <a:lnTo>
                  <a:pt x="67271" y="54471"/>
                </a:lnTo>
                <a:lnTo>
                  <a:pt x="68164" y="54471"/>
                </a:lnTo>
                <a:lnTo>
                  <a:pt x="68164" y="56406"/>
                </a:lnTo>
                <a:lnTo>
                  <a:pt x="70991" y="56406"/>
                </a:lnTo>
                <a:lnTo>
                  <a:pt x="70991" y="55513"/>
                </a:lnTo>
                <a:lnTo>
                  <a:pt x="72033" y="55513"/>
                </a:lnTo>
                <a:lnTo>
                  <a:pt x="72033" y="53876"/>
                </a:lnTo>
                <a:lnTo>
                  <a:pt x="70991" y="53876"/>
                </a:lnTo>
                <a:lnTo>
                  <a:pt x="70991" y="52983"/>
                </a:lnTo>
                <a:lnTo>
                  <a:pt x="68164" y="52983"/>
                </a:lnTo>
                <a:lnTo>
                  <a:pt x="68164" y="51643"/>
                </a:lnTo>
                <a:lnTo>
                  <a:pt x="69057" y="51643"/>
                </a:lnTo>
                <a:lnTo>
                  <a:pt x="69057" y="49560"/>
                </a:lnTo>
                <a:lnTo>
                  <a:pt x="70098" y="49560"/>
                </a:lnTo>
                <a:lnTo>
                  <a:pt x="70098" y="47625"/>
                </a:lnTo>
                <a:lnTo>
                  <a:pt x="70991" y="47625"/>
                </a:lnTo>
                <a:lnTo>
                  <a:pt x="70991" y="45690"/>
                </a:lnTo>
                <a:lnTo>
                  <a:pt x="72033" y="45690"/>
                </a:lnTo>
                <a:lnTo>
                  <a:pt x="72033" y="44797"/>
                </a:lnTo>
                <a:lnTo>
                  <a:pt x="72926" y="44797"/>
                </a:lnTo>
                <a:lnTo>
                  <a:pt x="72926" y="43756"/>
                </a:lnTo>
                <a:lnTo>
                  <a:pt x="73968" y="43756"/>
                </a:lnTo>
                <a:lnTo>
                  <a:pt x="73968" y="42863"/>
                </a:lnTo>
                <a:lnTo>
                  <a:pt x="75010" y="42863"/>
                </a:lnTo>
                <a:lnTo>
                  <a:pt x="75010" y="41821"/>
                </a:lnTo>
                <a:lnTo>
                  <a:pt x="75903" y="41821"/>
                </a:lnTo>
                <a:lnTo>
                  <a:pt x="75903" y="40928"/>
                </a:lnTo>
                <a:lnTo>
                  <a:pt x="76944" y="40928"/>
                </a:lnTo>
                <a:lnTo>
                  <a:pt x="76944" y="36909"/>
                </a:lnTo>
                <a:lnTo>
                  <a:pt x="77837" y="36909"/>
                </a:lnTo>
                <a:lnTo>
                  <a:pt x="77837" y="36016"/>
                </a:lnTo>
                <a:lnTo>
                  <a:pt x="78879" y="36016"/>
                </a:lnTo>
                <a:lnTo>
                  <a:pt x="78879" y="34975"/>
                </a:lnTo>
                <a:lnTo>
                  <a:pt x="79772" y="34975"/>
                </a:lnTo>
                <a:lnTo>
                  <a:pt x="79772" y="29617"/>
                </a:lnTo>
                <a:lnTo>
                  <a:pt x="78879" y="29617"/>
                </a:lnTo>
                <a:lnTo>
                  <a:pt x="78879" y="28575"/>
                </a:lnTo>
                <a:lnTo>
                  <a:pt x="75010" y="28575"/>
                </a:lnTo>
                <a:lnTo>
                  <a:pt x="75010" y="29617"/>
                </a:lnTo>
                <a:lnTo>
                  <a:pt x="74117" y="29617"/>
                </a:lnTo>
                <a:lnTo>
                  <a:pt x="74117" y="30510"/>
                </a:lnTo>
                <a:lnTo>
                  <a:pt x="70098" y="30510"/>
                </a:lnTo>
                <a:lnTo>
                  <a:pt x="70098" y="29617"/>
                </a:lnTo>
                <a:lnTo>
                  <a:pt x="66229" y="29617"/>
                </a:lnTo>
                <a:lnTo>
                  <a:pt x="66229" y="30510"/>
                </a:lnTo>
                <a:lnTo>
                  <a:pt x="63252" y="30510"/>
                </a:lnTo>
                <a:lnTo>
                  <a:pt x="63252" y="29617"/>
                </a:lnTo>
                <a:lnTo>
                  <a:pt x="61318" y="29617"/>
                </a:lnTo>
                <a:lnTo>
                  <a:pt x="61318" y="28575"/>
                </a:lnTo>
                <a:lnTo>
                  <a:pt x="59383" y="28575"/>
                </a:lnTo>
                <a:lnTo>
                  <a:pt x="59383" y="29617"/>
                </a:lnTo>
                <a:lnTo>
                  <a:pt x="58490" y="29617"/>
                </a:lnTo>
                <a:lnTo>
                  <a:pt x="58490" y="30510"/>
                </a:lnTo>
                <a:lnTo>
                  <a:pt x="56555" y="30510"/>
                </a:lnTo>
                <a:lnTo>
                  <a:pt x="56555" y="31552"/>
                </a:lnTo>
                <a:lnTo>
                  <a:pt x="55513" y="31552"/>
                </a:lnTo>
                <a:lnTo>
                  <a:pt x="55513" y="30510"/>
                </a:lnTo>
                <a:lnTo>
                  <a:pt x="52685" y="30510"/>
                </a:lnTo>
                <a:lnTo>
                  <a:pt x="52685" y="31552"/>
                </a:lnTo>
                <a:lnTo>
                  <a:pt x="50602" y="31552"/>
                </a:lnTo>
                <a:lnTo>
                  <a:pt x="50602" y="30510"/>
                </a:lnTo>
                <a:lnTo>
                  <a:pt x="49560" y="30510"/>
                </a:lnTo>
                <a:lnTo>
                  <a:pt x="49560" y="28575"/>
                </a:lnTo>
                <a:lnTo>
                  <a:pt x="48667" y="28575"/>
                </a:lnTo>
                <a:lnTo>
                  <a:pt x="48667" y="26343"/>
                </a:lnTo>
                <a:lnTo>
                  <a:pt x="49560" y="26343"/>
                </a:lnTo>
                <a:lnTo>
                  <a:pt x="49560" y="25301"/>
                </a:lnTo>
                <a:lnTo>
                  <a:pt x="50602" y="25301"/>
                </a:lnTo>
                <a:lnTo>
                  <a:pt x="50602" y="24259"/>
                </a:lnTo>
                <a:lnTo>
                  <a:pt x="54620" y="24259"/>
                </a:lnTo>
                <a:lnTo>
                  <a:pt x="54620" y="25301"/>
                </a:lnTo>
                <a:lnTo>
                  <a:pt x="56406" y="25301"/>
                </a:lnTo>
                <a:lnTo>
                  <a:pt x="56406" y="24259"/>
                </a:lnTo>
                <a:lnTo>
                  <a:pt x="59383" y="24259"/>
                </a:lnTo>
                <a:lnTo>
                  <a:pt x="59383" y="25301"/>
                </a:lnTo>
                <a:lnTo>
                  <a:pt x="62210" y="25301"/>
                </a:lnTo>
                <a:lnTo>
                  <a:pt x="62210" y="24259"/>
                </a:lnTo>
                <a:lnTo>
                  <a:pt x="63401" y="24259"/>
                </a:lnTo>
                <a:lnTo>
                  <a:pt x="63401" y="25301"/>
                </a:lnTo>
                <a:lnTo>
                  <a:pt x="72033" y="25301"/>
                </a:lnTo>
                <a:lnTo>
                  <a:pt x="72033" y="24259"/>
                </a:lnTo>
                <a:lnTo>
                  <a:pt x="75010" y="24259"/>
                </a:lnTo>
                <a:lnTo>
                  <a:pt x="75010" y="25301"/>
                </a:lnTo>
                <a:lnTo>
                  <a:pt x="76944" y="25301"/>
                </a:lnTo>
                <a:lnTo>
                  <a:pt x="76944" y="22324"/>
                </a:lnTo>
                <a:lnTo>
                  <a:pt x="78879" y="22324"/>
                </a:lnTo>
                <a:lnTo>
                  <a:pt x="78879" y="21431"/>
                </a:lnTo>
                <a:lnTo>
                  <a:pt x="79772" y="21431"/>
                </a:lnTo>
                <a:lnTo>
                  <a:pt x="79772" y="20390"/>
                </a:lnTo>
                <a:lnTo>
                  <a:pt x="80814" y="20390"/>
                </a:lnTo>
                <a:lnTo>
                  <a:pt x="80814" y="17859"/>
                </a:lnTo>
                <a:lnTo>
                  <a:pt x="79772" y="17859"/>
                </a:lnTo>
                <a:lnTo>
                  <a:pt x="79772" y="16966"/>
                </a:lnTo>
                <a:lnTo>
                  <a:pt x="78879" y="16966"/>
                </a:lnTo>
                <a:lnTo>
                  <a:pt x="78879" y="15925"/>
                </a:lnTo>
                <a:lnTo>
                  <a:pt x="77837" y="15925"/>
                </a:lnTo>
                <a:lnTo>
                  <a:pt x="77837" y="15032"/>
                </a:lnTo>
                <a:lnTo>
                  <a:pt x="75903" y="15032"/>
                </a:lnTo>
                <a:lnTo>
                  <a:pt x="75903" y="12055"/>
                </a:lnTo>
                <a:lnTo>
                  <a:pt x="72926" y="12055"/>
                </a:lnTo>
                <a:lnTo>
                  <a:pt x="72926" y="11013"/>
                </a:lnTo>
                <a:lnTo>
                  <a:pt x="69205" y="11013"/>
                </a:lnTo>
                <a:lnTo>
                  <a:pt x="69205" y="12055"/>
                </a:lnTo>
                <a:lnTo>
                  <a:pt x="69057" y="12055"/>
                </a:lnTo>
                <a:lnTo>
                  <a:pt x="69057" y="11013"/>
                </a:lnTo>
                <a:lnTo>
                  <a:pt x="68164" y="11013"/>
                </a:lnTo>
                <a:lnTo>
                  <a:pt x="68164" y="4911"/>
                </a:lnTo>
                <a:lnTo>
                  <a:pt x="69057" y="4911"/>
                </a:lnTo>
                <a:lnTo>
                  <a:pt x="69057" y="3870"/>
                </a:lnTo>
                <a:lnTo>
                  <a:pt x="75010" y="3870"/>
                </a:lnTo>
                <a:lnTo>
                  <a:pt x="75010" y="2977"/>
                </a:lnTo>
                <a:lnTo>
                  <a:pt x="77986" y="2977"/>
                </a:lnTo>
                <a:lnTo>
                  <a:pt x="77986" y="3870"/>
                </a:lnTo>
                <a:lnTo>
                  <a:pt x="78879" y="3870"/>
                </a:lnTo>
                <a:lnTo>
                  <a:pt x="78879" y="4911"/>
                </a:lnTo>
                <a:lnTo>
                  <a:pt x="81856" y="4911"/>
                </a:lnTo>
                <a:lnTo>
                  <a:pt x="81856" y="5804"/>
                </a:lnTo>
                <a:lnTo>
                  <a:pt x="84684" y="5804"/>
                </a:lnTo>
                <a:lnTo>
                  <a:pt x="84684" y="6846"/>
                </a:lnTo>
                <a:lnTo>
                  <a:pt x="88702" y="6846"/>
                </a:lnTo>
                <a:lnTo>
                  <a:pt x="88702" y="9674"/>
                </a:lnTo>
                <a:lnTo>
                  <a:pt x="91530" y="9674"/>
                </a:lnTo>
                <a:lnTo>
                  <a:pt x="91530" y="10716"/>
                </a:lnTo>
                <a:lnTo>
                  <a:pt x="92571" y="10716"/>
                </a:lnTo>
                <a:lnTo>
                  <a:pt x="92571" y="11609"/>
                </a:lnTo>
                <a:lnTo>
                  <a:pt x="93464" y="11609"/>
                </a:lnTo>
                <a:lnTo>
                  <a:pt x="93464" y="14585"/>
                </a:lnTo>
                <a:lnTo>
                  <a:pt x="94506" y="14585"/>
                </a:lnTo>
                <a:lnTo>
                  <a:pt x="94506" y="16520"/>
                </a:lnTo>
                <a:lnTo>
                  <a:pt x="95399" y="16520"/>
                </a:lnTo>
                <a:lnTo>
                  <a:pt x="95399" y="20390"/>
                </a:lnTo>
                <a:lnTo>
                  <a:pt x="96441" y="20390"/>
                </a:lnTo>
                <a:lnTo>
                  <a:pt x="96441" y="24259"/>
                </a:lnTo>
                <a:lnTo>
                  <a:pt x="97334" y="24259"/>
                </a:lnTo>
                <a:lnTo>
                  <a:pt x="97334" y="25301"/>
                </a:lnTo>
                <a:lnTo>
                  <a:pt x="99269" y="25301"/>
                </a:lnTo>
                <a:lnTo>
                  <a:pt x="99269" y="24259"/>
                </a:lnTo>
                <a:lnTo>
                  <a:pt x="99418" y="24259"/>
                </a:lnTo>
                <a:lnTo>
                  <a:pt x="99418" y="25301"/>
                </a:lnTo>
                <a:lnTo>
                  <a:pt x="101203" y="25301"/>
                </a:lnTo>
                <a:lnTo>
                  <a:pt x="101203" y="24259"/>
                </a:lnTo>
                <a:lnTo>
                  <a:pt x="109984" y="24259"/>
                </a:lnTo>
                <a:lnTo>
                  <a:pt x="109984" y="23366"/>
                </a:lnTo>
                <a:lnTo>
                  <a:pt x="111919" y="23366"/>
                </a:lnTo>
                <a:lnTo>
                  <a:pt x="111919" y="22324"/>
                </a:lnTo>
                <a:lnTo>
                  <a:pt x="112961" y="22324"/>
                </a:lnTo>
                <a:lnTo>
                  <a:pt x="112961" y="21431"/>
                </a:lnTo>
                <a:lnTo>
                  <a:pt x="113854" y="21431"/>
                </a:lnTo>
                <a:lnTo>
                  <a:pt x="113854" y="20390"/>
                </a:lnTo>
                <a:lnTo>
                  <a:pt x="114896" y="20390"/>
                </a:lnTo>
                <a:lnTo>
                  <a:pt x="114896" y="19497"/>
                </a:lnTo>
                <a:lnTo>
                  <a:pt x="115789" y="19497"/>
                </a:lnTo>
                <a:lnTo>
                  <a:pt x="115789" y="17562"/>
                </a:lnTo>
                <a:lnTo>
                  <a:pt x="116830" y="17562"/>
                </a:lnTo>
                <a:lnTo>
                  <a:pt x="116830" y="16520"/>
                </a:lnTo>
                <a:lnTo>
                  <a:pt x="117723" y="16520"/>
                </a:lnTo>
                <a:lnTo>
                  <a:pt x="117723" y="15627"/>
                </a:lnTo>
                <a:lnTo>
                  <a:pt x="120700" y="15627"/>
                </a:lnTo>
                <a:lnTo>
                  <a:pt x="120700" y="14585"/>
                </a:lnTo>
                <a:lnTo>
                  <a:pt x="124718" y="14585"/>
                </a:lnTo>
                <a:lnTo>
                  <a:pt x="124718" y="15627"/>
                </a:lnTo>
                <a:lnTo>
                  <a:pt x="126653" y="15627"/>
                </a:lnTo>
                <a:lnTo>
                  <a:pt x="126653" y="16520"/>
                </a:lnTo>
                <a:lnTo>
                  <a:pt x="128588" y="16520"/>
                </a:lnTo>
                <a:lnTo>
                  <a:pt x="128588" y="19497"/>
                </a:lnTo>
                <a:lnTo>
                  <a:pt x="129481" y="19497"/>
                </a:lnTo>
                <a:lnTo>
                  <a:pt x="129481" y="21431"/>
                </a:lnTo>
                <a:lnTo>
                  <a:pt x="130523" y="21431"/>
                </a:lnTo>
                <a:lnTo>
                  <a:pt x="130523" y="23366"/>
                </a:lnTo>
                <a:lnTo>
                  <a:pt x="131416" y="23366"/>
                </a:lnTo>
                <a:lnTo>
                  <a:pt x="131416" y="24259"/>
                </a:lnTo>
                <a:lnTo>
                  <a:pt x="133350" y="24259"/>
                </a:lnTo>
                <a:lnTo>
                  <a:pt x="133350" y="25301"/>
                </a:lnTo>
                <a:lnTo>
                  <a:pt x="134392" y="25301"/>
                </a:lnTo>
                <a:lnTo>
                  <a:pt x="134392" y="27682"/>
                </a:lnTo>
                <a:lnTo>
                  <a:pt x="133350" y="27682"/>
                </a:lnTo>
                <a:lnTo>
                  <a:pt x="133350" y="28575"/>
                </a:lnTo>
                <a:lnTo>
                  <a:pt x="132457" y="28575"/>
                </a:lnTo>
                <a:lnTo>
                  <a:pt x="132457" y="31552"/>
                </a:lnTo>
                <a:lnTo>
                  <a:pt x="131416" y="31552"/>
                </a:lnTo>
                <a:lnTo>
                  <a:pt x="131416" y="32445"/>
                </a:lnTo>
                <a:lnTo>
                  <a:pt x="130523" y="32445"/>
                </a:lnTo>
                <a:lnTo>
                  <a:pt x="130523" y="33486"/>
                </a:lnTo>
                <a:lnTo>
                  <a:pt x="129481" y="33486"/>
                </a:lnTo>
                <a:lnTo>
                  <a:pt x="129481" y="32445"/>
                </a:lnTo>
                <a:lnTo>
                  <a:pt x="127546" y="32445"/>
                </a:lnTo>
                <a:lnTo>
                  <a:pt x="127546" y="31552"/>
                </a:lnTo>
                <a:lnTo>
                  <a:pt x="120700" y="31552"/>
                </a:lnTo>
                <a:lnTo>
                  <a:pt x="120700" y="32445"/>
                </a:lnTo>
                <a:lnTo>
                  <a:pt x="111919" y="32445"/>
                </a:lnTo>
                <a:lnTo>
                  <a:pt x="111919" y="31552"/>
                </a:lnTo>
                <a:lnTo>
                  <a:pt x="108943" y="31552"/>
                </a:lnTo>
                <a:lnTo>
                  <a:pt x="108943" y="30510"/>
                </a:lnTo>
                <a:lnTo>
                  <a:pt x="103138" y="30510"/>
                </a:lnTo>
                <a:lnTo>
                  <a:pt x="103138" y="29617"/>
                </a:lnTo>
                <a:lnTo>
                  <a:pt x="99418" y="29617"/>
                </a:lnTo>
                <a:lnTo>
                  <a:pt x="99418" y="31552"/>
                </a:lnTo>
                <a:lnTo>
                  <a:pt x="98376" y="31552"/>
                </a:lnTo>
                <a:lnTo>
                  <a:pt x="98376" y="32445"/>
                </a:lnTo>
                <a:lnTo>
                  <a:pt x="97334" y="32445"/>
                </a:lnTo>
                <a:lnTo>
                  <a:pt x="97334" y="33486"/>
                </a:lnTo>
                <a:lnTo>
                  <a:pt x="96292" y="33486"/>
                </a:lnTo>
                <a:lnTo>
                  <a:pt x="96292" y="32445"/>
                </a:lnTo>
                <a:lnTo>
                  <a:pt x="93464" y="32445"/>
                </a:lnTo>
                <a:lnTo>
                  <a:pt x="93464" y="34379"/>
                </a:lnTo>
                <a:lnTo>
                  <a:pt x="92571" y="34379"/>
                </a:lnTo>
                <a:lnTo>
                  <a:pt x="92571" y="40332"/>
                </a:lnTo>
                <a:lnTo>
                  <a:pt x="91530" y="40332"/>
                </a:lnTo>
                <a:lnTo>
                  <a:pt x="91530" y="39291"/>
                </a:lnTo>
                <a:lnTo>
                  <a:pt x="89595" y="39291"/>
                </a:lnTo>
                <a:lnTo>
                  <a:pt x="89595" y="40332"/>
                </a:lnTo>
                <a:lnTo>
                  <a:pt x="88702" y="40332"/>
                </a:lnTo>
                <a:lnTo>
                  <a:pt x="88702" y="41225"/>
                </a:lnTo>
                <a:lnTo>
                  <a:pt x="86767" y="41225"/>
                </a:lnTo>
                <a:lnTo>
                  <a:pt x="86767" y="42267"/>
                </a:lnTo>
                <a:lnTo>
                  <a:pt x="85725" y="42267"/>
                </a:lnTo>
                <a:lnTo>
                  <a:pt x="85725" y="44202"/>
                </a:lnTo>
                <a:lnTo>
                  <a:pt x="84684" y="44202"/>
                </a:lnTo>
                <a:lnTo>
                  <a:pt x="84684" y="45095"/>
                </a:lnTo>
                <a:lnTo>
                  <a:pt x="82749" y="45095"/>
                </a:lnTo>
                <a:lnTo>
                  <a:pt x="82749" y="47030"/>
                </a:lnTo>
                <a:lnTo>
                  <a:pt x="81856" y="47030"/>
                </a:lnTo>
                <a:lnTo>
                  <a:pt x="81856" y="48965"/>
                </a:lnTo>
                <a:lnTo>
                  <a:pt x="80814" y="48965"/>
                </a:lnTo>
                <a:lnTo>
                  <a:pt x="80814" y="50006"/>
                </a:lnTo>
                <a:lnTo>
                  <a:pt x="79921" y="50006"/>
                </a:lnTo>
                <a:lnTo>
                  <a:pt x="79921" y="51048"/>
                </a:lnTo>
                <a:lnTo>
                  <a:pt x="78879" y="51048"/>
                </a:lnTo>
                <a:lnTo>
                  <a:pt x="78879" y="51941"/>
                </a:lnTo>
                <a:lnTo>
                  <a:pt x="77986" y="51941"/>
                </a:lnTo>
                <a:lnTo>
                  <a:pt x="77986" y="55811"/>
                </a:lnTo>
                <a:lnTo>
                  <a:pt x="75903" y="55811"/>
                </a:lnTo>
                <a:lnTo>
                  <a:pt x="75903" y="54918"/>
                </a:lnTo>
                <a:lnTo>
                  <a:pt x="74117" y="54918"/>
                </a:lnTo>
                <a:lnTo>
                  <a:pt x="74117" y="55811"/>
                </a:lnTo>
                <a:lnTo>
                  <a:pt x="73075" y="55811"/>
                </a:lnTo>
                <a:lnTo>
                  <a:pt x="73075" y="58787"/>
                </a:lnTo>
                <a:lnTo>
                  <a:pt x="72033" y="58787"/>
                </a:lnTo>
                <a:lnTo>
                  <a:pt x="72033" y="59680"/>
                </a:lnTo>
                <a:lnTo>
                  <a:pt x="71140" y="59680"/>
                </a:lnTo>
                <a:lnTo>
                  <a:pt x="71140" y="66229"/>
                </a:lnTo>
                <a:lnTo>
                  <a:pt x="75010" y="66229"/>
                </a:lnTo>
                <a:lnTo>
                  <a:pt x="75010" y="67122"/>
                </a:lnTo>
                <a:lnTo>
                  <a:pt x="77837" y="67122"/>
                </a:lnTo>
                <a:lnTo>
                  <a:pt x="77837" y="66229"/>
                </a:lnTo>
                <a:lnTo>
                  <a:pt x="80814" y="66229"/>
                </a:lnTo>
                <a:lnTo>
                  <a:pt x="80814" y="65187"/>
                </a:lnTo>
                <a:lnTo>
                  <a:pt x="83642" y="65187"/>
                </a:lnTo>
                <a:lnTo>
                  <a:pt x="83642" y="64294"/>
                </a:lnTo>
                <a:lnTo>
                  <a:pt x="86618" y="64294"/>
                </a:lnTo>
                <a:lnTo>
                  <a:pt x="86618" y="62210"/>
                </a:lnTo>
                <a:lnTo>
                  <a:pt x="87660" y="62210"/>
                </a:lnTo>
                <a:lnTo>
                  <a:pt x="88702" y="62210"/>
                </a:lnTo>
                <a:lnTo>
                  <a:pt x="88702" y="63252"/>
                </a:lnTo>
                <a:lnTo>
                  <a:pt x="89595" y="63252"/>
                </a:lnTo>
                <a:lnTo>
                  <a:pt x="89595" y="65187"/>
                </a:lnTo>
                <a:lnTo>
                  <a:pt x="92423" y="65187"/>
                </a:lnTo>
                <a:lnTo>
                  <a:pt x="92423" y="64294"/>
                </a:lnTo>
                <a:lnTo>
                  <a:pt x="96292" y="64294"/>
                </a:lnTo>
                <a:lnTo>
                  <a:pt x="96292" y="61317"/>
                </a:lnTo>
                <a:lnTo>
                  <a:pt x="97334" y="61317"/>
                </a:lnTo>
                <a:lnTo>
                  <a:pt x="97334" y="63252"/>
                </a:lnTo>
                <a:lnTo>
                  <a:pt x="100310" y="63252"/>
                </a:lnTo>
                <a:lnTo>
                  <a:pt x="101352" y="63252"/>
                </a:lnTo>
                <a:lnTo>
                  <a:pt x="101352" y="66229"/>
                </a:lnTo>
                <a:lnTo>
                  <a:pt x="102245" y="66229"/>
                </a:lnTo>
                <a:lnTo>
                  <a:pt x="102245" y="67568"/>
                </a:lnTo>
                <a:lnTo>
                  <a:pt x="101352" y="67568"/>
                </a:lnTo>
                <a:lnTo>
                  <a:pt x="101352" y="68461"/>
                </a:lnTo>
                <a:lnTo>
                  <a:pt x="100310" y="68461"/>
                </a:lnTo>
                <a:lnTo>
                  <a:pt x="100310" y="70098"/>
                </a:lnTo>
                <a:lnTo>
                  <a:pt x="101352" y="70098"/>
                </a:lnTo>
                <a:lnTo>
                  <a:pt x="101352" y="70991"/>
                </a:lnTo>
                <a:lnTo>
                  <a:pt x="102245" y="70991"/>
                </a:lnTo>
                <a:lnTo>
                  <a:pt x="102245" y="72331"/>
                </a:lnTo>
                <a:lnTo>
                  <a:pt x="101352" y="72331"/>
                </a:lnTo>
                <a:lnTo>
                  <a:pt x="101352" y="74414"/>
                </a:lnTo>
                <a:lnTo>
                  <a:pt x="100310" y="74414"/>
                </a:lnTo>
                <a:lnTo>
                  <a:pt x="100310" y="76349"/>
                </a:lnTo>
                <a:lnTo>
                  <a:pt x="99418" y="76349"/>
                </a:lnTo>
                <a:lnTo>
                  <a:pt x="99418" y="79177"/>
                </a:lnTo>
                <a:lnTo>
                  <a:pt x="97334" y="79177"/>
                </a:lnTo>
                <a:lnTo>
                  <a:pt x="97334" y="84683"/>
                </a:lnTo>
                <a:lnTo>
                  <a:pt x="98376" y="84683"/>
                </a:lnTo>
                <a:lnTo>
                  <a:pt x="98376" y="85576"/>
                </a:lnTo>
                <a:lnTo>
                  <a:pt x="99418" y="85576"/>
                </a:lnTo>
                <a:lnTo>
                  <a:pt x="99418" y="93464"/>
                </a:lnTo>
                <a:lnTo>
                  <a:pt x="100310" y="93464"/>
                </a:lnTo>
                <a:lnTo>
                  <a:pt x="100310" y="93762"/>
                </a:lnTo>
                <a:lnTo>
                  <a:pt x="99418" y="93762"/>
                </a:lnTo>
                <a:lnTo>
                  <a:pt x="99418" y="103138"/>
                </a:lnTo>
                <a:lnTo>
                  <a:pt x="100310" y="103138"/>
                </a:lnTo>
                <a:lnTo>
                  <a:pt x="100310" y="107454"/>
                </a:lnTo>
                <a:lnTo>
                  <a:pt x="99418" y="107454"/>
                </a:lnTo>
                <a:lnTo>
                  <a:pt x="99418" y="113854"/>
                </a:lnTo>
                <a:lnTo>
                  <a:pt x="100310" y="113854"/>
                </a:lnTo>
                <a:lnTo>
                  <a:pt x="100310" y="117723"/>
                </a:lnTo>
                <a:lnTo>
                  <a:pt x="104180" y="117723"/>
                </a:lnTo>
                <a:lnTo>
                  <a:pt x="104180" y="118765"/>
                </a:lnTo>
                <a:lnTo>
                  <a:pt x="105222" y="118765"/>
                </a:lnTo>
                <a:lnTo>
                  <a:pt x="105222" y="122634"/>
                </a:lnTo>
                <a:lnTo>
                  <a:pt x="108943" y="122634"/>
                </a:lnTo>
                <a:lnTo>
                  <a:pt x="108943" y="121593"/>
                </a:lnTo>
                <a:lnTo>
                  <a:pt x="110877" y="121593"/>
                </a:lnTo>
                <a:lnTo>
                  <a:pt x="110877" y="120700"/>
                </a:lnTo>
                <a:lnTo>
                  <a:pt x="111919" y="120700"/>
                </a:lnTo>
                <a:lnTo>
                  <a:pt x="111919" y="119658"/>
                </a:lnTo>
                <a:lnTo>
                  <a:pt x="115789" y="119658"/>
                </a:lnTo>
                <a:lnTo>
                  <a:pt x="115789" y="118765"/>
                </a:lnTo>
                <a:lnTo>
                  <a:pt x="118765" y="118765"/>
                </a:lnTo>
                <a:lnTo>
                  <a:pt x="118765" y="117723"/>
                </a:lnTo>
                <a:lnTo>
                  <a:pt x="121593" y="117723"/>
                </a:lnTo>
                <a:lnTo>
                  <a:pt x="121593" y="116830"/>
                </a:lnTo>
                <a:lnTo>
                  <a:pt x="122635" y="116830"/>
                </a:lnTo>
                <a:lnTo>
                  <a:pt x="122635" y="115193"/>
                </a:lnTo>
                <a:lnTo>
                  <a:pt x="121593" y="115193"/>
                </a:lnTo>
                <a:lnTo>
                  <a:pt x="121593" y="113854"/>
                </a:lnTo>
                <a:lnTo>
                  <a:pt x="122635" y="113854"/>
                </a:lnTo>
                <a:lnTo>
                  <a:pt x="122635" y="108347"/>
                </a:lnTo>
                <a:lnTo>
                  <a:pt x="121593" y="108347"/>
                </a:lnTo>
                <a:lnTo>
                  <a:pt x="121593" y="107007"/>
                </a:lnTo>
                <a:lnTo>
                  <a:pt x="122635" y="107007"/>
                </a:lnTo>
                <a:lnTo>
                  <a:pt x="122635" y="105073"/>
                </a:lnTo>
                <a:lnTo>
                  <a:pt x="123528" y="105073"/>
                </a:lnTo>
                <a:lnTo>
                  <a:pt x="123528" y="101203"/>
                </a:lnTo>
                <a:lnTo>
                  <a:pt x="124569" y="101203"/>
                </a:lnTo>
                <a:lnTo>
                  <a:pt x="124569" y="100310"/>
                </a:lnTo>
                <a:lnTo>
                  <a:pt x="125611" y="100310"/>
                </a:lnTo>
                <a:lnTo>
                  <a:pt x="125611" y="99268"/>
                </a:lnTo>
                <a:lnTo>
                  <a:pt x="129481" y="99268"/>
                </a:lnTo>
                <a:lnTo>
                  <a:pt x="129481" y="100310"/>
                </a:lnTo>
                <a:lnTo>
                  <a:pt x="131416" y="100310"/>
                </a:lnTo>
                <a:lnTo>
                  <a:pt x="131416" y="103138"/>
                </a:lnTo>
                <a:lnTo>
                  <a:pt x="132457" y="103138"/>
                </a:lnTo>
                <a:lnTo>
                  <a:pt x="132457" y="108049"/>
                </a:lnTo>
                <a:lnTo>
                  <a:pt x="133350" y="108049"/>
                </a:lnTo>
                <a:lnTo>
                  <a:pt x="133350" y="109389"/>
                </a:lnTo>
                <a:lnTo>
                  <a:pt x="132457" y="109389"/>
                </a:lnTo>
                <a:lnTo>
                  <a:pt x="132457" y="111919"/>
                </a:lnTo>
                <a:lnTo>
                  <a:pt x="133350" y="111919"/>
                </a:lnTo>
                <a:lnTo>
                  <a:pt x="133350" y="114300"/>
                </a:lnTo>
                <a:lnTo>
                  <a:pt x="132457" y="114300"/>
                </a:lnTo>
                <a:lnTo>
                  <a:pt x="132457" y="115788"/>
                </a:lnTo>
                <a:lnTo>
                  <a:pt x="133350" y="115788"/>
                </a:lnTo>
                <a:lnTo>
                  <a:pt x="133350" y="117723"/>
                </a:lnTo>
                <a:lnTo>
                  <a:pt x="134392" y="117723"/>
                </a:lnTo>
                <a:lnTo>
                  <a:pt x="134392" y="118765"/>
                </a:lnTo>
                <a:lnTo>
                  <a:pt x="135285" y="118765"/>
                </a:lnTo>
                <a:lnTo>
                  <a:pt x="135285" y="121593"/>
                </a:lnTo>
                <a:lnTo>
                  <a:pt x="136327" y="121593"/>
                </a:lnTo>
                <a:lnTo>
                  <a:pt x="136327" y="122634"/>
                </a:lnTo>
                <a:lnTo>
                  <a:pt x="137369" y="122634"/>
                </a:lnTo>
                <a:lnTo>
                  <a:pt x="137369" y="125016"/>
                </a:lnTo>
                <a:lnTo>
                  <a:pt x="136327" y="125016"/>
                </a:lnTo>
                <a:lnTo>
                  <a:pt x="136327" y="126950"/>
                </a:lnTo>
                <a:lnTo>
                  <a:pt x="135285" y="126950"/>
                </a:lnTo>
                <a:lnTo>
                  <a:pt x="135285" y="127843"/>
                </a:lnTo>
                <a:lnTo>
                  <a:pt x="133350" y="127843"/>
                </a:lnTo>
                <a:lnTo>
                  <a:pt x="133350" y="129778"/>
                </a:lnTo>
                <a:lnTo>
                  <a:pt x="132457" y="129778"/>
                </a:lnTo>
                <a:lnTo>
                  <a:pt x="132457" y="130820"/>
                </a:lnTo>
                <a:lnTo>
                  <a:pt x="129481" y="130820"/>
                </a:lnTo>
                <a:lnTo>
                  <a:pt x="129481" y="131713"/>
                </a:lnTo>
                <a:lnTo>
                  <a:pt x="126653" y="131713"/>
                </a:lnTo>
                <a:lnTo>
                  <a:pt x="126653" y="132755"/>
                </a:lnTo>
                <a:lnTo>
                  <a:pt x="124718" y="132755"/>
                </a:lnTo>
                <a:lnTo>
                  <a:pt x="124718" y="133648"/>
                </a:lnTo>
                <a:lnTo>
                  <a:pt x="121742" y="133648"/>
                </a:lnTo>
                <a:lnTo>
                  <a:pt x="121742" y="134689"/>
                </a:lnTo>
                <a:lnTo>
                  <a:pt x="119807" y="134689"/>
                </a:lnTo>
                <a:lnTo>
                  <a:pt x="119807" y="135582"/>
                </a:lnTo>
                <a:lnTo>
                  <a:pt x="109984" y="135582"/>
                </a:lnTo>
                <a:lnTo>
                  <a:pt x="109984" y="136624"/>
                </a:lnTo>
                <a:lnTo>
                  <a:pt x="107008" y="136624"/>
                </a:lnTo>
                <a:lnTo>
                  <a:pt x="107008" y="135582"/>
                </a:lnTo>
                <a:lnTo>
                  <a:pt x="106115" y="135582"/>
                </a:lnTo>
                <a:lnTo>
                  <a:pt x="106115" y="134689"/>
                </a:lnTo>
                <a:lnTo>
                  <a:pt x="105073" y="134689"/>
                </a:lnTo>
                <a:lnTo>
                  <a:pt x="105073" y="133648"/>
                </a:lnTo>
                <a:lnTo>
                  <a:pt x="100310" y="133648"/>
                </a:lnTo>
                <a:lnTo>
                  <a:pt x="100310" y="132755"/>
                </a:lnTo>
                <a:lnTo>
                  <a:pt x="94357" y="132755"/>
                </a:lnTo>
                <a:lnTo>
                  <a:pt x="94357" y="130820"/>
                </a:lnTo>
                <a:lnTo>
                  <a:pt x="93464" y="130820"/>
                </a:lnTo>
                <a:lnTo>
                  <a:pt x="93464" y="129778"/>
                </a:lnTo>
                <a:lnTo>
                  <a:pt x="92423" y="129778"/>
                </a:lnTo>
                <a:lnTo>
                  <a:pt x="92423" y="128885"/>
                </a:lnTo>
                <a:lnTo>
                  <a:pt x="91530" y="128885"/>
                </a:lnTo>
                <a:lnTo>
                  <a:pt x="91530" y="127843"/>
                </a:lnTo>
                <a:lnTo>
                  <a:pt x="89595" y="127843"/>
                </a:lnTo>
                <a:lnTo>
                  <a:pt x="89595" y="126950"/>
                </a:lnTo>
                <a:lnTo>
                  <a:pt x="87660" y="126950"/>
                </a:lnTo>
                <a:lnTo>
                  <a:pt x="87660" y="125016"/>
                </a:lnTo>
                <a:lnTo>
                  <a:pt x="86618" y="125016"/>
                </a:lnTo>
                <a:lnTo>
                  <a:pt x="86618" y="122932"/>
                </a:lnTo>
                <a:lnTo>
                  <a:pt x="85576" y="122932"/>
                </a:lnTo>
                <a:lnTo>
                  <a:pt x="85576" y="122634"/>
                </a:lnTo>
                <a:lnTo>
                  <a:pt x="86618" y="122634"/>
                </a:lnTo>
                <a:lnTo>
                  <a:pt x="86618" y="113854"/>
                </a:lnTo>
                <a:lnTo>
                  <a:pt x="87660" y="113854"/>
                </a:lnTo>
                <a:lnTo>
                  <a:pt x="87660" y="108942"/>
                </a:lnTo>
                <a:lnTo>
                  <a:pt x="88553" y="108942"/>
                </a:lnTo>
                <a:lnTo>
                  <a:pt x="88553" y="108049"/>
                </a:lnTo>
                <a:lnTo>
                  <a:pt x="89595" y="108049"/>
                </a:lnTo>
                <a:lnTo>
                  <a:pt x="89595" y="106412"/>
                </a:lnTo>
                <a:lnTo>
                  <a:pt x="88553" y="106412"/>
                </a:lnTo>
                <a:lnTo>
                  <a:pt x="88553" y="105519"/>
                </a:lnTo>
                <a:lnTo>
                  <a:pt x="87660" y="105519"/>
                </a:lnTo>
                <a:lnTo>
                  <a:pt x="87660" y="99268"/>
                </a:lnTo>
                <a:lnTo>
                  <a:pt x="88553" y="99268"/>
                </a:lnTo>
                <a:lnTo>
                  <a:pt x="88553" y="94804"/>
                </a:lnTo>
                <a:lnTo>
                  <a:pt x="87660" y="94804"/>
                </a:lnTo>
                <a:lnTo>
                  <a:pt x="87660" y="83641"/>
                </a:lnTo>
                <a:lnTo>
                  <a:pt x="88553" y="83641"/>
                </a:lnTo>
                <a:lnTo>
                  <a:pt x="88553" y="82748"/>
                </a:lnTo>
                <a:lnTo>
                  <a:pt x="90488" y="82748"/>
                </a:lnTo>
                <a:lnTo>
                  <a:pt x="90488" y="80218"/>
                </a:lnTo>
                <a:lnTo>
                  <a:pt x="89595" y="80218"/>
                </a:lnTo>
                <a:lnTo>
                  <a:pt x="89595" y="76944"/>
                </a:lnTo>
                <a:lnTo>
                  <a:pt x="90488" y="76944"/>
                </a:lnTo>
                <a:lnTo>
                  <a:pt x="90488" y="73372"/>
                </a:lnTo>
                <a:lnTo>
                  <a:pt x="85576" y="73372"/>
                </a:lnTo>
                <a:lnTo>
                  <a:pt x="85576" y="72331"/>
                </a:lnTo>
                <a:lnTo>
                  <a:pt x="83791" y="72331"/>
                </a:lnTo>
                <a:lnTo>
                  <a:pt x="83791" y="74414"/>
                </a:lnTo>
                <a:lnTo>
                  <a:pt x="82749" y="74414"/>
                </a:lnTo>
                <a:lnTo>
                  <a:pt x="82749" y="76349"/>
                </a:lnTo>
                <a:lnTo>
                  <a:pt x="80814" y="76349"/>
                </a:lnTo>
                <a:lnTo>
                  <a:pt x="80814" y="74414"/>
                </a:lnTo>
                <a:lnTo>
                  <a:pt x="79772" y="74414"/>
                </a:lnTo>
                <a:lnTo>
                  <a:pt x="79772" y="73372"/>
                </a:lnTo>
                <a:lnTo>
                  <a:pt x="77986" y="73372"/>
                </a:lnTo>
                <a:lnTo>
                  <a:pt x="77986" y="74414"/>
                </a:lnTo>
                <a:lnTo>
                  <a:pt x="76944" y="74414"/>
                </a:lnTo>
                <a:lnTo>
                  <a:pt x="76944" y="76944"/>
                </a:lnTo>
                <a:lnTo>
                  <a:pt x="77986" y="76944"/>
                </a:lnTo>
                <a:lnTo>
                  <a:pt x="77986" y="79772"/>
                </a:lnTo>
                <a:lnTo>
                  <a:pt x="78879" y="79772"/>
                </a:lnTo>
                <a:lnTo>
                  <a:pt x="78879" y="82153"/>
                </a:lnTo>
                <a:lnTo>
                  <a:pt x="77986" y="82153"/>
                </a:lnTo>
                <a:lnTo>
                  <a:pt x="77986" y="83641"/>
                </a:lnTo>
                <a:lnTo>
                  <a:pt x="78879" y="83641"/>
                </a:lnTo>
                <a:lnTo>
                  <a:pt x="78879" y="84683"/>
                </a:lnTo>
                <a:lnTo>
                  <a:pt x="80814" y="84683"/>
                </a:lnTo>
                <a:lnTo>
                  <a:pt x="80814" y="87065"/>
                </a:lnTo>
                <a:lnTo>
                  <a:pt x="76944" y="87065"/>
                </a:lnTo>
                <a:lnTo>
                  <a:pt x="76944" y="87957"/>
                </a:lnTo>
                <a:lnTo>
                  <a:pt x="76051" y="87957"/>
                </a:lnTo>
                <a:lnTo>
                  <a:pt x="76051" y="91529"/>
                </a:lnTo>
                <a:lnTo>
                  <a:pt x="76944" y="91529"/>
                </a:lnTo>
                <a:lnTo>
                  <a:pt x="76944" y="93762"/>
                </a:lnTo>
                <a:lnTo>
                  <a:pt x="76051" y="93762"/>
                </a:lnTo>
                <a:lnTo>
                  <a:pt x="76051" y="95697"/>
                </a:lnTo>
                <a:lnTo>
                  <a:pt x="75010" y="95697"/>
                </a:lnTo>
                <a:lnTo>
                  <a:pt x="75010" y="97631"/>
                </a:lnTo>
                <a:lnTo>
                  <a:pt x="74117" y="97631"/>
                </a:lnTo>
                <a:lnTo>
                  <a:pt x="74117" y="99715"/>
                </a:lnTo>
                <a:lnTo>
                  <a:pt x="73075" y="99715"/>
                </a:lnTo>
                <a:lnTo>
                  <a:pt x="73075" y="100608"/>
                </a:lnTo>
                <a:lnTo>
                  <a:pt x="72033" y="100608"/>
                </a:lnTo>
                <a:lnTo>
                  <a:pt x="72033" y="101650"/>
                </a:lnTo>
                <a:lnTo>
                  <a:pt x="71140" y="101650"/>
                </a:lnTo>
                <a:lnTo>
                  <a:pt x="71140" y="105519"/>
                </a:lnTo>
                <a:lnTo>
                  <a:pt x="70098" y="105519"/>
                </a:lnTo>
                <a:lnTo>
                  <a:pt x="70098" y="107454"/>
                </a:lnTo>
                <a:lnTo>
                  <a:pt x="69205" y="107454"/>
                </a:lnTo>
                <a:lnTo>
                  <a:pt x="69205" y="108347"/>
                </a:lnTo>
                <a:lnTo>
                  <a:pt x="68164" y="108347"/>
                </a:lnTo>
                <a:lnTo>
                  <a:pt x="68164" y="110282"/>
                </a:lnTo>
                <a:lnTo>
                  <a:pt x="67271" y="110282"/>
                </a:lnTo>
                <a:lnTo>
                  <a:pt x="67271" y="111323"/>
                </a:lnTo>
                <a:lnTo>
                  <a:pt x="66229" y="111323"/>
                </a:lnTo>
                <a:lnTo>
                  <a:pt x="66229" y="113258"/>
                </a:lnTo>
                <a:lnTo>
                  <a:pt x="65336" y="113258"/>
                </a:lnTo>
                <a:lnTo>
                  <a:pt x="65336" y="114300"/>
                </a:lnTo>
                <a:lnTo>
                  <a:pt x="64294" y="114300"/>
                </a:lnTo>
                <a:lnTo>
                  <a:pt x="64294" y="115193"/>
                </a:lnTo>
                <a:lnTo>
                  <a:pt x="61318" y="115193"/>
                </a:lnTo>
                <a:lnTo>
                  <a:pt x="61318" y="116235"/>
                </a:lnTo>
                <a:lnTo>
                  <a:pt x="60425" y="116235"/>
                </a:lnTo>
                <a:lnTo>
                  <a:pt x="60425" y="117128"/>
                </a:lnTo>
                <a:lnTo>
                  <a:pt x="59383" y="117128"/>
                </a:lnTo>
                <a:lnTo>
                  <a:pt x="59383" y="118170"/>
                </a:lnTo>
                <a:lnTo>
                  <a:pt x="58490" y="118170"/>
                </a:lnTo>
                <a:lnTo>
                  <a:pt x="58490" y="119063"/>
                </a:lnTo>
                <a:lnTo>
                  <a:pt x="57448" y="119063"/>
                </a:lnTo>
                <a:lnTo>
                  <a:pt x="57448" y="120997"/>
                </a:lnTo>
                <a:lnTo>
                  <a:pt x="56555" y="120997"/>
                </a:lnTo>
                <a:lnTo>
                  <a:pt x="56555" y="122039"/>
                </a:lnTo>
                <a:lnTo>
                  <a:pt x="55513" y="122039"/>
                </a:lnTo>
                <a:lnTo>
                  <a:pt x="55513" y="123974"/>
                </a:lnTo>
                <a:lnTo>
                  <a:pt x="53578" y="123974"/>
                </a:lnTo>
                <a:lnTo>
                  <a:pt x="53578" y="125016"/>
                </a:lnTo>
                <a:lnTo>
                  <a:pt x="52685" y="125016"/>
                </a:lnTo>
                <a:lnTo>
                  <a:pt x="52685" y="125909"/>
                </a:lnTo>
                <a:lnTo>
                  <a:pt x="51644" y="125909"/>
                </a:lnTo>
                <a:lnTo>
                  <a:pt x="51644" y="126950"/>
                </a:lnTo>
                <a:lnTo>
                  <a:pt x="48667" y="126950"/>
                </a:lnTo>
                <a:lnTo>
                  <a:pt x="48667" y="127843"/>
                </a:lnTo>
                <a:lnTo>
                  <a:pt x="47774" y="127843"/>
                </a:lnTo>
                <a:lnTo>
                  <a:pt x="47774" y="128885"/>
                </a:lnTo>
                <a:lnTo>
                  <a:pt x="44798" y="128885"/>
                </a:lnTo>
                <a:lnTo>
                  <a:pt x="44798" y="129778"/>
                </a:lnTo>
                <a:lnTo>
                  <a:pt x="43905" y="129778"/>
                </a:lnTo>
                <a:lnTo>
                  <a:pt x="43905" y="130820"/>
                </a:lnTo>
                <a:lnTo>
                  <a:pt x="40035" y="130820"/>
                </a:lnTo>
                <a:lnTo>
                  <a:pt x="40035" y="131713"/>
                </a:lnTo>
                <a:lnTo>
                  <a:pt x="38993" y="131713"/>
                </a:lnTo>
                <a:lnTo>
                  <a:pt x="38993" y="132755"/>
                </a:lnTo>
                <a:lnTo>
                  <a:pt x="38100" y="132755"/>
                </a:lnTo>
                <a:lnTo>
                  <a:pt x="38100" y="133648"/>
                </a:lnTo>
                <a:lnTo>
                  <a:pt x="30212" y="133648"/>
                </a:lnTo>
                <a:lnTo>
                  <a:pt x="30212" y="132755"/>
                </a:lnTo>
                <a:lnTo>
                  <a:pt x="28278" y="132755"/>
                </a:lnTo>
                <a:lnTo>
                  <a:pt x="28278" y="131713"/>
                </a:lnTo>
                <a:lnTo>
                  <a:pt x="27236" y="131713"/>
                </a:lnTo>
                <a:lnTo>
                  <a:pt x="27236" y="130820"/>
                </a:lnTo>
                <a:lnTo>
                  <a:pt x="26343" y="130820"/>
                </a:lnTo>
                <a:lnTo>
                  <a:pt x="26343" y="128439"/>
                </a:lnTo>
                <a:lnTo>
                  <a:pt x="27236" y="128439"/>
                </a:lnTo>
                <a:lnTo>
                  <a:pt x="27236" y="125611"/>
                </a:lnTo>
                <a:lnTo>
                  <a:pt x="29171" y="125611"/>
                </a:lnTo>
                <a:lnTo>
                  <a:pt x="29171" y="124569"/>
                </a:lnTo>
                <a:lnTo>
                  <a:pt x="30212" y="124569"/>
                </a:lnTo>
                <a:lnTo>
                  <a:pt x="30212" y="123527"/>
                </a:lnTo>
                <a:lnTo>
                  <a:pt x="33040" y="123527"/>
                </a:lnTo>
                <a:lnTo>
                  <a:pt x="33040" y="122634"/>
                </a:lnTo>
                <a:lnTo>
                  <a:pt x="34975" y="122634"/>
                </a:lnTo>
                <a:lnTo>
                  <a:pt x="34975" y="121593"/>
                </a:lnTo>
                <a:lnTo>
                  <a:pt x="36910" y="121593"/>
                </a:lnTo>
                <a:lnTo>
                  <a:pt x="36910" y="120700"/>
                </a:lnTo>
                <a:lnTo>
                  <a:pt x="39886" y="120700"/>
                </a:lnTo>
                <a:lnTo>
                  <a:pt x="39886" y="119658"/>
                </a:lnTo>
                <a:lnTo>
                  <a:pt x="42863" y="119658"/>
                </a:lnTo>
                <a:lnTo>
                  <a:pt x="42863" y="117723"/>
                </a:lnTo>
                <a:lnTo>
                  <a:pt x="43756" y="117723"/>
                </a:lnTo>
                <a:lnTo>
                  <a:pt x="43756" y="116830"/>
                </a:lnTo>
                <a:lnTo>
                  <a:pt x="44798" y="116830"/>
                </a:lnTo>
                <a:lnTo>
                  <a:pt x="44798" y="115788"/>
                </a:lnTo>
                <a:lnTo>
                  <a:pt x="46732" y="115788"/>
                </a:lnTo>
                <a:lnTo>
                  <a:pt x="46732" y="114895"/>
                </a:lnTo>
                <a:lnTo>
                  <a:pt x="50602" y="114895"/>
                </a:lnTo>
                <a:lnTo>
                  <a:pt x="50602" y="113854"/>
                </a:lnTo>
                <a:lnTo>
                  <a:pt x="52537" y="113854"/>
                </a:lnTo>
                <a:lnTo>
                  <a:pt x="52537" y="112961"/>
                </a:lnTo>
                <a:lnTo>
                  <a:pt x="53578" y="112961"/>
                </a:lnTo>
                <a:lnTo>
                  <a:pt x="53578" y="111919"/>
                </a:lnTo>
                <a:lnTo>
                  <a:pt x="54471" y="111919"/>
                </a:lnTo>
                <a:lnTo>
                  <a:pt x="54471" y="110877"/>
                </a:lnTo>
                <a:lnTo>
                  <a:pt x="56406" y="110877"/>
                </a:lnTo>
                <a:lnTo>
                  <a:pt x="56406" y="108942"/>
                </a:lnTo>
                <a:lnTo>
                  <a:pt x="57448" y="108942"/>
                </a:lnTo>
                <a:lnTo>
                  <a:pt x="57448" y="108049"/>
                </a:lnTo>
                <a:lnTo>
                  <a:pt x="58341" y="108049"/>
                </a:lnTo>
                <a:lnTo>
                  <a:pt x="58341" y="107007"/>
                </a:lnTo>
                <a:lnTo>
                  <a:pt x="59383" y="107007"/>
                </a:lnTo>
                <a:lnTo>
                  <a:pt x="59383" y="105073"/>
                </a:lnTo>
                <a:lnTo>
                  <a:pt x="60276" y="105073"/>
                </a:lnTo>
                <a:lnTo>
                  <a:pt x="60276" y="103138"/>
                </a:lnTo>
                <a:lnTo>
                  <a:pt x="61318" y="103138"/>
                </a:lnTo>
                <a:lnTo>
                  <a:pt x="61318" y="102245"/>
                </a:lnTo>
                <a:lnTo>
                  <a:pt x="62210" y="102245"/>
                </a:lnTo>
                <a:lnTo>
                  <a:pt x="62210" y="100310"/>
                </a:lnTo>
                <a:lnTo>
                  <a:pt x="63252" y="100310"/>
                </a:lnTo>
                <a:lnTo>
                  <a:pt x="63252" y="99268"/>
                </a:lnTo>
                <a:lnTo>
                  <a:pt x="64294" y="99268"/>
                </a:lnTo>
                <a:lnTo>
                  <a:pt x="64294" y="98227"/>
                </a:lnTo>
                <a:lnTo>
                  <a:pt x="66229" y="98227"/>
                </a:lnTo>
                <a:lnTo>
                  <a:pt x="66229" y="97334"/>
                </a:lnTo>
                <a:lnTo>
                  <a:pt x="67122" y="97334"/>
                </a:lnTo>
                <a:lnTo>
                  <a:pt x="67122" y="92869"/>
                </a:lnTo>
                <a:lnTo>
                  <a:pt x="66229" y="92869"/>
                </a:lnTo>
                <a:lnTo>
                  <a:pt x="66229" y="91827"/>
                </a:lnTo>
                <a:lnTo>
                  <a:pt x="65187" y="91827"/>
                </a:lnTo>
                <a:lnTo>
                  <a:pt x="65187" y="90934"/>
                </a:lnTo>
                <a:lnTo>
                  <a:pt x="64294" y="90934"/>
                </a:lnTo>
                <a:lnTo>
                  <a:pt x="64294" y="90488"/>
                </a:lnTo>
                <a:lnTo>
                  <a:pt x="65187" y="90488"/>
                </a:lnTo>
                <a:lnTo>
                  <a:pt x="65187" y="89595"/>
                </a:lnTo>
                <a:lnTo>
                  <a:pt x="66229" y="89595"/>
                </a:lnTo>
                <a:lnTo>
                  <a:pt x="66229" y="88553"/>
                </a:lnTo>
                <a:lnTo>
                  <a:pt x="67122" y="88553"/>
                </a:lnTo>
                <a:lnTo>
                  <a:pt x="67122" y="87660"/>
                </a:lnTo>
                <a:lnTo>
                  <a:pt x="68164" y="87660"/>
                </a:lnTo>
                <a:lnTo>
                  <a:pt x="68164" y="83046"/>
                </a:lnTo>
                <a:lnTo>
                  <a:pt x="67122" y="83046"/>
                </a:lnTo>
                <a:lnTo>
                  <a:pt x="67122" y="77837"/>
                </a:lnTo>
                <a:lnTo>
                  <a:pt x="67271" y="77837"/>
                </a:lnTo>
                <a:lnTo>
                  <a:pt x="67271" y="78879"/>
                </a:lnTo>
                <a:lnTo>
                  <a:pt x="69057" y="78879"/>
                </a:lnTo>
                <a:lnTo>
                  <a:pt x="69057" y="77837"/>
                </a:lnTo>
                <a:lnTo>
                  <a:pt x="70098" y="77837"/>
                </a:lnTo>
                <a:lnTo>
                  <a:pt x="70098" y="76349"/>
                </a:lnTo>
                <a:lnTo>
                  <a:pt x="64294" y="76349"/>
                </a:lnTo>
                <a:lnTo>
                  <a:pt x="64294" y="75307"/>
                </a:lnTo>
                <a:lnTo>
                  <a:pt x="63252" y="75307"/>
                </a:lnTo>
                <a:lnTo>
                  <a:pt x="63252" y="73372"/>
                </a:lnTo>
                <a:lnTo>
                  <a:pt x="61318" y="73372"/>
                </a:lnTo>
                <a:lnTo>
                  <a:pt x="61318" y="74414"/>
                </a:lnTo>
                <a:lnTo>
                  <a:pt x="60425" y="74414"/>
                </a:lnTo>
                <a:lnTo>
                  <a:pt x="60425" y="75307"/>
                </a:lnTo>
                <a:lnTo>
                  <a:pt x="59383" y="75307"/>
                </a:lnTo>
                <a:lnTo>
                  <a:pt x="59383" y="76349"/>
                </a:lnTo>
                <a:lnTo>
                  <a:pt x="56555" y="76349"/>
                </a:lnTo>
                <a:lnTo>
                  <a:pt x="56555" y="77242"/>
                </a:lnTo>
                <a:lnTo>
                  <a:pt x="55513" y="77242"/>
                </a:lnTo>
                <a:lnTo>
                  <a:pt x="55513" y="78284"/>
                </a:lnTo>
                <a:lnTo>
                  <a:pt x="52685" y="78284"/>
                </a:lnTo>
                <a:lnTo>
                  <a:pt x="52685" y="79177"/>
                </a:lnTo>
                <a:lnTo>
                  <a:pt x="51644" y="79177"/>
                </a:lnTo>
                <a:lnTo>
                  <a:pt x="51644" y="78284"/>
                </a:lnTo>
                <a:lnTo>
                  <a:pt x="50602" y="78284"/>
                </a:lnTo>
                <a:lnTo>
                  <a:pt x="50602" y="76349"/>
                </a:lnTo>
                <a:lnTo>
                  <a:pt x="49560" y="76349"/>
                </a:lnTo>
                <a:lnTo>
                  <a:pt x="49560" y="75307"/>
                </a:lnTo>
                <a:lnTo>
                  <a:pt x="45839" y="75307"/>
                </a:lnTo>
                <a:lnTo>
                  <a:pt x="45839" y="79177"/>
                </a:lnTo>
                <a:lnTo>
                  <a:pt x="40035" y="79177"/>
                </a:lnTo>
                <a:lnTo>
                  <a:pt x="40035" y="80218"/>
                </a:lnTo>
                <a:lnTo>
                  <a:pt x="35124" y="80218"/>
                </a:lnTo>
                <a:lnTo>
                  <a:pt x="35124" y="81111"/>
                </a:lnTo>
                <a:lnTo>
                  <a:pt x="33189" y="81111"/>
                </a:lnTo>
                <a:lnTo>
                  <a:pt x="33189" y="82153"/>
                </a:lnTo>
                <a:lnTo>
                  <a:pt x="30212" y="82153"/>
                </a:lnTo>
                <a:lnTo>
                  <a:pt x="30212" y="83046"/>
                </a:lnTo>
                <a:lnTo>
                  <a:pt x="29319" y="83046"/>
                </a:lnTo>
                <a:lnTo>
                  <a:pt x="29319" y="84088"/>
                </a:lnTo>
                <a:lnTo>
                  <a:pt x="26343" y="84088"/>
                </a:lnTo>
                <a:lnTo>
                  <a:pt x="26343" y="84981"/>
                </a:lnTo>
                <a:lnTo>
                  <a:pt x="24408" y="84981"/>
                </a:lnTo>
                <a:lnTo>
                  <a:pt x="24408" y="86023"/>
                </a:lnTo>
                <a:lnTo>
                  <a:pt x="23366" y="86023"/>
                </a:lnTo>
                <a:lnTo>
                  <a:pt x="23366" y="87065"/>
                </a:lnTo>
                <a:lnTo>
                  <a:pt x="17562" y="87065"/>
                </a:lnTo>
                <a:lnTo>
                  <a:pt x="17562" y="87957"/>
                </a:lnTo>
                <a:lnTo>
                  <a:pt x="14734" y="87957"/>
                </a:lnTo>
                <a:lnTo>
                  <a:pt x="14734" y="88999"/>
                </a:lnTo>
                <a:lnTo>
                  <a:pt x="13693" y="88999"/>
                </a:lnTo>
                <a:lnTo>
                  <a:pt x="13693" y="89892"/>
                </a:lnTo>
                <a:lnTo>
                  <a:pt x="11758" y="89892"/>
                </a:lnTo>
                <a:lnTo>
                  <a:pt x="11758" y="90934"/>
                </a:lnTo>
                <a:lnTo>
                  <a:pt x="10716" y="90934"/>
                </a:lnTo>
                <a:lnTo>
                  <a:pt x="10716" y="91827"/>
                </a:lnTo>
                <a:lnTo>
                  <a:pt x="6846" y="91827"/>
                </a:lnTo>
                <a:lnTo>
                  <a:pt x="6846" y="90934"/>
                </a:lnTo>
                <a:lnTo>
                  <a:pt x="4912" y="90934"/>
                </a:lnTo>
                <a:lnTo>
                  <a:pt x="4912" y="89892"/>
                </a:lnTo>
                <a:lnTo>
                  <a:pt x="3870" y="89892"/>
                </a:lnTo>
                <a:lnTo>
                  <a:pt x="3870" y="87065"/>
                </a:lnTo>
                <a:lnTo>
                  <a:pt x="2977" y="87065"/>
                </a:lnTo>
                <a:lnTo>
                  <a:pt x="2977" y="86023"/>
                </a:lnTo>
                <a:lnTo>
                  <a:pt x="1042" y="86023"/>
                </a:lnTo>
                <a:lnTo>
                  <a:pt x="1042" y="84981"/>
                </a:lnTo>
                <a:lnTo>
                  <a:pt x="0" y="84981"/>
                </a:lnTo>
                <a:lnTo>
                  <a:pt x="0" y="77837"/>
                </a:lnTo>
                <a:lnTo>
                  <a:pt x="1042" y="77837"/>
                </a:lnTo>
                <a:lnTo>
                  <a:pt x="1042" y="76944"/>
                </a:lnTo>
                <a:lnTo>
                  <a:pt x="1935" y="76944"/>
                </a:lnTo>
                <a:lnTo>
                  <a:pt x="1935" y="75009"/>
                </a:lnTo>
                <a:lnTo>
                  <a:pt x="2977" y="75009"/>
                </a:lnTo>
                <a:lnTo>
                  <a:pt x="2977" y="73968"/>
                </a:lnTo>
                <a:lnTo>
                  <a:pt x="7888" y="73968"/>
                </a:lnTo>
                <a:lnTo>
                  <a:pt x="7888" y="75009"/>
                </a:lnTo>
                <a:lnTo>
                  <a:pt x="10716" y="75009"/>
                </a:lnTo>
                <a:lnTo>
                  <a:pt x="10716" y="73968"/>
                </a:lnTo>
                <a:lnTo>
                  <a:pt x="14585" y="73968"/>
                </a:lnTo>
                <a:lnTo>
                  <a:pt x="14585" y="70991"/>
                </a:lnTo>
                <a:lnTo>
                  <a:pt x="15627" y="70991"/>
                </a:lnTo>
                <a:lnTo>
                  <a:pt x="15627" y="67122"/>
                </a:lnTo>
                <a:lnTo>
                  <a:pt x="16520" y="67122"/>
                </a:lnTo>
                <a:lnTo>
                  <a:pt x="16520" y="66229"/>
                </a:lnTo>
                <a:lnTo>
                  <a:pt x="18455" y="66229"/>
                </a:lnTo>
                <a:lnTo>
                  <a:pt x="18455" y="65187"/>
                </a:lnTo>
                <a:lnTo>
                  <a:pt x="19497" y="65187"/>
                </a:lnTo>
                <a:lnTo>
                  <a:pt x="19497" y="64294"/>
                </a:lnTo>
                <a:lnTo>
                  <a:pt x="21432" y="64294"/>
                </a:lnTo>
                <a:lnTo>
                  <a:pt x="21432" y="63252"/>
                </a:lnTo>
                <a:lnTo>
                  <a:pt x="22325" y="63252"/>
                </a:lnTo>
                <a:lnTo>
                  <a:pt x="22325" y="62210"/>
                </a:lnTo>
                <a:lnTo>
                  <a:pt x="23366" y="62210"/>
                </a:lnTo>
                <a:lnTo>
                  <a:pt x="23366" y="60275"/>
                </a:lnTo>
                <a:lnTo>
                  <a:pt x="24259" y="60275"/>
                </a:lnTo>
                <a:lnTo>
                  <a:pt x="24259" y="58787"/>
                </a:lnTo>
                <a:lnTo>
                  <a:pt x="23366" y="58787"/>
                </a:lnTo>
                <a:lnTo>
                  <a:pt x="23366" y="57745"/>
                </a:lnTo>
                <a:lnTo>
                  <a:pt x="17562" y="57745"/>
                </a:lnTo>
                <a:lnTo>
                  <a:pt x="17562" y="56852"/>
                </a:lnTo>
                <a:lnTo>
                  <a:pt x="16520" y="56852"/>
                </a:lnTo>
                <a:lnTo>
                  <a:pt x="16520" y="55811"/>
                </a:lnTo>
                <a:lnTo>
                  <a:pt x="13693" y="55811"/>
                </a:lnTo>
                <a:lnTo>
                  <a:pt x="13693" y="56852"/>
                </a:lnTo>
                <a:lnTo>
                  <a:pt x="9823" y="56852"/>
                </a:lnTo>
                <a:lnTo>
                  <a:pt x="9823" y="57745"/>
                </a:lnTo>
                <a:lnTo>
                  <a:pt x="4912" y="57745"/>
                </a:lnTo>
                <a:lnTo>
                  <a:pt x="4912" y="56852"/>
                </a:lnTo>
                <a:lnTo>
                  <a:pt x="3870" y="56852"/>
                </a:lnTo>
                <a:lnTo>
                  <a:pt x="3870" y="54918"/>
                </a:lnTo>
                <a:lnTo>
                  <a:pt x="2977" y="54918"/>
                </a:lnTo>
                <a:lnTo>
                  <a:pt x="2977" y="51941"/>
                </a:lnTo>
                <a:lnTo>
                  <a:pt x="1935" y="51941"/>
                </a:lnTo>
                <a:lnTo>
                  <a:pt x="1935" y="50006"/>
                </a:lnTo>
                <a:lnTo>
                  <a:pt x="1042" y="50006"/>
                </a:lnTo>
                <a:lnTo>
                  <a:pt x="1042" y="46732"/>
                </a:lnTo>
                <a:lnTo>
                  <a:pt x="1935" y="46732"/>
                </a:lnTo>
                <a:lnTo>
                  <a:pt x="1935" y="44797"/>
                </a:lnTo>
                <a:lnTo>
                  <a:pt x="3870" y="44797"/>
                </a:lnTo>
                <a:lnTo>
                  <a:pt x="3870" y="43756"/>
                </a:lnTo>
                <a:lnTo>
                  <a:pt x="4912" y="43756"/>
                </a:lnTo>
                <a:lnTo>
                  <a:pt x="4912" y="42863"/>
                </a:lnTo>
                <a:lnTo>
                  <a:pt x="6846" y="42863"/>
                </a:lnTo>
                <a:lnTo>
                  <a:pt x="6846" y="41821"/>
                </a:lnTo>
                <a:lnTo>
                  <a:pt x="8781" y="41821"/>
                </a:lnTo>
                <a:lnTo>
                  <a:pt x="8781" y="40928"/>
                </a:lnTo>
                <a:lnTo>
                  <a:pt x="9674" y="40928"/>
                </a:lnTo>
                <a:lnTo>
                  <a:pt x="9674" y="39886"/>
                </a:lnTo>
                <a:lnTo>
                  <a:pt x="10716" y="39886"/>
                </a:lnTo>
                <a:lnTo>
                  <a:pt x="10716" y="36909"/>
                </a:lnTo>
                <a:lnTo>
                  <a:pt x="11609" y="36909"/>
                </a:lnTo>
                <a:lnTo>
                  <a:pt x="11609" y="36016"/>
                </a:lnTo>
                <a:lnTo>
                  <a:pt x="12651" y="36016"/>
                </a:lnTo>
                <a:lnTo>
                  <a:pt x="12651" y="33040"/>
                </a:lnTo>
                <a:lnTo>
                  <a:pt x="13693" y="33040"/>
                </a:lnTo>
                <a:lnTo>
                  <a:pt x="13693" y="31105"/>
                </a:lnTo>
                <a:lnTo>
                  <a:pt x="14585" y="31105"/>
                </a:lnTo>
                <a:lnTo>
                  <a:pt x="14585" y="29170"/>
                </a:lnTo>
                <a:lnTo>
                  <a:pt x="15627" y="29170"/>
                </a:lnTo>
                <a:lnTo>
                  <a:pt x="15627" y="27236"/>
                </a:lnTo>
                <a:lnTo>
                  <a:pt x="16520" y="27236"/>
                </a:lnTo>
                <a:lnTo>
                  <a:pt x="16520" y="25301"/>
                </a:lnTo>
                <a:lnTo>
                  <a:pt x="17562" y="25301"/>
                </a:lnTo>
                <a:lnTo>
                  <a:pt x="17562" y="23366"/>
                </a:lnTo>
                <a:lnTo>
                  <a:pt x="18455" y="23366"/>
                </a:lnTo>
                <a:lnTo>
                  <a:pt x="18455" y="21431"/>
                </a:lnTo>
                <a:lnTo>
                  <a:pt x="19497" y="21431"/>
                </a:lnTo>
                <a:lnTo>
                  <a:pt x="19497" y="20390"/>
                </a:lnTo>
                <a:lnTo>
                  <a:pt x="20390" y="20390"/>
                </a:lnTo>
                <a:lnTo>
                  <a:pt x="20390" y="18455"/>
                </a:lnTo>
                <a:lnTo>
                  <a:pt x="21432" y="18455"/>
                </a:lnTo>
                <a:lnTo>
                  <a:pt x="21432" y="16520"/>
                </a:lnTo>
                <a:lnTo>
                  <a:pt x="22325" y="16520"/>
                </a:lnTo>
                <a:lnTo>
                  <a:pt x="22325" y="14585"/>
                </a:lnTo>
                <a:lnTo>
                  <a:pt x="23366" y="14585"/>
                </a:lnTo>
                <a:lnTo>
                  <a:pt x="23366" y="13692"/>
                </a:lnTo>
                <a:lnTo>
                  <a:pt x="24259" y="13692"/>
                </a:lnTo>
                <a:lnTo>
                  <a:pt x="24259" y="11609"/>
                </a:lnTo>
                <a:lnTo>
                  <a:pt x="25301" y="11609"/>
                </a:lnTo>
                <a:lnTo>
                  <a:pt x="25301" y="10716"/>
                </a:lnTo>
                <a:lnTo>
                  <a:pt x="26343" y="10716"/>
                </a:lnTo>
                <a:lnTo>
                  <a:pt x="26343" y="8781"/>
                </a:lnTo>
                <a:lnTo>
                  <a:pt x="27236" y="8781"/>
                </a:lnTo>
                <a:lnTo>
                  <a:pt x="27236" y="7739"/>
                </a:lnTo>
                <a:lnTo>
                  <a:pt x="28278" y="7739"/>
                </a:lnTo>
                <a:lnTo>
                  <a:pt x="28278" y="5804"/>
                </a:lnTo>
                <a:lnTo>
                  <a:pt x="29171" y="58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4E1488AB-5166-FB08-D70D-CA675A7D8BE1}"/>
              </a:ext>
            </a:extLst>
          </p:cNvPr>
          <p:cNvSpPr txBox="1"/>
          <p:nvPr/>
        </p:nvSpPr>
        <p:spPr>
          <a:xfrm>
            <a:off x="4665944" y="1924445"/>
            <a:ext cx="136624" cy="134095"/>
          </a:xfrm>
          <a:custGeom>
            <a:avLst/>
            <a:gdLst/>
            <a:ahLst/>
            <a:cxnLst/>
            <a:rect l="l" t="t" r="r" b="b"/>
            <a:pathLst>
              <a:path w="136624" h="134095">
                <a:moveTo>
                  <a:pt x="102096" y="99566"/>
                </a:moveTo>
                <a:lnTo>
                  <a:pt x="102096" y="101204"/>
                </a:lnTo>
                <a:lnTo>
                  <a:pt x="102840" y="101204"/>
                </a:lnTo>
                <a:lnTo>
                  <a:pt x="102840" y="103734"/>
                </a:lnTo>
                <a:lnTo>
                  <a:pt x="103733" y="103734"/>
                </a:lnTo>
                <a:lnTo>
                  <a:pt x="103733" y="99566"/>
                </a:lnTo>
                <a:close/>
                <a:moveTo>
                  <a:pt x="46434" y="15181"/>
                </a:moveTo>
                <a:lnTo>
                  <a:pt x="46434" y="16074"/>
                </a:lnTo>
                <a:lnTo>
                  <a:pt x="47178" y="16074"/>
                </a:lnTo>
                <a:lnTo>
                  <a:pt x="47178" y="15181"/>
                </a:lnTo>
                <a:close/>
                <a:moveTo>
                  <a:pt x="45541" y="7591"/>
                </a:moveTo>
                <a:lnTo>
                  <a:pt x="45541" y="8484"/>
                </a:lnTo>
                <a:lnTo>
                  <a:pt x="44648" y="8484"/>
                </a:lnTo>
                <a:lnTo>
                  <a:pt x="44648" y="9228"/>
                </a:lnTo>
                <a:lnTo>
                  <a:pt x="46434" y="9228"/>
                </a:lnTo>
                <a:lnTo>
                  <a:pt x="46434" y="7591"/>
                </a:lnTo>
                <a:close/>
                <a:moveTo>
                  <a:pt x="85130" y="0"/>
                </a:moveTo>
                <a:lnTo>
                  <a:pt x="86023" y="0"/>
                </a:lnTo>
                <a:lnTo>
                  <a:pt x="86023" y="893"/>
                </a:lnTo>
                <a:lnTo>
                  <a:pt x="93613" y="893"/>
                </a:lnTo>
                <a:lnTo>
                  <a:pt x="93613" y="1637"/>
                </a:lnTo>
                <a:lnTo>
                  <a:pt x="94506" y="1637"/>
                </a:lnTo>
                <a:lnTo>
                  <a:pt x="94506" y="3423"/>
                </a:lnTo>
                <a:lnTo>
                  <a:pt x="95250" y="3423"/>
                </a:lnTo>
                <a:lnTo>
                  <a:pt x="95250" y="5954"/>
                </a:lnTo>
                <a:lnTo>
                  <a:pt x="94506" y="5954"/>
                </a:lnTo>
                <a:lnTo>
                  <a:pt x="94506" y="7591"/>
                </a:lnTo>
                <a:lnTo>
                  <a:pt x="93613" y="7591"/>
                </a:lnTo>
                <a:lnTo>
                  <a:pt x="93613" y="9228"/>
                </a:lnTo>
                <a:lnTo>
                  <a:pt x="92720" y="9228"/>
                </a:lnTo>
                <a:lnTo>
                  <a:pt x="92720" y="14288"/>
                </a:lnTo>
                <a:lnTo>
                  <a:pt x="91976" y="14288"/>
                </a:lnTo>
                <a:lnTo>
                  <a:pt x="91976" y="16074"/>
                </a:lnTo>
                <a:lnTo>
                  <a:pt x="92720" y="16074"/>
                </a:lnTo>
                <a:lnTo>
                  <a:pt x="92720" y="21878"/>
                </a:lnTo>
                <a:lnTo>
                  <a:pt x="93613" y="21878"/>
                </a:lnTo>
                <a:lnTo>
                  <a:pt x="93613" y="22771"/>
                </a:lnTo>
                <a:lnTo>
                  <a:pt x="96143" y="22771"/>
                </a:lnTo>
                <a:lnTo>
                  <a:pt x="96143" y="23664"/>
                </a:lnTo>
                <a:lnTo>
                  <a:pt x="101203" y="23664"/>
                </a:lnTo>
                <a:lnTo>
                  <a:pt x="101203" y="24408"/>
                </a:lnTo>
                <a:lnTo>
                  <a:pt x="104626" y="24408"/>
                </a:lnTo>
                <a:lnTo>
                  <a:pt x="104626" y="23664"/>
                </a:lnTo>
                <a:lnTo>
                  <a:pt x="107156" y="23664"/>
                </a:lnTo>
                <a:lnTo>
                  <a:pt x="107156" y="22771"/>
                </a:lnTo>
                <a:lnTo>
                  <a:pt x="108793" y="22771"/>
                </a:lnTo>
                <a:lnTo>
                  <a:pt x="108793" y="23664"/>
                </a:lnTo>
                <a:lnTo>
                  <a:pt x="112216" y="23664"/>
                </a:lnTo>
                <a:lnTo>
                  <a:pt x="112216" y="22771"/>
                </a:lnTo>
                <a:lnTo>
                  <a:pt x="113853" y="22771"/>
                </a:lnTo>
                <a:lnTo>
                  <a:pt x="113853" y="21134"/>
                </a:lnTo>
                <a:lnTo>
                  <a:pt x="114746" y="21134"/>
                </a:lnTo>
                <a:lnTo>
                  <a:pt x="114746" y="20241"/>
                </a:lnTo>
                <a:lnTo>
                  <a:pt x="116384" y="20241"/>
                </a:lnTo>
                <a:lnTo>
                  <a:pt x="116384" y="19348"/>
                </a:lnTo>
                <a:lnTo>
                  <a:pt x="118021" y="19348"/>
                </a:lnTo>
                <a:lnTo>
                  <a:pt x="118021" y="18604"/>
                </a:lnTo>
                <a:lnTo>
                  <a:pt x="119807" y="18604"/>
                </a:lnTo>
                <a:lnTo>
                  <a:pt x="119807" y="17711"/>
                </a:lnTo>
                <a:lnTo>
                  <a:pt x="123974" y="17711"/>
                </a:lnTo>
                <a:lnTo>
                  <a:pt x="123974" y="18604"/>
                </a:lnTo>
                <a:lnTo>
                  <a:pt x="124867" y="18604"/>
                </a:lnTo>
                <a:lnTo>
                  <a:pt x="124867" y="17711"/>
                </a:lnTo>
                <a:lnTo>
                  <a:pt x="126504" y="17711"/>
                </a:lnTo>
                <a:lnTo>
                  <a:pt x="126504" y="18604"/>
                </a:lnTo>
                <a:lnTo>
                  <a:pt x="128141" y="18604"/>
                </a:lnTo>
                <a:lnTo>
                  <a:pt x="128141" y="19348"/>
                </a:lnTo>
                <a:lnTo>
                  <a:pt x="129034" y="19348"/>
                </a:lnTo>
                <a:lnTo>
                  <a:pt x="129034" y="21878"/>
                </a:lnTo>
                <a:lnTo>
                  <a:pt x="129927" y="21878"/>
                </a:lnTo>
                <a:lnTo>
                  <a:pt x="129927" y="22771"/>
                </a:lnTo>
                <a:lnTo>
                  <a:pt x="133201" y="22771"/>
                </a:lnTo>
                <a:lnTo>
                  <a:pt x="133201" y="23664"/>
                </a:lnTo>
                <a:lnTo>
                  <a:pt x="134987" y="23664"/>
                </a:lnTo>
                <a:lnTo>
                  <a:pt x="134987" y="24408"/>
                </a:lnTo>
                <a:lnTo>
                  <a:pt x="136624" y="24408"/>
                </a:lnTo>
                <a:lnTo>
                  <a:pt x="136624" y="26938"/>
                </a:lnTo>
                <a:lnTo>
                  <a:pt x="135731" y="26938"/>
                </a:lnTo>
                <a:lnTo>
                  <a:pt x="135731" y="27831"/>
                </a:lnTo>
                <a:lnTo>
                  <a:pt x="134987" y="27831"/>
                </a:lnTo>
                <a:lnTo>
                  <a:pt x="134987" y="28724"/>
                </a:lnTo>
                <a:lnTo>
                  <a:pt x="134094" y="28724"/>
                </a:lnTo>
                <a:lnTo>
                  <a:pt x="134094" y="31998"/>
                </a:lnTo>
                <a:lnTo>
                  <a:pt x="133201" y="31998"/>
                </a:lnTo>
                <a:lnTo>
                  <a:pt x="133201" y="32891"/>
                </a:lnTo>
                <a:lnTo>
                  <a:pt x="129034" y="32891"/>
                </a:lnTo>
                <a:lnTo>
                  <a:pt x="129034" y="31998"/>
                </a:lnTo>
                <a:lnTo>
                  <a:pt x="125611" y="31998"/>
                </a:lnTo>
                <a:lnTo>
                  <a:pt x="125611" y="32891"/>
                </a:lnTo>
                <a:lnTo>
                  <a:pt x="124867" y="32891"/>
                </a:lnTo>
                <a:lnTo>
                  <a:pt x="124867" y="31998"/>
                </a:lnTo>
                <a:lnTo>
                  <a:pt x="119807" y="31998"/>
                </a:lnTo>
                <a:lnTo>
                  <a:pt x="119807" y="31254"/>
                </a:lnTo>
                <a:lnTo>
                  <a:pt x="116384" y="31254"/>
                </a:lnTo>
                <a:lnTo>
                  <a:pt x="116384" y="30361"/>
                </a:lnTo>
                <a:lnTo>
                  <a:pt x="114746" y="30361"/>
                </a:lnTo>
                <a:lnTo>
                  <a:pt x="114746" y="31254"/>
                </a:lnTo>
                <a:lnTo>
                  <a:pt x="108793" y="31254"/>
                </a:lnTo>
                <a:lnTo>
                  <a:pt x="108793" y="30361"/>
                </a:lnTo>
                <a:lnTo>
                  <a:pt x="96143" y="30361"/>
                </a:lnTo>
                <a:lnTo>
                  <a:pt x="96143" y="31254"/>
                </a:lnTo>
                <a:lnTo>
                  <a:pt x="93613" y="31254"/>
                </a:lnTo>
                <a:lnTo>
                  <a:pt x="93613" y="31998"/>
                </a:lnTo>
                <a:lnTo>
                  <a:pt x="92720" y="31998"/>
                </a:lnTo>
                <a:lnTo>
                  <a:pt x="92720" y="32891"/>
                </a:lnTo>
                <a:lnTo>
                  <a:pt x="91976" y="32891"/>
                </a:lnTo>
                <a:lnTo>
                  <a:pt x="91976" y="39589"/>
                </a:lnTo>
                <a:lnTo>
                  <a:pt x="92720" y="39589"/>
                </a:lnTo>
                <a:lnTo>
                  <a:pt x="92720" y="43012"/>
                </a:lnTo>
                <a:lnTo>
                  <a:pt x="93613" y="43012"/>
                </a:lnTo>
                <a:lnTo>
                  <a:pt x="93613" y="46435"/>
                </a:lnTo>
                <a:lnTo>
                  <a:pt x="92720" y="46435"/>
                </a:lnTo>
                <a:lnTo>
                  <a:pt x="92720" y="48072"/>
                </a:lnTo>
                <a:lnTo>
                  <a:pt x="89446" y="48072"/>
                </a:lnTo>
                <a:lnTo>
                  <a:pt x="89446" y="48965"/>
                </a:lnTo>
                <a:lnTo>
                  <a:pt x="86023" y="48965"/>
                </a:lnTo>
                <a:lnTo>
                  <a:pt x="86023" y="49709"/>
                </a:lnTo>
                <a:lnTo>
                  <a:pt x="80070" y="49709"/>
                </a:lnTo>
                <a:lnTo>
                  <a:pt x="80070" y="48965"/>
                </a:lnTo>
                <a:lnTo>
                  <a:pt x="79325" y="48965"/>
                </a:lnTo>
                <a:lnTo>
                  <a:pt x="79325" y="37059"/>
                </a:lnTo>
                <a:lnTo>
                  <a:pt x="80070" y="37059"/>
                </a:lnTo>
                <a:lnTo>
                  <a:pt x="80070" y="34529"/>
                </a:lnTo>
                <a:lnTo>
                  <a:pt x="79325" y="34529"/>
                </a:lnTo>
                <a:lnTo>
                  <a:pt x="79325" y="30361"/>
                </a:lnTo>
                <a:lnTo>
                  <a:pt x="78432" y="30361"/>
                </a:lnTo>
                <a:lnTo>
                  <a:pt x="78432" y="27831"/>
                </a:lnTo>
                <a:lnTo>
                  <a:pt x="61615" y="27831"/>
                </a:lnTo>
                <a:lnTo>
                  <a:pt x="61615" y="28724"/>
                </a:lnTo>
                <a:lnTo>
                  <a:pt x="59085" y="28724"/>
                </a:lnTo>
                <a:lnTo>
                  <a:pt x="59085" y="29468"/>
                </a:lnTo>
                <a:lnTo>
                  <a:pt x="55662" y="29468"/>
                </a:lnTo>
                <a:lnTo>
                  <a:pt x="55662" y="30361"/>
                </a:lnTo>
                <a:lnTo>
                  <a:pt x="54769" y="30361"/>
                </a:lnTo>
                <a:lnTo>
                  <a:pt x="54769" y="31254"/>
                </a:lnTo>
                <a:lnTo>
                  <a:pt x="54025" y="31254"/>
                </a:lnTo>
                <a:lnTo>
                  <a:pt x="54025" y="31998"/>
                </a:lnTo>
                <a:lnTo>
                  <a:pt x="55662" y="31998"/>
                </a:lnTo>
                <a:lnTo>
                  <a:pt x="55662" y="32891"/>
                </a:lnTo>
                <a:lnTo>
                  <a:pt x="56555" y="32891"/>
                </a:lnTo>
                <a:lnTo>
                  <a:pt x="56555" y="37952"/>
                </a:lnTo>
                <a:lnTo>
                  <a:pt x="57299" y="37952"/>
                </a:lnTo>
                <a:lnTo>
                  <a:pt x="57299" y="42119"/>
                </a:lnTo>
                <a:lnTo>
                  <a:pt x="56555" y="42119"/>
                </a:lnTo>
                <a:lnTo>
                  <a:pt x="56555" y="43012"/>
                </a:lnTo>
                <a:lnTo>
                  <a:pt x="57299" y="43012"/>
                </a:lnTo>
                <a:lnTo>
                  <a:pt x="57299" y="46435"/>
                </a:lnTo>
                <a:lnTo>
                  <a:pt x="56555" y="46435"/>
                </a:lnTo>
                <a:lnTo>
                  <a:pt x="56555" y="49709"/>
                </a:lnTo>
                <a:lnTo>
                  <a:pt x="57299" y="49709"/>
                </a:lnTo>
                <a:lnTo>
                  <a:pt x="57299" y="50602"/>
                </a:lnTo>
                <a:lnTo>
                  <a:pt x="59829" y="50602"/>
                </a:lnTo>
                <a:lnTo>
                  <a:pt x="59829" y="51495"/>
                </a:lnTo>
                <a:lnTo>
                  <a:pt x="61615" y="51495"/>
                </a:lnTo>
                <a:lnTo>
                  <a:pt x="61615" y="52239"/>
                </a:lnTo>
                <a:lnTo>
                  <a:pt x="70842" y="52239"/>
                </a:lnTo>
                <a:lnTo>
                  <a:pt x="70842" y="53132"/>
                </a:lnTo>
                <a:lnTo>
                  <a:pt x="71735" y="53132"/>
                </a:lnTo>
                <a:lnTo>
                  <a:pt x="71735" y="54025"/>
                </a:lnTo>
                <a:lnTo>
                  <a:pt x="73372" y="54025"/>
                </a:lnTo>
                <a:lnTo>
                  <a:pt x="73372" y="53132"/>
                </a:lnTo>
                <a:lnTo>
                  <a:pt x="74265" y="53132"/>
                </a:lnTo>
                <a:lnTo>
                  <a:pt x="74265" y="52239"/>
                </a:lnTo>
                <a:lnTo>
                  <a:pt x="79325" y="52239"/>
                </a:lnTo>
                <a:lnTo>
                  <a:pt x="79325" y="51495"/>
                </a:lnTo>
                <a:lnTo>
                  <a:pt x="80962" y="51495"/>
                </a:lnTo>
                <a:lnTo>
                  <a:pt x="80962" y="52239"/>
                </a:lnTo>
                <a:lnTo>
                  <a:pt x="82600" y="52239"/>
                </a:lnTo>
                <a:lnTo>
                  <a:pt x="82600" y="53132"/>
                </a:lnTo>
                <a:lnTo>
                  <a:pt x="86023" y="53132"/>
                </a:lnTo>
                <a:lnTo>
                  <a:pt x="86023" y="54025"/>
                </a:lnTo>
                <a:lnTo>
                  <a:pt x="86916" y="54025"/>
                </a:lnTo>
                <a:lnTo>
                  <a:pt x="86916" y="54769"/>
                </a:lnTo>
                <a:lnTo>
                  <a:pt x="88553" y="54769"/>
                </a:lnTo>
                <a:lnTo>
                  <a:pt x="88553" y="54025"/>
                </a:lnTo>
                <a:lnTo>
                  <a:pt x="89446" y="54025"/>
                </a:lnTo>
                <a:lnTo>
                  <a:pt x="89446" y="53132"/>
                </a:lnTo>
                <a:lnTo>
                  <a:pt x="91976" y="53132"/>
                </a:lnTo>
                <a:lnTo>
                  <a:pt x="91976" y="54025"/>
                </a:lnTo>
                <a:lnTo>
                  <a:pt x="97036" y="54025"/>
                </a:lnTo>
                <a:lnTo>
                  <a:pt x="97036" y="54769"/>
                </a:lnTo>
                <a:lnTo>
                  <a:pt x="97780" y="54769"/>
                </a:lnTo>
                <a:lnTo>
                  <a:pt x="97780" y="54025"/>
                </a:lnTo>
                <a:lnTo>
                  <a:pt x="99566" y="54025"/>
                </a:lnTo>
                <a:lnTo>
                  <a:pt x="99566" y="53132"/>
                </a:lnTo>
                <a:lnTo>
                  <a:pt x="100310" y="53132"/>
                </a:lnTo>
                <a:lnTo>
                  <a:pt x="100310" y="51495"/>
                </a:lnTo>
                <a:lnTo>
                  <a:pt x="101203" y="51495"/>
                </a:lnTo>
                <a:lnTo>
                  <a:pt x="101203" y="50602"/>
                </a:lnTo>
                <a:lnTo>
                  <a:pt x="102096" y="50602"/>
                </a:lnTo>
                <a:lnTo>
                  <a:pt x="102096" y="49709"/>
                </a:lnTo>
                <a:lnTo>
                  <a:pt x="102840" y="49709"/>
                </a:lnTo>
                <a:lnTo>
                  <a:pt x="102840" y="48072"/>
                </a:lnTo>
                <a:lnTo>
                  <a:pt x="103733" y="48072"/>
                </a:lnTo>
                <a:lnTo>
                  <a:pt x="103733" y="47179"/>
                </a:lnTo>
                <a:lnTo>
                  <a:pt x="105370" y="47179"/>
                </a:lnTo>
                <a:lnTo>
                  <a:pt x="105370" y="45542"/>
                </a:lnTo>
                <a:lnTo>
                  <a:pt x="107900" y="45542"/>
                </a:lnTo>
                <a:lnTo>
                  <a:pt x="107900" y="46435"/>
                </a:lnTo>
                <a:lnTo>
                  <a:pt x="111323" y="46435"/>
                </a:lnTo>
                <a:lnTo>
                  <a:pt x="111323" y="47179"/>
                </a:lnTo>
                <a:lnTo>
                  <a:pt x="112216" y="47179"/>
                </a:lnTo>
                <a:lnTo>
                  <a:pt x="112216" y="48072"/>
                </a:lnTo>
                <a:lnTo>
                  <a:pt x="113853" y="48072"/>
                </a:lnTo>
                <a:lnTo>
                  <a:pt x="113853" y="48965"/>
                </a:lnTo>
                <a:lnTo>
                  <a:pt x="116384" y="48965"/>
                </a:lnTo>
                <a:lnTo>
                  <a:pt x="116384" y="49709"/>
                </a:lnTo>
                <a:lnTo>
                  <a:pt x="118021" y="49709"/>
                </a:lnTo>
                <a:lnTo>
                  <a:pt x="118021" y="50602"/>
                </a:lnTo>
                <a:lnTo>
                  <a:pt x="118914" y="50602"/>
                </a:lnTo>
                <a:lnTo>
                  <a:pt x="118914" y="51495"/>
                </a:lnTo>
                <a:lnTo>
                  <a:pt x="120551" y="51495"/>
                </a:lnTo>
                <a:lnTo>
                  <a:pt x="120551" y="52239"/>
                </a:lnTo>
                <a:lnTo>
                  <a:pt x="121444" y="52239"/>
                </a:lnTo>
                <a:lnTo>
                  <a:pt x="121444" y="53132"/>
                </a:lnTo>
                <a:lnTo>
                  <a:pt x="122337" y="53132"/>
                </a:lnTo>
                <a:lnTo>
                  <a:pt x="122337" y="54025"/>
                </a:lnTo>
                <a:lnTo>
                  <a:pt x="123081" y="54025"/>
                </a:lnTo>
                <a:lnTo>
                  <a:pt x="123081" y="59829"/>
                </a:lnTo>
                <a:lnTo>
                  <a:pt x="122337" y="59829"/>
                </a:lnTo>
                <a:lnTo>
                  <a:pt x="122337" y="60722"/>
                </a:lnTo>
                <a:lnTo>
                  <a:pt x="121444" y="60722"/>
                </a:lnTo>
                <a:lnTo>
                  <a:pt x="121444" y="61615"/>
                </a:lnTo>
                <a:lnTo>
                  <a:pt x="120551" y="61615"/>
                </a:lnTo>
                <a:lnTo>
                  <a:pt x="120551" y="62359"/>
                </a:lnTo>
                <a:lnTo>
                  <a:pt x="119807" y="62359"/>
                </a:lnTo>
                <a:lnTo>
                  <a:pt x="119807" y="63252"/>
                </a:lnTo>
                <a:lnTo>
                  <a:pt x="118914" y="63252"/>
                </a:lnTo>
                <a:lnTo>
                  <a:pt x="118914" y="64145"/>
                </a:lnTo>
                <a:lnTo>
                  <a:pt x="118021" y="64145"/>
                </a:lnTo>
                <a:lnTo>
                  <a:pt x="118021" y="64889"/>
                </a:lnTo>
                <a:lnTo>
                  <a:pt x="117277" y="64889"/>
                </a:lnTo>
                <a:lnTo>
                  <a:pt x="117277" y="69950"/>
                </a:lnTo>
                <a:lnTo>
                  <a:pt x="118021" y="69950"/>
                </a:lnTo>
                <a:lnTo>
                  <a:pt x="118021" y="71736"/>
                </a:lnTo>
                <a:lnTo>
                  <a:pt x="118914" y="71736"/>
                </a:lnTo>
                <a:lnTo>
                  <a:pt x="118914" y="80963"/>
                </a:lnTo>
                <a:lnTo>
                  <a:pt x="118021" y="80963"/>
                </a:lnTo>
                <a:lnTo>
                  <a:pt x="118021" y="85130"/>
                </a:lnTo>
                <a:lnTo>
                  <a:pt x="117277" y="85130"/>
                </a:lnTo>
                <a:lnTo>
                  <a:pt x="117277" y="86023"/>
                </a:lnTo>
                <a:lnTo>
                  <a:pt x="116384" y="86023"/>
                </a:lnTo>
                <a:lnTo>
                  <a:pt x="116384" y="86916"/>
                </a:lnTo>
                <a:lnTo>
                  <a:pt x="117277" y="86916"/>
                </a:lnTo>
                <a:lnTo>
                  <a:pt x="117277" y="93613"/>
                </a:lnTo>
                <a:lnTo>
                  <a:pt x="116384" y="93613"/>
                </a:lnTo>
                <a:lnTo>
                  <a:pt x="116384" y="97036"/>
                </a:lnTo>
                <a:lnTo>
                  <a:pt x="115491" y="97036"/>
                </a:lnTo>
                <a:lnTo>
                  <a:pt x="115491" y="98673"/>
                </a:lnTo>
                <a:lnTo>
                  <a:pt x="116384" y="98673"/>
                </a:lnTo>
                <a:lnTo>
                  <a:pt x="116384" y="102096"/>
                </a:lnTo>
                <a:lnTo>
                  <a:pt x="115491" y="102096"/>
                </a:lnTo>
                <a:lnTo>
                  <a:pt x="115491" y="103734"/>
                </a:lnTo>
                <a:lnTo>
                  <a:pt x="114746" y="103734"/>
                </a:lnTo>
                <a:lnTo>
                  <a:pt x="114746" y="104627"/>
                </a:lnTo>
                <a:lnTo>
                  <a:pt x="113853" y="104627"/>
                </a:lnTo>
                <a:lnTo>
                  <a:pt x="113853" y="105371"/>
                </a:lnTo>
                <a:lnTo>
                  <a:pt x="112961" y="105371"/>
                </a:lnTo>
                <a:lnTo>
                  <a:pt x="112961" y="107157"/>
                </a:lnTo>
                <a:lnTo>
                  <a:pt x="112216" y="107157"/>
                </a:lnTo>
                <a:lnTo>
                  <a:pt x="112216" y="107901"/>
                </a:lnTo>
                <a:lnTo>
                  <a:pt x="111323" y="107901"/>
                </a:lnTo>
                <a:lnTo>
                  <a:pt x="111323" y="108794"/>
                </a:lnTo>
                <a:lnTo>
                  <a:pt x="110430" y="108794"/>
                </a:lnTo>
                <a:lnTo>
                  <a:pt x="110430" y="109687"/>
                </a:lnTo>
                <a:lnTo>
                  <a:pt x="107900" y="109687"/>
                </a:lnTo>
                <a:lnTo>
                  <a:pt x="107900" y="110431"/>
                </a:lnTo>
                <a:lnTo>
                  <a:pt x="106263" y="110431"/>
                </a:lnTo>
                <a:lnTo>
                  <a:pt x="106263" y="111324"/>
                </a:lnTo>
                <a:lnTo>
                  <a:pt x="105370" y="111324"/>
                </a:lnTo>
                <a:lnTo>
                  <a:pt x="105370" y="112217"/>
                </a:lnTo>
                <a:lnTo>
                  <a:pt x="104626" y="112217"/>
                </a:lnTo>
                <a:lnTo>
                  <a:pt x="104626" y="113854"/>
                </a:lnTo>
                <a:lnTo>
                  <a:pt x="102840" y="113854"/>
                </a:lnTo>
                <a:lnTo>
                  <a:pt x="102840" y="114747"/>
                </a:lnTo>
                <a:lnTo>
                  <a:pt x="100310" y="114747"/>
                </a:lnTo>
                <a:lnTo>
                  <a:pt x="100310" y="113854"/>
                </a:lnTo>
                <a:lnTo>
                  <a:pt x="99566" y="113854"/>
                </a:lnTo>
                <a:lnTo>
                  <a:pt x="99566" y="114747"/>
                </a:lnTo>
                <a:lnTo>
                  <a:pt x="97780" y="114747"/>
                </a:lnTo>
                <a:lnTo>
                  <a:pt x="97780" y="115491"/>
                </a:lnTo>
                <a:lnTo>
                  <a:pt x="97036" y="115491"/>
                </a:lnTo>
                <a:lnTo>
                  <a:pt x="97036" y="116384"/>
                </a:lnTo>
                <a:lnTo>
                  <a:pt x="94506" y="116384"/>
                </a:lnTo>
                <a:lnTo>
                  <a:pt x="94506" y="117277"/>
                </a:lnTo>
                <a:lnTo>
                  <a:pt x="89446" y="117277"/>
                </a:lnTo>
                <a:lnTo>
                  <a:pt x="89446" y="116384"/>
                </a:lnTo>
                <a:lnTo>
                  <a:pt x="88553" y="116384"/>
                </a:lnTo>
                <a:lnTo>
                  <a:pt x="88553" y="115491"/>
                </a:lnTo>
                <a:lnTo>
                  <a:pt x="87660" y="115491"/>
                </a:lnTo>
                <a:lnTo>
                  <a:pt x="87660" y="114747"/>
                </a:lnTo>
                <a:lnTo>
                  <a:pt x="86916" y="114747"/>
                </a:lnTo>
                <a:lnTo>
                  <a:pt x="86916" y="113854"/>
                </a:lnTo>
                <a:lnTo>
                  <a:pt x="85130" y="113854"/>
                </a:lnTo>
                <a:lnTo>
                  <a:pt x="85130" y="112961"/>
                </a:lnTo>
                <a:lnTo>
                  <a:pt x="84386" y="112961"/>
                </a:lnTo>
                <a:lnTo>
                  <a:pt x="84386" y="112217"/>
                </a:lnTo>
                <a:lnTo>
                  <a:pt x="82600" y="112217"/>
                </a:lnTo>
                <a:lnTo>
                  <a:pt x="82600" y="111324"/>
                </a:lnTo>
                <a:lnTo>
                  <a:pt x="81855" y="111324"/>
                </a:lnTo>
                <a:lnTo>
                  <a:pt x="81855" y="110431"/>
                </a:lnTo>
                <a:lnTo>
                  <a:pt x="80962" y="110431"/>
                </a:lnTo>
                <a:lnTo>
                  <a:pt x="80962" y="109687"/>
                </a:lnTo>
                <a:lnTo>
                  <a:pt x="76795" y="109687"/>
                </a:lnTo>
                <a:lnTo>
                  <a:pt x="76795" y="108794"/>
                </a:lnTo>
                <a:lnTo>
                  <a:pt x="75902" y="108794"/>
                </a:lnTo>
                <a:lnTo>
                  <a:pt x="75902" y="107901"/>
                </a:lnTo>
                <a:lnTo>
                  <a:pt x="75009" y="107901"/>
                </a:lnTo>
                <a:lnTo>
                  <a:pt x="75009" y="106264"/>
                </a:lnTo>
                <a:lnTo>
                  <a:pt x="75902" y="106264"/>
                </a:lnTo>
                <a:lnTo>
                  <a:pt x="75902" y="105371"/>
                </a:lnTo>
                <a:lnTo>
                  <a:pt x="76795" y="105371"/>
                </a:lnTo>
                <a:lnTo>
                  <a:pt x="76795" y="104627"/>
                </a:lnTo>
                <a:lnTo>
                  <a:pt x="77539" y="104627"/>
                </a:lnTo>
                <a:lnTo>
                  <a:pt x="77539" y="103734"/>
                </a:lnTo>
                <a:lnTo>
                  <a:pt x="80070" y="103734"/>
                </a:lnTo>
                <a:lnTo>
                  <a:pt x="80070" y="102841"/>
                </a:lnTo>
                <a:lnTo>
                  <a:pt x="81855" y="102841"/>
                </a:lnTo>
                <a:lnTo>
                  <a:pt x="81855" y="102096"/>
                </a:lnTo>
                <a:lnTo>
                  <a:pt x="82600" y="102096"/>
                </a:lnTo>
                <a:lnTo>
                  <a:pt x="82600" y="102841"/>
                </a:lnTo>
                <a:lnTo>
                  <a:pt x="86916" y="102841"/>
                </a:lnTo>
                <a:lnTo>
                  <a:pt x="86916" y="102096"/>
                </a:lnTo>
                <a:lnTo>
                  <a:pt x="87660" y="102096"/>
                </a:lnTo>
                <a:lnTo>
                  <a:pt x="87660" y="101204"/>
                </a:lnTo>
                <a:lnTo>
                  <a:pt x="88553" y="101204"/>
                </a:lnTo>
                <a:lnTo>
                  <a:pt x="88553" y="102096"/>
                </a:lnTo>
                <a:lnTo>
                  <a:pt x="90190" y="102096"/>
                </a:lnTo>
                <a:lnTo>
                  <a:pt x="90190" y="102841"/>
                </a:lnTo>
                <a:lnTo>
                  <a:pt x="97036" y="102841"/>
                </a:lnTo>
                <a:lnTo>
                  <a:pt x="97036" y="100311"/>
                </a:lnTo>
                <a:lnTo>
                  <a:pt x="97780" y="100311"/>
                </a:lnTo>
                <a:lnTo>
                  <a:pt x="97780" y="99566"/>
                </a:lnTo>
                <a:lnTo>
                  <a:pt x="99566" y="99566"/>
                </a:lnTo>
                <a:lnTo>
                  <a:pt x="99566" y="98673"/>
                </a:lnTo>
                <a:lnTo>
                  <a:pt x="100310" y="98673"/>
                </a:lnTo>
                <a:lnTo>
                  <a:pt x="100310" y="97780"/>
                </a:lnTo>
                <a:lnTo>
                  <a:pt x="101203" y="97780"/>
                </a:lnTo>
                <a:lnTo>
                  <a:pt x="101203" y="97036"/>
                </a:lnTo>
                <a:lnTo>
                  <a:pt x="102096" y="97036"/>
                </a:lnTo>
                <a:lnTo>
                  <a:pt x="102096" y="95250"/>
                </a:lnTo>
                <a:lnTo>
                  <a:pt x="102840" y="95250"/>
                </a:lnTo>
                <a:lnTo>
                  <a:pt x="102840" y="94506"/>
                </a:lnTo>
                <a:lnTo>
                  <a:pt x="103733" y="94506"/>
                </a:lnTo>
                <a:lnTo>
                  <a:pt x="103733" y="91083"/>
                </a:lnTo>
                <a:lnTo>
                  <a:pt x="104626" y="91083"/>
                </a:lnTo>
                <a:lnTo>
                  <a:pt x="104626" y="90190"/>
                </a:lnTo>
                <a:lnTo>
                  <a:pt x="105370" y="90190"/>
                </a:lnTo>
                <a:lnTo>
                  <a:pt x="105370" y="83493"/>
                </a:lnTo>
                <a:lnTo>
                  <a:pt x="106263" y="83493"/>
                </a:lnTo>
                <a:lnTo>
                  <a:pt x="106263" y="81856"/>
                </a:lnTo>
                <a:lnTo>
                  <a:pt x="107156" y="81856"/>
                </a:lnTo>
                <a:lnTo>
                  <a:pt x="107156" y="78433"/>
                </a:lnTo>
                <a:lnTo>
                  <a:pt x="107900" y="78433"/>
                </a:lnTo>
                <a:lnTo>
                  <a:pt x="107900" y="76796"/>
                </a:lnTo>
                <a:lnTo>
                  <a:pt x="107156" y="76796"/>
                </a:lnTo>
                <a:lnTo>
                  <a:pt x="107156" y="75010"/>
                </a:lnTo>
                <a:lnTo>
                  <a:pt x="106263" y="75010"/>
                </a:lnTo>
                <a:lnTo>
                  <a:pt x="106263" y="74266"/>
                </a:lnTo>
                <a:lnTo>
                  <a:pt x="105370" y="74266"/>
                </a:lnTo>
                <a:lnTo>
                  <a:pt x="105370" y="64889"/>
                </a:lnTo>
                <a:lnTo>
                  <a:pt x="106263" y="64889"/>
                </a:lnTo>
                <a:lnTo>
                  <a:pt x="106263" y="62359"/>
                </a:lnTo>
                <a:lnTo>
                  <a:pt x="105370" y="62359"/>
                </a:lnTo>
                <a:lnTo>
                  <a:pt x="105370" y="60722"/>
                </a:lnTo>
                <a:lnTo>
                  <a:pt x="104626" y="60722"/>
                </a:lnTo>
                <a:lnTo>
                  <a:pt x="104626" y="59829"/>
                </a:lnTo>
                <a:lnTo>
                  <a:pt x="103733" y="59829"/>
                </a:lnTo>
                <a:lnTo>
                  <a:pt x="103733" y="59085"/>
                </a:lnTo>
                <a:lnTo>
                  <a:pt x="102096" y="59085"/>
                </a:lnTo>
                <a:lnTo>
                  <a:pt x="102096" y="58192"/>
                </a:lnTo>
                <a:lnTo>
                  <a:pt x="100310" y="58192"/>
                </a:lnTo>
                <a:lnTo>
                  <a:pt x="100310" y="57299"/>
                </a:lnTo>
                <a:lnTo>
                  <a:pt x="98673" y="57299"/>
                </a:lnTo>
                <a:lnTo>
                  <a:pt x="98673" y="58192"/>
                </a:lnTo>
                <a:lnTo>
                  <a:pt x="97036" y="58192"/>
                </a:lnTo>
                <a:lnTo>
                  <a:pt x="97036" y="59085"/>
                </a:lnTo>
                <a:lnTo>
                  <a:pt x="96143" y="59085"/>
                </a:lnTo>
                <a:lnTo>
                  <a:pt x="96143" y="58192"/>
                </a:lnTo>
                <a:lnTo>
                  <a:pt x="86023" y="58192"/>
                </a:lnTo>
                <a:lnTo>
                  <a:pt x="86023" y="57299"/>
                </a:lnTo>
                <a:lnTo>
                  <a:pt x="84386" y="57299"/>
                </a:lnTo>
                <a:lnTo>
                  <a:pt x="84386" y="58192"/>
                </a:lnTo>
                <a:lnTo>
                  <a:pt x="81855" y="58192"/>
                </a:lnTo>
                <a:lnTo>
                  <a:pt x="81855" y="59085"/>
                </a:lnTo>
                <a:lnTo>
                  <a:pt x="76795" y="59085"/>
                </a:lnTo>
                <a:lnTo>
                  <a:pt x="76795" y="59829"/>
                </a:lnTo>
                <a:lnTo>
                  <a:pt x="75009" y="59829"/>
                </a:lnTo>
                <a:lnTo>
                  <a:pt x="75009" y="61615"/>
                </a:lnTo>
                <a:lnTo>
                  <a:pt x="74265" y="61615"/>
                </a:lnTo>
                <a:lnTo>
                  <a:pt x="74265" y="64145"/>
                </a:lnTo>
                <a:lnTo>
                  <a:pt x="72479" y="64145"/>
                </a:lnTo>
                <a:lnTo>
                  <a:pt x="72479" y="65782"/>
                </a:lnTo>
                <a:lnTo>
                  <a:pt x="71735" y="65782"/>
                </a:lnTo>
                <a:lnTo>
                  <a:pt x="71735" y="66675"/>
                </a:lnTo>
                <a:lnTo>
                  <a:pt x="70842" y="66675"/>
                </a:lnTo>
                <a:lnTo>
                  <a:pt x="70842" y="68312"/>
                </a:lnTo>
                <a:lnTo>
                  <a:pt x="69949" y="68312"/>
                </a:lnTo>
                <a:lnTo>
                  <a:pt x="69949" y="71736"/>
                </a:lnTo>
                <a:lnTo>
                  <a:pt x="69205" y="71736"/>
                </a:lnTo>
                <a:lnTo>
                  <a:pt x="69205" y="73373"/>
                </a:lnTo>
                <a:lnTo>
                  <a:pt x="68312" y="73373"/>
                </a:lnTo>
                <a:lnTo>
                  <a:pt x="68312" y="76796"/>
                </a:lnTo>
                <a:lnTo>
                  <a:pt x="69205" y="76796"/>
                </a:lnTo>
                <a:lnTo>
                  <a:pt x="69205" y="77540"/>
                </a:lnTo>
                <a:lnTo>
                  <a:pt x="69949" y="77540"/>
                </a:lnTo>
                <a:lnTo>
                  <a:pt x="69949" y="81856"/>
                </a:lnTo>
                <a:lnTo>
                  <a:pt x="69205" y="81856"/>
                </a:lnTo>
                <a:lnTo>
                  <a:pt x="69205" y="84386"/>
                </a:lnTo>
                <a:lnTo>
                  <a:pt x="69949" y="84386"/>
                </a:lnTo>
                <a:lnTo>
                  <a:pt x="69949" y="91976"/>
                </a:lnTo>
                <a:lnTo>
                  <a:pt x="69205" y="91976"/>
                </a:lnTo>
                <a:lnTo>
                  <a:pt x="69205" y="94506"/>
                </a:lnTo>
                <a:lnTo>
                  <a:pt x="69949" y="94506"/>
                </a:lnTo>
                <a:lnTo>
                  <a:pt x="69949" y="101204"/>
                </a:lnTo>
                <a:lnTo>
                  <a:pt x="69205" y="101204"/>
                </a:lnTo>
                <a:lnTo>
                  <a:pt x="69205" y="104627"/>
                </a:lnTo>
                <a:lnTo>
                  <a:pt x="69949" y="104627"/>
                </a:lnTo>
                <a:lnTo>
                  <a:pt x="69949" y="106264"/>
                </a:lnTo>
                <a:lnTo>
                  <a:pt x="69205" y="106264"/>
                </a:lnTo>
                <a:lnTo>
                  <a:pt x="69205" y="108794"/>
                </a:lnTo>
                <a:lnTo>
                  <a:pt x="69949" y="108794"/>
                </a:lnTo>
                <a:lnTo>
                  <a:pt x="69949" y="109687"/>
                </a:lnTo>
                <a:lnTo>
                  <a:pt x="70842" y="109687"/>
                </a:lnTo>
                <a:lnTo>
                  <a:pt x="70842" y="112217"/>
                </a:lnTo>
                <a:lnTo>
                  <a:pt x="69949" y="112217"/>
                </a:lnTo>
                <a:lnTo>
                  <a:pt x="69949" y="125611"/>
                </a:lnTo>
                <a:lnTo>
                  <a:pt x="70842" y="125611"/>
                </a:lnTo>
                <a:lnTo>
                  <a:pt x="70842" y="128141"/>
                </a:lnTo>
                <a:lnTo>
                  <a:pt x="69949" y="128141"/>
                </a:lnTo>
                <a:lnTo>
                  <a:pt x="69949" y="131564"/>
                </a:lnTo>
                <a:lnTo>
                  <a:pt x="69205" y="131564"/>
                </a:lnTo>
                <a:lnTo>
                  <a:pt x="69205" y="132457"/>
                </a:lnTo>
                <a:lnTo>
                  <a:pt x="66675" y="132457"/>
                </a:lnTo>
                <a:lnTo>
                  <a:pt x="66675" y="133202"/>
                </a:lnTo>
                <a:lnTo>
                  <a:pt x="59829" y="133202"/>
                </a:lnTo>
                <a:lnTo>
                  <a:pt x="59829" y="134095"/>
                </a:lnTo>
                <a:lnTo>
                  <a:pt x="57299" y="134095"/>
                </a:lnTo>
                <a:lnTo>
                  <a:pt x="57299" y="133202"/>
                </a:lnTo>
                <a:lnTo>
                  <a:pt x="55662" y="133202"/>
                </a:lnTo>
                <a:lnTo>
                  <a:pt x="55662" y="132457"/>
                </a:lnTo>
                <a:lnTo>
                  <a:pt x="54769" y="132457"/>
                </a:lnTo>
                <a:lnTo>
                  <a:pt x="54769" y="131564"/>
                </a:lnTo>
                <a:lnTo>
                  <a:pt x="54025" y="131564"/>
                </a:lnTo>
                <a:lnTo>
                  <a:pt x="54025" y="129927"/>
                </a:lnTo>
                <a:lnTo>
                  <a:pt x="53132" y="129927"/>
                </a:lnTo>
                <a:lnTo>
                  <a:pt x="53132" y="129034"/>
                </a:lnTo>
                <a:lnTo>
                  <a:pt x="54025" y="129034"/>
                </a:lnTo>
                <a:lnTo>
                  <a:pt x="54025" y="124867"/>
                </a:lnTo>
                <a:lnTo>
                  <a:pt x="53132" y="124867"/>
                </a:lnTo>
                <a:lnTo>
                  <a:pt x="53132" y="121444"/>
                </a:lnTo>
                <a:lnTo>
                  <a:pt x="54025" y="121444"/>
                </a:lnTo>
                <a:lnTo>
                  <a:pt x="54025" y="118914"/>
                </a:lnTo>
                <a:lnTo>
                  <a:pt x="53132" y="118914"/>
                </a:lnTo>
                <a:lnTo>
                  <a:pt x="53132" y="112217"/>
                </a:lnTo>
                <a:lnTo>
                  <a:pt x="54025" y="112217"/>
                </a:lnTo>
                <a:lnTo>
                  <a:pt x="54025" y="110431"/>
                </a:lnTo>
                <a:lnTo>
                  <a:pt x="54769" y="110431"/>
                </a:lnTo>
                <a:lnTo>
                  <a:pt x="54769" y="107901"/>
                </a:lnTo>
                <a:lnTo>
                  <a:pt x="55662" y="107901"/>
                </a:lnTo>
                <a:lnTo>
                  <a:pt x="55662" y="101204"/>
                </a:lnTo>
                <a:lnTo>
                  <a:pt x="54769" y="101204"/>
                </a:lnTo>
                <a:lnTo>
                  <a:pt x="54769" y="91083"/>
                </a:lnTo>
                <a:lnTo>
                  <a:pt x="55662" y="91083"/>
                </a:lnTo>
                <a:lnTo>
                  <a:pt x="55662" y="86916"/>
                </a:lnTo>
                <a:lnTo>
                  <a:pt x="56555" y="86916"/>
                </a:lnTo>
                <a:lnTo>
                  <a:pt x="56555" y="80070"/>
                </a:lnTo>
                <a:lnTo>
                  <a:pt x="57299" y="80070"/>
                </a:lnTo>
                <a:lnTo>
                  <a:pt x="57299" y="79326"/>
                </a:lnTo>
                <a:lnTo>
                  <a:pt x="56555" y="79326"/>
                </a:lnTo>
                <a:lnTo>
                  <a:pt x="56555" y="77540"/>
                </a:lnTo>
                <a:lnTo>
                  <a:pt x="55662" y="77540"/>
                </a:lnTo>
                <a:lnTo>
                  <a:pt x="55662" y="75903"/>
                </a:lnTo>
                <a:lnTo>
                  <a:pt x="56555" y="75903"/>
                </a:lnTo>
                <a:lnTo>
                  <a:pt x="56555" y="74266"/>
                </a:lnTo>
                <a:lnTo>
                  <a:pt x="55662" y="74266"/>
                </a:lnTo>
                <a:lnTo>
                  <a:pt x="55662" y="72480"/>
                </a:lnTo>
                <a:lnTo>
                  <a:pt x="56555" y="72480"/>
                </a:lnTo>
                <a:lnTo>
                  <a:pt x="56555" y="69950"/>
                </a:lnTo>
                <a:lnTo>
                  <a:pt x="57299" y="69950"/>
                </a:lnTo>
                <a:lnTo>
                  <a:pt x="57299" y="63252"/>
                </a:lnTo>
                <a:lnTo>
                  <a:pt x="56555" y="63252"/>
                </a:lnTo>
                <a:lnTo>
                  <a:pt x="56555" y="62359"/>
                </a:lnTo>
                <a:lnTo>
                  <a:pt x="55662" y="62359"/>
                </a:lnTo>
                <a:lnTo>
                  <a:pt x="55662" y="60722"/>
                </a:lnTo>
                <a:lnTo>
                  <a:pt x="54769" y="60722"/>
                </a:lnTo>
                <a:lnTo>
                  <a:pt x="54769" y="59829"/>
                </a:lnTo>
                <a:lnTo>
                  <a:pt x="48964" y="59829"/>
                </a:lnTo>
                <a:lnTo>
                  <a:pt x="48964" y="60722"/>
                </a:lnTo>
                <a:lnTo>
                  <a:pt x="48071" y="60722"/>
                </a:lnTo>
                <a:lnTo>
                  <a:pt x="48071" y="59829"/>
                </a:lnTo>
                <a:lnTo>
                  <a:pt x="45541" y="59829"/>
                </a:lnTo>
                <a:lnTo>
                  <a:pt x="45541" y="60722"/>
                </a:lnTo>
                <a:lnTo>
                  <a:pt x="42118" y="60722"/>
                </a:lnTo>
                <a:lnTo>
                  <a:pt x="42118" y="59829"/>
                </a:lnTo>
                <a:lnTo>
                  <a:pt x="37951" y="59829"/>
                </a:lnTo>
                <a:lnTo>
                  <a:pt x="37951" y="60722"/>
                </a:lnTo>
                <a:lnTo>
                  <a:pt x="36314" y="60722"/>
                </a:lnTo>
                <a:lnTo>
                  <a:pt x="36314" y="59829"/>
                </a:lnTo>
                <a:lnTo>
                  <a:pt x="31998" y="59829"/>
                </a:lnTo>
                <a:lnTo>
                  <a:pt x="31998" y="60722"/>
                </a:lnTo>
                <a:lnTo>
                  <a:pt x="26938" y="60722"/>
                </a:lnTo>
                <a:lnTo>
                  <a:pt x="26938" y="61615"/>
                </a:lnTo>
                <a:lnTo>
                  <a:pt x="25301" y="61615"/>
                </a:lnTo>
                <a:lnTo>
                  <a:pt x="25301" y="60722"/>
                </a:lnTo>
                <a:lnTo>
                  <a:pt x="21878" y="60722"/>
                </a:lnTo>
                <a:lnTo>
                  <a:pt x="21878" y="61615"/>
                </a:lnTo>
                <a:lnTo>
                  <a:pt x="17711" y="61615"/>
                </a:lnTo>
                <a:lnTo>
                  <a:pt x="17711" y="62359"/>
                </a:lnTo>
                <a:lnTo>
                  <a:pt x="11757" y="62359"/>
                </a:lnTo>
                <a:lnTo>
                  <a:pt x="11757" y="63252"/>
                </a:lnTo>
                <a:lnTo>
                  <a:pt x="8483" y="63252"/>
                </a:lnTo>
                <a:lnTo>
                  <a:pt x="8483" y="62359"/>
                </a:lnTo>
                <a:lnTo>
                  <a:pt x="7590" y="62359"/>
                </a:lnTo>
                <a:lnTo>
                  <a:pt x="7590" y="60722"/>
                </a:lnTo>
                <a:lnTo>
                  <a:pt x="6697" y="60722"/>
                </a:lnTo>
                <a:lnTo>
                  <a:pt x="6697" y="59829"/>
                </a:lnTo>
                <a:lnTo>
                  <a:pt x="5953" y="59829"/>
                </a:lnTo>
                <a:lnTo>
                  <a:pt x="5953" y="59085"/>
                </a:lnTo>
                <a:lnTo>
                  <a:pt x="5060" y="59085"/>
                </a:lnTo>
                <a:lnTo>
                  <a:pt x="5060" y="58192"/>
                </a:lnTo>
                <a:lnTo>
                  <a:pt x="4167" y="58192"/>
                </a:lnTo>
                <a:lnTo>
                  <a:pt x="4167" y="56555"/>
                </a:lnTo>
                <a:lnTo>
                  <a:pt x="3423" y="56555"/>
                </a:lnTo>
                <a:lnTo>
                  <a:pt x="3423" y="55662"/>
                </a:lnTo>
                <a:lnTo>
                  <a:pt x="2530" y="55662"/>
                </a:lnTo>
                <a:lnTo>
                  <a:pt x="2530" y="54769"/>
                </a:lnTo>
                <a:lnTo>
                  <a:pt x="1637" y="54769"/>
                </a:lnTo>
                <a:lnTo>
                  <a:pt x="1637" y="53132"/>
                </a:lnTo>
                <a:lnTo>
                  <a:pt x="893" y="53132"/>
                </a:lnTo>
                <a:lnTo>
                  <a:pt x="893" y="48965"/>
                </a:lnTo>
                <a:lnTo>
                  <a:pt x="7590" y="48965"/>
                </a:lnTo>
                <a:lnTo>
                  <a:pt x="7590" y="49709"/>
                </a:lnTo>
                <a:lnTo>
                  <a:pt x="15180" y="49709"/>
                </a:lnTo>
                <a:lnTo>
                  <a:pt x="15180" y="50602"/>
                </a:lnTo>
                <a:lnTo>
                  <a:pt x="18603" y="50602"/>
                </a:lnTo>
                <a:lnTo>
                  <a:pt x="18603" y="51495"/>
                </a:lnTo>
                <a:lnTo>
                  <a:pt x="31254" y="51495"/>
                </a:lnTo>
                <a:lnTo>
                  <a:pt x="31254" y="52239"/>
                </a:lnTo>
                <a:lnTo>
                  <a:pt x="32891" y="52239"/>
                </a:lnTo>
                <a:lnTo>
                  <a:pt x="32891" y="51495"/>
                </a:lnTo>
                <a:lnTo>
                  <a:pt x="34528" y="51495"/>
                </a:lnTo>
                <a:lnTo>
                  <a:pt x="34528" y="52239"/>
                </a:lnTo>
                <a:lnTo>
                  <a:pt x="39588" y="52239"/>
                </a:lnTo>
                <a:lnTo>
                  <a:pt x="39588" y="53132"/>
                </a:lnTo>
                <a:lnTo>
                  <a:pt x="41374" y="53132"/>
                </a:lnTo>
                <a:lnTo>
                  <a:pt x="41374" y="52239"/>
                </a:lnTo>
                <a:lnTo>
                  <a:pt x="42118" y="52239"/>
                </a:lnTo>
                <a:lnTo>
                  <a:pt x="42118" y="51495"/>
                </a:lnTo>
                <a:lnTo>
                  <a:pt x="43011" y="51495"/>
                </a:lnTo>
                <a:lnTo>
                  <a:pt x="43011" y="50602"/>
                </a:lnTo>
                <a:lnTo>
                  <a:pt x="43904" y="50602"/>
                </a:lnTo>
                <a:lnTo>
                  <a:pt x="43904" y="49709"/>
                </a:lnTo>
                <a:lnTo>
                  <a:pt x="44648" y="49709"/>
                </a:lnTo>
                <a:lnTo>
                  <a:pt x="44648" y="48965"/>
                </a:lnTo>
                <a:lnTo>
                  <a:pt x="43904" y="48965"/>
                </a:lnTo>
                <a:lnTo>
                  <a:pt x="43904" y="45542"/>
                </a:lnTo>
                <a:lnTo>
                  <a:pt x="44648" y="45542"/>
                </a:lnTo>
                <a:lnTo>
                  <a:pt x="44648" y="44649"/>
                </a:lnTo>
                <a:lnTo>
                  <a:pt x="45541" y="44649"/>
                </a:lnTo>
                <a:lnTo>
                  <a:pt x="45541" y="43905"/>
                </a:lnTo>
                <a:lnTo>
                  <a:pt x="44648" y="43905"/>
                </a:lnTo>
                <a:lnTo>
                  <a:pt x="44648" y="40482"/>
                </a:lnTo>
                <a:lnTo>
                  <a:pt x="43904" y="40482"/>
                </a:lnTo>
                <a:lnTo>
                  <a:pt x="43904" y="37952"/>
                </a:lnTo>
                <a:lnTo>
                  <a:pt x="43011" y="37952"/>
                </a:lnTo>
                <a:lnTo>
                  <a:pt x="43011" y="37059"/>
                </a:lnTo>
                <a:lnTo>
                  <a:pt x="42118" y="37059"/>
                </a:lnTo>
                <a:lnTo>
                  <a:pt x="42118" y="35421"/>
                </a:lnTo>
                <a:lnTo>
                  <a:pt x="43011" y="35421"/>
                </a:lnTo>
                <a:lnTo>
                  <a:pt x="43011" y="32891"/>
                </a:lnTo>
                <a:lnTo>
                  <a:pt x="42118" y="32891"/>
                </a:lnTo>
                <a:lnTo>
                  <a:pt x="42118" y="31254"/>
                </a:lnTo>
                <a:lnTo>
                  <a:pt x="41374" y="31254"/>
                </a:lnTo>
                <a:lnTo>
                  <a:pt x="41374" y="30361"/>
                </a:lnTo>
                <a:lnTo>
                  <a:pt x="38844" y="30361"/>
                </a:lnTo>
                <a:lnTo>
                  <a:pt x="38844" y="31254"/>
                </a:lnTo>
                <a:lnTo>
                  <a:pt x="37058" y="31254"/>
                </a:lnTo>
                <a:lnTo>
                  <a:pt x="37058" y="30361"/>
                </a:lnTo>
                <a:lnTo>
                  <a:pt x="28724" y="30361"/>
                </a:lnTo>
                <a:lnTo>
                  <a:pt x="28724" y="31254"/>
                </a:lnTo>
                <a:lnTo>
                  <a:pt x="22771" y="31254"/>
                </a:lnTo>
                <a:lnTo>
                  <a:pt x="22771" y="30361"/>
                </a:lnTo>
                <a:lnTo>
                  <a:pt x="20241" y="30361"/>
                </a:lnTo>
                <a:lnTo>
                  <a:pt x="20241" y="31254"/>
                </a:lnTo>
                <a:lnTo>
                  <a:pt x="12650" y="31254"/>
                </a:lnTo>
                <a:lnTo>
                  <a:pt x="12650" y="30361"/>
                </a:lnTo>
                <a:lnTo>
                  <a:pt x="9227" y="30361"/>
                </a:lnTo>
                <a:lnTo>
                  <a:pt x="9227" y="31254"/>
                </a:lnTo>
                <a:lnTo>
                  <a:pt x="5953" y="31254"/>
                </a:lnTo>
                <a:lnTo>
                  <a:pt x="5953" y="30361"/>
                </a:lnTo>
                <a:lnTo>
                  <a:pt x="4167" y="30361"/>
                </a:lnTo>
                <a:lnTo>
                  <a:pt x="4167" y="29468"/>
                </a:lnTo>
                <a:lnTo>
                  <a:pt x="1637" y="29468"/>
                </a:lnTo>
                <a:lnTo>
                  <a:pt x="1637" y="28724"/>
                </a:lnTo>
                <a:lnTo>
                  <a:pt x="893" y="28724"/>
                </a:lnTo>
                <a:lnTo>
                  <a:pt x="893" y="27831"/>
                </a:lnTo>
                <a:lnTo>
                  <a:pt x="0" y="27831"/>
                </a:lnTo>
                <a:lnTo>
                  <a:pt x="0" y="22771"/>
                </a:lnTo>
                <a:lnTo>
                  <a:pt x="893" y="22771"/>
                </a:lnTo>
                <a:lnTo>
                  <a:pt x="893" y="21878"/>
                </a:lnTo>
                <a:lnTo>
                  <a:pt x="1637" y="21878"/>
                </a:lnTo>
                <a:lnTo>
                  <a:pt x="1637" y="21134"/>
                </a:lnTo>
                <a:lnTo>
                  <a:pt x="3423" y="21134"/>
                </a:lnTo>
                <a:lnTo>
                  <a:pt x="3423" y="22771"/>
                </a:lnTo>
                <a:lnTo>
                  <a:pt x="4167" y="22771"/>
                </a:lnTo>
                <a:lnTo>
                  <a:pt x="4167" y="23664"/>
                </a:lnTo>
                <a:lnTo>
                  <a:pt x="5060" y="23664"/>
                </a:lnTo>
                <a:lnTo>
                  <a:pt x="5060" y="22771"/>
                </a:lnTo>
                <a:lnTo>
                  <a:pt x="5953" y="22771"/>
                </a:lnTo>
                <a:lnTo>
                  <a:pt x="5953" y="21878"/>
                </a:lnTo>
                <a:lnTo>
                  <a:pt x="6697" y="21878"/>
                </a:lnTo>
                <a:lnTo>
                  <a:pt x="6697" y="21134"/>
                </a:lnTo>
                <a:lnTo>
                  <a:pt x="9227" y="21134"/>
                </a:lnTo>
                <a:lnTo>
                  <a:pt x="9227" y="21878"/>
                </a:lnTo>
                <a:lnTo>
                  <a:pt x="12650" y="21878"/>
                </a:lnTo>
                <a:lnTo>
                  <a:pt x="12650" y="22771"/>
                </a:lnTo>
                <a:lnTo>
                  <a:pt x="13543" y="22771"/>
                </a:lnTo>
                <a:lnTo>
                  <a:pt x="13543" y="21878"/>
                </a:lnTo>
                <a:lnTo>
                  <a:pt x="17711" y="21878"/>
                </a:lnTo>
                <a:lnTo>
                  <a:pt x="17711" y="22771"/>
                </a:lnTo>
                <a:lnTo>
                  <a:pt x="20241" y="22771"/>
                </a:lnTo>
                <a:lnTo>
                  <a:pt x="20241" y="21878"/>
                </a:lnTo>
                <a:lnTo>
                  <a:pt x="26938" y="21878"/>
                </a:lnTo>
                <a:lnTo>
                  <a:pt x="26938" y="22771"/>
                </a:lnTo>
                <a:lnTo>
                  <a:pt x="28724" y="22771"/>
                </a:lnTo>
                <a:lnTo>
                  <a:pt x="28724" y="21878"/>
                </a:lnTo>
                <a:lnTo>
                  <a:pt x="29468" y="21878"/>
                </a:lnTo>
                <a:lnTo>
                  <a:pt x="29468" y="22771"/>
                </a:lnTo>
                <a:lnTo>
                  <a:pt x="32891" y="22771"/>
                </a:lnTo>
                <a:lnTo>
                  <a:pt x="32891" y="21878"/>
                </a:lnTo>
                <a:lnTo>
                  <a:pt x="34528" y="21878"/>
                </a:lnTo>
                <a:lnTo>
                  <a:pt x="34528" y="22771"/>
                </a:lnTo>
                <a:lnTo>
                  <a:pt x="37951" y="22771"/>
                </a:lnTo>
                <a:lnTo>
                  <a:pt x="37951" y="21878"/>
                </a:lnTo>
                <a:lnTo>
                  <a:pt x="40481" y="21878"/>
                </a:lnTo>
                <a:lnTo>
                  <a:pt x="40481" y="21134"/>
                </a:lnTo>
                <a:lnTo>
                  <a:pt x="41374" y="21134"/>
                </a:lnTo>
                <a:lnTo>
                  <a:pt x="41374" y="20241"/>
                </a:lnTo>
                <a:lnTo>
                  <a:pt x="42118" y="20241"/>
                </a:lnTo>
                <a:lnTo>
                  <a:pt x="42118" y="19348"/>
                </a:lnTo>
                <a:lnTo>
                  <a:pt x="43011" y="19348"/>
                </a:lnTo>
                <a:lnTo>
                  <a:pt x="43011" y="16074"/>
                </a:lnTo>
                <a:lnTo>
                  <a:pt x="42118" y="16074"/>
                </a:lnTo>
                <a:lnTo>
                  <a:pt x="42118" y="2530"/>
                </a:lnTo>
                <a:lnTo>
                  <a:pt x="43011" y="2530"/>
                </a:lnTo>
                <a:lnTo>
                  <a:pt x="43011" y="1637"/>
                </a:lnTo>
                <a:lnTo>
                  <a:pt x="47178" y="1637"/>
                </a:lnTo>
                <a:lnTo>
                  <a:pt x="47178" y="893"/>
                </a:lnTo>
                <a:lnTo>
                  <a:pt x="52239" y="893"/>
                </a:lnTo>
                <a:lnTo>
                  <a:pt x="52239" y="1637"/>
                </a:lnTo>
                <a:lnTo>
                  <a:pt x="55662" y="1637"/>
                </a:lnTo>
                <a:lnTo>
                  <a:pt x="55662" y="893"/>
                </a:lnTo>
                <a:lnTo>
                  <a:pt x="59085" y="893"/>
                </a:lnTo>
                <a:lnTo>
                  <a:pt x="59085" y="1637"/>
                </a:lnTo>
                <a:lnTo>
                  <a:pt x="61615" y="1637"/>
                </a:lnTo>
                <a:lnTo>
                  <a:pt x="61615" y="2530"/>
                </a:lnTo>
                <a:lnTo>
                  <a:pt x="62359" y="2530"/>
                </a:lnTo>
                <a:lnTo>
                  <a:pt x="62359" y="5954"/>
                </a:lnTo>
                <a:lnTo>
                  <a:pt x="61615" y="5954"/>
                </a:lnTo>
                <a:lnTo>
                  <a:pt x="61615" y="6698"/>
                </a:lnTo>
                <a:lnTo>
                  <a:pt x="59829" y="6698"/>
                </a:lnTo>
                <a:lnTo>
                  <a:pt x="59829" y="8484"/>
                </a:lnTo>
                <a:lnTo>
                  <a:pt x="59085" y="8484"/>
                </a:lnTo>
                <a:lnTo>
                  <a:pt x="59085" y="10121"/>
                </a:lnTo>
                <a:lnTo>
                  <a:pt x="58192" y="10121"/>
                </a:lnTo>
                <a:lnTo>
                  <a:pt x="58192" y="12651"/>
                </a:lnTo>
                <a:lnTo>
                  <a:pt x="57299" y="12651"/>
                </a:lnTo>
                <a:lnTo>
                  <a:pt x="57299" y="13544"/>
                </a:lnTo>
                <a:lnTo>
                  <a:pt x="56555" y="13544"/>
                </a:lnTo>
                <a:lnTo>
                  <a:pt x="56555" y="14288"/>
                </a:lnTo>
                <a:lnTo>
                  <a:pt x="55662" y="14288"/>
                </a:lnTo>
                <a:lnTo>
                  <a:pt x="55662" y="16818"/>
                </a:lnTo>
                <a:lnTo>
                  <a:pt x="56555" y="16818"/>
                </a:lnTo>
                <a:lnTo>
                  <a:pt x="56555" y="19348"/>
                </a:lnTo>
                <a:lnTo>
                  <a:pt x="57299" y="19348"/>
                </a:lnTo>
                <a:lnTo>
                  <a:pt x="57299" y="21134"/>
                </a:lnTo>
                <a:lnTo>
                  <a:pt x="58192" y="21134"/>
                </a:lnTo>
                <a:lnTo>
                  <a:pt x="58192" y="21878"/>
                </a:lnTo>
                <a:lnTo>
                  <a:pt x="59829" y="21878"/>
                </a:lnTo>
                <a:lnTo>
                  <a:pt x="59829" y="22771"/>
                </a:lnTo>
                <a:lnTo>
                  <a:pt x="61615" y="22771"/>
                </a:lnTo>
                <a:lnTo>
                  <a:pt x="61615" y="23664"/>
                </a:lnTo>
                <a:lnTo>
                  <a:pt x="64889" y="23664"/>
                </a:lnTo>
                <a:lnTo>
                  <a:pt x="64889" y="22771"/>
                </a:lnTo>
                <a:lnTo>
                  <a:pt x="66675" y="22771"/>
                </a:lnTo>
                <a:lnTo>
                  <a:pt x="66675" y="21878"/>
                </a:lnTo>
                <a:lnTo>
                  <a:pt x="72479" y="21878"/>
                </a:lnTo>
                <a:lnTo>
                  <a:pt x="72479" y="22771"/>
                </a:lnTo>
                <a:lnTo>
                  <a:pt x="73372" y="22771"/>
                </a:lnTo>
                <a:lnTo>
                  <a:pt x="73372" y="23664"/>
                </a:lnTo>
                <a:lnTo>
                  <a:pt x="75009" y="23664"/>
                </a:lnTo>
                <a:lnTo>
                  <a:pt x="75009" y="22771"/>
                </a:lnTo>
                <a:lnTo>
                  <a:pt x="75902" y="22771"/>
                </a:lnTo>
                <a:lnTo>
                  <a:pt x="75902" y="21878"/>
                </a:lnTo>
                <a:lnTo>
                  <a:pt x="77539" y="21878"/>
                </a:lnTo>
                <a:lnTo>
                  <a:pt x="77539" y="21134"/>
                </a:lnTo>
                <a:lnTo>
                  <a:pt x="78432" y="21134"/>
                </a:lnTo>
                <a:lnTo>
                  <a:pt x="78432" y="16818"/>
                </a:lnTo>
                <a:lnTo>
                  <a:pt x="79325" y="16818"/>
                </a:lnTo>
                <a:lnTo>
                  <a:pt x="79325" y="10121"/>
                </a:lnTo>
                <a:lnTo>
                  <a:pt x="78432" y="10121"/>
                </a:lnTo>
                <a:lnTo>
                  <a:pt x="78432" y="9228"/>
                </a:lnTo>
                <a:lnTo>
                  <a:pt x="77539" y="9228"/>
                </a:lnTo>
                <a:lnTo>
                  <a:pt x="77539" y="7591"/>
                </a:lnTo>
                <a:lnTo>
                  <a:pt x="76795" y="7591"/>
                </a:lnTo>
                <a:lnTo>
                  <a:pt x="76795" y="5061"/>
                </a:lnTo>
                <a:lnTo>
                  <a:pt x="77539" y="5061"/>
                </a:lnTo>
                <a:lnTo>
                  <a:pt x="77539" y="3423"/>
                </a:lnTo>
                <a:lnTo>
                  <a:pt x="78432" y="3423"/>
                </a:lnTo>
                <a:lnTo>
                  <a:pt x="78432" y="2530"/>
                </a:lnTo>
                <a:lnTo>
                  <a:pt x="80070" y="2530"/>
                </a:lnTo>
                <a:lnTo>
                  <a:pt x="80070" y="3423"/>
                </a:lnTo>
                <a:lnTo>
                  <a:pt x="80962" y="3423"/>
                </a:lnTo>
                <a:lnTo>
                  <a:pt x="80962" y="1637"/>
                </a:lnTo>
                <a:lnTo>
                  <a:pt x="81855" y="1637"/>
                </a:lnTo>
                <a:lnTo>
                  <a:pt x="81855" y="893"/>
                </a:lnTo>
                <a:lnTo>
                  <a:pt x="85130" y="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C6DD504-C26B-1CA9-EE64-35977DFD73CC}"/>
              </a:ext>
            </a:extLst>
          </p:cNvPr>
          <p:cNvSpPr txBox="1"/>
          <p:nvPr/>
        </p:nvSpPr>
        <p:spPr>
          <a:xfrm>
            <a:off x="4664010" y="2078185"/>
            <a:ext cx="134987" cy="132159"/>
          </a:xfrm>
          <a:custGeom>
            <a:avLst/>
            <a:gdLst/>
            <a:ahLst/>
            <a:cxnLst/>
            <a:rect l="l" t="t" r="r" b="b"/>
            <a:pathLst>
              <a:path w="134987" h="132159">
                <a:moveTo>
                  <a:pt x="98971" y="32593"/>
                </a:moveTo>
                <a:lnTo>
                  <a:pt x="99566" y="32593"/>
                </a:lnTo>
                <a:cubicBezTo>
                  <a:pt x="101848" y="32593"/>
                  <a:pt x="105271" y="34330"/>
                  <a:pt x="109835" y="37802"/>
                </a:cubicBezTo>
                <a:cubicBezTo>
                  <a:pt x="112812" y="41076"/>
                  <a:pt x="114300" y="42962"/>
                  <a:pt x="114300" y="43458"/>
                </a:cubicBezTo>
                <a:cubicBezTo>
                  <a:pt x="113705" y="45244"/>
                  <a:pt x="112564" y="46583"/>
                  <a:pt x="110877" y="47476"/>
                </a:cubicBezTo>
                <a:lnTo>
                  <a:pt x="109240" y="47476"/>
                </a:lnTo>
                <a:cubicBezTo>
                  <a:pt x="107653" y="47476"/>
                  <a:pt x="105569" y="47327"/>
                  <a:pt x="102989" y="47030"/>
                </a:cubicBezTo>
                <a:cubicBezTo>
                  <a:pt x="102196" y="47327"/>
                  <a:pt x="101600" y="47476"/>
                  <a:pt x="101203" y="47476"/>
                </a:cubicBezTo>
                <a:cubicBezTo>
                  <a:pt x="100410" y="46583"/>
                  <a:pt x="100013" y="45641"/>
                  <a:pt x="100013" y="44648"/>
                </a:cubicBezTo>
                <a:lnTo>
                  <a:pt x="98971" y="44648"/>
                </a:lnTo>
                <a:cubicBezTo>
                  <a:pt x="98475" y="45244"/>
                  <a:pt x="96193" y="45839"/>
                  <a:pt x="92125" y="46434"/>
                </a:cubicBezTo>
                <a:cubicBezTo>
                  <a:pt x="92125" y="46831"/>
                  <a:pt x="91926" y="47030"/>
                  <a:pt x="91530" y="47030"/>
                </a:cubicBezTo>
                <a:lnTo>
                  <a:pt x="88702" y="47030"/>
                </a:lnTo>
                <a:cubicBezTo>
                  <a:pt x="87313" y="47030"/>
                  <a:pt x="85775" y="46236"/>
                  <a:pt x="84088" y="44648"/>
                </a:cubicBezTo>
                <a:lnTo>
                  <a:pt x="83493" y="44648"/>
                </a:lnTo>
                <a:cubicBezTo>
                  <a:pt x="82005" y="46236"/>
                  <a:pt x="79524" y="47030"/>
                  <a:pt x="76051" y="47030"/>
                </a:cubicBezTo>
                <a:lnTo>
                  <a:pt x="76051" y="46434"/>
                </a:lnTo>
                <a:lnTo>
                  <a:pt x="74861" y="47030"/>
                </a:lnTo>
                <a:lnTo>
                  <a:pt x="71438" y="47030"/>
                </a:lnTo>
                <a:lnTo>
                  <a:pt x="72033" y="44053"/>
                </a:lnTo>
                <a:cubicBezTo>
                  <a:pt x="71636" y="44053"/>
                  <a:pt x="69156" y="44847"/>
                  <a:pt x="64592" y="46434"/>
                </a:cubicBezTo>
                <a:lnTo>
                  <a:pt x="62359" y="46434"/>
                </a:lnTo>
                <a:cubicBezTo>
                  <a:pt x="58887" y="46434"/>
                  <a:pt x="55612" y="46037"/>
                  <a:pt x="52537" y="45244"/>
                </a:cubicBezTo>
                <a:cubicBezTo>
                  <a:pt x="51842" y="45244"/>
                  <a:pt x="50552" y="45641"/>
                  <a:pt x="48667" y="46434"/>
                </a:cubicBezTo>
                <a:lnTo>
                  <a:pt x="47476" y="45839"/>
                </a:lnTo>
                <a:cubicBezTo>
                  <a:pt x="44797" y="46633"/>
                  <a:pt x="42515" y="47030"/>
                  <a:pt x="40630" y="47030"/>
                </a:cubicBezTo>
                <a:cubicBezTo>
                  <a:pt x="37158" y="47030"/>
                  <a:pt x="34280" y="46633"/>
                  <a:pt x="31998" y="45839"/>
                </a:cubicBezTo>
                <a:lnTo>
                  <a:pt x="28575" y="46434"/>
                </a:lnTo>
                <a:cubicBezTo>
                  <a:pt x="24011" y="45144"/>
                  <a:pt x="21729" y="44003"/>
                  <a:pt x="21729" y="43011"/>
                </a:cubicBezTo>
                <a:lnTo>
                  <a:pt x="21729" y="41821"/>
                </a:lnTo>
                <a:cubicBezTo>
                  <a:pt x="22324" y="40332"/>
                  <a:pt x="23664" y="39588"/>
                  <a:pt x="25747" y="39588"/>
                </a:cubicBezTo>
                <a:cubicBezTo>
                  <a:pt x="27732" y="39886"/>
                  <a:pt x="28873" y="40035"/>
                  <a:pt x="29171" y="40035"/>
                </a:cubicBezTo>
                <a:lnTo>
                  <a:pt x="30361" y="39588"/>
                </a:lnTo>
                <a:cubicBezTo>
                  <a:pt x="32643" y="40283"/>
                  <a:pt x="33784" y="41225"/>
                  <a:pt x="33784" y="42416"/>
                </a:cubicBezTo>
                <a:cubicBezTo>
                  <a:pt x="35868" y="40630"/>
                  <a:pt x="38348" y="39687"/>
                  <a:pt x="41226" y="39588"/>
                </a:cubicBezTo>
                <a:lnTo>
                  <a:pt x="59531" y="41225"/>
                </a:lnTo>
                <a:cubicBezTo>
                  <a:pt x="59829" y="41225"/>
                  <a:pt x="59978" y="41027"/>
                  <a:pt x="59978" y="40630"/>
                </a:cubicBezTo>
                <a:lnTo>
                  <a:pt x="65782" y="41225"/>
                </a:lnTo>
                <a:lnTo>
                  <a:pt x="66378" y="41225"/>
                </a:lnTo>
                <a:cubicBezTo>
                  <a:pt x="71338" y="41225"/>
                  <a:pt x="77788" y="40828"/>
                  <a:pt x="85725" y="40035"/>
                </a:cubicBezTo>
                <a:cubicBezTo>
                  <a:pt x="85924" y="40828"/>
                  <a:pt x="86321" y="41225"/>
                  <a:pt x="86916" y="41225"/>
                </a:cubicBezTo>
                <a:cubicBezTo>
                  <a:pt x="93365" y="40233"/>
                  <a:pt x="96590" y="39092"/>
                  <a:pt x="96590" y="37802"/>
                </a:cubicBezTo>
                <a:cubicBezTo>
                  <a:pt x="96590" y="34826"/>
                  <a:pt x="97383" y="33089"/>
                  <a:pt x="98971" y="32593"/>
                </a:cubicBezTo>
                <a:close/>
                <a:moveTo>
                  <a:pt x="30361" y="0"/>
                </a:moveTo>
                <a:cubicBezTo>
                  <a:pt x="37803" y="3472"/>
                  <a:pt x="42367" y="5209"/>
                  <a:pt x="44053" y="5209"/>
                </a:cubicBezTo>
                <a:lnTo>
                  <a:pt x="45690" y="7441"/>
                </a:lnTo>
                <a:cubicBezTo>
                  <a:pt x="45690" y="8334"/>
                  <a:pt x="42267" y="11956"/>
                  <a:pt x="35421" y="18306"/>
                </a:cubicBezTo>
                <a:cubicBezTo>
                  <a:pt x="33933" y="20389"/>
                  <a:pt x="33189" y="22126"/>
                  <a:pt x="33189" y="23515"/>
                </a:cubicBezTo>
                <a:lnTo>
                  <a:pt x="34380" y="24110"/>
                </a:lnTo>
                <a:cubicBezTo>
                  <a:pt x="38646" y="23316"/>
                  <a:pt x="41672" y="22919"/>
                  <a:pt x="43458" y="22919"/>
                </a:cubicBezTo>
                <a:lnTo>
                  <a:pt x="44649" y="22919"/>
                </a:lnTo>
                <a:cubicBezTo>
                  <a:pt x="46236" y="22919"/>
                  <a:pt x="50403" y="23316"/>
                  <a:pt x="57150" y="24110"/>
                </a:cubicBezTo>
                <a:cubicBezTo>
                  <a:pt x="59432" y="22919"/>
                  <a:pt x="61367" y="22324"/>
                  <a:pt x="62955" y="22324"/>
                </a:cubicBezTo>
                <a:lnTo>
                  <a:pt x="62955" y="22919"/>
                </a:lnTo>
                <a:cubicBezTo>
                  <a:pt x="63252" y="22919"/>
                  <a:pt x="63401" y="22721"/>
                  <a:pt x="63401" y="22324"/>
                </a:cubicBezTo>
                <a:lnTo>
                  <a:pt x="67419" y="22919"/>
                </a:lnTo>
                <a:lnTo>
                  <a:pt x="72628" y="22919"/>
                </a:lnTo>
                <a:lnTo>
                  <a:pt x="76051" y="22324"/>
                </a:lnTo>
                <a:lnTo>
                  <a:pt x="77242" y="22919"/>
                </a:lnTo>
                <a:cubicBezTo>
                  <a:pt x="79028" y="22126"/>
                  <a:pt x="87213" y="21580"/>
                  <a:pt x="101799" y="21282"/>
                </a:cubicBezTo>
                <a:cubicBezTo>
                  <a:pt x="105569" y="20191"/>
                  <a:pt x="107454" y="17909"/>
                  <a:pt x="107454" y="14436"/>
                </a:cubicBezTo>
                <a:cubicBezTo>
                  <a:pt x="108347" y="12055"/>
                  <a:pt x="109141" y="10864"/>
                  <a:pt x="109835" y="10864"/>
                </a:cubicBezTo>
                <a:lnTo>
                  <a:pt x="112663" y="10864"/>
                </a:lnTo>
                <a:cubicBezTo>
                  <a:pt x="114449" y="12749"/>
                  <a:pt x="118467" y="15230"/>
                  <a:pt x="124718" y="18306"/>
                </a:cubicBezTo>
                <a:lnTo>
                  <a:pt x="126951" y="26342"/>
                </a:lnTo>
                <a:cubicBezTo>
                  <a:pt x="125760" y="28625"/>
                  <a:pt x="123875" y="29766"/>
                  <a:pt x="121295" y="29766"/>
                </a:cubicBezTo>
                <a:cubicBezTo>
                  <a:pt x="120303" y="29766"/>
                  <a:pt x="118765" y="29567"/>
                  <a:pt x="116681" y="29170"/>
                </a:cubicBezTo>
                <a:lnTo>
                  <a:pt x="113258" y="29766"/>
                </a:lnTo>
                <a:cubicBezTo>
                  <a:pt x="112465" y="29766"/>
                  <a:pt x="110728" y="29021"/>
                  <a:pt x="108049" y="27533"/>
                </a:cubicBezTo>
                <a:cubicBezTo>
                  <a:pt x="107256" y="28128"/>
                  <a:pt x="104428" y="28674"/>
                  <a:pt x="99566" y="29170"/>
                </a:cubicBezTo>
                <a:cubicBezTo>
                  <a:pt x="97483" y="28873"/>
                  <a:pt x="95548" y="28724"/>
                  <a:pt x="93762" y="28724"/>
                </a:cubicBezTo>
                <a:cubicBezTo>
                  <a:pt x="92472" y="29418"/>
                  <a:pt x="91331" y="29766"/>
                  <a:pt x="90339" y="29766"/>
                </a:cubicBezTo>
                <a:lnTo>
                  <a:pt x="85130" y="29766"/>
                </a:lnTo>
                <a:cubicBezTo>
                  <a:pt x="82550" y="29766"/>
                  <a:pt x="81260" y="29418"/>
                  <a:pt x="81260" y="28724"/>
                </a:cubicBezTo>
                <a:lnTo>
                  <a:pt x="72033" y="29766"/>
                </a:lnTo>
                <a:cubicBezTo>
                  <a:pt x="67568" y="28674"/>
                  <a:pt x="64542" y="28128"/>
                  <a:pt x="62955" y="28128"/>
                </a:cubicBezTo>
                <a:lnTo>
                  <a:pt x="60573" y="29170"/>
                </a:lnTo>
                <a:cubicBezTo>
                  <a:pt x="58490" y="28873"/>
                  <a:pt x="56803" y="28724"/>
                  <a:pt x="55513" y="28724"/>
                </a:cubicBezTo>
                <a:cubicBezTo>
                  <a:pt x="54819" y="28724"/>
                  <a:pt x="53678" y="29071"/>
                  <a:pt x="52090" y="29766"/>
                </a:cubicBezTo>
                <a:cubicBezTo>
                  <a:pt x="45442" y="29369"/>
                  <a:pt x="39688" y="28625"/>
                  <a:pt x="34826" y="27533"/>
                </a:cubicBezTo>
                <a:lnTo>
                  <a:pt x="33784" y="28128"/>
                </a:lnTo>
                <a:cubicBezTo>
                  <a:pt x="32197" y="27732"/>
                  <a:pt x="30857" y="27533"/>
                  <a:pt x="29766" y="27533"/>
                </a:cubicBezTo>
                <a:cubicBezTo>
                  <a:pt x="28079" y="27533"/>
                  <a:pt x="26541" y="28476"/>
                  <a:pt x="25152" y="30361"/>
                </a:cubicBezTo>
                <a:lnTo>
                  <a:pt x="25747" y="31551"/>
                </a:lnTo>
                <a:lnTo>
                  <a:pt x="25747" y="32147"/>
                </a:lnTo>
                <a:cubicBezTo>
                  <a:pt x="25747" y="34032"/>
                  <a:pt x="23813" y="36512"/>
                  <a:pt x="19943" y="39588"/>
                </a:cubicBezTo>
                <a:cubicBezTo>
                  <a:pt x="19943" y="42466"/>
                  <a:pt x="16917" y="45492"/>
                  <a:pt x="10865" y="48667"/>
                </a:cubicBezTo>
                <a:cubicBezTo>
                  <a:pt x="10865" y="49659"/>
                  <a:pt x="8980" y="51544"/>
                  <a:pt x="5209" y="54322"/>
                </a:cubicBezTo>
                <a:lnTo>
                  <a:pt x="5209" y="56703"/>
                </a:lnTo>
                <a:lnTo>
                  <a:pt x="8037" y="57299"/>
                </a:lnTo>
                <a:cubicBezTo>
                  <a:pt x="8831" y="57299"/>
                  <a:pt x="9575" y="57100"/>
                  <a:pt x="10269" y="56703"/>
                </a:cubicBezTo>
                <a:cubicBezTo>
                  <a:pt x="11658" y="57795"/>
                  <a:pt x="16074" y="58539"/>
                  <a:pt x="23515" y="58936"/>
                </a:cubicBezTo>
                <a:lnTo>
                  <a:pt x="23515" y="59531"/>
                </a:lnTo>
                <a:lnTo>
                  <a:pt x="26343" y="58936"/>
                </a:lnTo>
                <a:cubicBezTo>
                  <a:pt x="27037" y="58936"/>
                  <a:pt x="28922" y="59333"/>
                  <a:pt x="31998" y="60126"/>
                </a:cubicBezTo>
                <a:cubicBezTo>
                  <a:pt x="33288" y="59333"/>
                  <a:pt x="34429" y="58936"/>
                  <a:pt x="35421" y="58936"/>
                </a:cubicBezTo>
                <a:lnTo>
                  <a:pt x="38249" y="58936"/>
                </a:lnTo>
                <a:cubicBezTo>
                  <a:pt x="39539" y="58936"/>
                  <a:pt x="40531" y="59134"/>
                  <a:pt x="41226" y="59531"/>
                </a:cubicBezTo>
                <a:cubicBezTo>
                  <a:pt x="44599" y="59035"/>
                  <a:pt x="46683" y="58638"/>
                  <a:pt x="47476" y="58341"/>
                </a:cubicBezTo>
                <a:lnTo>
                  <a:pt x="50304" y="59531"/>
                </a:lnTo>
                <a:cubicBezTo>
                  <a:pt x="52586" y="58440"/>
                  <a:pt x="56009" y="57894"/>
                  <a:pt x="60573" y="57894"/>
                </a:cubicBezTo>
                <a:cubicBezTo>
                  <a:pt x="60672" y="58589"/>
                  <a:pt x="61069" y="58936"/>
                  <a:pt x="61764" y="58936"/>
                </a:cubicBezTo>
                <a:lnTo>
                  <a:pt x="66378" y="58936"/>
                </a:lnTo>
                <a:cubicBezTo>
                  <a:pt x="67965" y="58936"/>
                  <a:pt x="70049" y="59134"/>
                  <a:pt x="72628" y="59531"/>
                </a:cubicBezTo>
                <a:lnTo>
                  <a:pt x="73819" y="58936"/>
                </a:lnTo>
                <a:cubicBezTo>
                  <a:pt x="75803" y="59333"/>
                  <a:pt x="77490" y="59531"/>
                  <a:pt x="78879" y="59531"/>
                </a:cubicBezTo>
                <a:lnTo>
                  <a:pt x="84088" y="59531"/>
                </a:lnTo>
                <a:cubicBezTo>
                  <a:pt x="86866" y="59531"/>
                  <a:pt x="88950" y="57249"/>
                  <a:pt x="90339" y="52685"/>
                </a:cubicBezTo>
                <a:lnTo>
                  <a:pt x="92125" y="51494"/>
                </a:lnTo>
                <a:cubicBezTo>
                  <a:pt x="98276" y="54173"/>
                  <a:pt x="101898" y="55513"/>
                  <a:pt x="102989" y="55513"/>
                </a:cubicBezTo>
                <a:cubicBezTo>
                  <a:pt x="107553" y="57696"/>
                  <a:pt x="110183" y="59432"/>
                  <a:pt x="110877" y="60722"/>
                </a:cubicBezTo>
                <a:lnTo>
                  <a:pt x="110877" y="61317"/>
                </a:lnTo>
                <a:cubicBezTo>
                  <a:pt x="108694" y="63798"/>
                  <a:pt x="105668" y="65683"/>
                  <a:pt x="101799" y="66973"/>
                </a:cubicBezTo>
                <a:lnTo>
                  <a:pt x="102394" y="69800"/>
                </a:lnTo>
                <a:lnTo>
                  <a:pt x="102394" y="72182"/>
                </a:lnTo>
                <a:cubicBezTo>
                  <a:pt x="102394" y="74265"/>
                  <a:pt x="102196" y="76894"/>
                  <a:pt x="101799" y="80069"/>
                </a:cubicBezTo>
                <a:cubicBezTo>
                  <a:pt x="103188" y="86419"/>
                  <a:pt x="104527" y="90438"/>
                  <a:pt x="105817" y="92125"/>
                </a:cubicBezTo>
                <a:lnTo>
                  <a:pt x="104626" y="93910"/>
                </a:lnTo>
                <a:lnTo>
                  <a:pt x="104626" y="94357"/>
                </a:lnTo>
                <a:cubicBezTo>
                  <a:pt x="107305" y="96738"/>
                  <a:pt x="108645" y="100360"/>
                  <a:pt x="108645" y="105221"/>
                </a:cubicBezTo>
                <a:cubicBezTo>
                  <a:pt x="109637" y="105221"/>
                  <a:pt x="110381" y="107355"/>
                  <a:pt x="110877" y="111621"/>
                </a:cubicBezTo>
                <a:cubicBezTo>
                  <a:pt x="112365" y="111621"/>
                  <a:pt x="115044" y="113903"/>
                  <a:pt x="118914" y="118467"/>
                </a:cubicBezTo>
                <a:lnTo>
                  <a:pt x="120105" y="118467"/>
                </a:lnTo>
                <a:cubicBezTo>
                  <a:pt x="120997" y="118467"/>
                  <a:pt x="121742" y="116532"/>
                  <a:pt x="122337" y="112663"/>
                </a:cubicBezTo>
                <a:cubicBezTo>
                  <a:pt x="124817" y="112663"/>
                  <a:pt x="127298" y="109041"/>
                  <a:pt x="129778" y="101798"/>
                </a:cubicBezTo>
                <a:lnTo>
                  <a:pt x="132160" y="100161"/>
                </a:lnTo>
                <a:lnTo>
                  <a:pt x="133201" y="100161"/>
                </a:lnTo>
                <a:cubicBezTo>
                  <a:pt x="133797" y="100161"/>
                  <a:pt x="134392" y="100707"/>
                  <a:pt x="134987" y="101798"/>
                </a:cubicBezTo>
                <a:lnTo>
                  <a:pt x="134987" y="111621"/>
                </a:lnTo>
                <a:cubicBezTo>
                  <a:pt x="131912" y="114300"/>
                  <a:pt x="130374" y="117525"/>
                  <a:pt x="130374" y="121295"/>
                </a:cubicBezTo>
                <a:cubicBezTo>
                  <a:pt x="131564" y="124271"/>
                  <a:pt x="132160" y="126157"/>
                  <a:pt x="132160" y="126950"/>
                </a:cubicBezTo>
                <a:cubicBezTo>
                  <a:pt x="132160" y="130423"/>
                  <a:pt x="130622" y="132159"/>
                  <a:pt x="127546" y="132159"/>
                </a:cubicBezTo>
                <a:cubicBezTo>
                  <a:pt x="124669" y="131366"/>
                  <a:pt x="122932" y="130969"/>
                  <a:pt x="122337" y="130969"/>
                </a:cubicBezTo>
                <a:lnTo>
                  <a:pt x="120105" y="131564"/>
                </a:lnTo>
                <a:cubicBezTo>
                  <a:pt x="116136" y="131564"/>
                  <a:pt x="113060" y="129877"/>
                  <a:pt x="110877" y="126504"/>
                </a:cubicBezTo>
                <a:cubicBezTo>
                  <a:pt x="110282" y="126504"/>
                  <a:pt x="108794" y="125363"/>
                  <a:pt x="106412" y="123081"/>
                </a:cubicBezTo>
                <a:cubicBezTo>
                  <a:pt x="102146" y="118814"/>
                  <a:pt x="100013" y="115342"/>
                  <a:pt x="100013" y="112663"/>
                </a:cubicBezTo>
                <a:cubicBezTo>
                  <a:pt x="97433" y="110282"/>
                  <a:pt x="96094" y="108396"/>
                  <a:pt x="95994" y="107007"/>
                </a:cubicBezTo>
                <a:lnTo>
                  <a:pt x="96590" y="104180"/>
                </a:lnTo>
                <a:cubicBezTo>
                  <a:pt x="94308" y="104180"/>
                  <a:pt x="92819" y="100360"/>
                  <a:pt x="92125" y="92720"/>
                </a:cubicBezTo>
                <a:cubicBezTo>
                  <a:pt x="92422" y="92025"/>
                  <a:pt x="92571" y="91281"/>
                  <a:pt x="92571" y="90487"/>
                </a:cubicBezTo>
                <a:cubicBezTo>
                  <a:pt x="91678" y="90487"/>
                  <a:pt x="91133" y="89694"/>
                  <a:pt x="90934" y="88106"/>
                </a:cubicBezTo>
                <a:cubicBezTo>
                  <a:pt x="90934" y="85328"/>
                  <a:pt x="91331" y="82848"/>
                  <a:pt x="92125" y="80665"/>
                </a:cubicBezTo>
                <a:lnTo>
                  <a:pt x="90339" y="77837"/>
                </a:lnTo>
                <a:lnTo>
                  <a:pt x="90339" y="75009"/>
                </a:lnTo>
                <a:cubicBezTo>
                  <a:pt x="90339" y="74612"/>
                  <a:pt x="90537" y="74414"/>
                  <a:pt x="90934" y="74414"/>
                </a:cubicBezTo>
                <a:lnTo>
                  <a:pt x="90339" y="73223"/>
                </a:lnTo>
                <a:lnTo>
                  <a:pt x="90339" y="71586"/>
                </a:lnTo>
                <a:cubicBezTo>
                  <a:pt x="90339" y="69602"/>
                  <a:pt x="90537" y="66725"/>
                  <a:pt x="90934" y="62954"/>
                </a:cubicBezTo>
                <a:lnTo>
                  <a:pt x="89744" y="62359"/>
                </a:lnTo>
                <a:lnTo>
                  <a:pt x="86916" y="63550"/>
                </a:lnTo>
                <a:lnTo>
                  <a:pt x="84088" y="61764"/>
                </a:lnTo>
                <a:cubicBezTo>
                  <a:pt x="83592" y="63748"/>
                  <a:pt x="82997" y="64740"/>
                  <a:pt x="82302" y="64740"/>
                </a:cubicBezTo>
                <a:lnTo>
                  <a:pt x="80665" y="64740"/>
                </a:lnTo>
                <a:lnTo>
                  <a:pt x="78879" y="63550"/>
                </a:lnTo>
                <a:cubicBezTo>
                  <a:pt x="72827" y="64641"/>
                  <a:pt x="63897" y="65187"/>
                  <a:pt x="52090" y="65187"/>
                </a:cubicBezTo>
                <a:lnTo>
                  <a:pt x="49113" y="65187"/>
                </a:lnTo>
                <a:lnTo>
                  <a:pt x="45244" y="64145"/>
                </a:lnTo>
                <a:cubicBezTo>
                  <a:pt x="45244" y="65137"/>
                  <a:pt x="43706" y="65881"/>
                  <a:pt x="40630" y="66377"/>
                </a:cubicBezTo>
                <a:lnTo>
                  <a:pt x="40035" y="66377"/>
                </a:lnTo>
                <a:cubicBezTo>
                  <a:pt x="39539" y="66377"/>
                  <a:pt x="36463" y="65633"/>
                  <a:pt x="30808" y="64145"/>
                </a:cubicBezTo>
                <a:cubicBezTo>
                  <a:pt x="29419" y="65236"/>
                  <a:pt x="28129" y="65782"/>
                  <a:pt x="26938" y="65782"/>
                </a:cubicBezTo>
                <a:cubicBezTo>
                  <a:pt x="24755" y="65087"/>
                  <a:pt x="22275" y="64542"/>
                  <a:pt x="19497" y="64145"/>
                </a:cubicBezTo>
                <a:cubicBezTo>
                  <a:pt x="17413" y="64542"/>
                  <a:pt x="15478" y="64740"/>
                  <a:pt x="13692" y="64740"/>
                </a:cubicBezTo>
                <a:lnTo>
                  <a:pt x="11460" y="64145"/>
                </a:lnTo>
                <a:cubicBezTo>
                  <a:pt x="10170" y="64839"/>
                  <a:pt x="9029" y="65187"/>
                  <a:pt x="8037" y="65187"/>
                </a:cubicBezTo>
                <a:lnTo>
                  <a:pt x="6251" y="65187"/>
                </a:lnTo>
                <a:cubicBezTo>
                  <a:pt x="5457" y="65187"/>
                  <a:pt x="4713" y="65038"/>
                  <a:pt x="4019" y="64740"/>
                </a:cubicBezTo>
                <a:cubicBezTo>
                  <a:pt x="3324" y="65038"/>
                  <a:pt x="2580" y="65187"/>
                  <a:pt x="1786" y="65187"/>
                </a:cubicBezTo>
                <a:cubicBezTo>
                  <a:pt x="992" y="63798"/>
                  <a:pt x="596" y="62309"/>
                  <a:pt x="596" y="60722"/>
                </a:cubicBezTo>
                <a:lnTo>
                  <a:pt x="596" y="60126"/>
                </a:lnTo>
                <a:lnTo>
                  <a:pt x="4019" y="56703"/>
                </a:lnTo>
                <a:lnTo>
                  <a:pt x="4019" y="56108"/>
                </a:lnTo>
                <a:cubicBezTo>
                  <a:pt x="1340" y="56108"/>
                  <a:pt x="0" y="55513"/>
                  <a:pt x="0" y="54322"/>
                </a:cubicBezTo>
                <a:lnTo>
                  <a:pt x="0" y="53280"/>
                </a:lnTo>
                <a:cubicBezTo>
                  <a:pt x="1191" y="46434"/>
                  <a:pt x="3473" y="43011"/>
                  <a:pt x="6846" y="43011"/>
                </a:cubicBezTo>
                <a:cubicBezTo>
                  <a:pt x="6846" y="42714"/>
                  <a:pt x="8186" y="40432"/>
                  <a:pt x="10865" y="36165"/>
                </a:cubicBezTo>
                <a:cubicBezTo>
                  <a:pt x="14139" y="30807"/>
                  <a:pt x="16619" y="27930"/>
                  <a:pt x="18306" y="27533"/>
                </a:cubicBezTo>
                <a:lnTo>
                  <a:pt x="17711" y="24705"/>
                </a:lnTo>
                <a:lnTo>
                  <a:pt x="17711" y="24110"/>
                </a:lnTo>
                <a:cubicBezTo>
                  <a:pt x="20092" y="21927"/>
                  <a:pt x="21431" y="19447"/>
                  <a:pt x="21729" y="16669"/>
                </a:cubicBezTo>
                <a:cubicBezTo>
                  <a:pt x="22721" y="16669"/>
                  <a:pt x="23862" y="14932"/>
                  <a:pt x="25152" y="11460"/>
                </a:cubicBezTo>
                <a:cubicBezTo>
                  <a:pt x="24358" y="11460"/>
                  <a:pt x="23962" y="11112"/>
                  <a:pt x="23962" y="10418"/>
                </a:cubicBezTo>
                <a:cubicBezTo>
                  <a:pt x="23962" y="3472"/>
                  <a:pt x="26095" y="0"/>
                  <a:pt x="3036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71" name="Arc 12++">
            <a:extLst>
              <a:ext uri="{FF2B5EF4-FFF2-40B4-BE49-F238E27FC236}">
                <a16:creationId xmlns:a16="http://schemas.microsoft.com/office/drawing/2014/main" id="{941CC00A-1835-7E5D-144B-EE78D98C5BE1}"/>
              </a:ext>
            </a:extLst>
          </p:cNvPr>
          <p:cNvSpPr/>
          <p:nvPr/>
        </p:nvSpPr>
        <p:spPr>
          <a:xfrm>
            <a:off x="3067050" y="400050"/>
            <a:ext cx="6057900" cy="6057900"/>
          </a:xfrm>
          <a:prstGeom prst="arc">
            <a:avLst>
              <a:gd name="adj1" fmla="val 14620097"/>
              <a:gd name="adj2" fmla="val 184891"/>
            </a:avLst>
          </a:prstGeom>
          <a:ln w="1016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5E94B90C-27E0-AECE-D1B5-A865E1696666}"/>
              </a:ext>
            </a:extLst>
          </p:cNvPr>
          <p:cNvSpPr/>
          <p:nvPr/>
        </p:nvSpPr>
        <p:spPr>
          <a:xfrm>
            <a:off x="6912077" y="3789649"/>
            <a:ext cx="1156248" cy="1594675"/>
          </a:xfrm>
          <a:custGeom>
            <a:avLst/>
            <a:gdLst>
              <a:gd name="csX0" fmla="*/ 937676 w 1156248"/>
              <a:gd name="csY0" fmla="*/ 154952 h 1594675"/>
              <a:gd name="csX1" fmla="*/ 846879 w 1156248"/>
              <a:gd name="csY1" fmla="*/ 160989 h 1594675"/>
              <a:gd name="csX2" fmla="*/ 672515 w 1156248"/>
              <a:gd name="csY2" fmla="*/ 206092 h 1594675"/>
              <a:gd name="csX3" fmla="*/ 503637 w 1156248"/>
              <a:gd name="csY3" fmla="*/ 290836 h 1594675"/>
              <a:gd name="csX4" fmla="*/ 402786 w 1156248"/>
              <a:gd name="csY4" fmla="*/ 401316 h 1594675"/>
              <a:gd name="csX5" fmla="*/ 334708 w 1156248"/>
              <a:gd name="csY5" fmla="*/ 578167 h 1594675"/>
              <a:gd name="csX6" fmla="*/ 288166 w 1156248"/>
              <a:gd name="csY6" fmla="*/ 811816 h 1594675"/>
              <a:gd name="csX7" fmla="*/ 250221 w 1156248"/>
              <a:gd name="csY7" fmla="*/ 1052817 h 1594675"/>
              <a:gd name="csX8" fmla="*/ 209455 w 1156248"/>
              <a:gd name="csY8" fmla="*/ 1258271 h 1594675"/>
              <a:gd name="csX9" fmla="*/ 161604 w 1156248"/>
              <a:gd name="csY9" fmla="*/ 1415986 h 1594675"/>
              <a:gd name="csX10" fmla="*/ 123828 w 1156248"/>
              <a:gd name="csY10" fmla="*/ 1501151 h 1594675"/>
              <a:gd name="csX11" fmla="*/ 102671 w 1156248"/>
              <a:gd name="csY11" fmla="*/ 1550746 h 1594675"/>
              <a:gd name="csX12" fmla="*/ 52319 w 1156248"/>
              <a:gd name="csY12" fmla="*/ 1479041 h 1594675"/>
              <a:gd name="csX13" fmla="*/ 82006 w 1156248"/>
              <a:gd name="csY13" fmla="*/ 1464194 h 1594675"/>
              <a:gd name="csX14" fmla="*/ 187219 w 1156248"/>
              <a:gd name="csY14" fmla="*/ 1361058 h 1594675"/>
              <a:gd name="csX15" fmla="*/ 343219 w 1156248"/>
              <a:gd name="csY15" fmla="*/ 1217735 h 1594675"/>
              <a:gd name="csX16" fmla="*/ 500448 w 1156248"/>
              <a:gd name="csY16" fmla="*/ 1102597 h 1594675"/>
              <a:gd name="csX17" fmla="*/ 673184 w 1156248"/>
              <a:gd name="csY17" fmla="*/ 977276 h 1594675"/>
              <a:gd name="csX18" fmla="*/ 860151 w 1156248"/>
              <a:gd name="csY18" fmla="*/ 764440 h 1594675"/>
              <a:gd name="csX19" fmla="*/ 977041 w 1156248"/>
              <a:gd name="csY19" fmla="*/ 528430 h 1594675"/>
              <a:gd name="csX20" fmla="*/ 1054205 w 1156248"/>
              <a:gd name="csY20" fmla="*/ 322385 h 1594675"/>
              <a:gd name="csX21" fmla="*/ 1086319 w 1156248"/>
              <a:gd name="csY21" fmla="*/ 227343 h 1594675"/>
              <a:gd name="csX22" fmla="*/ 1113172 w 1156248"/>
              <a:gd name="csY22" fmla="*/ 222921 h 1594675"/>
              <a:gd name="csX23" fmla="*/ 1156065 w 1156248"/>
              <a:gd name="csY23" fmla="*/ 336783 h 1594675"/>
              <a:gd name="csX24" fmla="*/ 1094450 w 1156248"/>
              <a:gd name="csY24" fmla="*/ 581814 h 1594675"/>
              <a:gd name="csX25" fmla="*/ 952814 w 1156248"/>
              <a:gd name="csY25" fmla="*/ 830636 h 1594675"/>
              <a:gd name="csX26" fmla="*/ 755951 w 1156248"/>
              <a:gd name="csY26" fmla="*/ 1065979 h 1594675"/>
              <a:gd name="csX27" fmla="*/ 579376 w 1156248"/>
              <a:gd name="csY27" fmla="*/ 1220856 h 1594675"/>
              <a:gd name="csX28" fmla="*/ 424833 w 1156248"/>
              <a:gd name="csY28" fmla="*/ 1321668 h 1594675"/>
              <a:gd name="csX29" fmla="*/ 279977 w 1156248"/>
              <a:gd name="csY29" fmla="*/ 1454657 h 1594675"/>
              <a:gd name="csX30" fmla="*/ 139922 w 1156248"/>
              <a:gd name="csY30" fmla="*/ 1559193 h 1594675"/>
              <a:gd name="csX31" fmla="*/ 63704 w 1156248"/>
              <a:gd name="csY31" fmla="*/ 1594676 h 1594675"/>
              <a:gd name="csX32" fmla="*/ 8748 w 1156248"/>
              <a:gd name="csY32" fmla="*/ 1500767 h 1594675"/>
              <a:gd name="csX33" fmla="*/ 32515 w 1156248"/>
              <a:gd name="csY33" fmla="*/ 1460101 h 1594675"/>
              <a:gd name="csX34" fmla="*/ 64734 w 1156248"/>
              <a:gd name="csY34" fmla="*/ 1377029 h 1594675"/>
              <a:gd name="csX35" fmla="*/ 124653 w 1156248"/>
              <a:gd name="csY35" fmla="*/ 1234278 h 1594675"/>
              <a:gd name="csX36" fmla="*/ 174553 w 1156248"/>
              <a:gd name="csY36" fmla="*/ 1038568 h 1594675"/>
              <a:gd name="csX37" fmla="*/ 216903 w 1156248"/>
              <a:gd name="csY37" fmla="*/ 799805 h 1594675"/>
              <a:gd name="csX38" fmla="*/ 263393 w 1156248"/>
              <a:gd name="csY38" fmla="*/ 559242 h 1594675"/>
              <a:gd name="csX39" fmla="*/ 332730 w 1156248"/>
              <a:gd name="csY39" fmla="*/ 359760 h 1594675"/>
              <a:gd name="csX40" fmla="*/ 454193 w 1156248"/>
              <a:gd name="csY40" fmla="*/ 219056 h 1594675"/>
              <a:gd name="csX41" fmla="*/ 635559 w 1156248"/>
              <a:gd name="csY41" fmla="*/ 113796 h 1594675"/>
              <a:gd name="csX42" fmla="*/ 814210 w 1156248"/>
              <a:gd name="csY42" fmla="*/ 38743 h 1594675"/>
              <a:gd name="csX43" fmla="*/ 929967 w 1156248"/>
              <a:gd name="csY43" fmla="*/ 2965 h 1594675"/>
              <a:gd name="csX44" fmla="*/ 937675 w 1156248"/>
              <a:gd name="csY44" fmla="*/ 154926 h 15946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1156248" h="1594675">
                <a:moveTo>
                  <a:pt x="937676" y="154952"/>
                </a:moveTo>
                <a:cubicBezTo>
                  <a:pt x="907428" y="146657"/>
                  <a:pt x="877163" y="155933"/>
                  <a:pt x="846879" y="160989"/>
                </a:cubicBezTo>
                <a:cubicBezTo>
                  <a:pt x="787950" y="172912"/>
                  <a:pt x="730522" y="190499"/>
                  <a:pt x="672515" y="206092"/>
                </a:cubicBezTo>
                <a:cubicBezTo>
                  <a:pt x="610857" y="223395"/>
                  <a:pt x="557567" y="257356"/>
                  <a:pt x="503637" y="290836"/>
                </a:cubicBezTo>
                <a:cubicBezTo>
                  <a:pt x="462054" y="321302"/>
                  <a:pt x="431335" y="359528"/>
                  <a:pt x="402786" y="401316"/>
                </a:cubicBezTo>
                <a:cubicBezTo>
                  <a:pt x="369657" y="455729"/>
                  <a:pt x="351450" y="517179"/>
                  <a:pt x="334708" y="578167"/>
                </a:cubicBezTo>
                <a:cubicBezTo>
                  <a:pt x="312098" y="654415"/>
                  <a:pt x="301124" y="733472"/>
                  <a:pt x="288166" y="811816"/>
                </a:cubicBezTo>
                <a:cubicBezTo>
                  <a:pt x="277054" y="892466"/>
                  <a:pt x="263223" y="972559"/>
                  <a:pt x="250221" y="1052817"/>
                </a:cubicBezTo>
                <a:cubicBezTo>
                  <a:pt x="242167" y="1122399"/>
                  <a:pt x="227251" y="1190624"/>
                  <a:pt x="209455" y="1258271"/>
                </a:cubicBezTo>
                <a:cubicBezTo>
                  <a:pt x="194513" y="1311100"/>
                  <a:pt x="176598" y="1363075"/>
                  <a:pt x="161604" y="1415986"/>
                </a:cubicBezTo>
                <a:cubicBezTo>
                  <a:pt x="148340" y="1444222"/>
                  <a:pt x="136312" y="1473344"/>
                  <a:pt x="123828" y="1501151"/>
                </a:cubicBezTo>
                <a:cubicBezTo>
                  <a:pt x="118367" y="1518468"/>
                  <a:pt x="109684" y="1534713"/>
                  <a:pt x="102671" y="1550746"/>
                </a:cubicBezTo>
                <a:cubicBezTo>
                  <a:pt x="119995" y="1508103"/>
                  <a:pt x="96471" y="1491967"/>
                  <a:pt x="52319" y="1479041"/>
                </a:cubicBezTo>
                <a:cubicBezTo>
                  <a:pt x="50090" y="1484553"/>
                  <a:pt x="75216" y="1467589"/>
                  <a:pt x="82006" y="1464194"/>
                </a:cubicBezTo>
                <a:cubicBezTo>
                  <a:pt x="118432" y="1431129"/>
                  <a:pt x="154238" y="1397512"/>
                  <a:pt x="187219" y="1361058"/>
                </a:cubicBezTo>
                <a:cubicBezTo>
                  <a:pt x="234185" y="1308136"/>
                  <a:pt x="288355" y="1262130"/>
                  <a:pt x="343219" y="1217735"/>
                </a:cubicBezTo>
                <a:cubicBezTo>
                  <a:pt x="393729" y="1176937"/>
                  <a:pt x="447547" y="1140021"/>
                  <a:pt x="500448" y="1102597"/>
                </a:cubicBezTo>
                <a:cubicBezTo>
                  <a:pt x="559817" y="1063318"/>
                  <a:pt x="618616" y="1023166"/>
                  <a:pt x="673184" y="977276"/>
                </a:cubicBezTo>
                <a:cubicBezTo>
                  <a:pt x="744987" y="914367"/>
                  <a:pt x="802991" y="840192"/>
                  <a:pt x="860151" y="764440"/>
                </a:cubicBezTo>
                <a:cubicBezTo>
                  <a:pt x="908137" y="690228"/>
                  <a:pt x="944503" y="610297"/>
                  <a:pt x="977041" y="528430"/>
                </a:cubicBezTo>
                <a:cubicBezTo>
                  <a:pt x="1005153" y="460641"/>
                  <a:pt x="1029798" y="391574"/>
                  <a:pt x="1054205" y="322385"/>
                </a:cubicBezTo>
                <a:cubicBezTo>
                  <a:pt x="1085054" y="291985"/>
                  <a:pt x="1078411" y="260172"/>
                  <a:pt x="1086319" y="227343"/>
                </a:cubicBezTo>
                <a:cubicBezTo>
                  <a:pt x="1090826" y="208635"/>
                  <a:pt x="1105805" y="205143"/>
                  <a:pt x="1113172" y="222921"/>
                </a:cubicBezTo>
                <a:cubicBezTo>
                  <a:pt x="1128436" y="259758"/>
                  <a:pt x="1140224" y="298699"/>
                  <a:pt x="1156065" y="336783"/>
                </a:cubicBezTo>
                <a:cubicBezTo>
                  <a:pt x="1158665" y="424089"/>
                  <a:pt x="1133409" y="504014"/>
                  <a:pt x="1094450" y="581814"/>
                </a:cubicBezTo>
                <a:cubicBezTo>
                  <a:pt x="1050972" y="666691"/>
                  <a:pt x="1008836" y="753169"/>
                  <a:pt x="952814" y="830636"/>
                </a:cubicBezTo>
                <a:cubicBezTo>
                  <a:pt x="895372" y="915174"/>
                  <a:pt x="827398" y="993008"/>
                  <a:pt x="755951" y="1065979"/>
                </a:cubicBezTo>
                <a:cubicBezTo>
                  <a:pt x="701129" y="1122230"/>
                  <a:pt x="646833" y="1179441"/>
                  <a:pt x="579376" y="1220856"/>
                </a:cubicBezTo>
                <a:cubicBezTo>
                  <a:pt x="527266" y="1253389"/>
                  <a:pt x="474449" y="1285122"/>
                  <a:pt x="424833" y="1321668"/>
                </a:cubicBezTo>
                <a:cubicBezTo>
                  <a:pt x="374025" y="1363616"/>
                  <a:pt x="325088" y="1406679"/>
                  <a:pt x="279977" y="1454657"/>
                </a:cubicBezTo>
                <a:cubicBezTo>
                  <a:pt x="235768" y="1492541"/>
                  <a:pt x="194105" y="1534566"/>
                  <a:pt x="139922" y="1559193"/>
                </a:cubicBezTo>
                <a:cubicBezTo>
                  <a:pt x="115644" y="1572969"/>
                  <a:pt x="91310" y="1589385"/>
                  <a:pt x="63704" y="1594676"/>
                </a:cubicBezTo>
                <a:cubicBezTo>
                  <a:pt x="2014" y="1579322"/>
                  <a:pt x="-11491" y="1555190"/>
                  <a:pt x="8748" y="1500767"/>
                </a:cubicBezTo>
                <a:cubicBezTo>
                  <a:pt x="16197" y="1488021"/>
                  <a:pt x="24346" y="1473496"/>
                  <a:pt x="32515" y="1460101"/>
                </a:cubicBezTo>
                <a:cubicBezTo>
                  <a:pt x="43244" y="1433008"/>
                  <a:pt x="56127" y="1405576"/>
                  <a:pt x="64734" y="1377029"/>
                </a:cubicBezTo>
                <a:cubicBezTo>
                  <a:pt x="88822" y="1331015"/>
                  <a:pt x="108821" y="1283802"/>
                  <a:pt x="124653" y="1234278"/>
                </a:cubicBezTo>
                <a:cubicBezTo>
                  <a:pt x="143098" y="1169458"/>
                  <a:pt x="161381" y="1104701"/>
                  <a:pt x="174553" y="1038568"/>
                </a:cubicBezTo>
                <a:cubicBezTo>
                  <a:pt x="190455" y="959312"/>
                  <a:pt x="203580" y="879577"/>
                  <a:pt x="216903" y="799805"/>
                </a:cubicBezTo>
                <a:cubicBezTo>
                  <a:pt x="230674" y="719241"/>
                  <a:pt x="247598" y="639395"/>
                  <a:pt x="263393" y="559242"/>
                </a:cubicBezTo>
                <a:cubicBezTo>
                  <a:pt x="282886" y="491332"/>
                  <a:pt x="300007" y="422901"/>
                  <a:pt x="332730" y="359760"/>
                </a:cubicBezTo>
                <a:cubicBezTo>
                  <a:pt x="365732" y="305569"/>
                  <a:pt x="397604" y="251965"/>
                  <a:pt x="454193" y="219056"/>
                </a:cubicBezTo>
                <a:cubicBezTo>
                  <a:pt x="512309" y="179589"/>
                  <a:pt x="572608" y="145090"/>
                  <a:pt x="635559" y="113796"/>
                </a:cubicBezTo>
                <a:cubicBezTo>
                  <a:pt x="693454" y="84710"/>
                  <a:pt x="752373" y="58599"/>
                  <a:pt x="814210" y="38743"/>
                </a:cubicBezTo>
                <a:cubicBezTo>
                  <a:pt x="852529" y="25836"/>
                  <a:pt x="891208" y="14283"/>
                  <a:pt x="929967" y="2965"/>
                </a:cubicBezTo>
                <a:cubicBezTo>
                  <a:pt x="1033246" y="-27196"/>
                  <a:pt x="1041438" y="183387"/>
                  <a:pt x="937675" y="15492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65698678-57F0-4BBE-F4F9-FE1FC76D5BD7}"/>
              </a:ext>
            </a:extLst>
          </p:cNvPr>
          <p:cNvSpPr/>
          <p:nvPr/>
        </p:nvSpPr>
        <p:spPr>
          <a:xfrm>
            <a:off x="7991559" y="3554265"/>
            <a:ext cx="1053170" cy="461119"/>
          </a:xfrm>
          <a:custGeom>
            <a:avLst/>
            <a:gdLst>
              <a:gd name="csX0" fmla="*/ 50599 w 1053170"/>
              <a:gd name="csY0" fmla="*/ 316231 h 461119"/>
              <a:gd name="csX1" fmla="*/ 123124 w 1053170"/>
              <a:gd name="csY1" fmla="*/ 333626 h 461119"/>
              <a:gd name="csX2" fmla="*/ 259532 w 1053170"/>
              <a:gd name="csY2" fmla="*/ 361879 h 461119"/>
              <a:gd name="csX3" fmla="*/ 429515 w 1053170"/>
              <a:gd name="csY3" fmla="*/ 381342 h 461119"/>
              <a:gd name="csX4" fmla="*/ 580515 w 1053170"/>
              <a:gd name="csY4" fmla="*/ 368971 h 461119"/>
              <a:gd name="csX5" fmla="*/ 746507 w 1053170"/>
              <a:gd name="csY5" fmla="*/ 306524 h 461119"/>
              <a:gd name="csX6" fmla="*/ 884515 w 1053170"/>
              <a:gd name="csY6" fmla="*/ 207236 h 461119"/>
              <a:gd name="csX7" fmla="*/ 936550 w 1053170"/>
              <a:gd name="csY7" fmla="*/ 134192 h 461119"/>
              <a:gd name="csX8" fmla="*/ 943221 w 1053170"/>
              <a:gd name="csY8" fmla="*/ 98760 h 461119"/>
              <a:gd name="csX9" fmla="*/ 940162 w 1053170"/>
              <a:gd name="csY9" fmla="*/ 86192 h 461119"/>
              <a:gd name="csX10" fmla="*/ 944156 w 1053170"/>
              <a:gd name="csY10" fmla="*/ 97294 h 461119"/>
              <a:gd name="csX11" fmla="*/ 960898 w 1053170"/>
              <a:gd name="csY11" fmla="*/ 101979 h 461119"/>
              <a:gd name="csX12" fmla="*/ 855170 w 1053170"/>
              <a:gd name="csY12" fmla="*/ 117932 h 461119"/>
              <a:gd name="csX13" fmla="*/ 667766 w 1053170"/>
              <a:gd name="csY13" fmla="*/ 166190 h 461119"/>
              <a:gd name="csX14" fmla="*/ 484257 w 1053170"/>
              <a:gd name="csY14" fmla="*/ 208179 h 461119"/>
              <a:gd name="csX15" fmla="*/ 295233 w 1053170"/>
              <a:gd name="csY15" fmla="*/ 234657 h 461119"/>
              <a:gd name="csX16" fmla="*/ 92923 w 1053170"/>
              <a:gd name="csY16" fmla="*/ 266502 h 461119"/>
              <a:gd name="csX17" fmla="*/ 89893 w 1053170"/>
              <a:gd name="csY17" fmla="*/ 239456 h 461119"/>
              <a:gd name="csX18" fmla="*/ 289108 w 1053170"/>
              <a:gd name="csY18" fmla="*/ 208141 h 461119"/>
              <a:gd name="csX19" fmla="*/ 468121 w 1053170"/>
              <a:gd name="csY19" fmla="*/ 142685 h 461119"/>
              <a:gd name="csX20" fmla="*/ 652363 w 1053170"/>
              <a:gd name="csY20" fmla="*/ 102301 h 461119"/>
              <a:gd name="csX21" fmla="*/ 832919 w 1053170"/>
              <a:gd name="csY21" fmla="*/ 46635 h 461119"/>
              <a:gd name="csX22" fmla="*/ 949133 w 1053170"/>
              <a:gd name="csY22" fmla="*/ 4585 h 461119"/>
              <a:gd name="csX23" fmla="*/ 1025737 w 1053170"/>
              <a:gd name="csY23" fmla="*/ 15471 h 461119"/>
              <a:gd name="csX24" fmla="*/ 1048434 w 1053170"/>
              <a:gd name="csY24" fmla="*/ 60227 h 461119"/>
              <a:gd name="csX25" fmla="*/ 1052584 w 1053170"/>
              <a:gd name="csY25" fmla="*/ 106887 h 461119"/>
              <a:gd name="csX26" fmla="*/ 1030457 w 1053170"/>
              <a:gd name="csY26" fmla="*/ 181423 h 461119"/>
              <a:gd name="csX27" fmla="*/ 940307 w 1053170"/>
              <a:gd name="csY27" fmla="*/ 275475 h 461119"/>
              <a:gd name="csX28" fmla="*/ 780286 w 1053170"/>
              <a:gd name="csY28" fmla="*/ 371916 h 461119"/>
              <a:gd name="csX29" fmla="*/ 596568 w 1053170"/>
              <a:gd name="csY29" fmla="*/ 453611 h 461119"/>
              <a:gd name="csX30" fmla="*/ 425890 w 1053170"/>
              <a:gd name="csY30" fmla="*/ 456959 h 461119"/>
              <a:gd name="csX31" fmla="*/ 245219 w 1053170"/>
              <a:gd name="csY31" fmla="*/ 440588 h 461119"/>
              <a:gd name="csX32" fmla="*/ 105345 w 1053170"/>
              <a:gd name="csY32" fmla="*/ 411966 h 461119"/>
              <a:gd name="csX33" fmla="*/ 23560 w 1053170"/>
              <a:gd name="csY33" fmla="*/ 384679 h 461119"/>
              <a:gd name="csX34" fmla="*/ 50594 w 1053170"/>
              <a:gd name="csY34" fmla="*/ 316234 h 4611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53170" h="461119">
                <a:moveTo>
                  <a:pt x="50599" y="316231"/>
                </a:moveTo>
                <a:cubicBezTo>
                  <a:pt x="75064" y="317211"/>
                  <a:pt x="99473" y="326198"/>
                  <a:pt x="123124" y="333626"/>
                </a:cubicBezTo>
                <a:cubicBezTo>
                  <a:pt x="168224" y="345301"/>
                  <a:pt x="213505" y="354566"/>
                  <a:pt x="259532" y="361879"/>
                </a:cubicBezTo>
                <a:cubicBezTo>
                  <a:pt x="315014" y="376768"/>
                  <a:pt x="372660" y="379252"/>
                  <a:pt x="429515" y="381342"/>
                </a:cubicBezTo>
                <a:cubicBezTo>
                  <a:pt x="480672" y="383028"/>
                  <a:pt x="530432" y="377665"/>
                  <a:pt x="580515" y="368971"/>
                </a:cubicBezTo>
                <a:cubicBezTo>
                  <a:pt x="639512" y="358806"/>
                  <a:pt x="692786" y="331634"/>
                  <a:pt x="746507" y="306524"/>
                </a:cubicBezTo>
                <a:cubicBezTo>
                  <a:pt x="797462" y="279727"/>
                  <a:pt x="841663" y="245089"/>
                  <a:pt x="884515" y="207236"/>
                </a:cubicBezTo>
                <a:cubicBezTo>
                  <a:pt x="908876" y="187294"/>
                  <a:pt x="921700" y="158957"/>
                  <a:pt x="936550" y="134192"/>
                </a:cubicBezTo>
                <a:cubicBezTo>
                  <a:pt x="946957" y="123635"/>
                  <a:pt x="941129" y="109875"/>
                  <a:pt x="943221" y="98760"/>
                </a:cubicBezTo>
                <a:cubicBezTo>
                  <a:pt x="942991" y="93979"/>
                  <a:pt x="941303" y="90879"/>
                  <a:pt x="940162" y="86192"/>
                </a:cubicBezTo>
                <a:cubicBezTo>
                  <a:pt x="938375" y="82688"/>
                  <a:pt x="942825" y="93593"/>
                  <a:pt x="944156" y="97294"/>
                </a:cubicBezTo>
                <a:cubicBezTo>
                  <a:pt x="949148" y="100238"/>
                  <a:pt x="955318" y="100418"/>
                  <a:pt x="960898" y="101979"/>
                </a:cubicBezTo>
                <a:cubicBezTo>
                  <a:pt x="925655" y="100344"/>
                  <a:pt x="889746" y="110429"/>
                  <a:pt x="855170" y="117932"/>
                </a:cubicBezTo>
                <a:cubicBezTo>
                  <a:pt x="793000" y="135140"/>
                  <a:pt x="730155" y="149576"/>
                  <a:pt x="667766" y="166190"/>
                </a:cubicBezTo>
                <a:cubicBezTo>
                  <a:pt x="606667" y="180642"/>
                  <a:pt x="545617" y="194953"/>
                  <a:pt x="484257" y="208179"/>
                </a:cubicBezTo>
                <a:cubicBezTo>
                  <a:pt x="420835" y="231554"/>
                  <a:pt x="358403" y="239252"/>
                  <a:pt x="295233" y="234657"/>
                </a:cubicBezTo>
                <a:cubicBezTo>
                  <a:pt x="228635" y="250297"/>
                  <a:pt x="160740" y="258450"/>
                  <a:pt x="92923" y="266502"/>
                </a:cubicBezTo>
                <a:cubicBezTo>
                  <a:pt x="73813" y="268770"/>
                  <a:pt x="70783" y="241723"/>
                  <a:pt x="89893" y="239456"/>
                </a:cubicBezTo>
                <a:cubicBezTo>
                  <a:pt x="156671" y="231536"/>
                  <a:pt x="223529" y="223532"/>
                  <a:pt x="289108" y="208141"/>
                </a:cubicBezTo>
                <a:cubicBezTo>
                  <a:pt x="342477" y="176375"/>
                  <a:pt x="402456" y="153410"/>
                  <a:pt x="468121" y="142685"/>
                </a:cubicBezTo>
                <a:cubicBezTo>
                  <a:pt x="529096" y="127192"/>
                  <a:pt x="590746" y="115417"/>
                  <a:pt x="652363" y="102301"/>
                </a:cubicBezTo>
                <a:cubicBezTo>
                  <a:pt x="713982" y="87984"/>
                  <a:pt x="774273" y="70534"/>
                  <a:pt x="832919" y="46635"/>
                </a:cubicBezTo>
                <a:cubicBezTo>
                  <a:pt x="871439" y="31865"/>
                  <a:pt x="910169" y="17672"/>
                  <a:pt x="949133" y="4585"/>
                </a:cubicBezTo>
                <a:cubicBezTo>
                  <a:pt x="979779" y="118"/>
                  <a:pt x="999130" y="-6638"/>
                  <a:pt x="1025737" y="15471"/>
                </a:cubicBezTo>
                <a:cubicBezTo>
                  <a:pt x="1033532" y="29982"/>
                  <a:pt x="1049077" y="42285"/>
                  <a:pt x="1048434" y="60227"/>
                </a:cubicBezTo>
                <a:cubicBezTo>
                  <a:pt x="1049805" y="75639"/>
                  <a:pt x="1054876" y="90722"/>
                  <a:pt x="1052584" y="106887"/>
                </a:cubicBezTo>
                <a:cubicBezTo>
                  <a:pt x="1046830" y="132242"/>
                  <a:pt x="1041739" y="157742"/>
                  <a:pt x="1030457" y="181423"/>
                </a:cubicBezTo>
                <a:cubicBezTo>
                  <a:pt x="1003776" y="216416"/>
                  <a:pt x="979899" y="253021"/>
                  <a:pt x="940307" y="275475"/>
                </a:cubicBezTo>
                <a:cubicBezTo>
                  <a:pt x="889357" y="311343"/>
                  <a:pt x="837093" y="345866"/>
                  <a:pt x="780286" y="371916"/>
                </a:cubicBezTo>
                <a:cubicBezTo>
                  <a:pt x="721157" y="403688"/>
                  <a:pt x="661681" y="435743"/>
                  <a:pt x="596568" y="453611"/>
                </a:cubicBezTo>
                <a:cubicBezTo>
                  <a:pt x="539706" y="460926"/>
                  <a:pt x="483144" y="464434"/>
                  <a:pt x="425890" y="456959"/>
                </a:cubicBezTo>
                <a:cubicBezTo>
                  <a:pt x="365887" y="452360"/>
                  <a:pt x="305399" y="447236"/>
                  <a:pt x="245219" y="440588"/>
                </a:cubicBezTo>
                <a:cubicBezTo>
                  <a:pt x="198763" y="430078"/>
                  <a:pt x="152304" y="420107"/>
                  <a:pt x="105345" y="411966"/>
                </a:cubicBezTo>
                <a:cubicBezTo>
                  <a:pt x="76764" y="405857"/>
                  <a:pt x="47677" y="402514"/>
                  <a:pt x="23560" y="384679"/>
                </a:cubicBezTo>
                <a:cubicBezTo>
                  <a:pt x="-18277" y="353737"/>
                  <a:pt x="-1400" y="314151"/>
                  <a:pt x="50594" y="31623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D2F942C7-6279-F30B-8850-FEC91AD4FA3A}"/>
              </a:ext>
            </a:extLst>
          </p:cNvPr>
          <p:cNvSpPr/>
          <p:nvPr/>
        </p:nvSpPr>
        <p:spPr>
          <a:xfrm>
            <a:off x="9117420" y="3574548"/>
            <a:ext cx="1424884" cy="588274"/>
          </a:xfrm>
          <a:custGeom>
            <a:avLst/>
            <a:gdLst>
              <a:gd name="csX0" fmla="*/ 37543 w 1424884"/>
              <a:gd name="csY0" fmla="*/ 6960 h 588274"/>
              <a:gd name="csX1" fmla="*/ 198125 w 1424884"/>
              <a:gd name="csY1" fmla="*/ 104 h 588274"/>
              <a:gd name="csX2" fmla="*/ 486609 w 1424884"/>
              <a:gd name="csY2" fmla="*/ 36390 h 588274"/>
              <a:gd name="csX3" fmla="*/ 815774 w 1424884"/>
              <a:gd name="csY3" fmla="*/ 142831 h 588274"/>
              <a:gd name="csX4" fmla="*/ 1108658 w 1424884"/>
              <a:gd name="csY4" fmla="*/ 269438 h 588274"/>
              <a:gd name="csX5" fmla="*/ 1287880 w 1424884"/>
              <a:gd name="csY5" fmla="*/ 357330 h 588274"/>
              <a:gd name="csX6" fmla="*/ 1379522 w 1424884"/>
              <a:gd name="csY6" fmla="*/ 416909 h 588274"/>
              <a:gd name="csX7" fmla="*/ 1423203 w 1424884"/>
              <a:gd name="csY7" fmla="*/ 540982 h 588274"/>
              <a:gd name="csX8" fmla="*/ 1302236 w 1424884"/>
              <a:gd name="csY8" fmla="*/ 573510 h 588274"/>
              <a:gd name="csX9" fmla="*/ 1285696 w 1424884"/>
              <a:gd name="csY9" fmla="*/ 551898 h 588274"/>
              <a:gd name="csX10" fmla="*/ 1247569 w 1424884"/>
              <a:gd name="csY10" fmla="*/ 500143 h 588274"/>
              <a:gd name="csX11" fmla="*/ 1253984 w 1424884"/>
              <a:gd name="csY11" fmla="*/ 540188 h 588274"/>
              <a:gd name="csX12" fmla="*/ 1201685 w 1424884"/>
              <a:gd name="csY12" fmla="*/ 486101 h 588274"/>
              <a:gd name="csX13" fmla="*/ 1055485 w 1424884"/>
              <a:gd name="csY13" fmla="*/ 372353 h 588274"/>
              <a:gd name="csX14" fmla="*/ 777574 w 1424884"/>
              <a:gd name="csY14" fmla="*/ 235660 h 588274"/>
              <a:gd name="csX15" fmla="*/ 468050 w 1424884"/>
              <a:gd name="csY15" fmla="*/ 123598 h 588274"/>
              <a:gd name="csX16" fmla="*/ 194416 w 1424884"/>
              <a:gd name="csY16" fmla="*/ 91167 h 588274"/>
              <a:gd name="csX17" fmla="*/ 41635 w 1424884"/>
              <a:gd name="csY17" fmla="*/ 82571 h 588274"/>
              <a:gd name="csX18" fmla="*/ 37530 w 1424884"/>
              <a:gd name="csY18" fmla="*/ 6954 h 5882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1424884" h="588274">
                <a:moveTo>
                  <a:pt x="37543" y="6960"/>
                </a:moveTo>
                <a:cubicBezTo>
                  <a:pt x="93442" y="13249"/>
                  <a:pt x="141042" y="-1361"/>
                  <a:pt x="198125" y="104"/>
                </a:cubicBezTo>
                <a:cubicBezTo>
                  <a:pt x="294461" y="11490"/>
                  <a:pt x="390549" y="23311"/>
                  <a:pt x="486609" y="36390"/>
                </a:cubicBezTo>
                <a:cubicBezTo>
                  <a:pt x="599957" y="60180"/>
                  <a:pt x="706370" y="106196"/>
                  <a:pt x="815774" y="142831"/>
                </a:cubicBezTo>
                <a:cubicBezTo>
                  <a:pt x="913081" y="185872"/>
                  <a:pt x="1012408" y="224093"/>
                  <a:pt x="1108658" y="269438"/>
                </a:cubicBezTo>
                <a:cubicBezTo>
                  <a:pt x="1171731" y="291760"/>
                  <a:pt x="1228483" y="327206"/>
                  <a:pt x="1287880" y="357330"/>
                </a:cubicBezTo>
                <a:cubicBezTo>
                  <a:pt x="1323832" y="368565"/>
                  <a:pt x="1351231" y="393340"/>
                  <a:pt x="1379522" y="416909"/>
                </a:cubicBezTo>
                <a:cubicBezTo>
                  <a:pt x="1418353" y="453678"/>
                  <a:pt x="1429592" y="486357"/>
                  <a:pt x="1423203" y="540982"/>
                </a:cubicBezTo>
                <a:cubicBezTo>
                  <a:pt x="1392434" y="602096"/>
                  <a:pt x="1364019" y="593327"/>
                  <a:pt x="1302236" y="573510"/>
                </a:cubicBezTo>
                <a:cubicBezTo>
                  <a:pt x="1283911" y="567633"/>
                  <a:pt x="1290770" y="570461"/>
                  <a:pt x="1285696" y="551898"/>
                </a:cubicBezTo>
                <a:cubicBezTo>
                  <a:pt x="1282655" y="540777"/>
                  <a:pt x="1266254" y="453829"/>
                  <a:pt x="1247569" y="500143"/>
                </a:cubicBezTo>
                <a:cubicBezTo>
                  <a:pt x="1248302" y="507040"/>
                  <a:pt x="1259026" y="574765"/>
                  <a:pt x="1253984" y="540188"/>
                </a:cubicBezTo>
                <a:cubicBezTo>
                  <a:pt x="1236559" y="522572"/>
                  <a:pt x="1220243" y="502966"/>
                  <a:pt x="1201685" y="486101"/>
                </a:cubicBezTo>
                <a:cubicBezTo>
                  <a:pt x="1154701" y="445859"/>
                  <a:pt x="1105082" y="409401"/>
                  <a:pt x="1055485" y="372353"/>
                </a:cubicBezTo>
                <a:cubicBezTo>
                  <a:pt x="965478" y="321405"/>
                  <a:pt x="874729" y="272198"/>
                  <a:pt x="777574" y="235660"/>
                </a:cubicBezTo>
                <a:cubicBezTo>
                  <a:pt x="678924" y="186811"/>
                  <a:pt x="574902" y="150102"/>
                  <a:pt x="468050" y="123598"/>
                </a:cubicBezTo>
                <a:cubicBezTo>
                  <a:pt x="378259" y="96872"/>
                  <a:pt x="288447" y="85988"/>
                  <a:pt x="194416" y="91167"/>
                </a:cubicBezTo>
                <a:cubicBezTo>
                  <a:pt x="140125" y="89201"/>
                  <a:pt x="94299" y="70229"/>
                  <a:pt x="41635" y="82571"/>
                </a:cubicBezTo>
                <a:cubicBezTo>
                  <a:pt x="-10501" y="94790"/>
                  <a:pt x="-15683" y="966"/>
                  <a:pt x="37530" y="695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E01A0E43-710C-7F2B-4184-778FAB8956AF}"/>
              </a:ext>
            </a:extLst>
          </p:cNvPr>
          <p:cNvSpPr/>
          <p:nvPr/>
        </p:nvSpPr>
        <p:spPr>
          <a:xfrm>
            <a:off x="7466635" y="2573941"/>
            <a:ext cx="811458" cy="1203497"/>
          </a:xfrm>
          <a:custGeom>
            <a:avLst/>
            <a:gdLst>
              <a:gd name="csX0" fmla="*/ 615623 w 811458"/>
              <a:gd name="csY0" fmla="*/ 1049192 h 1203497"/>
              <a:gd name="csX1" fmla="*/ 660413 w 811458"/>
              <a:gd name="csY1" fmla="*/ 987364 h 1203497"/>
              <a:gd name="csX2" fmla="*/ 698188 w 811458"/>
              <a:gd name="csY2" fmla="*/ 911382 h 1203497"/>
              <a:gd name="csX3" fmla="*/ 718757 w 811458"/>
              <a:gd name="csY3" fmla="*/ 834642 h 1203497"/>
              <a:gd name="csX4" fmla="*/ 719135 w 811458"/>
              <a:gd name="csY4" fmla="*/ 753393 h 1203497"/>
              <a:gd name="csX5" fmla="*/ 684980 w 811458"/>
              <a:gd name="csY5" fmla="*/ 646246 h 1203497"/>
              <a:gd name="csX6" fmla="*/ 620323 w 811458"/>
              <a:gd name="csY6" fmla="*/ 512020 h 1203497"/>
              <a:gd name="csX7" fmla="*/ 527986 w 811458"/>
              <a:gd name="csY7" fmla="*/ 382289 h 1203497"/>
              <a:gd name="csX8" fmla="*/ 406790 w 811458"/>
              <a:gd name="csY8" fmla="*/ 270370 h 1203497"/>
              <a:gd name="csX9" fmla="*/ 290775 w 811458"/>
              <a:gd name="csY9" fmla="*/ 178893 h 1203497"/>
              <a:gd name="csX10" fmla="*/ 210184 w 811458"/>
              <a:gd name="csY10" fmla="*/ 125992 h 1203497"/>
              <a:gd name="csX11" fmla="*/ 167842 w 811458"/>
              <a:gd name="csY11" fmla="*/ 101079 h 1203497"/>
              <a:gd name="csX12" fmla="*/ 146476 w 811458"/>
              <a:gd name="csY12" fmla="*/ 96269 h 1203497"/>
              <a:gd name="csX13" fmla="*/ 123767 w 811458"/>
              <a:gd name="csY13" fmla="*/ 82256 h 1203497"/>
              <a:gd name="csX14" fmla="*/ 91258 w 811458"/>
              <a:gd name="csY14" fmla="*/ 116553 h 1203497"/>
              <a:gd name="csX15" fmla="*/ 57750 w 811458"/>
              <a:gd name="csY15" fmla="*/ 190145 h 1203497"/>
              <a:gd name="csX16" fmla="*/ 36738 w 811458"/>
              <a:gd name="csY16" fmla="*/ 288481 h 1203497"/>
              <a:gd name="csX17" fmla="*/ 33454 w 811458"/>
              <a:gd name="csY17" fmla="*/ 409563 h 1203497"/>
              <a:gd name="csX18" fmla="*/ 53608 w 811458"/>
              <a:gd name="csY18" fmla="*/ 558762 h 1203497"/>
              <a:gd name="csX19" fmla="*/ 99557 w 811458"/>
              <a:gd name="csY19" fmla="*/ 715734 h 1203497"/>
              <a:gd name="csX20" fmla="*/ 167565 w 811458"/>
              <a:gd name="csY20" fmla="*/ 865067 h 1203497"/>
              <a:gd name="csX21" fmla="*/ 249392 w 811458"/>
              <a:gd name="csY21" fmla="*/ 995693 h 1203497"/>
              <a:gd name="csX22" fmla="*/ 366568 w 811458"/>
              <a:gd name="csY22" fmla="*/ 1117423 h 1203497"/>
              <a:gd name="csX23" fmla="*/ 454003 w 811458"/>
              <a:gd name="csY23" fmla="*/ 1190574 h 1203497"/>
              <a:gd name="csX24" fmla="*/ 447228 w 811458"/>
              <a:gd name="csY24" fmla="*/ 1202374 h 1203497"/>
              <a:gd name="csX25" fmla="*/ 343243 w 811458"/>
              <a:gd name="csY25" fmla="*/ 1145301 h 1203497"/>
              <a:gd name="csX26" fmla="*/ 214227 w 811458"/>
              <a:gd name="csY26" fmla="*/ 1021181 h 1203497"/>
              <a:gd name="csX27" fmla="*/ 133466 w 811458"/>
              <a:gd name="csY27" fmla="*/ 882430 h 1203497"/>
              <a:gd name="csX28" fmla="*/ 67237 w 811458"/>
              <a:gd name="csY28" fmla="*/ 726877 h 1203497"/>
              <a:gd name="csX29" fmla="*/ 24646 w 811458"/>
              <a:gd name="csY29" fmla="*/ 564819 h 1203497"/>
              <a:gd name="csX30" fmla="*/ 645 w 811458"/>
              <a:gd name="csY30" fmla="*/ 410419 h 1203497"/>
              <a:gd name="csX31" fmla="*/ 5641 w 811458"/>
              <a:gd name="csY31" fmla="*/ 284641 h 1203497"/>
              <a:gd name="csX32" fmla="*/ 27157 w 811458"/>
              <a:gd name="csY32" fmla="*/ 179257 h 1203497"/>
              <a:gd name="csX33" fmla="*/ 60758 w 811458"/>
              <a:gd name="csY33" fmla="*/ 99411 h 1203497"/>
              <a:gd name="csX34" fmla="*/ 96830 w 811458"/>
              <a:gd name="csY34" fmla="*/ 43801 h 1203497"/>
              <a:gd name="csX35" fmla="*/ 148248 w 811458"/>
              <a:gd name="csY35" fmla="*/ 0 h 1203497"/>
              <a:gd name="csX36" fmla="*/ 206474 w 811458"/>
              <a:gd name="csY36" fmla="*/ 10105 h 1203497"/>
              <a:gd name="csX37" fmla="*/ 265731 w 811458"/>
              <a:gd name="csY37" fmla="*/ 43812 h 1203497"/>
              <a:gd name="csX38" fmla="*/ 346753 w 811458"/>
              <a:gd name="csY38" fmla="*/ 109083 h 1203497"/>
              <a:gd name="csX39" fmla="*/ 459195 w 811458"/>
              <a:gd name="csY39" fmla="*/ 211743 h 1203497"/>
              <a:gd name="csX40" fmla="*/ 582087 w 811458"/>
              <a:gd name="csY40" fmla="*/ 335654 h 1203497"/>
              <a:gd name="csX41" fmla="*/ 687224 w 811458"/>
              <a:gd name="csY41" fmla="*/ 474395 h 1203497"/>
              <a:gd name="csX42" fmla="*/ 757255 w 811458"/>
              <a:gd name="csY42" fmla="*/ 615270 h 1203497"/>
              <a:gd name="csX43" fmla="*/ 804305 w 811458"/>
              <a:gd name="csY43" fmla="*/ 738009 h 1203497"/>
              <a:gd name="csX44" fmla="*/ 806367 w 811458"/>
              <a:gd name="csY44" fmla="*/ 852090 h 1203497"/>
              <a:gd name="csX45" fmla="*/ 775614 w 811458"/>
              <a:gd name="csY45" fmla="*/ 947579 h 1203497"/>
              <a:gd name="csX46" fmla="*/ 719870 w 811458"/>
              <a:gd name="csY46" fmla="*/ 1030791 h 1203497"/>
              <a:gd name="csX47" fmla="*/ 670986 w 811458"/>
              <a:gd name="csY47" fmla="*/ 1090419 h 1203497"/>
              <a:gd name="csX48" fmla="*/ 615622 w 811458"/>
              <a:gd name="csY48" fmla="*/ 1049185 h 12034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11458" h="1203497">
                <a:moveTo>
                  <a:pt x="615623" y="1049192"/>
                </a:moveTo>
                <a:cubicBezTo>
                  <a:pt x="628126" y="1027284"/>
                  <a:pt x="646433" y="1009090"/>
                  <a:pt x="660413" y="987364"/>
                </a:cubicBezTo>
                <a:cubicBezTo>
                  <a:pt x="677084" y="964084"/>
                  <a:pt x="687585" y="937708"/>
                  <a:pt x="698188" y="911382"/>
                </a:cubicBezTo>
                <a:cubicBezTo>
                  <a:pt x="706591" y="886219"/>
                  <a:pt x="712244" y="860409"/>
                  <a:pt x="718757" y="834642"/>
                </a:cubicBezTo>
                <a:cubicBezTo>
                  <a:pt x="724821" y="807580"/>
                  <a:pt x="721954" y="780608"/>
                  <a:pt x="719135" y="753393"/>
                </a:cubicBezTo>
                <a:cubicBezTo>
                  <a:pt x="711808" y="716480"/>
                  <a:pt x="697414" y="681637"/>
                  <a:pt x="684980" y="646246"/>
                </a:cubicBezTo>
                <a:cubicBezTo>
                  <a:pt x="663649" y="601235"/>
                  <a:pt x="645443" y="555184"/>
                  <a:pt x="620323" y="512020"/>
                </a:cubicBezTo>
                <a:cubicBezTo>
                  <a:pt x="597387" y="463802"/>
                  <a:pt x="561861" y="423125"/>
                  <a:pt x="527986" y="382289"/>
                </a:cubicBezTo>
                <a:cubicBezTo>
                  <a:pt x="492572" y="339686"/>
                  <a:pt x="447076" y="307694"/>
                  <a:pt x="406790" y="270370"/>
                </a:cubicBezTo>
                <a:cubicBezTo>
                  <a:pt x="369285" y="238365"/>
                  <a:pt x="330816" y="207631"/>
                  <a:pt x="290775" y="178893"/>
                </a:cubicBezTo>
                <a:cubicBezTo>
                  <a:pt x="265193" y="159319"/>
                  <a:pt x="237042" y="143555"/>
                  <a:pt x="210184" y="125992"/>
                </a:cubicBezTo>
                <a:cubicBezTo>
                  <a:pt x="195070" y="119217"/>
                  <a:pt x="182044" y="109426"/>
                  <a:pt x="167842" y="101079"/>
                </a:cubicBezTo>
                <a:cubicBezTo>
                  <a:pt x="160642" y="99353"/>
                  <a:pt x="153623" y="97878"/>
                  <a:pt x="146476" y="96269"/>
                </a:cubicBezTo>
                <a:cubicBezTo>
                  <a:pt x="142523" y="77357"/>
                  <a:pt x="137444" y="85852"/>
                  <a:pt x="123767" y="82256"/>
                </a:cubicBezTo>
                <a:cubicBezTo>
                  <a:pt x="110465" y="91196"/>
                  <a:pt x="100498" y="103630"/>
                  <a:pt x="91258" y="116553"/>
                </a:cubicBezTo>
                <a:cubicBezTo>
                  <a:pt x="77713" y="140006"/>
                  <a:pt x="67684" y="165119"/>
                  <a:pt x="57750" y="190145"/>
                </a:cubicBezTo>
                <a:cubicBezTo>
                  <a:pt x="44968" y="221411"/>
                  <a:pt x="40737" y="255141"/>
                  <a:pt x="36738" y="288481"/>
                </a:cubicBezTo>
                <a:cubicBezTo>
                  <a:pt x="33830" y="328589"/>
                  <a:pt x="32353" y="369304"/>
                  <a:pt x="33454" y="409563"/>
                </a:cubicBezTo>
                <a:cubicBezTo>
                  <a:pt x="36023" y="459675"/>
                  <a:pt x="44075" y="509499"/>
                  <a:pt x="53608" y="558762"/>
                </a:cubicBezTo>
                <a:cubicBezTo>
                  <a:pt x="65909" y="611968"/>
                  <a:pt x="83288" y="663671"/>
                  <a:pt x="99557" y="715734"/>
                </a:cubicBezTo>
                <a:cubicBezTo>
                  <a:pt x="120619" y="766376"/>
                  <a:pt x="141802" y="816575"/>
                  <a:pt x="167565" y="865067"/>
                </a:cubicBezTo>
                <a:cubicBezTo>
                  <a:pt x="194994" y="908682"/>
                  <a:pt x="217941" y="954687"/>
                  <a:pt x="249392" y="995693"/>
                </a:cubicBezTo>
                <a:cubicBezTo>
                  <a:pt x="283407" y="1040239"/>
                  <a:pt x="322810" y="1082315"/>
                  <a:pt x="366568" y="1117423"/>
                </a:cubicBezTo>
                <a:cubicBezTo>
                  <a:pt x="397866" y="1140747"/>
                  <a:pt x="420079" y="1171110"/>
                  <a:pt x="454003" y="1190574"/>
                </a:cubicBezTo>
                <a:cubicBezTo>
                  <a:pt x="462349" y="1195362"/>
                  <a:pt x="455570" y="1207168"/>
                  <a:pt x="447228" y="1202374"/>
                </a:cubicBezTo>
                <a:cubicBezTo>
                  <a:pt x="412697" y="1182533"/>
                  <a:pt x="372771" y="1173549"/>
                  <a:pt x="343243" y="1145301"/>
                </a:cubicBezTo>
                <a:cubicBezTo>
                  <a:pt x="298117" y="1106030"/>
                  <a:pt x="251157" y="1068910"/>
                  <a:pt x="214227" y="1021181"/>
                </a:cubicBezTo>
                <a:cubicBezTo>
                  <a:pt x="183912" y="977083"/>
                  <a:pt x="154299" y="931933"/>
                  <a:pt x="133466" y="882430"/>
                </a:cubicBezTo>
                <a:cubicBezTo>
                  <a:pt x="108775" y="831864"/>
                  <a:pt x="83615" y="780799"/>
                  <a:pt x="67237" y="726877"/>
                </a:cubicBezTo>
                <a:cubicBezTo>
                  <a:pt x="47518" y="674485"/>
                  <a:pt x="34425" y="619893"/>
                  <a:pt x="24646" y="564819"/>
                </a:cubicBezTo>
                <a:cubicBezTo>
                  <a:pt x="13186" y="513792"/>
                  <a:pt x="2597" y="462883"/>
                  <a:pt x="645" y="410419"/>
                </a:cubicBezTo>
                <a:cubicBezTo>
                  <a:pt x="-395" y="368204"/>
                  <a:pt x="-1011" y="326566"/>
                  <a:pt x="5641" y="284641"/>
                </a:cubicBezTo>
                <a:cubicBezTo>
                  <a:pt x="11251" y="249080"/>
                  <a:pt x="16330" y="213796"/>
                  <a:pt x="27157" y="179257"/>
                </a:cubicBezTo>
                <a:cubicBezTo>
                  <a:pt x="36747" y="151990"/>
                  <a:pt x="46385" y="124641"/>
                  <a:pt x="60758" y="99411"/>
                </a:cubicBezTo>
                <a:cubicBezTo>
                  <a:pt x="70569" y="79021"/>
                  <a:pt x="77980" y="58530"/>
                  <a:pt x="96830" y="43801"/>
                </a:cubicBezTo>
                <a:cubicBezTo>
                  <a:pt x="113198" y="27908"/>
                  <a:pt x="129282" y="12607"/>
                  <a:pt x="148248" y="0"/>
                </a:cubicBezTo>
                <a:cubicBezTo>
                  <a:pt x="168529" y="405"/>
                  <a:pt x="187943" y="40"/>
                  <a:pt x="206474" y="10105"/>
                </a:cubicBezTo>
                <a:cubicBezTo>
                  <a:pt x="228359" y="18295"/>
                  <a:pt x="248499" y="27568"/>
                  <a:pt x="265731" y="43812"/>
                </a:cubicBezTo>
                <a:cubicBezTo>
                  <a:pt x="294007" y="63992"/>
                  <a:pt x="320345" y="86462"/>
                  <a:pt x="346753" y="109083"/>
                </a:cubicBezTo>
                <a:cubicBezTo>
                  <a:pt x="384708" y="142806"/>
                  <a:pt x="422304" y="176855"/>
                  <a:pt x="459195" y="211743"/>
                </a:cubicBezTo>
                <a:cubicBezTo>
                  <a:pt x="503181" y="249714"/>
                  <a:pt x="542371" y="293220"/>
                  <a:pt x="582087" y="335654"/>
                </a:cubicBezTo>
                <a:cubicBezTo>
                  <a:pt x="620902" y="379119"/>
                  <a:pt x="654527" y="426269"/>
                  <a:pt x="687224" y="474395"/>
                </a:cubicBezTo>
                <a:cubicBezTo>
                  <a:pt x="712280" y="520390"/>
                  <a:pt x="738588" y="566258"/>
                  <a:pt x="757255" y="615270"/>
                </a:cubicBezTo>
                <a:cubicBezTo>
                  <a:pt x="777030" y="654472"/>
                  <a:pt x="794279" y="695143"/>
                  <a:pt x="804305" y="738009"/>
                </a:cubicBezTo>
                <a:cubicBezTo>
                  <a:pt x="811061" y="776130"/>
                  <a:pt x="815326" y="813592"/>
                  <a:pt x="806367" y="852090"/>
                </a:cubicBezTo>
                <a:cubicBezTo>
                  <a:pt x="800073" y="885388"/>
                  <a:pt x="792577" y="917738"/>
                  <a:pt x="775614" y="947579"/>
                </a:cubicBezTo>
                <a:cubicBezTo>
                  <a:pt x="759182" y="976598"/>
                  <a:pt x="741553" y="1005071"/>
                  <a:pt x="719870" y="1030791"/>
                </a:cubicBezTo>
                <a:cubicBezTo>
                  <a:pt x="703164" y="1050320"/>
                  <a:pt x="689671" y="1073888"/>
                  <a:pt x="670986" y="1090419"/>
                </a:cubicBezTo>
                <a:cubicBezTo>
                  <a:pt x="634428" y="1122765"/>
                  <a:pt x="591426" y="1091579"/>
                  <a:pt x="615622" y="104918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21D54A22-8FDF-5215-3ABB-0F01F5BB938B}"/>
              </a:ext>
            </a:extLst>
          </p:cNvPr>
          <p:cNvSpPr/>
          <p:nvPr/>
        </p:nvSpPr>
        <p:spPr>
          <a:xfrm>
            <a:off x="8381130" y="2155529"/>
            <a:ext cx="706066" cy="1559411"/>
          </a:xfrm>
          <a:custGeom>
            <a:avLst/>
            <a:gdLst>
              <a:gd name="csX0" fmla="*/ 171663 w 706066"/>
              <a:gd name="csY0" fmla="*/ 1457793 h 1559411"/>
              <a:gd name="csX1" fmla="*/ 231527 w 706066"/>
              <a:gd name="csY1" fmla="*/ 1442465 h 1559411"/>
              <a:gd name="csX2" fmla="*/ 360467 w 706066"/>
              <a:gd name="csY2" fmla="*/ 1327232 h 1559411"/>
              <a:gd name="csX3" fmla="*/ 489007 w 706066"/>
              <a:gd name="csY3" fmla="*/ 1078172 h 1559411"/>
              <a:gd name="csX4" fmla="*/ 574545 w 706066"/>
              <a:gd name="csY4" fmla="*/ 804252 h 1559411"/>
              <a:gd name="csX5" fmla="*/ 619813 w 706066"/>
              <a:gd name="csY5" fmla="*/ 575243 h 1559411"/>
              <a:gd name="csX6" fmla="*/ 632196 w 706066"/>
              <a:gd name="csY6" fmla="*/ 392667 h 1559411"/>
              <a:gd name="csX7" fmla="*/ 616989 w 706066"/>
              <a:gd name="csY7" fmla="*/ 257165 h 1559411"/>
              <a:gd name="csX8" fmla="*/ 588590 w 706066"/>
              <a:gd name="csY8" fmla="*/ 156104 h 1559411"/>
              <a:gd name="csX9" fmla="*/ 561610 w 706066"/>
              <a:gd name="csY9" fmla="*/ 104586 h 1559411"/>
              <a:gd name="csX10" fmla="*/ 547968 w 706066"/>
              <a:gd name="csY10" fmla="*/ 89340 h 1559411"/>
              <a:gd name="csX11" fmla="*/ 517130 w 706066"/>
              <a:gd name="csY11" fmla="*/ 96564 h 1559411"/>
              <a:gd name="csX12" fmla="*/ 411812 w 706066"/>
              <a:gd name="csY12" fmla="*/ 204415 h 1559411"/>
              <a:gd name="csX13" fmla="*/ 295255 w 706066"/>
              <a:gd name="csY13" fmla="*/ 416671 h 1559411"/>
              <a:gd name="csX14" fmla="*/ 174392 w 706066"/>
              <a:gd name="csY14" fmla="*/ 698601 h 1559411"/>
              <a:gd name="csX15" fmla="*/ 75761 w 706066"/>
              <a:gd name="csY15" fmla="*/ 1016193 h 1559411"/>
              <a:gd name="csX16" fmla="*/ 21365 w 706066"/>
              <a:gd name="csY16" fmla="*/ 1326584 h 1559411"/>
              <a:gd name="csX17" fmla="*/ 17077 w 706066"/>
              <a:gd name="csY17" fmla="*/ 1455696 h 1559411"/>
              <a:gd name="csX18" fmla="*/ 3487 w 706066"/>
              <a:gd name="csY18" fmla="*/ 1456382 h 1559411"/>
              <a:gd name="csX19" fmla="*/ 0 w 706066"/>
              <a:gd name="csY19" fmla="*/ 1324489 h 1559411"/>
              <a:gd name="csX20" fmla="*/ 60747 w 706066"/>
              <a:gd name="csY20" fmla="*/ 1012031 h 1559411"/>
              <a:gd name="csX21" fmla="*/ 161664 w 706066"/>
              <a:gd name="csY21" fmla="*/ 693772 h 1559411"/>
              <a:gd name="csX22" fmla="*/ 282555 w 706066"/>
              <a:gd name="csY22" fmla="*/ 410413 h 1559411"/>
              <a:gd name="csX23" fmla="*/ 390674 w 706066"/>
              <a:gd name="csY23" fmla="*/ 190843 h 1559411"/>
              <a:gd name="csX24" fmla="*/ 484133 w 706066"/>
              <a:gd name="csY24" fmla="*/ 56607 h 1559411"/>
              <a:gd name="csX25" fmla="*/ 584460 w 706066"/>
              <a:gd name="csY25" fmla="*/ 1141 h 1559411"/>
              <a:gd name="csX26" fmla="*/ 644550 w 706066"/>
              <a:gd name="csY26" fmla="*/ 50698 h 1559411"/>
              <a:gd name="csX27" fmla="*/ 675822 w 706066"/>
              <a:gd name="csY27" fmla="*/ 131566 h 1559411"/>
              <a:gd name="csX28" fmla="*/ 696882 w 706066"/>
              <a:gd name="csY28" fmla="*/ 244189 h 1559411"/>
              <a:gd name="csX29" fmla="*/ 705380 w 706066"/>
              <a:gd name="csY29" fmla="*/ 393484 h 1559411"/>
              <a:gd name="csX30" fmla="*/ 683468 w 706066"/>
              <a:gd name="csY30" fmla="*/ 587204 h 1559411"/>
              <a:gd name="csX31" fmla="*/ 620910 w 706066"/>
              <a:gd name="csY31" fmla="*/ 817137 h 1559411"/>
              <a:gd name="csX32" fmla="*/ 530203 w 706066"/>
              <a:gd name="csY32" fmla="*/ 1094372 h 1559411"/>
              <a:gd name="csX33" fmla="*/ 407930 w 706066"/>
              <a:gd name="csY33" fmla="*/ 1359995 h 1559411"/>
              <a:gd name="csX34" fmla="*/ 273456 w 706066"/>
              <a:gd name="csY34" fmla="*/ 1517682 h 1559411"/>
              <a:gd name="csX35" fmla="*/ 191433 w 706066"/>
              <a:gd name="csY35" fmla="*/ 1558375 h 1559411"/>
              <a:gd name="csX36" fmla="*/ 171672 w 706066"/>
              <a:gd name="csY36" fmla="*/ 1457782 h 15594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706066" h="1559411">
                <a:moveTo>
                  <a:pt x="171663" y="1457793"/>
                </a:moveTo>
                <a:cubicBezTo>
                  <a:pt x="192018" y="1456780"/>
                  <a:pt x="211718" y="1449420"/>
                  <a:pt x="231527" y="1442465"/>
                </a:cubicBezTo>
                <a:cubicBezTo>
                  <a:pt x="285337" y="1418312"/>
                  <a:pt x="323948" y="1371894"/>
                  <a:pt x="360467" y="1327232"/>
                </a:cubicBezTo>
                <a:cubicBezTo>
                  <a:pt x="416010" y="1251154"/>
                  <a:pt x="454262" y="1165192"/>
                  <a:pt x="489007" y="1078172"/>
                </a:cubicBezTo>
                <a:cubicBezTo>
                  <a:pt x="523645" y="988869"/>
                  <a:pt x="550029" y="896750"/>
                  <a:pt x="574545" y="804252"/>
                </a:cubicBezTo>
                <a:cubicBezTo>
                  <a:pt x="594055" y="728812"/>
                  <a:pt x="607708" y="652148"/>
                  <a:pt x="619813" y="575243"/>
                </a:cubicBezTo>
                <a:cubicBezTo>
                  <a:pt x="629265" y="514867"/>
                  <a:pt x="633765" y="453751"/>
                  <a:pt x="632196" y="392667"/>
                </a:cubicBezTo>
                <a:cubicBezTo>
                  <a:pt x="632208" y="346902"/>
                  <a:pt x="624527" y="302083"/>
                  <a:pt x="616989" y="257165"/>
                </a:cubicBezTo>
                <a:cubicBezTo>
                  <a:pt x="609681" y="222895"/>
                  <a:pt x="599365" y="189304"/>
                  <a:pt x="588590" y="156104"/>
                </a:cubicBezTo>
                <a:cubicBezTo>
                  <a:pt x="584451" y="136066"/>
                  <a:pt x="573313" y="120513"/>
                  <a:pt x="561610" y="104586"/>
                </a:cubicBezTo>
                <a:cubicBezTo>
                  <a:pt x="558129" y="98722"/>
                  <a:pt x="552516" y="94422"/>
                  <a:pt x="547968" y="89340"/>
                </a:cubicBezTo>
                <a:cubicBezTo>
                  <a:pt x="567806" y="75999"/>
                  <a:pt x="522887" y="93825"/>
                  <a:pt x="517130" y="96564"/>
                </a:cubicBezTo>
                <a:cubicBezTo>
                  <a:pt x="475369" y="125690"/>
                  <a:pt x="442497" y="164158"/>
                  <a:pt x="411812" y="204415"/>
                </a:cubicBezTo>
                <a:cubicBezTo>
                  <a:pt x="365074" y="270742"/>
                  <a:pt x="330461" y="343900"/>
                  <a:pt x="295255" y="416671"/>
                </a:cubicBezTo>
                <a:cubicBezTo>
                  <a:pt x="250172" y="508565"/>
                  <a:pt x="210585" y="602904"/>
                  <a:pt x="174392" y="698601"/>
                </a:cubicBezTo>
                <a:cubicBezTo>
                  <a:pt x="135890" y="802633"/>
                  <a:pt x="103408" y="908799"/>
                  <a:pt x="75761" y="1016193"/>
                </a:cubicBezTo>
                <a:cubicBezTo>
                  <a:pt x="50804" y="1118330"/>
                  <a:pt x="31518" y="1221914"/>
                  <a:pt x="21365" y="1326584"/>
                </a:cubicBezTo>
                <a:cubicBezTo>
                  <a:pt x="12713" y="1369342"/>
                  <a:pt x="14889" y="1412535"/>
                  <a:pt x="17077" y="1455696"/>
                </a:cubicBezTo>
                <a:cubicBezTo>
                  <a:pt x="17564" y="1465306"/>
                  <a:pt x="3970" y="1465991"/>
                  <a:pt x="3487" y="1456382"/>
                </a:cubicBezTo>
                <a:cubicBezTo>
                  <a:pt x="1279" y="1412430"/>
                  <a:pt x="338" y="1368501"/>
                  <a:pt x="0" y="1324489"/>
                </a:cubicBezTo>
                <a:cubicBezTo>
                  <a:pt x="10456" y="1218514"/>
                  <a:pt x="28698" y="1113872"/>
                  <a:pt x="60747" y="1012031"/>
                </a:cubicBezTo>
                <a:cubicBezTo>
                  <a:pt x="92316" y="905303"/>
                  <a:pt x="122009" y="797909"/>
                  <a:pt x="161664" y="693772"/>
                </a:cubicBezTo>
                <a:cubicBezTo>
                  <a:pt x="198014" y="597674"/>
                  <a:pt x="235595" y="501920"/>
                  <a:pt x="282555" y="410413"/>
                </a:cubicBezTo>
                <a:cubicBezTo>
                  <a:pt x="318973" y="337390"/>
                  <a:pt x="353823" y="263595"/>
                  <a:pt x="390674" y="190843"/>
                </a:cubicBezTo>
                <a:cubicBezTo>
                  <a:pt x="416633" y="142482"/>
                  <a:pt x="445320" y="95824"/>
                  <a:pt x="484133" y="56607"/>
                </a:cubicBezTo>
                <a:cubicBezTo>
                  <a:pt x="511916" y="25713"/>
                  <a:pt x="538636" y="-6512"/>
                  <a:pt x="584460" y="1141"/>
                </a:cubicBezTo>
                <a:cubicBezTo>
                  <a:pt x="609233" y="13719"/>
                  <a:pt x="628536" y="26945"/>
                  <a:pt x="644550" y="50698"/>
                </a:cubicBezTo>
                <a:cubicBezTo>
                  <a:pt x="657617" y="76664"/>
                  <a:pt x="668905" y="103106"/>
                  <a:pt x="675822" y="131566"/>
                </a:cubicBezTo>
                <a:cubicBezTo>
                  <a:pt x="683713" y="168928"/>
                  <a:pt x="691273" y="206386"/>
                  <a:pt x="696882" y="244189"/>
                </a:cubicBezTo>
                <a:cubicBezTo>
                  <a:pt x="703642" y="293644"/>
                  <a:pt x="707778" y="343487"/>
                  <a:pt x="705380" y="393484"/>
                </a:cubicBezTo>
                <a:cubicBezTo>
                  <a:pt x="702425" y="458503"/>
                  <a:pt x="697145" y="523405"/>
                  <a:pt x="683468" y="587204"/>
                </a:cubicBezTo>
                <a:cubicBezTo>
                  <a:pt x="666535" y="664864"/>
                  <a:pt x="643945" y="741099"/>
                  <a:pt x="620910" y="817137"/>
                </a:cubicBezTo>
                <a:cubicBezTo>
                  <a:pt x="593689" y="910585"/>
                  <a:pt x="565181" y="1003446"/>
                  <a:pt x="530203" y="1094372"/>
                </a:cubicBezTo>
                <a:cubicBezTo>
                  <a:pt x="494924" y="1185241"/>
                  <a:pt x="457058" y="1275633"/>
                  <a:pt x="407930" y="1359995"/>
                </a:cubicBezTo>
                <a:cubicBezTo>
                  <a:pt x="372244" y="1420749"/>
                  <a:pt x="332206" y="1476982"/>
                  <a:pt x="273456" y="1517682"/>
                </a:cubicBezTo>
                <a:cubicBezTo>
                  <a:pt x="247890" y="1534089"/>
                  <a:pt x="220904" y="1553094"/>
                  <a:pt x="191433" y="1558375"/>
                </a:cubicBezTo>
                <a:cubicBezTo>
                  <a:pt x="120081" y="1571163"/>
                  <a:pt x="99272" y="1461382"/>
                  <a:pt x="171672" y="1457782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8C5A058F-5D89-F389-8FED-B5C7160CAF6B}"/>
              </a:ext>
            </a:extLst>
          </p:cNvPr>
          <p:cNvSpPr/>
          <p:nvPr/>
        </p:nvSpPr>
        <p:spPr>
          <a:xfrm>
            <a:off x="8812551" y="2806612"/>
            <a:ext cx="600087" cy="840122"/>
          </a:xfrm>
          <a:custGeom>
            <a:avLst/>
            <a:gdLst>
              <a:gd name="csX0" fmla="*/ 22468 w 600087"/>
              <a:gd name="csY0" fmla="*/ 758989 h 840122"/>
              <a:gd name="csX1" fmla="*/ 95765 w 600087"/>
              <a:gd name="csY1" fmla="*/ 712523 h 840122"/>
              <a:gd name="csX2" fmla="*/ 246727 w 600087"/>
              <a:gd name="csY2" fmla="*/ 566885 h 840122"/>
              <a:gd name="csX3" fmla="*/ 384516 w 600087"/>
              <a:gd name="csY3" fmla="*/ 385491 h 840122"/>
              <a:gd name="csX4" fmla="*/ 494719 w 600087"/>
              <a:gd name="csY4" fmla="*/ 203945 h 840122"/>
              <a:gd name="csX5" fmla="*/ 578261 w 600087"/>
              <a:gd name="csY5" fmla="*/ 34066 h 840122"/>
              <a:gd name="csX6" fmla="*/ 586660 w 600087"/>
              <a:gd name="csY6" fmla="*/ 5307 h 840122"/>
              <a:gd name="csX7" fmla="*/ 599722 w 600087"/>
              <a:gd name="csY7" fmla="*/ 9122 h 840122"/>
              <a:gd name="csX8" fmla="*/ 591198 w 600087"/>
              <a:gd name="csY8" fmla="*/ 38285 h 840122"/>
              <a:gd name="csX9" fmla="*/ 525282 w 600087"/>
              <a:gd name="csY9" fmla="*/ 220432 h 840122"/>
              <a:gd name="csX10" fmla="*/ 413811 w 600087"/>
              <a:gd name="csY10" fmla="*/ 405483 h 840122"/>
              <a:gd name="csX11" fmla="*/ 275375 w 600087"/>
              <a:gd name="csY11" fmla="*/ 592240 h 840122"/>
              <a:gd name="csX12" fmla="*/ 133272 w 600087"/>
              <a:gd name="csY12" fmla="*/ 751917 h 840122"/>
              <a:gd name="csX13" fmla="*/ 65177 w 600087"/>
              <a:gd name="csY13" fmla="*/ 829797 h 840122"/>
              <a:gd name="csX14" fmla="*/ 22467 w 600087"/>
              <a:gd name="csY14" fmla="*/ 758995 h 840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600087" h="840122">
                <a:moveTo>
                  <a:pt x="22468" y="758989"/>
                </a:moveTo>
                <a:cubicBezTo>
                  <a:pt x="48467" y="747628"/>
                  <a:pt x="72772" y="729570"/>
                  <a:pt x="95765" y="712523"/>
                </a:cubicBezTo>
                <a:cubicBezTo>
                  <a:pt x="150448" y="668753"/>
                  <a:pt x="199092" y="618063"/>
                  <a:pt x="246727" y="566885"/>
                </a:cubicBezTo>
                <a:cubicBezTo>
                  <a:pt x="297206" y="509940"/>
                  <a:pt x="342386" y="448775"/>
                  <a:pt x="384516" y="385491"/>
                </a:cubicBezTo>
                <a:cubicBezTo>
                  <a:pt x="422240" y="325490"/>
                  <a:pt x="459610" y="265515"/>
                  <a:pt x="494719" y="203945"/>
                </a:cubicBezTo>
                <a:cubicBezTo>
                  <a:pt x="527212" y="149396"/>
                  <a:pt x="558423" y="94922"/>
                  <a:pt x="578261" y="34066"/>
                </a:cubicBezTo>
                <a:cubicBezTo>
                  <a:pt x="581061" y="24480"/>
                  <a:pt x="583861" y="14894"/>
                  <a:pt x="586660" y="5307"/>
                </a:cubicBezTo>
                <a:cubicBezTo>
                  <a:pt x="589358" y="-3929"/>
                  <a:pt x="602420" y="-113"/>
                  <a:pt x="599722" y="9122"/>
                </a:cubicBezTo>
                <a:cubicBezTo>
                  <a:pt x="596881" y="18844"/>
                  <a:pt x="594039" y="28564"/>
                  <a:pt x="591198" y="38285"/>
                </a:cubicBezTo>
                <a:cubicBezTo>
                  <a:pt x="571192" y="99596"/>
                  <a:pt x="554392" y="162977"/>
                  <a:pt x="525282" y="220432"/>
                </a:cubicBezTo>
                <a:cubicBezTo>
                  <a:pt x="492587" y="284460"/>
                  <a:pt x="456397" y="347505"/>
                  <a:pt x="413811" y="405483"/>
                </a:cubicBezTo>
                <a:cubicBezTo>
                  <a:pt x="369394" y="468979"/>
                  <a:pt x="326410" y="533747"/>
                  <a:pt x="275375" y="592240"/>
                </a:cubicBezTo>
                <a:cubicBezTo>
                  <a:pt x="229433" y="646751"/>
                  <a:pt x="179506" y="697663"/>
                  <a:pt x="133272" y="751917"/>
                </a:cubicBezTo>
                <a:cubicBezTo>
                  <a:pt x="111247" y="778443"/>
                  <a:pt x="90413" y="806155"/>
                  <a:pt x="65177" y="829797"/>
                </a:cubicBezTo>
                <a:cubicBezTo>
                  <a:pt x="22509" y="869772"/>
                  <a:pt x="-31111" y="782408"/>
                  <a:pt x="22467" y="75899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11E8B837-7E9D-5543-5377-AFBA05A4FD92}"/>
              </a:ext>
            </a:extLst>
          </p:cNvPr>
          <p:cNvSpPr/>
          <p:nvPr/>
        </p:nvSpPr>
        <p:spPr>
          <a:xfrm>
            <a:off x="8951989" y="2107506"/>
            <a:ext cx="579866" cy="821256"/>
          </a:xfrm>
          <a:custGeom>
            <a:avLst/>
            <a:gdLst>
              <a:gd name="csX0" fmla="*/ 524157 w 579866"/>
              <a:gd name="csY0" fmla="*/ 242038 h 821256"/>
              <a:gd name="csX1" fmla="*/ 531629 w 579866"/>
              <a:gd name="csY1" fmla="*/ 195381 h 821256"/>
              <a:gd name="csX2" fmla="*/ 536382 w 579866"/>
              <a:gd name="csY2" fmla="*/ 122180 h 821256"/>
              <a:gd name="csX3" fmla="*/ 532125 w 579866"/>
              <a:gd name="csY3" fmla="*/ 62173 h 821256"/>
              <a:gd name="csX4" fmla="*/ 526167 w 579866"/>
              <a:gd name="csY4" fmla="*/ 41098 h 821256"/>
              <a:gd name="csX5" fmla="*/ 524517 w 579866"/>
              <a:gd name="csY5" fmla="*/ 49658 h 821256"/>
              <a:gd name="csX6" fmla="*/ 441930 w 579866"/>
              <a:gd name="csY6" fmla="*/ 153909 h 821256"/>
              <a:gd name="csX7" fmla="*/ 306780 w 579866"/>
              <a:gd name="csY7" fmla="*/ 361716 h 821256"/>
              <a:gd name="csX8" fmla="*/ 153951 w 579866"/>
              <a:gd name="csY8" fmla="*/ 586458 h 821256"/>
              <a:gd name="csX9" fmla="*/ 12962 w 579866"/>
              <a:gd name="csY9" fmla="*/ 817363 h 821256"/>
              <a:gd name="csX10" fmla="*/ 1069 w 579866"/>
              <a:gd name="csY10" fmla="*/ 810752 h 821256"/>
              <a:gd name="csX11" fmla="*/ 142611 w 579866"/>
              <a:gd name="csY11" fmla="*/ 578942 h 821256"/>
              <a:gd name="csX12" fmla="*/ 295468 w 579866"/>
              <a:gd name="csY12" fmla="*/ 354152 h 821256"/>
              <a:gd name="csX13" fmla="*/ 430275 w 579866"/>
              <a:gd name="csY13" fmla="*/ 146888 h 821256"/>
              <a:gd name="csX14" fmla="*/ 500831 w 579866"/>
              <a:gd name="csY14" fmla="*/ 22815 h 821256"/>
              <a:gd name="csX15" fmla="*/ 564862 w 579866"/>
              <a:gd name="csY15" fmla="*/ 10814 h 821256"/>
              <a:gd name="csX16" fmla="*/ 579576 w 579866"/>
              <a:gd name="csY16" fmla="*/ 58900 h 821256"/>
              <a:gd name="csX17" fmla="*/ 578384 w 579866"/>
              <a:gd name="csY17" fmla="*/ 123851 h 821256"/>
              <a:gd name="csX18" fmla="*/ 569886 w 579866"/>
              <a:gd name="csY18" fmla="*/ 201051 h 821256"/>
              <a:gd name="csX19" fmla="*/ 562260 w 579866"/>
              <a:gd name="csY19" fmla="*/ 251638 h 821256"/>
              <a:gd name="csX20" fmla="*/ 524159 w 579866"/>
              <a:gd name="csY20" fmla="*/ 242033 h 8212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79866" h="821256">
                <a:moveTo>
                  <a:pt x="524157" y="242038"/>
                </a:moveTo>
                <a:cubicBezTo>
                  <a:pt x="521088" y="229310"/>
                  <a:pt x="527929" y="210189"/>
                  <a:pt x="531629" y="195381"/>
                </a:cubicBezTo>
                <a:cubicBezTo>
                  <a:pt x="537265" y="171228"/>
                  <a:pt x="537669" y="146765"/>
                  <a:pt x="536382" y="122180"/>
                </a:cubicBezTo>
                <a:cubicBezTo>
                  <a:pt x="537937" y="102022"/>
                  <a:pt x="534379" y="82073"/>
                  <a:pt x="532125" y="62173"/>
                </a:cubicBezTo>
                <a:cubicBezTo>
                  <a:pt x="533053" y="55495"/>
                  <a:pt x="526875" y="43605"/>
                  <a:pt x="526167" y="41098"/>
                </a:cubicBezTo>
                <a:cubicBezTo>
                  <a:pt x="543747" y="52035"/>
                  <a:pt x="526348" y="40158"/>
                  <a:pt x="524517" y="49658"/>
                </a:cubicBezTo>
                <a:cubicBezTo>
                  <a:pt x="488839" y="77027"/>
                  <a:pt x="464821" y="115900"/>
                  <a:pt x="441930" y="153909"/>
                </a:cubicBezTo>
                <a:cubicBezTo>
                  <a:pt x="398793" y="224405"/>
                  <a:pt x="352720" y="293031"/>
                  <a:pt x="306780" y="361716"/>
                </a:cubicBezTo>
                <a:cubicBezTo>
                  <a:pt x="255871" y="436661"/>
                  <a:pt x="204005" y="510934"/>
                  <a:pt x="153951" y="586458"/>
                </a:cubicBezTo>
                <a:cubicBezTo>
                  <a:pt x="103943" y="661567"/>
                  <a:pt x="56796" y="738506"/>
                  <a:pt x="12962" y="817363"/>
                </a:cubicBezTo>
                <a:cubicBezTo>
                  <a:pt x="8287" y="825773"/>
                  <a:pt x="-3606" y="819161"/>
                  <a:pt x="1069" y="810752"/>
                </a:cubicBezTo>
                <a:cubicBezTo>
                  <a:pt x="45083" y="731585"/>
                  <a:pt x="92405" y="654342"/>
                  <a:pt x="142611" y="578942"/>
                </a:cubicBezTo>
                <a:cubicBezTo>
                  <a:pt x="192673" y="503401"/>
                  <a:pt x="244547" y="429104"/>
                  <a:pt x="295468" y="354152"/>
                </a:cubicBezTo>
                <a:cubicBezTo>
                  <a:pt x="341288" y="285649"/>
                  <a:pt x="387244" y="217201"/>
                  <a:pt x="430275" y="146888"/>
                </a:cubicBezTo>
                <a:cubicBezTo>
                  <a:pt x="454863" y="106064"/>
                  <a:pt x="473981" y="62208"/>
                  <a:pt x="500831" y="22815"/>
                </a:cubicBezTo>
                <a:cubicBezTo>
                  <a:pt x="521922" y="866"/>
                  <a:pt x="537780" y="-9265"/>
                  <a:pt x="564862" y="10814"/>
                </a:cubicBezTo>
                <a:cubicBezTo>
                  <a:pt x="573182" y="26251"/>
                  <a:pt x="581546" y="39425"/>
                  <a:pt x="579576" y="58900"/>
                </a:cubicBezTo>
                <a:cubicBezTo>
                  <a:pt x="579397" y="80562"/>
                  <a:pt x="578373" y="102178"/>
                  <a:pt x="578384" y="123851"/>
                </a:cubicBezTo>
                <a:cubicBezTo>
                  <a:pt x="574574" y="149539"/>
                  <a:pt x="571814" y="175166"/>
                  <a:pt x="569886" y="201051"/>
                </a:cubicBezTo>
                <a:cubicBezTo>
                  <a:pt x="568973" y="217778"/>
                  <a:pt x="570379" y="238874"/>
                  <a:pt x="562260" y="251638"/>
                </a:cubicBezTo>
                <a:cubicBezTo>
                  <a:pt x="547348" y="275081"/>
                  <a:pt x="530672" y="269043"/>
                  <a:pt x="524159" y="242033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7B5A3402-B1AE-D217-5F99-7D075594886D}"/>
              </a:ext>
            </a:extLst>
          </p:cNvPr>
          <p:cNvSpPr/>
          <p:nvPr/>
        </p:nvSpPr>
        <p:spPr>
          <a:xfrm>
            <a:off x="9175602" y="1645294"/>
            <a:ext cx="874831" cy="1760874"/>
          </a:xfrm>
          <a:custGeom>
            <a:avLst/>
            <a:gdLst>
              <a:gd name="csX0" fmla="*/ 4222 w 874831"/>
              <a:gd name="csY0" fmla="*/ 1720853 h 1760874"/>
              <a:gd name="csX1" fmla="*/ 76151 w 874831"/>
              <a:gd name="csY1" fmla="*/ 1631727 h 1760874"/>
              <a:gd name="csX2" fmla="*/ 236828 w 874831"/>
              <a:gd name="csY2" fmla="*/ 1419129 h 1760874"/>
              <a:gd name="csX3" fmla="*/ 438234 w 874831"/>
              <a:gd name="csY3" fmla="*/ 1157496 h 1760874"/>
              <a:gd name="csX4" fmla="*/ 629792 w 874831"/>
              <a:gd name="csY4" fmla="*/ 851439 h 1760874"/>
              <a:gd name="csX5" fmla="*/ 725585 w 874831"/>
              <a:gd name="csY5" fmla="*/ 583263 h 1760874"/>
              <a:gd name="csX6" fmla="*/ 781722 w 874831"/>
              <a:gd name="csY6" fmla="*/ 360797 h 1760874"/>
              <a:gd name="csX7" fmla="*/ 801658 w 874831"/>
              <a:gd name="csY7" fmla="*/ 192995 h 1760874"/>
              <a:gd name="csX8" fmla="*/ 790311 w 874831"/>
              <a:gd name="csY8" fmla="*/ 107831 h 1760874"/>
              <a:gd name="csX9" fmla="*/ 769938 w 874831"/>
              <a:gd name="csY9" fmla="*/ 89490 h 1760874"/>
              <a:gd name="csX10" fmla="*/ 750898 w 874831"/>
              <a:gd name="csY10" fmla="*/ 93555 h 1760874"/>
              <a:gd name="csX11" fmla="*/ 597050 w 874831"/>
              <a:gd name="csY11" fmla="*/ 203130 h 1760874"/>
              <a:gd name="csX12" fmla="*/ 537537 w 874831"/>
              <a:gd name="csY12" fmla="*/ 286484 h 1760874"/>
              <a:gd name="csX13" fmla="*/ 526284 w 874831"/>
              <a:gd name="csY13" fmla="*/ 278835 h 1760874"/>
              <a:gd name="csX14" fmla="*/ 586598 w 874831"/>
              <a:gd name="csY14" fmla="*/ 194419 h 1760874"/>
              <a:gd name="csX15" fmla="*/ 712461 w 874831"/>
              <a:gd name="csY15" fmla="*/ 26208 h 1760874"/>
              <a:gd name="csX16" fmla="*/ 828818 w 874831"/>
              <a:gd name="csY16" fmla="*/ 14517 h 1760874"/>
              <a:gd name="csX17" fmla="*/ 874028 w 874831"/>
              <a:gd name="csY17" fmla="*/ 88384 h 1760874"/>
              <a:gd name="csX18" fmla="*/ 864523 w 874831"/>
              <a:gd name="csY18" fmla="*/ 201675 h 1760874"/>
              <a:gd name="csX19" fmla="*/ 819628 w 874831"/>
              <a:gd name="csY19" fmla="*/ 370000 h 1760874"/>
              <a:gd name="csX20" fmla="*/ 759868 w 874831"/>
              <a:gd name="csY20" fmla="*/ 593657 h 1760874"/>
              <a:gd name="csX21" fmla="*/ 645701 w 874831"/>
              <a:gd name="csY21" fmla="*/ 859652 h 1760874"/>
              <a:gd name="csX22" fmla="*/ 467003 w 874831"/>
              <a:gd name="csY22" fmla="*/ 1177149 h 1760874"/>
              <a:gd name="csX23" fmla="*/ 273121 w 874831"/>
              <a:gd name="csY23" fmla="*/ 1446983 h 1760874"/>
              <a:gd name="csX24" fmla="*/ 113682 w 874831"/>
              <a:gd name="csY24" fmla="*/ 1660771 h 1760874"/>
              <a:gd name="csX25" fmla="*/ 42390 w 874831"/>
              <a:gd name="csY25" fmla="*/ 1752400 h 1760874"/>
              <a:gd name="csX26" fmla="*/ 4232 w 874831"/>
              <a:gd name="csY26" fmla="*/ 1720861 h 17608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74831" h="1760874">
                <a:moveTo>
                  <a:pt x="4222" y="1720853"/>
                </a:moveTo>
                <a:cubicBezTo>
                  <a:pt x="20362" y="1684888"/>
                  <a:pt x="49929" y="1659996"/>
                  <a:pt x="76151" y="1631727"/>
                </a:cubicBezTo>
                <a:cubicBezTo>
                  <a:pt x="137340" y="1566796"/>
                  <a:pt x="182336" y="1489423"/>
                  <a:pt x="236828" y="1419129"/>
                </a:cubicBezTo>
                <a:cubicBezTo>
                  <a:pt x="307350" y="1334506"/>
                  <a:pt x="374331" y="1247184"/>
                  <a:pt x="438234" y="1157496"/>
                </a:cubicBezTo>
                <a:cubicBezTo>
                  <a:pt x="505893" y="1058160"/>
                  <a:pt x="577756" y="960071"/>
                  <a:pt x="629792" y="851439"/>
                </a:cubicBezTo>
                <a:cubicBezTo>
                  <a:pt x="671377" y="765523"/>
                  <a:pt x="700822" y="675160"/>
                  <a:pt x="725585" y="583263"/>
                </a:cubicBezTo>
                <a:cubicBezTo>
                  <a:pt x="748035" y="510098"/>
                  <a:pt x="764357" y="435282"/>
                  <a:pt x="781722" y="360797"/>
                </a:cubicBezTo>
                <a:cubicBezTo>
                  <a:pt x="791472" y="305176"/>
                  <a:pt x="799126" y="249402"/>
                  <a:pt x="801658" y="192995"/>
                </a:cubicBezTo>
                <a:cubicBezTo>
                  <a:pt x="806610" y="163105"/>
                  <a:pt x="797698" y="135300"/>
                  <a:pt x="790311" y="107831"/>
                </a:cubicBezTo>
                <a:cubicBezTo>
                  <a:pt x="786310" y="98345"/>
                  <a:pt x="777268" y="95222"/>
                  <a:pt x="769938" y="89490"/>
                </a:cubicBezTo>
                <a:cubicBezTo>
                  <a:pt x="768984" y="86262"/>
                  <a:pt x="756670" y="92323"/>
                  <a:pt x="750898" y="93555"/>
                </a:cubicBezTo>
                <a:cubicBezTo>
                  <a:pt x="686684" y="114925"/>
                  <a:pt x="639894" y="151711"/>
                  <a:pt x="597050" y="203130"/>
                </a:cubicBezTo>
                <a:cubicBezTo>
                  <a:pt x="557022" y="256247"/>
                  <a:pt x="576931" y="228513"/>
                  <a:pt x="537537" y="286484"/>
                </a:cubicBezTo>
                <a:cubicBezTo>
                  <a:pt x="532129" y="294442"/>
                  <a:pt x="520874" y="286791"/>
                  <a:pt x="526284" y="278835"/>
                </a:cubicBezTo>
                <a:cubicBezTo>
                  <a:pt x="566195" y="220142"/>
                  <a:pt x="546018" y="248230"/>
                  <a:pt x="586598" y="194419"/>
                </a:cubicBezTo>
                <a:cubicBezTo>
                  <a:pt x="631894" y="140081"/>
                  <a:pt x="664650" y="77700"/>
                  <a:pt x="712461" y="26208"/>
                </a:cubicBezTo>
                <a:cubicBezTo>
                  <a:pt x="750255" y="-1237"/>
                  <a:pt x="787139" y="-10314"/>
                  <a:pt x="828818" y="14517"/>
                </a:cubicBezTo>
                <a:cubicBezTo>
                  <a:pt x="850478" y="35680"/>
                  <a:pt x="868697" y="57238"/>
                  <a:pt x="874028" y="88384"/>
                </a:cubicBezTo>
                <a:cubicBezTo>
                  <a:pt x="876201" y="127115"/>
                  <a:pt x="874262" y="163757"/>
                  <a:pt x="864523" y="201675"/>
                </a:cubicBezTo>
                <a:cubicBezTo>
                  <a:pt x="851581" y="258309"/>
                  <a:pt x="836845" y="314431"/>
                  <a:pt x="819628" y="370000"/>
                </a:cubicBezTo>
                <a:cubicBezTo>
                  <a:pt x="800734" y="444828"/>
                  <a:pt x="778785" y="518857"/>
                  <a:pt x="759868" y="593657"/>
                </a:cubicBezTo>
                <a:cubicBezTo>
                  <a:pt x="729023" y="685190"/>
                  <a:pt x="691955" y="774746"/>
                  <a:pt x="645701" y="859652"/>
                </a:cubicBezTo>
                <a:cubicBezTo>
                  <a:pt x="586780" y="965799"/>
                  <a:pt x="535297" y="1076222"/>
                  <a:pt x="467003" y="1177149"/>
                </a:cubicBezTo>
                <a:cubicBezTo>
                  <a:pt x="406238" y="1269912"/>
                  <a:pt x="340406" y="1358867"/>
                  <a:pt x="273121" y="1446983"/>
                </a:cubicBezTo>
                <a:cubicBezTo>
                  <a:pt x="219329" y="1517789"/>
                  <a:pt x="159450" y="1584181"/>
                  <a:pt x="113682" y="1660771"/>
                </a:cubicBezTo>
                <a:cubicBezTo>
                  <a:pt x="92459" y="1693801"/>
                  <a:pt x="74607" y="1728425"/>
                  <a:pt x="42390" y="1752400"/>
                </a:cubicBezTo>
                <a:cubicBezTo>
                  <a:pt x="14307" y="1773298"/>
                  <a:pt x="-10099" y="1752797"/>
                  <a:pt x="4232" y="172086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92C3E325-F6A1-034A-00B9-BE48E622412E}"/>
              </a:ext>
            </a:extLst>
          </p:cNvPr>
          <p:cNvSpPr/>
          <p:nvPr/>
        </p:nvSpPr>
        <p:spPr>
          <a:xfrm>
            <a:off x="6556623" y="2684045"/>
            <a:ext cx="1308942" cy="1142169"/>
          </a:xfrm>
          <a:custGeom>
            <a:avLst/>
            <a:gdLst>
              <a:gd name="csX0" fmla="*/ 1265126 w 1308942"/>
              <a:gd name="csY0" fmla="*/ 1140160 h 1142169"/>
              <a:gd name="csX1" fmla="*/ 1170852 w 1308942"/>
              <a:gd name="csY1" fmla="*/ 1111350 h 1142169"/>
              <a:gd name="csX2" fmla="*/ 921421 w 1308942"/>
              <a:gd name="csY2" fmla="*/ 1022181 h 1142169"/>
              <a:gd name="csX3" fmla="*/ 593980 w 1308942"/>
              <a:gd name="csY3" fmla="*/ 864180 h 1142169"/>
              <a:gd name="csX4" fmla="*/ 315193 w 1308942"/>
              <a:gd name="csY4" fmla="*/ 592089 h 1142169"/>
              <a:gd name="csX5" fmla="*/ 130817 w 1308942"/>
              <a:gd name="csY5" fmla="*/ 328761 h 1142169"/>
              <a:gd name="csX6" fmla="*/ 54251 w 1308942"/>
              <a:gd name="csY6" fmla="*/ 160511 h 1142169"/>
              <a:gd name="csX7" fmla="*/ 20673 w 1308942"/>
              <a:gd name="csY7" fmla="*/ 84043 h 1142169"/>
              <a:gd name="csX8" fmla="*/ 1467 w 1308942"/>
              <a:gd name="csY8" fmla="*/ 49166 h 1142169"/>
              <a:gd name="csX9" fmla="*/ 51244 w 1308942"/>
              <a:gd name="csY9" fmla="*/ 62 h 1142169"/>
              <a:gd name="csX10" fmla="*/ 148999 w 1308942"/>
              <a:gd name="csY10" fmla="*/ 42823 h 1142169"/>
              <a:gd name="csX11" fmla="*/ 342661 w 1308942"/>
              <a:gd name="csY11" fmla="*/ 112206 h 1142169"/>
              <a:gd name="csX12" fmla="*/ 604675 w 1308942"/>
              <a:gd name="csY12" fmla="*/ 256615 h 1142169"/>
              <a:gd name="csX13" fmla="*/ 839828 w 1308942"/>
              <a:gd name="csY13" fmla="*/ 431446 h 1142169"/>
              <a:gd name="csX14" fmla="*/ 942412 w 1308942"/>
              <a:gd name="csY14" fmla="*/ 554871 h 1142169"/>
              <a:gd name="csX15" fmla="*/ 932162 w 1308942"/>
              <a:gd name="csY15" fmla="*/ 563820 h 1142169"/>
              <a:gd name="csX16" fmla="*/ 815548 w 1308942"/>
              <a:gd name="csY16" fmla="*/ 458625 h 1142169"/>
              <a:gd name="csX17" fmla="*/ 590786 w 1308942"/>
              <a:gd name="csY17" fmla="*/ 277993 h 1142169"/>
              <a:gd name="csX18" fmla="*/ 333240 w 1308942"/>
              <a:gd name="csY18" fmla="*/ 138824 h 1142169"/>
              <a:gd name="csX19" fmla="*/ 134653 w 1308942"/>
              <a:gd name="csY19" fmla="*/ 84426 h 1142169"/>
              <a:gd name="csX20" fmla="*/ 40533 w 1308942"/>
              <a:gd name="csY20" fmla="*/ 63207 h 1142169"/>
              <a:gd name="csX21" fmla="*/ 65866 w 1308942"/>
              <a:gd name="csY21" fmla="*/ 28037 h 1142169"/>
              <a:gd name="csX22" fmla="*/ 76475 w 1308942"/>
              <a:gd name="csY22" fmla="*/ 62606 h 1142169"/>
              <a:gd name="csX23" fmla="*/ 94131 w 1308942"/>
              <a:gd name="csY23" fmla="*/ 148215 h 1142169"/>
              <a:gd name="csX24" fmla="*/ 151868 w 1308942"/>
              <a:gd name="csY24" fmla="*/ 317322 h 1142169"/>
              <a:gd name="csX25" fmla="*/ 325709 w 1308942"/>
              <a:gd name="csY25" fmla="*/ 583460 h 1142169"/>
              <a:gd name="csX26" fmla="*/ 601449 w 1308942"/>
              <a:gd name="csY26" fmla="*/ 852818 h 1142169"/>
              <a:gd name="csX27" fmla="*/ 925956 w 1308942"/>
              <a:gd name="csY27" fmla="*/ 1007990 h 1142169"/>
              <a:gd name="csX28" fmla="*/ 1181559 w 1308942"/>
              <a:gd name="csY28" fmla="*/ 1053665 h 1142169"/>
              <a:gd name="csX29" fmla="*/ 1266577 w 1308942"/>
              <a:gd name="csY29" fmla="*/ 1056051 h 1142169"/>
              <a:gd name="csX30" fmla="*/ 1265131 w 1308942"/>
              <a:gd name="csY30" fmla="*/ 1140174 h 11421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1308942" h="1142169">
                <a:moveTo>
                  <a:pt x="1265126" y="1140160"/>
                </a:moveTo>
                <a:cubicBezTo>
                  <a:pt x="1233832" y="1130014"/>
                  <a:pt x="1202587" y="1120260"/>
                  <a:pt x="1170852" y="1111350"/>
                </a:cubicBezTo>
                <a:cubicBezTo>
                  <a:pt x="1086076" y="1086242"/>
                  <a:pt x="1003508" y="1054996"/>
                  <a:pt x="921421" y="1022181"/>
                </a:cubicBezTo>
                <a:cubicBezTo>
                  <a:pt x="804749" y="985158"/>
                  <a:pt x="696079" y="931103"/>
                  <a:pt x="593980" y="864180"/>
                </a:cubicBezTo>
                <a:cubicBezTo>
                  <a:pt x="485976" y="789795"/>
                  <a:pt x="397965" y="692701"/>
                  <a:pt x="315193" y="592089"/>
                </a:cubicBezTo>
                <a:cubicBezTo>
                  <a:pt x="247300" y="508917"/>
                  <a:pt x="188082" y="419391"/>
                  <a:pt x="130817" y="328761"/>
                </a:cubicBezTo>
                <a:cubicBezTo>
                  <a:pt x="99187" y="275508"/>
                  <a:pt x="78002" y="217413"/>
                  <a:pt x="54251" y="160511"/>
                </a:cubicBezTo>
                <a:cubicBezTo>
                  <a:pt x="42218" y="135414"/>
                  <a:pt x="31858" y="109542"/>
                  <a:pt x="20673" y="84043"/>
                </a:cubicBezTo>
                <a:cubicBezTo>
                  <a:pt x="14441" y="72156"/>
                  <a:pt x="8220" y="60767"/>
                  <a:pt x="1467" y="49166"/>
                </a:cubicBezTo>
                <a:cubicBezTo>
                  <a:pt x="-6130" y="10725"/>
                  <a:pt x="16573" y="-975"/>
                  <a:pt x="51244" y="62"/>
                </a:cubicBezTo>
                <a:cubicBezTo>
                  <a:pt x="84408" y="13178"/>
                  <a:pt x="115221" y="31332"/>
                  <a:pt x="148999" y="42823"/>
                </a:cubicBezTo>
                <a:cubicBezTo>
                  <a:pt x="211502" y="71122"/>
                  <a:pt x="277529" y="90928"/>
                  <a:pt x="342661" y="112206"/>
                </a:cubicBezTo>
                <a:cubicBezTo>
                  <a:pt x="434740" y="151001"/>
                  <a:pt x="521893" y="200811"/>
                  <a:pt x="604675" y="256615"/>
                </a:cubicBezTo>
                <a:cubicBezTo>
                  <a:pt x="689075" y="306914"/>
                  <a:pt x="766647" y="366162"/>
                  <a:pt x="839828" y="431446"/>
                </a:cubicBezTo>
                <a:cubicBezTo>
                  <a:pt x="875914" y="471155"/>
                  <a:pt x="907023" y="514340"/>
                  <a:pt x="942412" y="554871"/>
                </a:cubicBezTo>
                <a:cubicBezTo>
                  <a:pt x="948741" y="562119"/>
                  <a:pt x="938489" y="571068"/>
                  <a:pt x="932162" y="563820"/>
                </a:cubicBezTo>
                <a:cubicBezTo>
                  <a:pt x="897046" y="523589"/>
                  <a:pt x="858365" y="490489"/>
                  <a:pt x="815548" y="458625"/>
                </a:cubicBezTo>
                <a:cubicBezTo>
                  <a:pt x="743941" y="394503"/>
                  <a:pt x="668444" y="334610"/>
                  <a:pt x="590786" y="277993"/>
                </a:cubicBezTo>
                <a:cubicBezTo>
                  <a:pt x="507985" y="226159"/>
                  <a:pt x="426480" y="170685"/>
                  <a:pt x="333240" y="138824"/>
                </a:cubicBezTo>
                <a:cubicBezTo>
                  <a:pt x="268933" y="114208"/>
                  <a:pt x="201871" y="99062"/>
                  <a:pt x="134653" y="84426"/>
                </a:cubicBezTo>
                <a:cubicBezTo>
                  <a:pt x="104343" y="73835"/>
                  <a:pt x="72652" y="65324"/>
                  <a:pt x="40533" y="63207"/>
                </a:cubicBezTo>
                <a:cubicBezTo>
                  <a:pt x="49762" y="56515"/>
                  <a:pt x="73237" y="50061"/>
                  <a:pt x="65866" y="28037"/>
                </a:cubicBezTo>
                <a:cubicBezTo>
                  <a:pt x="69083" y="37709"/>
                  <a:pt x="71738" y="51980"/>
                  <a:pt x="76475" y="62606"/>
                </a:cubicBezTo>
                <a:cubicBezTo>
                  <a:pt x="84694" y="90555"/>
                  <a:pt x="91870" y="118996"/>
                  <a:pt x="94131" y="148215"/>
                </a:cubicBezTo>
                <a:cubicBezTo>
                  <a:pt x="105983" y="206852"/>
                  <a:pt x="126963" y="262934"/>
                  <a:pt x="151868" y="317322"/>
                </a:cubicBezTo>
                <a:cubicBezTo>
                  <a:pt x="196521" y="414230"/>
                  <a:pt x="258692" y="500726"/>
                  <a:pt x="325709" y="583460"/>
                </a:cubicBezTo>
                <a:cubicBezTo>
                  <a:pt x="407590" y="683025"/>
                  <a:pt x="494616" y="779161"/>
                  <a:pt x="601449" y="852818"/>
                </a:cubicBezTo>
                <a:cubicBezTo>
                  <a:pt x="702347" y="919013"/>
                  <a:pt x="809818" y="973566"/>
                  <a:pt x="925956" y="1007990"/>
                </a:cubicBezTo>
                <a:cubicBezTo>
                  <a:pt x="1009983" y="1028263"/>
                  <a:pt x="1095101" y="1048229"/>
                  <a:pt x="1181559" y="1053665"/>
                </a:cubicBezTo>
                <a:cubicBezTo>
                  <a:pt x="1209576" y="1056277"/>
                  <a:pt x="1238898" y="1061766"/>
                  <a:pt x="1266577" y="1056051"/>
                </a:cubicBezTo>
                <a:cubicBezTo>
                  <a:pt x="1324841" y="1044021"/>
                  <a:pt x="1321724" y="1158521"/>
                  <a:pt x="1265131" y="114017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6" name="任意多边形: 形状 85">
            <a:extLst>
              <a:ext uri="{FF2B5EF4-FFF2-40B4-BE49-F238E27FC236}">
                <a16:creationId xmlns:a16="http://schemas.microsoft.com/office/drawing/2014/main" id="{A4653D4F-FB3D-F9A8-9735-2BC03BE058D2}"/>
              </a:ext>
            </a:extLst>
          </p:cNvPr>
          <p:cNvSpPr/>
          <p:nvPr/>
        </p:nvSpPr>
        <p:spPr>
          <a:xfrm>
            <a:off x="5348579" y="3118732"/>
            <a:ext cx="2427372" cy="727780"/>
          </a:xfrm>
          <a:custGeom>
            <a:avLst/>
            <a:gdLst>
              <a:gd name="csX0" fmla="*/ 2396589 w 2427372"/>
              <a:gd name="csY0" fmla="*/ 700806 h 727780"/>
              <a:gd name="csX1" fmla="*/ 2326783 w 2427372"/>
              <a:gd name="csY1" fmla="*/ 716880 h 727780"/>
              <a:gd name="csX2" fmla="*/ 2150837 w 2427372"/>
              <a:gd name="csY2" fmla="*/ 727777 h 727780"/>
              <a:gd name="csX3" fmla="*/ 1859886 w 2427372"/>
              <a:gd name="csY3" fmla="*/ 726334 h 727780"/>
              <a:gd name="csX4" fmla="*/ 1492059 w 2427372"/>
              <a:gd name="csY4" fmla="*/ 711264 h 727780"/>
              <a:gd name="csX5" fmla="*/ 1087037 w 2427372"/>
              <a:gd name="csY5" fmla="*/ 653473 h 727780"/>
              <a:gd name="csX6" fmla="*/ 693436 w 2427372"/>
              <a:gd name="csY6" fmla="*/ 539620 h 727780"/>
              <a:gd name="csX7" fmla="*/ 381006 w 2427372"/>
              <a:gd name="csY7" fmla="*/ 411195 h 727780"/>
              <a:gd name="csX8" fmla="*/ 183686 w 2427372"/>
              <a:gd name="csY8" fmla="*/ 308925 h 727780"/>
              <a:gd name="csX9" fmla="*/ 80835 w 2427372"/>
              <a:gd name="csY9" fmla="*/ 241513 h 727780"/>
              <a:gd name="csX10" fmla="*/ 24722 w 2427372"/>
              <a:gd name="csY10" fmla="*/ 175288 h 727780"/>
              <a:gd name="csX11" fmla="*/ 3705 w 2427372"/>
              <a:gd name="csY11" fmla="*/ 110366 h 727780"/>
              <a:gd name="csX12" fmla="*/ 238 w 2427372"/>
              <a:gd name="csY12" fmla="*/ 65193 h 727780"/>
              <a:gd name="csX13" fmla="*/ 29131 w 2427372"/>
              <a:gd name="csY13" fmla="*/ 9226 h 727780"/>
              <a:gd name="csX14" fmla="*/ 106439 w 2427372"/>
              <a:gd name="csY14" fmla="*/ 1885 h 727780"/>
              <a:gd name="csX15" fmla="*/ 224882 w 2427372"/>
              <a:gd name="csY15" fmla="*/ 2747 h 727780"/>
              <a:gd name="csX16" fmla="*/ 411801 w 2427372"/>
              <a:gd name="csY16" fmla="*/ 17559 h 727780"/>
              <a:gd name="csX17" fmla="*/ 630952 w 2427372"/>
              <a:gd name="csY17" fmla="*/ 44529 h 727780"/>
              <a:gd name="csX18" fmla="*/ 854342 w 2427372"/>
              <a:gd name="csY18" fmla="*/ 94500 h 727780"/>
              <a:gd name="csX19" fmla="*/ 1087057 w 2427372"/>
              <a:gd name="csY19" fmla="*/ 164794 h 727780"/>
              <a:gd name="csX20" fmla="*/ 1305113 w 2427372"/>
              <a:gd name="csY20" fmla="*/ 250901 h 727780"/>
              <a:gd name="csX21" fmla="*/ 1300168 w 2427372"/>
              <a:gd name="csY21" fmla="*/ 263579 h 727780"/>
              <a:gd name="csX22" fmla="*/ 1075826 w 2427372"/>
              <a:gd name="csY22" fmla="*/ 203703 h 727780"/>
              <a:gd name="csX23" fmla="*/ 842530 w 2427372"/>
              <a:gd name="csY23" fmla="*/ 136073 h 727780"/>
              <a:gd name="csX24" fmla="*/ 624789 w 2427372"/>
              <a:gd name="csY24" fmla="*/ 88266 h 727780"/>
              <a:gd name="csX25" fmla="*/ 407485 w 2427372"/>
              <a:gd name="csY25" fmla="*/ 64906 h 727780"/>
              <a:gd name="csX26" fmla="*/ 226587 w 2427372"/>
              <a:gd name="csY26" fmla="*/ 61377 h 727780"/>
              <a:gd name="csX27" fmla="*/ 113915 w 2427372"/>
              <a:gd name="csY27" fmla="*/ 76854 h 727780"/>
              <a:gd name="csX28" fmla="*/ 90956 w 2427372"/>
              <a:gd name="csY28" fmla="*/ 87106 h 727780"/>
              <a:gd name="csX29" fmla="*/ 101638 w 2427372"/>
              <a:gd name="csY29" fmla="*/ 69944 h 727780"/>
              <a:gd name="csX30" fmla="*/ 104286 w 2427372"/>
              <a:gd name="csY30" fmla="*/ 92126 h 727780"/>
              <a:gd name="csX31" fmla="*/ 113998 w 2427372"/>
              <a:gd name="csY31" fmla="*/ 124290 h 727780"/>
              <a:gd name="csX32" fmla="*/ 145342 w 2427372"/>
              <a:gd name="csY32" fmla="*/ 160144 h 727780"/>
              <a:gd name="csX33" fmla="*/ 235136 w 2427372"/>
              <a:gd name="csY33" fmla="*/ 229503 h 727780"/>
              <a:gd name="csX34" fmla="*/ 413225 w 2427372"/>
              <a:gd name="csY34" fmla="*/ 350347 h 727780"/>
              <a:gd name="csX35" fmla="*/ 707681 w 2427372"/>
              <a:gd name="csY35" fmla="*/ 499442 h 727780"/>
              <a:gd name="csX36" fmla="*/ 1095482 w 2427372"/>
              <a:gd name="csY36" fmla="*/ 611389 h 727780"/>
              <a:gd name="csX37" fmla="*/ 1495056 w 2427372"/>
              <a:gd name="csY37" fmla="*/ 662748 h 727780"/>
              <a:gd name="csX38" fmla="*/ 1858530 w 2427372"/>
              <a:gd name="csY38" fmla="*/ 662734 h 727780"/>
              <a:gd name="csX39" fmla="*/ 2145985 w 2427372"/>
              <a:gd name="csY39" fmla="*/ 643273 h 727780"/>
              <a:gd name="csX40" fmla="*/ 2317540 w 2427372"/>
              <a:gd name="csY40" fmla="*/ 626729 h 727780"/>
              <a:gd name="csX41" fmla="*/ 2387465 w 2427372"/>
              <a:gd name="csY41" fmla="*/ 630032 h 727780"/>
              <a:gd name="csX42" fmla="*/ 2396590 w 2427372"/>
              <a:gd name="csY42" fmla="*/ 700815 h 7277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2427372" h="727780">
                <a:moveTo>
                  <a:pt x="2396589" y="700806"/>
                </a:moveTo>
                <a:cubicBezTo>
                  <a:pt x="2374843" y="710817"/>
                  <a:pt x="2350615" y="714034"/>
                  <a:pt x="2326783" y="716880"/>
                </a:cubicBezTo>
                <a:cubicBezTo>
                  <a:pt x="2268243" y="722268"/>
                  <a:pt x="2209682" y="727285"/>
                  <a:pt x="2150837" y="727777"/>
                </a:cubicBezTo>
                <a:cubicBezTo>
                  <a:pt x="2053863" y="727879"/>
                  <a:pt x="1956879" y="725885"/>
                  <a:pt x="1859886" y="726334"/>
                </a:cubicBezTo>
                <a:cubicBezTo>
                  <a:pt x="1736928" y="728030"/>
                  <a:pt x="1614665" y="718873"/>
                  <a:pt x="1492059" y="711264"/>
                </a:cubicBezTo>
                <a:cubicBezTo>
                  <a:pt x="1355680" y="701483"/>
                  <a:pt x="1220711" y="681898"/>
                  <a:pt x="1087037" y="653473"/>
                </a:cubicBezTo>
                <a:cubicBezTo>
                  <a:pt x="953030" y="625225"/>
                  <a:pt x="822938" y="583451"/>
                  <a:pt x="693436" y="539620"/>
                </a:cubicBezTo>
                <a:cubicBezTo>
                  <a:pt x="586279" y="504231"/>
                  <a:pt x="482914" y="459313"/>
                  <a:pt x="381006" y="411195"/>
                </a:cubicBezTo>
                <a:cubicBezTo>
                  <a:pt x="315254" y="377335"/>
                  <a:pt x="247732" y="346091"/>
                  <a:pt x="183686" y="308925"/>
                </a:cubicBezTo>
                <a:cubicBezTo>
                  <a:pt x="147261" y="290161"/>
                  <a:pt x="113763" y="265782"/>
                  <a:pt x="80835" y="241513"/>
                </a:cubicBezTo>
                <a:cubicBezTo>
                  <a:pt x="56665" y="223490"/>
                  <a:pt x="39371" y="201039"/>
                  <a:pt x="24722" y="175288"/>
                </a:cubicBezTo>
                <a:cubicBezTo>
                  <a:pt x="13550" y="154943"/>
                  <a:pt x="8853" y="132591"/>
                  <a:pt x="3705" y="110366"/>
                </a:cubicBezTo>
                <a:cubicBezTo>
                  <a:pt x="-320" y="95398"/>
                  <a:pt x="-265" y="80457"/>
                  <a:pt x="238" y="65193"/>
                </a:cubicBezTo>
                <a:cubicBezTo>
                  <a:pt x="1171" y="40712"/>
                  <a:pt x="13969" y="26637"/>
                  <a:pt x="29131" y="9226"/>
                </a:cubicBezTo>
                <a:cubicBezTo>
                  <a:pt x="54255" y="-3630"/>
                  <a:pt x="79697" y="156"/>
                  <a:pt x="106439" y="1885"/>
                </a:cubicBezTo>
                <a:cubicBezTo>
                  <a:pt x="145888" y="48"/>
                  <a:pt x="185384" y="2721"/>
                  <a:pt x="224882" y="2747"/>
                </a:cubicBezTo>
                <a:cubicBezTo>
                  <a:pt x="287282" y="7084"/>
                  <a:pt x="349641" y="10273"/>
                  <a:pt x="411801" y="17559"/>
                </a:cubicBezTo>
                <a:cubicBezTo>
                  <a:pt x="484921" y="26017"/>
                  <a:pt x="557848" y="35896"/>
                  <a:pt x="630952" y="44529"/>
                </a:cubicBezTo>
                <a:cubicBezTo>
                  <a:pt x="707254" y="52100"/>
                  <a:pt x="780895" y="73604"/>
                  <a:pt x="854342" y="94500"/>
                </a:cubicBezTo>
                <a:cubicBezTo>
                  <a:pt x="931783" y="118330"/>
                  <a:pt x="1009190" y="142383"/>
                  <a:pt x="1087057" y="164794"/>
                </a:cubicBezTo>
                <a:cubicBezTo>
                  <a:pt x="1162730" y="186242"/>
                  <a:pt x="1232123" y="222445"/>
                  <a:pt x="1305113" y="250901"/>
                </a:cubicBezTo>
                <a:cubicBezTo>
                  <a:pt x="1314077" y="254396"/>
                  <a:pt x="1309132" y="267074"/>
                  <a:pt x="1300168" y="263579"/>
                </a:cubicBezTo>
                <a:cubicBezTo>
                  <a:pt x="1227106" y="235081"/>
                  <a:pt x="1151283" y="224828"/>
                  <a:pt x="1075826" y="203703"/>
                </a:cubicBezTo>
                <a:cubicBezTo>
                  <a:pt x="998004" y="181171"/>
                  <a:pt x="920273" y="158833"/>
                  <a:pt x="842530" y="136073"/>
                </a:cubicBezTo>
                <a:cubicBezTo>
                  <a:pt x="770919" y="115768"/>
                  <a:pt x="698293" y="100153"/>
                  <a:pt x="624789" y="88266"/>
                </a:cubicBezTo>
                <a:cubicBezTo>
                  <a:pt x="552746" y="76459"/>
                  <a:pt x="480304" y="69822"/>
                  <a:pt x="407485" y="64906"/>
                </a:cubicBezTo>
                <a:cubicBezTo>
                  <a:pt x="347213" y="61028"/>
                  <a:pt x="286927" y="55380"/>
                  <a:pt x="226587" y="61377"/>
                </a:cubicBezTo>
                <a:cubicBezTo>
                  <a:pt x="188573" y="63680"/>
                  <a:pt x="151415" y="70672"/>
                  <a:pt x="113915" y="76854"/>
                </a:cubicBezTo>
                <a:cubicBezTo>
                  <a:pt x="110674" y="77827"/>
                  <a:pt x="68898" y="91125"/>
                  <a:pt x="90956" y="87106"/>
                </a:cubicBezTo>
                <a:cubicBezTo>
                  <a:pt x="93280" y="83299"/>
                  <a:pt x="103334" y="72055"/>
                  <a:pt x="101638" y="69944"/>
                </a:cubicBezTo>
                <a:cubicBezTo>
                  <a:pt x="101893" y="72079"/>
                  <a:pt x="104937" y="85595"/>
                  <a:pt x="104286" y="92126"/>
                </a:cubicBezTo>
                <a:cubicBezTo>
                  <a:pt x="106444" y="103309"/>
                  <a:pt x="107571" y="114566"/>
                  <a:pt x="113998" y="124290"/>
                </a:cubicBezTo>
                <a:cubicBezTo>
                  <a:pt x="123478" y="137228"/>
                  <a:pt x="132289" y="150380"/>
                  <a:pt x="145342" y="160144"/>
                </a:cubicBezTo>
                <a:cubicBezTo>
                  <a:pt x="174738" y="183848"/>
                  <a:pt x="205247" y="206311"/>
                  <a:pt x="235136" y="229503"/>
                </a:cubicBezTo>
                <a:cubicBezTo>
                  <a:pt x="293345" y="271649"/>
                  <a:pt x="350608" y="314761"/>
                  <a:pt x="413225" y="350347"/>
                </a:cubicBezTo>
                <a:cubicBezTo>
                  <a:pt x="507980" y="406371"/>
                  <a:pt x="605316" y="458560"/>
                  <a:pt x="707681" y="499442"/>
                </a:cubicBezTo>
                <a:cubicBezTo>
                  <a:pt x="833887" y="546266"/>
                  <a:pt x="963675" y="583910"/>
                  <a:pt x="1095482" y="611389"/>
                </a:cubicBezTo>
                <a:cubicBezTo>
                  <a:pt x="1227460" y="636296"/>
                  <a:pt x="1360925" y="654891"/>
                  <a:pt x="1495056" y="662748"/>
                </a:cubicBezTo>
                <a:cubicBezTo>
                  <a:pt x="1616061" y="670240"/>
                  <a:pt x="1737457" y="668422"/>
                  <a:pt x="1858530" y="662734"/>
                </a:cubicBezTo>
                <a:cubicBezTo>
                  <a:pt x="1954503" y="659108"/>
                  <a:pt x="2050458" y="652915"/>
                  <a:pt x="2145985" y="643273"/>
                </a:cubicBezTo>
                <a:cubicBezTo>
                  <a:pt x="2203154" y="637085"/>
                  <a:pt x="2260418" y="633143"/>
                  <a:pt x="2317540" y="626729"/>
                </a:cubicBezTo>
                <a:cubicBezTo>
                  <a:pt x="2340963" y="624887"/>
                  <a:pt x="2365093" y="622298"/>
                  <a:pt x="2387465" y="630032"/>
                </a:cubicBezTo>
                <a:cubicBezTo>
                  <a:pt x="2435162" y="646520"/>
                  <a:pt x="2442432" y="679713"/>
                  <a:pt x="2396590" y="70081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A419378B-D0BA-221C-F959-85E9A4916260}"/>
              </a:ext>
            </a:extLst>
          </p:cNvPr>
          <p:cNvSpPr/>
          <p:nvPr/>
        </p:nvSpPr>
        <p:spPr>
          <a:xfrm>
            <a:off x="8041257" y="2409368"/>
            <a:ext cx="597236" cy="455778"/>
          </a:xfrm>
          <a:custGeom>
            <a:avLst/>
            <a:gdLst>
              <a:gd name="csX0" fmla="*/ 1758 w 597236"/>
              <a:gd name="csY0" fmla="*/ 422618 h 455778"/>
              <a:gd name="csX1" fmla="*/ 46687 w 597236"/>
              <a:gd name="csY1" fmla="*/ 352986 h 455778"/>
              <a:gd name="csX2" fmla="*/ 144175 w 597236"/>
              <a:gd name="csY2" fmla="*/ 213655 h 455778"/>
              <a:gd name="csX3" fmla="*/ 251170 w 597236"/>
              <a:gd name="csY3" fmla="*/ 73504 h 455778"/>
              <a:gd name="csX4" fmla="*/ 365936 w 597236"/>
              <a:gd name="csY4" fmla="*/ 1891 h 455778"/>
              <a:gd name="csX5" fmla="*/ 491943 w 597236"/>
              <a:gd name="csY5" fmla="*/ 43867 h 455778"/>
              <a:gd name="csX6" fmla="*/ 584530 w 597236"/>
              <a:gd name="csY6" fmla="*/ 162700 h 455778"/>
              <a:gd name="csX7" fmla="*/ 596081 w 597236"/>
              <a:gd name="csY7" fmla="*/ 182426 h 455778"/>
              <a:gd name="csX8" fmla="*/ 584336 w 597236"/>
              <a:gd name="csY8" fmla="*/ 189296 h 455778"/>
              <a:gd name="csX9" fmla="*/ 573195 w 597236"/>
              <a:gd name="csY9" fmla="*/ 170227 h 455778"/>
              <a:gd name="csX10" fmla="*/ 471401 w 597236"/>
              <a:gd name="csY10" fmla="*/ 73434 h 455778"/>
              <a:gd name="csX11" fmla="*/ 373122 w 597236"/>
              <a:gd name="csY11" fmla="*/ 39580 h 455778"/>
              <a:gd name="csX12" fmla="*/ 269881 w 597236"/>
              <a:gd name="csY12" fmla="*/ 91352 h 455778"/>
              <a:gd name="csX13" fmla="*/ 159781 w 597236"/>
              <a:gd name="csY13" fmla="*/ 224274 h 455778"/>
              <a:gd name="csX14" fmla="*/ 73689 w 597236"/>
              <a:gd name="csY14" fmla="*/ 368397 h 455778"/>
              <a:gd name="csX15" fmla="*/ 55008 w 597236"/>
              <a:gd name="csY15" fmla="*/ 432285 h 455778"/>
              <a:gd name="csX16" fmla="*/ 1763 w 597236"/>
              <a:gd name="csY16" fmla="*/ 422604 h 4557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597236" h="455778">
                <a:moveTo>
                  <a:pt x="1758" y="422618"/>
                </a:moveTo>
                <a:cubicBezTo>
                  <a:pt x="11196" y="396198"/>
                  <a:pt x="28323" y="373927"/>
                  <a:pt x="46687" y="352986"/>
                </a:cubicBezTo>
                <a:cubicBezTo>
                  <a:pt x="78632" y="306201"/>
                  <a:pt x="110709" y="259393"/>
                  <a:pt x="144175" y="213655"/>
                </a:cubicBezTo>
                <a:cubicBezTo>
                  <a:pt x="177427" y="165032"/>
                  <a:pt x="212111" y="117633"/>
                  <a:pt x="251170" y="73504"/>
                </a:cubicBezTo>
                <a:cubicBezTo>
                  <a:pt x="282430" y="37556"/>
                  <a:pt x="320141" y="13764"/>
                  <a:pt x="365936" y="1891"/>
                </a:cubicBezTo>
                <a:cubicBezTo>
                  <a:pt x="414329" y="-6626"/>
                  <a:pt x="455165" y="14732"/>
                  <a:pt x="491943" y="43867"/>
                </a:cubicBezTo>
                <a:cubicBezTo>
                  <a:pt x="538043" y="72476"/>
                  <a:pt x="556262" y="120168"/>
                  <a:pt x="584530" y="162700"/>
                </a:cubicBezTo>
                <a:cubicBezTo>
                  <a:pt x="588381" y="169275"/>
                  <a:pt x="592231" y="175851"/>
                  <a:pt x="596081" y="182426"/>
                </a:cubicBezTo>
                <a:cubicBezTo>
                  <a:pt x="600943" y="190729"/>
                  <a:pt x="589190" y="197604"/>
                  <a:pt x="584336" y="189296"/>
                </a:cubicBezTo>
                <a:cubicBezTo>
                  <a:pt x="580622" y="182940"/>
                  <a:pt x="576909" y="176583"/>
                  <a:pt x="573195" y="170227"/>
                </a:cubicBezTo>
                <a:cubicBezTo>
                  <a:pt x="547548" y="131563"/>
                  <a:pt x="505231" y="104864"/>
                  <a:pt x="471401" y="73434"/>
                </a:cubicBezTo>
                <a:cubicBezTo>
                  <a:pt x="440625" y="55256"/>
                  <a:pt x="409875" y="38392"/>
                  <a:pt x="373122" y="39580"/>
                </a:cubicBezTo>
                <a:cubicBezTo>
                  <a:pt x="333585" y="47334"/>
                  <a:pt x="298985" y="61451"/>
                  <a:pt x="269881" y="91352"/>
                </a:cubicBezTo>
                <a:cubicBezTo>
                  <a:pt x="228449" y="131505"/>
                  <a:pt x="191982" y="176391"/>
                  <a:pt x="159781" y="224274"/>
                </a:cubicBezTo>
                <a:cubicBezTo>
                  <a:pt x="129848" y="271600"/>
                  <a:pt x="99370" y="318553"/>
                  <a:pt x="73689" y="368397"/>
                </a:cubicBezTo>
                <a:cubicBezTo>
                  <a:pt x="66959" y="389687"/>
                  <a:pt x="57578" y="410211"/>
                  <a:pt x="55008" y="432285"/>
                </a:cubicBezTo>
                <a:cubicBezTo>
                  <a:pt x="50582" y="470294"/>
                  <a:pt x="-11110" y="458641"/>
                  <a:pt x="1763" y="42260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293C7195-9F6A-7D1B-85A5-F8DAC7391D99}"/>
              </a:ext>
            </a:extLst>
          </p:cNvPr>
          <p:cNvSpPr/>
          <p:nvPr/>
        </p:nvSpPr>
        <p:spPr>
          <a:xfrm>
            <a:off x="7780724" y="2522268"/>
            <a:ext cx="413494" cy="188045"/>
          </a:xfrm>
          <a:custGeom>
            <a:avLst/>
            <a:gdLst>
              <a:gd name="csX0" fmla="*/ 384306 w 413494"/>
              <a:gd name="csY0" fmla="*/ 113217 h 188045"/>
              <a:gd name="csX1" fmla="*/ 359807 w 413494"/>
              <a:gd name="csY1" fmla="*/ 90265 h 188045"/>
              <a:gd name="csX2" fmla="*/ 313230 w 413494"/>
              <a:gd name="csY2" fmla="*/ 53173 h 188045"/>
              <a:gd name="csX3" fmla="*/ 257905 w 413494"/>
              <a:gd name="csY3" fmla="*/ 33596 h 188045"/>
              <a:gd name="csX4" fmla="*/ 192971 w 413494"/>
              <a:gd name="csY4" fmla="*/ 28948 h 188045"/>
              <a:gd name="csX5" fmla="*/ 133282 w 413494"/>
              <a:gd name="csY5" fmla="*/ 41010 h 188045"/>
              <a:gd name="csX6" fmla="*/ 86479 w 413494"/>
              <a:gd name="csY6" fmla="*/ 71342 h 188045"/>
              <a:gd name="csX7" fmla="*/ 45280 w 413494"/>
              <a:gd name="csY7" fmla="*/ 121428 h 188045"/>
              <a:gd name="csX8" fmla="*/ 17260 w 413494"/>
              <a:gd name="csY8" fmla="*/ 174766 h 188045"/>
              <a:gd name="csX9" fmla="*/ 13107 w 413494"/>
              <a:gd name="csY9" fmla="*/ 183165 h 188045"/>
              <a:gd name="csX10" fmla="*/ 241 w 413494"/>
              <a:gd name="csY10" fmla="*/ 178734 h 188045"/>
              <a:gd name="csX11" fmla="*/ 2180 w 413494"/>
              <a:gd name="csY11" fmla="*/ 169445 h 188045"/>
              <a:gd name="csX12" fmla="*/ 23939 w 413494"/>
              <a:gd name="csY12" fmla="*/ 107523 h 188045"/>
              <a:gd name="csX13" fmla="*/ 67051 w 413494"/>
              <a:gd name="csY13" fmla="*/ 50825 h 188045"/>
              <a:gd name="csX14" fmla="*/ 124124 w 413494"/>
              <a:gd name="csY14" fmla="*/ 12006 h 188045"/>
              <a:gd name="csX15" fmla="*/ 192241 w 413494"/>
              <a:gd name="csY15" fmla="*/ 91 h 188045"/>
              <a:gd name="csX16" fmla="*/ 263627 w 413494"/>
              <a:gd name="csY16" fmla="*/ 6427 h 188045"/>
              <a:gd name="csX17" fmla="*/ 327646 w 413494"/>
              <a:gd name="csY17" fmla="*/ 30027 h 188045"/>
              <a:gd name="csX18" fmla="*/ 380035 w 413494"/>
              <a:gd name="csY18" fmla="*/ 66014 h 188045"/>
              <a:gd name="csX19" fmla="*/ 409758 w 413494"/>
              <a:gd name="csY19" fmla="*/ 95001 h 188045"/>
              <a:gd name="csX20" fmla="*/ 384306 w 413494"/>
              <a:gd name="csY20" fmla="*/ 113216 h 1880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13494" h="188045">
                <a:moveTo>
                  <a:pt x="384306" y="113217"/>
                </a:moveTo>
                <a:cubicBezTo>
                  <a:pt x="378567" y="104317"/>
                  <a:pt x="368157" y="97459"/>
                  <a:pt x="359807" y="90265"/>
                </a:cubicBezTo>
                <a:cubicBezTo>
                  <a:pt x="346458" y="75291"/>
                  <a:pt x="329332" y="64733"/>
                  <a:pt x="313230" y="53173"/>
                </a:cubicBezTo>
                <a:cubicBezTo>
                  <a:pt x="296052" y="43320"/>
                  <a:pt x="276936" y="38406"/>
                  <a:pt x="257905" y="33596"/>
                </a:cubicBezTo>
                <a:cubicBezTo>
                  <a:pt x="236391" y="29502"/>
                  <a:pt x="214709" y="29428"/>
                  <a:pt x="192971" y="28948"/>
                </a:cubicBezTo>
                <a:cubicBezTo>
                  <a:pt x="172374" y="29438"/>
                  <a:pt x="152866" y="35440"/>
                  <a:pt x="133282" y="41010"/>
                </a:cubicBezTo>
                <a:cubicBezTo>
                  <a:pt x="115389" y="47370"/>
                  <a:pt x="101337" y="60084"/>
                  <a:pt x="86479" y="71342"/>
                </a:cubicBezTo>
                <a:cubicBezTo>
                  <a:pt x="70283" y="85930"/>
                  <a:pt x="57485" y="103561"/>
                  <a:pt x="45280" y="121428"/>
                </a:cubicBezTo>
                <a:cubicBezTo>
                  <a:pt x="33729" y="138009"/>
                  <a:pt x="26105" y="156620"/>
                  <a:pt x="17260" y="174766"/>
                </a:cubicBezTo>
                <a:cubicBezTo>
                  <a:pt x="15876" y="177566"/>
                  <a:pt x="14491" y="180365"/>
                  <a:pt x="13107" y="183165"/>
                </a:cubicBezTo>
                <a:cubicBezTo>
                  <a:pt x="8842" y="191790"/>
                  <a:pt x="-1725" y="188153"/>
                  <a:pt x="241" y="178734"/>
                </a:cubicBezTo>
                <a:cubicBezTo>
                  <a:pt x="887" y="175638"/>
                  <a:pt x="1534" y="172541"/>
                  <a:pt x="2180" y="169445"/>
                </a:cubicBezTo>
                <a:cubicBezTo>
                  <a:pt x="7369" y="148184"/>
                  <a:pt x="12526" y="126420"/>
                  <a:pt x="23939" y="107523"/>
                </a:cubicBezTo>
                <a:cubicBezTo>
                  <a:pt x="37097" y="87788"/>
                  <a:pt x="50329" y="67974"/>
                  <a:pt x="67051" y="50825"/>
                </a:cubicBezTo>
                <a:cubicBezTo>
                  <a:pt x="84141" y="34398"/>
                  <a:pt x="100394" y="18490"/>
                  <a:pt x="124124" y="12006"/>
                </a:cubicBezTo>
                <a:cubicBezTo>
                  <a:pt x="146377" y="5362"/>
                  <a:pt x="168957" y="1415"/>
                  <a:pt x="192241" y="91"/>
                </a:cubicBezTo>
                <a:cubicBezTo>
                  <a:pt x="216240" y="-359"/>
                  <a:pt x="240177" y="724"/>
                  <a:pt x="263627" y="6427"/>
                </a:cubicBezTo>
                <a:cubicBezTo>
                  <a:pt x="286239" y="11338"/>
                  <a:pt x="308314" y="16453"/>
                  <a:pt x="327646" y="30027"/>
                </a:cubicBezTo>
                <a:cubicBezTo>
                  <a:pt x="345348" y="41762"/>
                  <a:pt x="363110" y="53266"/>
                  <a:pt x="380035" y="66014"/>
                </a:cubicBezTo>
                <a:cubicBezTo>
                  <a:pt x="390642" y="75205"/>
                  <a:pt x="401148" y="83963"/>
                  <a:pt x="409758" y="95001"/>
                </a:cubicBezTo>
                <a:cubicBezTo>
                  <a:pt x="423371" y="112451"/>
                  <a:pt x="396301" y="131816"/>
                  <a:pt x="384306" y="11321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B9845CFF-AFEA-C735-59B4-6356EB480AE9}"/>
              </a:ext>
            </a:extLst>
          </p:cNvPr>
          <p:cNvSpPr/>
          <p:nvPr/>
        </p:nvSpPr>
        <p:spPr>
          <a:xfrm>
            <a:off x="7258212" y="2288766"/>
            <a:ext cx="339604" cy="784079"/>
          </a:xfrm>
          <a:custGeom>
            <a:avLst/>
            <a:gdLst>
              <a:gd name="csX0" fmla="*/ 82335 w 339604"/>
              <a:gd name="csY0" fmla="*/ 758104 h 784079"/>
              <a:gd name="csX1" fmla="*/ 76006 w 339604"/>
              <a:gd name="csY1" fmla="*/ 715059 h 784079"/>
              <a:gd name="csX2" fmla="*/ 49540 w 339604"/>
              <a:gd name="csY2" fmla="*/ 604311 h 784079"/>
              <a:gd name="csX3" fmla="*/ 15999 w 339604"/>
              <a:gd name="csY3" fmla="*/ 450549 h 784079"/>
              <a:gd name="csX4" fmla="*/ 246 w 339604"/>
              <a:gd name="csY4" fmla="*/ 295625 h 784079"/>
              <a:gd name="csX5" fmla="*/ 16546 w 339604"/>
              <a:gd name="csY5" fmla="*/ 156027 h 784079"/>
              <a:gd name="csX6" fmla="*/ 35125 w 339604"/>
              <a:gd name="csY6" fmla="*/ 57252 h 784079"/>
              <a:gd name="csX7" fmla="*/ 74496 w 339604"/>
              <a:gd name="csY7" fmla="*/ 4322 h 784079"/>
              <a:gd name="csX8" fmla="*/ 149396 w 339604"/>
              <a:gd name="csY8" fmla="*/ 26170 h 784079"/>
              <a:gd name="csX9" fmla="*/ 242403 w 339604"/>
              <a:gd name="csY9" fmla="*/ 126182 h 784079"/>
              <a:gd name="csX10" fmla="*/ 338234 w 339604"/>
              <a:gd name="csY10" fmla="*/ 251074 h 784079"/>
              <a:gd name="csX11" fmla="*/ 326869 w 339604"/>
              <a:gd name="csY11" fmla="*/ 258556 h 784079"/>
              <a:gd name="csX12" fmla="*/ 232464 w 339604"/>
              <a:gd name="csY12" fmla="*/ 135474 h 784079"/>
              <a:gd name="csX13" fmla="*/ 135433 w 339604"/>
              <a:gd name="csY13" fmla="*/ 45608 h 784079"/>
              <a:gd name="csX14" fmla="*/ 89835 w 339604"/>
              <a:gd name="csY14" fmla="*/ 33213 h 784079"/>
              <a:gd name="csX15" fmla="*/ 61037 w 339604"/>
              <a:gd name="csY15" fmla="*/ 65986 h 784079"/>
              <a:gd name="csX16" fmla="*/ 31192 w 339604"/>
              <a:gd name="csY16" fmla="*/ 158897 h 784079"/>
              <a:gd name="csX17" fmla="*/ 17672 w 339604"/>
              <a:gd name="csY17" fmla="*/ 295171 h 784079"/>
              <a:gd name="csX18" fmla="*/ 34429 w 339604"/>
              <a:gd name="csY18" fmla="*/ 446866 h 784079"/>
              <a:gd name="csX19" fmla="*/ 73607 w 339604"/>
              <a:gd name="csY19" fmla="*/ 597237 h 784079"/>
              <a:gd name="csX20" fmla="*/ 119964 w 339604"/>
              <a:gd name="csY20" fmla="*/ 698878 h 784079"/>
              <a:gd name="csX21" fmla="*/ 142593 w 339604"/>
              <a:gd name="csY21" fmla="*/ 745810 h 784079"/>
              <a:gd name="csX22" fmla="*/ 82333 w 339604"/>
              <a:gd name="csY22" fmla="*/ 758111 h 7840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339604" h="784079">
                <a:moveTo>
                  <a:pt x="82335" y="758104"/>
                </a:moveTo>
                <a:cubicBezTo>
                  <a:pt x="83250" y="743592"/>
                  <a:pt x="78817" y="729222"/>
                  <a:pt x="76006" y="715059"/>
                </a:cubicBezTo>
                <a:cubicBezTo>
                  <a:pt x="66406" y="678389"/>
                  <a:pt x="58373" y="641335"/>
                  <a:pt x="49540" y="604311"/>
                </a:cubicBezTo>
                <a:cubicBezTo>
                  <a:pt x="40170" y="552704"/>
                  <a:pt x="26280" y="502041"/>
                  <a:pt x="15999" y="450549"/>
                </a:cubicBezTo>
                <a:cubicBezTo>
                  <a:pt x="8590" y="399054"/>
                  <a:pt x="2250" y="347708"/>
                  <a:pt x="246" y="295625"/>
                </a:cubicBezTo>
                <a:cubicBezTo>
                  <a:pt x="-1740" y="248421"/>
                  <a:pt x="8696" y="202224"/>
                  <a:pt x="16546" y="156027"/>
                </a:cubicBezTo>
                <a:cubicBezTo>
                  <a:pt x="22270" y="122952"/>
                  <a:pt x="27219" y="89802"/>
                  <a:pt x="35125" y="57252"/>
                </a:cubicBezTo>
                <a:cubicBezTo>
                  <a:pt x="39836" y="31576"/>
                  <a:pt x="53959" y="17758"/>
                  <a:pt x="74496" y="4322"/>
                </a:cubicBezTo>
                <a:cubicBezTo>
                  <a:pt x="105870" y="-7304"/>
                  <a:pt x="125934" y="6058"/>
                  <a:pt x="149396" y="26170"/>
                </a:cubicBezTo>
                <a:cubicBezTo>
                  <a:pt x="180217" y="59572"/>
                  <a:pt x="211310" y="92912"/>
                  <a:pt x="242403" y="126182"/>
                </a:cubicBezTo>
                <a:cubicBezTo>
                  <a:pt x="279145" y="164019"/>
                  <a:pt x="309329" y="207171"/>
                  <a:pt x="338234" y="251074"/>
                </a:cubicBezTo>
                <a:cubicBezTo>
                  <a:pt x="343525" y="259110"/>
                  <a:pt x="332159" y="266593"/>
                  <a:pt x="326869" y="258556"/>
                </a:cubicBezTo>
                <a:cubicBezTo>
                  <a:pt x="298391" y="215292"/>
                  <a:pt x="268682" y="172748"/>
                  <a:pt x="232464" y="135474"/>
                </a:cubicBezTo>
                <a:cubicBezTo>
                  <a:pt x="202323" y="103218"/>
                  <a:pt x="172454" y="70183"/>
                  <a:pt x="135433" y="45608"/>
                </a:cubicBezTo>
                <a:cubicBezTo>
                  <a:pt x="120003" y="39372"/>
                  <a:pt x="107194" y="30023"/>
                  <a:pt x="89835" y="33213"/>
                </a:cubicBezTo>
                <a:cubicBezTo>
                  <a:pt x="78459" y="43283"/>
                  <a:pt x="66560" y="50188"/>
                  <a:pt x="61037" y="65986"/>
                </a:cubicBezTo>
                <a:cubicBezTo>
                  <a:pt x="49356" y="96438"/>
                  <a:pt x="37862" y="126822"/>
                  <a:pt x="31192" y="158897"/>
                </a:cubicBezTo>
                <a:cubicBezTo>
                  <a:pt x="21242" y="203598"/>
                  <a:pt x="17648" y="249430"/>
                  <a:pt x="17672" y="295171"/>
                </a:cubicBezTo>
                <a:cubicBezTo>
                  <a:pt x="18353" y="345975"/>
                  <a:pt x="21824" y="397555"/>
                  <a:pt x="34429" y="446866"/>
                </a:cubicBezTo>
                <a:cubicBezTo>
                  <a:pt x="44542" y="497576"/>
                  <a:pt x="54418" y="549126"/>
                  <a:pt x="73607" y="597237"/>
                </a:cubicBezTo>
                <a:cubicBezTo>
                  <a:pt x="86138" y="632745"/>
                  <a:pt x="101914" y="666010"/>
                  <a:pt x="119964" y="698878"/>
                </a:cubicBezTo>
                <a:cubicBezTo>
                  <a:pt x="128095" y="714272"/>
                  <a:pt x="135704" y="729820"/>
                  <a:pt x="142593" y="745810"/>
                </a:cubicBezTo>
                <a:cubicBezTo>
                  <a:pt x="159800" y="785750"/>
                  <a:pt x="79597" y="801513"/>
                  <a:pt x="82333" y="7581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191AD745-00CF-3B2F-56A3-57DBA0D8254D}"/>
              </a:ext>
            </a:extLst>
          </p:cNvPr>
          <p:cNvSpPr/>
          <p:nvPr/>
        </p:nvSpPr>
        <p:spPr>
          <a:xfrm>
            <a:off x="6765785" y="2124328"/>
            <a:ext cx="506534" cy="821353"/>
          </a:xfrm>
          <a:custGeom>
            <a:avLst/>
            <a:gdLst>
              <a:gd name="csX0" fmla="*/ 118038 w 506534"/>
              <a:gd name="csY0" fmla="*/ 656795 h 821353"/>
              <a:gd name="csX1" fmla="*/ 104832 w 506534"/>
              <a:gd name="csY1" fmla="*/ 607997 h 821353"/>
              <a:gd name="csX2" fmla="*/ 83271 w 506534"/>
              <a:gd name="csY2" fmla="*/ 502508 h 821353"/>
              <a:gd name="csX3" fmla="*/ 54483 w 506534"/>
              <a:gd name="csY3" fmla="*/ 347212 h 821353"/>
              <a:gd name="csX4" fmla="*/ 27309 w 506534"/>
              <a:gd name="csY4" fmla="*/ 212024 h 821353"/>
              <a:gd name="csX5" fmla="*/ 9556 w 506534"/>
              <a:gd name="csY5" fmla="*/ 104382 h 821353"/>
              <a:gd name="csX6" fmla="*/ 0 w 506534"/>
              <a:gd name="csY6" fmla="*/ 44405 h 821353"/>
              <a:gd name="csX7" fmla="*/ 38868 w 506534"/>
              <a:gd name="csY7" fmla="*/ 0 h 821353"/>
              <a:gd name="csX8" fmla="*/ 89386 w 506534"/>
              <a:gd name="csY8" fmla="*/ 40796 h 821353"/>
              <a:gd name="csX9" fmla="*/ 159853 w 506534"/>
              <a:gd name="csY9" fmla="*/ 124619 h 821353"/>
              <a:gd name="csX10" fmla="*/ 246494 w 506534"/>
              <a:gd name="csY10" fmla="*/ 236852 h 821353"/>
              <a:gd name="csX11" fmla="*/ 332618 w 506534"/>
              <a:gd name="csY11" fmla="*/ 367821 h 821353"/>
              <a:gd name="csX12" fmla="*/ 406109 w 506534"/>
              <a:gd name="csY12" fmla="*/ 490017 h 821353"/>
              <a:gd name="csX13" fmla="*/ 455434 w 506534"/>
              <a:gd name="csY13" fmla="*/ 612004 h 821353"/>
              <a:gd name="csX14" fmla="*/ 491255 w 506534"/>
              <a:gd name="csY14" fmla="*/ 724228 h 821353"/>
              <a:gd name="csX15" fmla="*/ 506339 w 506534"/>
              <a:gd name="csY15" fmla="*/ 812417 h 821353"/>
              <a:gd name="csX16" fmla="*/ 493193 w 506534"/>
              <a:gd name="csY16" fmla="*/ 815927 h 821353"/>
              <a:gd name="csX17" fmla="*/ 461587 w 506534"/>
              <a:gd name="csY17" fmla="*/ 732826 h 821353"/>
              <a:gd name="csX18" fmla="*/ 428315 w 506534"/>
              <a:gd name="csY18" fmla="*/ 621098 h 821353"/>
              <a:gd name="csX19" fmla="*/ 381812 w 506534"/>
              <a:gd name="csY19" fmla="*/ 502359 h 821353"/>
              <a:gd name="csX20" fmla="*/ 314579 w 506534"/>
              <a:gd name="csY20" fmla="*/ 379191 h 821353"/>
              <a:gd name="csX21" fmla="*/ 228427 w 506534"/>
              <a:gd name="csY21" fmla="*/ 249823 h 821353"/>
              <a:gd name="csX22" fmla="*/ 142620 w 506534"/>
              <a:gd name="csY22" fmla="*/ 139523 h 821353"/>
              <a:gd name="csX23" fmla="*/ 65289 w 506534"/>
              <a:gd name="csY23" fmla="*/ 68620 h 821353"/>
              <a:gd name="csX24" fmla="*/ 39332 w 506534"/>
              <a:gd name="csY24" fmla="*/ 55422 h 821353"/>
              <a:gd name="csX25" fmla="*/ 56968 w 506534"/>
              <a:gd name="csY25" fmla="*/ 44293 h 821353"/>
              <a:gd name="csX26" fmla="*/ 55903 w 506534"/>
              <a:gd name="csY26" fmla="*/ 99152 h 821353"/>
              <a:gd name="csX27" fmla="*/ 65652 w 506534"/>
              <a:gd name="csY27" fmla="*/ 205898 h 821353"/>
              <a:gd name="csX28" fmla="*/ 87968 w 506534"/>
              <a:gd name="csY28" fmla="*/ 340506 h 821353"/>
              <a:gd name="csX29" fmla="*/ 122789 w 506534"/>
              <a:gd name="csY29" fmla="*/ 492325 h 821353"/>
              <a:gd name="csX30" fmla="*/ 160523 w 506534"/>
              <a:gd name="csY30" fmla="*/ 589956 h 821353"/>
              <a:gd name="csX31" fmla="*/ 178794 w 506534"/>
              <a:gd name="csY31" fmla="*/ 637142 h 821353"/>
              <a:gd name="csX32" fmla="*/ 118037 w 506534"/>
              <a:gd name="csY32" fmla="*/ 656779 h 8213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506534" h="821353">
                <a:moveTo>
                  <a:pt x="118038" y="656795"/>
                </a:moveTo>
                <a:cubicBezTo>
                  <a:pt x="110864" y="641547"/>
                  <a:pt x="108516" y="624344"/>
                  <a:pt x="104832" y="607997"/>
                </a:cubicBezTo>
                <a:cubicBezTo>
                  <a:pt x="96601" y="572997"/>
                  <a:pt x="88887" y="538083"/>
                  <a:pt x="83271" y="502508"/>
                </a:cubicBezTo>
                <a:cubicBezTo>
                  <a:pt x="75088" y="450500"/>
                  <a:pt x="66219" y="398552"/>
                  <a:pt x="54483" y="347212"/>
                </a:cubicBezTo>
                <a:cubicBezTo>
                  <a:pt x="46022" y="302035"/>
                  <a:pt x="33887" y="257513"/>
                  <a:pt x="27309" y="212024"/>
                </a:cubicBezTo>
                <a:cubicBezTo>
                  <a:pt x="20717" y="176249"/>
                  <a:pt x="14846" y="140374"/>
                  <a:pt x="9556" y="104382"/>
                </a:cubicBezTo>
                <a:cubicBezTo>
                  <a:pt x="5718" y="84368"/>
                  <a:pt x="2284" y="64616"/>
                  <a:pt x="0" y="44405"/>
                </a:cubicBezTo>
                <a:cubicBezTo>
                  <a:pt x="913" y="15327"/>
                  <a:pt x="13860" y="8805"/>
                  <a:pt x="38868" y="0"/>
                </a:cubicBezTo>
                <a:cubicBezTo>
                  <a:pt x="60309" y="7088"/>
                  <a:pt x="74304" y="24866"/>
                  <a:pt x="89386" y="40796"/>
                </a:cubicBezTo>
                <a:cubicBezTo>
                  <a:pt x="114669" y="67205"/>
                  <a:pt x="136900" y="96224"/>
                  <a:pt x="159853" y="124619"/>
                </a:cubicBezTo>
                <a:cubicBezTo>
                  <a:pt x="191740" y="159811"/>
                  <a:pt x="219400" y="197889"/>
                  <a:pt x="246494" y="236852"/>
                </a:cubicBezTo>
                <a:cubicBezTo>
                  <a:pt x="276140" y="279909"/>
                  <a:pt x="304183" y="323984"/>
                  <a:pt x="332618" y="367821"/>
                </a:cubicBezTo>
                <a:cubicBezTo>
                  <a:pt x="360149" y="406837"/>
                  <a:pt x="383022" y="448362"/>
                  <a:pt x="406109" y="490017"/>
                </a:cubicBezTo>
                <a:cubicBezTo>
                  <a:pt x="422370" y="530803"/>
                  <a:pt x="440707" y="570561"/>
                  <a:pt x="455434" y="612004"/>
                </a:cubicBezTo>
                <a:cubicBezTo>
                  <a:pt x="469179" y="648835"/>
                  <a:pt x="479754" y="686674"/>
                  <a:pt x="491255" y="724228"/>
                </a:cubicBezTo>
                <a:cubicBezTo>
                  <a:pt x="496158" y="753681"/>
                  <a:pt x="500581" y="783128"/>
                  <a:pt x="506339" y="812417"/>
                </a:cubicBezTo>
                <a:cubicBezTo>
                  <a:pt x="508196" y="821858"/>
                  <a:pt x="496270" y="825043"/>
                  <a:pt x="493193" y="815927"/>
                </a:cubicBezTo>
                <a:cubicBezTo>
                  <a:pt x="483700" y="787795"/>
                  <a:pt x="473244" y="760198"/>
                  <a:pt x="461587" y="732826"/>
                </a:cubicBezTo>
                <a:cubicBezTo>
                  <a:pt x="451054" y="695425"/>
                  <a:pt x="439285" y="658391"/>
                  <a:pt x="428315" y="621098"/>
                </a:cubicBezTo>
                <a:cubicBezTo>
                  <a:pt x="414948" y="580723"/>
                  <a:pt x="404163" y="538971"/>
                  <a:pt x="381812" y="502359"/>
                </a:cubicBezTo>
                <a:cubicBezTo>
                  <a:pt x="362192" y="459928"/>
                  <a:pt x="338370" y="419392"/>
                  <a:pt x="314579" y="379191"/>
                </a:cubicBezTo>
                <a:cubicBezTo>
                  <a:pt x="287525" y="334998"/>
                  <a:pt x="259185" y="291553"/>
                  <a:pt x="228427" y="249823"/>
                </a:cubicBezTo>
                <a:cubicBezTo>
                  <a:pt x="200641" y="212352"/>
                  <a:pt x="173078" y="174796"/>
                  <a:pt x="142620" y="139523"/>
                </a:cubicBezTo>
                <a:cubicBezTo>
                  <a:pt x="118775" y="113789"/>
                  <a:pt x="94236" y="88705"/>
                  <a:pt x="65289" y="68620"/>
                </a:cubicBezTo>
                <a:cubicBezTo>
                  <a:pt x="60917" y="65735"/>
                  <a:pt x="35549" y="45844"/>
                  <a:pt x="39332" y="55422"/>
                </a:cubicBezTo>
                <a:cubicBezTo>
                  <a:pt x="40795" y="54396"/>
                  <a:pt x="64797" y="39379"/>
                  <a:pt x="56968" y="44293"/>
                </a:cubicBezTo>
                <a:cubicBezTo>
                  <a:pt x="56065" y="62499"/>
                  <a:pt x="54043" y="80867"/>
                  <a:pt x="55903" y="99152"/>
                </a:cubicBezTo>
                <a:cubicBezTo>
                  <a:pt x="58801" y="134801"/>
                  <a:pt x="61093" y="170388"/>
                  <a:pt x="65652" y="205898"/>
                </a:cubicBezTo>
                <a:cubicBezTo>
                  <a:pt x="73478" y="250672"/>
                  <a:pt x="78158" y="296035"/>
                  <a:pt x="87968" y="340506"/>
                </a:cubicBezTo>
                <a:cubicBezTo>
                  <a:pt x="96760" y="391648"/>
                  <a:pt x="106475" y="442995"/>
                  <a:pt x="122789" y="492325"/>
                </a:cubicBezTo>
                <a:cubicBezTo>
                  <a:pt x="134773" y="525101"/>
                  <a:pt x="146531" y="558029"/>
                  <a:pt x="160523" y="589956"/>
                </a:cubicBezTo>
                <a:cubicBezTo>
                  <a:pt x="167065" y="605453"/>
                  <a:pt x="174680" y="620746"/>
                  <a:pt x="178794" y="637142"/>
                </a:cubicBezTo>
                <a:cubicBezTo>
                  <a:pt x="189783" y="680934"/>
                  <a:pt x="137258" y="697633"/>
                  <a:pt x="118037" y="65677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11AA96FC-1370-1297-CE50-7228184EC199}"/>
              </a:ext>
            </a:extLst>
          </p:cNvPr>
          <p:cNvSpPr/>
          <p:nvPr/>
        </p:nvSpPr>
        <p:spPr>
          <a:xfrm>
            <a:off x="6520520" y="1579866"/>
            <a:ext cx="650490" cy="1218693"/>
          </a:xfrm>
          <a:custGeom>
            <a:avLst/>
            <a:gdLst>
              <a:gd name="csX0" fmla="*/ 353492 w 650490"/>
              <a:gd name="csY0" fmla="*/ 1207162 h 1218693"/>
              <a:gd name="csX1" fmla="*/ 323261 w 650490"/>
              <a:gd name="csY1" fmla="*/ 1150140 h 1218693"/>
              <a:gd name="csX2" fmla="*/ 262324 w 650490"/>
              <a:gd name="csY2" fmla="*/ 1022848 h 1218693"/>
              <a:gd name="csX3" fmla="*/ 186828 w 650490"/>
              <a:gd name="csY3" fmla="*/ 878839 h 1218693"/>
              <a:gd name="csX4" fmla="*/ 127261 w 650490"/>
              <a:gd name="csY4" fmla="*/ 718162 h 1218693"/>
              <a:gd name="csX5" fmla="*/ 76715 w 650490"/>
              <a:gd name="csY5" fmla="*/ 570306 h 1218693"/>
              <a:gd name="csX6" fmla="*/ 39107 w 650490"/>
              <a:gd name="csY6" fmla="*/ 444557 h 1218693"/>
              <a:gd name="csX7" fmla="*/ 21693 w 650490"/>
              <a:gd name="csY7" fmla="*/ 332638 h 1218693"/>
              <a:gd name="csX8" fmla="*/ 9781 w 650490"/>
              <a:gd name="csY8" fmla="*/ 252311 h 1218693"/>
              <a:gd name="csX9" fmla="*/ 3281 w 650490"/>
              <a:gd name="csY9" fmla="*/ 185956 h 1218693"/>
              <a:gd name="csX10" fmla="*/ 9 w 650490"/>
              <a:gd name="csY10" fmla="*/ 143002 h 1218693"/>
              <a:gd name="csX11" fmla="*/ 14228 w 650490"/>
              <a:gd name="csY11" fmla="*/ 85319 h 1218693"/>
              <a:gd name="csX12" fmla="*/ 25947 w 650490"/>
              <a:gd name="csY12" fmla="*/ 46743 h 1218693"/>
              <a:gd name="csX13" fmla="*/ 54404 w 650490"/>
              <a:gd name="csY13" fmla="*/ 9775 h 1218693"/>
              <a:gd name="csX14" fmla="*/ 119146 w 650490"/>
              <a:gd name="csY14" fmla="*/ 2702 h 1218693"/>
              <a:gd name="csX15" fmla="*/ 199732 w 650490"/>
              <a:gd name="csY15" fmla="*/ 56346 h 1218693"/>
              <a:gd name="csX16" fmla="*/ 307107 w 650490"/>
              <a:gd name="csY16" fmla="*/ 147635 h 1218693"/>
              <a:gd name="csX17" fmla="*/ 426912 w 650490"/>
              <a:gd name="csY17" fmla="*/ 274718 h 1218693"/>
              <a:gd name="csX18" fmla="*/ 539479 w 650490"/>
              <a:gd name="csY18" fmla="*/ 416431 h 1218693"/>
              <a:gd name="csX19" fmla="*/ 615938 w 650490"/>
              <a:gd name="csY19" fmla="*/ 566231 h 1218693"/>
              <a:gd name="csX20" fmla="*/ 649835 w 650490"/>
              <a:gd name="csY20" fmla="*/ 644085 h 1218693"/>
              <a:gd name="csX21" fmla="*/ 637243 w 650490"/>
              <a:gd name="csY21" fmla="*/ 649242 h 1218693"/>
              <a:gd name="csX22" fmla="*/ 603661 w 650490"/>
              <a:gd name="csY22" fmla="*/ 572099 h 1218693"/>
              <a:gd name="csX23" fmla="*/ 520222 w 650490"/>
              <a:gd name="csY23" fmla="*/ 429834 h 1218693"/>
              <a:gd name="csX24" fmla="*/ 406532 w 650490"/>
              <a:gd name="csY24" fmla="*/ 294007 h 1218693"/>
              <a:gd name="csX25" fmla="*/ 284288 w 650490"/>
              <a:gd name="csY25" fmla="*/ 173316 h 1218693"/>
              <a:gd name="csX26" fmla="*/ 175941 w 650490"/>
              <a:gd name="csY26" fmla="*/ 93054 h 1218693"/>
              <a:gd name="csX27" fmla="*/ 102983 w 650490"/>
              <a:gd name="csY27" fmla="*/ 66600 h 1218693"/>
              <a:gd name="csX28" fmla="*/ 91672 w 650490"/>
              <a:gd name="csY28" fmla="*/ 62542 h 1218693"/>
              <a:gd name="csX29" fmla="*/ 86488 w 650490"/>
              <a:gd name="csY29" fmla="*/ 69444 h 1218693"/>
              <a:gd name="csX30" fmla="*/ 71769 w 650490"/>
              <a:gd name="csY30" fmla="*/ 104821 h 1218693"/>
              <a:gd name="csX31" fmla="*/ 64881 w 650490"/>
              <a:gd name="csY31" fmla="*/ 140691 h 1218693"/>
              <a:gd name="csX32" fmla="*/ 64194 w 650490"/>
              <a:gd name="csY32" fmla="*/ 184694 h 1218693"/>
              <a:gd name="csX33" fmla="*/ 63981 w 650490"/>
              <a:gd name="csY33" fmla="*/ 248314 h 1218693"/>
              <a:gd name="csX34" fmla="*/ 65170 w 650490"/>
              <a:gd name="csY34" fmla="*/ 328528 h 1218693"/>
              <a:gd name="csX35" fmla="*/ 77237 w 650490"/>
              <a:gd name="csY35" fmla="*/ 436742 h 1218693"/>
              <a:gd name="csX36" fmla="*/ 105342 w 650490"/>
              <a:gd name="csY36" fmla="*/ 561443 h 1218693"/>
              <a:gd name="csX37" fmla="*/ 146838 w 650490"/>
              <a:gd name="csY37" fmla="*/ 711957 h 1218693"/>
              <a:gd name="csX38" fmla="*/ 203849 w 650490"/>
              <a:gd name="csY38" fmla="*/ 870682 h 1218693"/>
              <a:gd name="csX39" fmla="*/ 278346 w 650490"/>
              <a:gd name="csY39" fmla="*/ 1014300 h 1218693"/>
              <a:gd name="csX40" fmla="*/ 353637 w 650490"/>
              <a:gd name="csY40" fmla="*/ 1131048 h 1218693"/>
              <a:gd name="csX41" fmla="*/ 393838 w 650490"/>
              <a:gd name="csY41" fmla="*/ 1179406 h 1218693"/>
              <a:gd name="csX42" fmla="*/ 353486 w 650490"/>
              <a:gd name="csY42" fmla="*/ 1207150 h 1218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650490" h="1218693">
                <a:moveTo>
                  <a:pt x="353492" y="1207162"/>
                </a:moveTo>
                <a:cubicBezTo>
                  <a:pt x="340825" y="1190014"/>
                  <a:pt x="332625" y="1169482"/>
                  <a:pt x="323261" y="1150140"/>
                </a:cubicBezTo>
                <a:cubicBezTo>
                  <a:pt x="304177" y="1107087"/>
                  <a:pt x="281625" y="1065893"/>
                  <a:pt x="262324" y="1022848"/>
                </a:cubicBezTo>
                <a:cubicBezTo>
                  <a:pt x="237981" y="974357"/>
                  <a:pt x="209019" y="928378"/>
                  <a:pt x="186828" y="878839"/>
                </a:cubicBezTo>
                <a:cubicBezTo>
                  <a:pt x="162717" y="826904"/>
                  <a:pt x="143820" y="772903"/>
                  <a:pt x="127261" y="718162"/>
                </a:cubicBezTo>
                <a:cubicBezTo>
                  <a:pt x="112620" y="668038"/>
                  <a:pt x="93251" y="619760"/>
                  <a:pt x="76715" y="570306"/>
                </a:cubicBezTo>
                <a:cubicBezTo>
                  <a:pt x="59465" y="529916"/>
                  <a:pt x="50217" y="486851"/>
                  <a:pt x="39107" y="444557"/>
                </a:cubicBezTo>
                <a:cubicBezTo>
                  <a:pt x="31683" y="407485"/>
                  <a:pt x="27617" y="369963"/>
                  <a:pt x="21693" y="332638"/>
                </a:cubicBezTo>
                <a:cubicBezTo>
                  <a:pt x="19262" y="305336"/>
                  <a:pt x="11530" y="279593"/>
                  <a:pt x="9781" y="252311"/>
                </a:cubicBezTo>
                <a:cubicBezTo>
                  <a:pt x="7030" y="230199"/>
                  <a:pt x="5055" y="208187"/>
                  <a:pt x="3281" y="185956"/>
                </a:cubicBezTo>
                <a:cubicBezTo>
                  <a:pt x="831" y="171735"/>
                  <a:pt x="1006" y="157240"/>
                  <a:pt x="9" y="143002"/>
                </a:cubicBezTo>
                <a:cubicBezTo>
                  <a:pt x="-309" y="122732"/>
                  <a:pt x="8099" y="104002"/>
                  <a:pt x="14228" y="85319"/>
                </a:cubicBezTo>
                <a:cubicBezTo>
                  <a:pt x="18234" y="72118"/>
                  <a:pt x="22013" y="59479"/>
                  <a:pt x="25947" y="46743"/>
                </a:cubicBezTo>
                <a:cubicBezTo>
                  <a:pt x="29525" y="29306"/>
                  <a:pt x="42254" y="20989"/>
                  <a:pt x="54404" y="9775"/>
                </a:cubicBezTo>
                <a:cubicBezTo>
                  <a:pt x="74757" y="-3216"/>
                  <a:pt x="96374" y="-622"/>
                  <a:pt x="119146" y="2702"/>
                </a:cubicBezTo>
                <a:cubicBezTo>
                  <a:pt x="149260" y="15403"/>
                  <a:pt x="174302" y="36236"/>
                  <a:pt x="199732" y="56346"/>
                </a:cubicBezTo>
                <a:cubicBezTo>
                  <a:pt x="236996" y="85008"/>
                  <a:pt x="271311" y="117226"/>
                  <a:pt x="307107" y="147635"/>
                </a:cubicBezTo>
                <a:cubicBezTo>
                  <a:pt x="348462" y="188537"/>
                  <a:pt x="388213" y="231254"/>
                  <a:pt x="426912" y="274718"/>
                </a:cubicBezTo>
                <a:cubicBezTo>
                  <a:pt x="467825" y="319081"/>
                  <a:pt x="503185" y="368196"/>
                  <a:pt x="539479" y="416431"/>
                </a:cubicBezTo>
                <a:cubicBezTo>
                  <a:pt x="572265" y="462463"/>
                  <a:pt x="595963" y="513624"/>
                  <a:pt x="615938" y="566231"/>
                </a:cubicBezTo>
                <a:cubicBezTo>
                  <a:pt x="628267" y="591731"/>
                  <a:pt x="639104" y="617888"/>
                  <a:pt x="649835" y="644085"/>
                </a:cubicBezTo>
                <a:cubicBezTo>
                  <a:pt x="653482" y="652989"/>
                  <a:pt x="640889" y="658147"/>
                  <a:pt x="637243" y="649242"/>
                </a:cubicBezTo>
                <a:cubicBezTo>
                  <a:pt x="626613" y="623285"/>
                  <a:pt x="615877" y="597365"/>
                  <a:pt x="603661" y="572099"/>
                </a:cubicBezTo>
                <a:cubicBezTo>
                  <a:pt x="575841" y="524591"/>
                  <a:pt x="550003" y="476183"/>
                  <a:pt x="520222" y="429834"/>
                </a:cubicBezTo>
                <a:cubicBezTo>
                  <a:pt x="487911" y="379366"/>
                  <a:pt x="449285" y="335923"/>
                  <a:pt x="406532" y="294007"/>
                </a:cubicBezTo>
                <a:cubicBezTo>
                  <a:pt x="365893" y="253609"/>
                  <a:pt x="327956" y="210598"/>
                  <a:pt x="284288" y="173316"/>
                </a:cubicBezTo>
                <a:cubicBezTo>
                  <a:pt x="251268" y="142588"/>
                  <a:pt x="214850" y="115918"/>
                  <a:pt x="175941" y="93054"/>
                </a:cubicBezTo>
                <a:cubicBezTo>
                  <a:pt x="152419" y="82172"/>
                  <a:pt x="129064" y="69985"/>
                  <a:pt x="102983" y="66600"/>
                </a:cubicBezTo>
                <a:cubicBezTo>
                  <a:pt x="98261" y="64905"/>
                  <a:pt x="95307" y="61764"/>
                  <a:pt x="91672" y="62542"/>
                </a:cubicBezTo>
                <a:cubicBezTo>
                  <a:pt x="90143" y="64578"/>
                  <a:pt x="87685" y="66584"/>
                  <a:pt x="86488" y="69444"/>
                </a:cubicBezTo>
                <a:cubicBezTo>
                  <a:pt x="81538" y="81083"/>
                  <a:pt x="76196" y="92501"/>
                  <a:pt x="71769" y="104821"/>
                </a:cubicBezTo>
                <a:cubicBezTo>
                  <a:pt x="68110" y="116680"/>
                  <a:pt x="63923" y="127727"/>
                  <a:pt x="64881" y="140691"/>
                </a:cubicBezTo>
                <a:cubicBezTo>
                  <a:pt x="64942" y="155239"/>
                  <a:pt x="66548" y="170106"/>
                  <a:pt x="64194" y="184694"/>
                </a:cubicBezTo>
                <a:cubicBezTo>
                  <a:pt x="63843" y="205963"/>
                  <a:pt x="62942" y="227069"/>
                  <a:pt x="63981" y="248314"/>
                </a:cubicBezTo>
                <a:cubicBezTo>
                  <a:pt x="66382" y="275193"/>
                  <a:pt x="62723" y="301577"/>
                  <a:pt x="65170" y="328528"/>
                </a:cubicBezTo>
                <a:cubicBezTo>
                  <a:pt x="66606" y="364842"/>
                  <a:pt x="70138" y="401069"/>
                  <a:pt x="77237" y="436742"/>
                </a:cubicBezTo>
                <a:cubicBezTo>
                  <a:pt x="85420" y="478596"/>
                  <a:pt x="94769" y="520067"/>
                  <a:pt x="105342" y="561443"/>
                </a:cubicBezTo>
                <a:cubicBezTo>
                  <a:pt x="119612" y="611540"/>
                  <a:pt x="131019" y="662275"/>
                  <a:pt x="146838" y="711957"/>
                </a:cubicBezTo>
                <a:cubicBezTo>
                  <a:pt x="164468" y="765314"/>
                  <a:pt x="178952" y="820037"/>
                  <a:pt x="203849" y="870682"/>
                </a:cubicBezTo>
                <a:cubicBezTo>
                  <a:pt x="228366" y="918763"/>
                  <a:pt x="250947" y="967723"/>
                  <a:pt x="278346" y="1014300"/>
                </a:cubicBezTo>
                <a:cubicBezTo>
                  <a:pt x="302891" y="1053645"/>
                  <a:pt x="324493" y="1094889"/>
                  <a:pt x="353637" y="1131048"/>
                </a:cubicBezTo>
                <a:cubicBezTo>
                  <a:pt x="367097" y="1147173"/>
                  <a:pt x="381501" y="1162846"/>
                  <a:pt x="393838" y="1179406"/>
                </a:cubicBezTo>
                <a:cubicBezTo>
                  <a:pt x="414524" y="1207174"/>
                  <a:pt x="374060" y="1235002"/>
                  <a:pt x="353486" y="120715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C4854A9B-295F-1E63-294A-415D54DA03A8}"/>
              </a:ext>
            </a:extLst>
          </p:cNvPr>
          <p:cNvSpPr/>
          <p:nvPr/>
        </p:nvSpPr>
        <p:spPr>
          <a:xfrm>
            <a:off x="7040072" y="1528850"/>
            <a:ext cx="428039" cy="945419"/>
          </a:xfrm>
          <a:custGeom>
            <a:avLst/>
            <a:gdLst>
              <a:gd name="csX0" fmla="*/ 170172 w 428039"/>
              <a:gd name="csY0" fmla="*/ 932994 h 945419"/>
              <a:gd name="csX1" fmla="*/ 148137 w 428039"/>
              <a:gd name="csY1" fmla="*/ 859669 h 945419"/>
              <a:gd name="csX2" fmla="*/ 103523 w 428039"/>
              <a:gd name="csY2" fmla="*/ 726119 h 945419"/>
              <a:gd name="csX3" fmla="*/ 58870 w 428039"/>
              <a:gd name="csY3" fmla="*/ 564604 h 945419"/>
              <a:gd name="csX4" fmla="*/ 29199 w 428039"/>
              <a:gd name="csY4" fmla="*/ 398545 h 945419"/>
              <a:gd name="csX5" fmla="*/ 10541 w 428039"/>
              <a:gd name="csY5" fmla="*/ 271996 h 945419"/>
              <a:gd name="csX6" fmla="*/ 3433 w 428039"/>
              <a:gd name="csY6" fmla="*/ 167697 h 945419"/>
              <a:gd name="csX7" fmla="*/ 154 w 428039"/>
              <a:gd name="csY7" fmla="*/ 91149 h 945419"/>
              <a:gd name="csX8" fmla="*/ 9067 w 428039"/>
              <a:gd name="csY8" fmla="*/ 35099 h 945419"/>
              <a:gd name="csX9" fmla="*/ 51836 w 428039"/>
              <a:gd name="csY9" fmla="*/ 0 h 945419"/>
              <a:gd name="csX10" fmla="*/ 135865 w 428039"/>
              <a:gd name="csY10" fmla="*/ 39860 h 945419"/>
              <a:gd name="csX11" fmla="*/ 254289 w 428039"/>
              <a:gd name="csY11" fmla="*/ 131254 h 945419"/>
              <a:gd name="csX12" fmla="*/ 364827 w 428039"/>
              <a:gd name="csY12" fmla="*/ 251326 h 945419"/>
              <a:gd name="csX13" fmla="*/ 426583 w 428039"/>
              <a:gd name="csY13" fmla="*/ 335826 h 945419"/>
              <a:gd name="csX14" fmla="*/ 415521 w 428039"/>
              <a:gd name="csY14" fmla="*/ 343749 h 945419"/>
              <a:gd name="csX15" fmla="*/ 354029 w 428039"/>
              <a:gd name="csY15" fmla="*/ 259606 h 945419"/>
              <a:gd name="csX16" fmla="*/ 245682 w 428039"/>
              <a:gd name="csY16" fmla="*/ 141791 h 945419"/>
              <a:gd name="csX17" fmla="*/ 125296 w 428039"/>
              <a:gd name="csY17" fmla="*/ 57868 h 945419"/>
              <a:gd name="csX18" fmla="*/ 55062 w 428039"/>
              <a:gd name="csY18" fmla="*/ 32950 h 945419"/>
              <a:gd name="csX19" fmla="*/ 39851 w 428039"/>
              <a:gd name="csY19" fmla="*/ 44933 h 945419"/>
              <a:gd name="csX20" fmla="*/ 28389 w 428039"/>
              <a:gd name="csY20" fmla="*/ 92995 h 945419"/>
              <a:gd name="csX21" fmla="*/ 22440 w 428039"/>
              <a:gd name="csY21" fmla="*/ 167645 h 945419"/>
              <a:gd name="csX22" fmla="*/ 24745 w 428039"/>
              <a:gd name="csY22" fmla="*/ 270620 h 945419"/>
              <a:gd name="csX23" fmla="*/ 42597 w 428039"/>
              <a:gd name="csY23" fmla="*/ 396130 h 945419"/>
              <a:gd name="csX24" fmla="*/ 72229 w 428039"/>
              <a:gd name="csY24" fmla="*/ 561970 h 945419"/>
              <a:gd name="csX25" fmla="*/ 116735 w 428039"/>
              <a:gd name="csY25" fmla="*/ 720761 h 945419"/>
              <a:gd name="csX26" fmla="*/ 175184 w 428039"/>
              <a:gd name="csY26" fmla="*/ 849711 h 945419"/>
              <a:gd name="csX27" fmla="*/ 205588 w 428039"/>
              <a:gd name="csY27" fmla="*/ 914204 h 945419"/>
              <a:gd name="csX28" fmla="*/ 170180 w 428039"/>
              <a:gd name="csY28" fmla="*/ 932990 h 945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428039" h="945419">
                <a:moveTo>
                  <a:pt x="170172" y="932994"/>
                </a:moveTo>
                <a:cubicBezTo>
                  <a:pt x="159802" y="909512"/>
                  <a:pt x="154500" y="884307"/>
                  <a:pt x="148137" y="859669"/>
                </a:cubicBezTo>
                <a:cubicBezTo>
                  <a:pt x="134447" y="814790"/>
                  <a:pt x="120582" y="769858"/>
                  <a:pt x="103523" y="726119"/>
                </a:cubicBezTo>
                <a:cubicBezTo>
                  <a:pt x="82578" y="674045"/>
                  <a:pt x="69695" y="619516"/>
                  <a:pt x="58870" y="564604"/>
                </a:cubicBezTo>
                <a:cubicBezTo>
                  <a:pt x="49161" y="509220"/>
                  <a:pt x="39184" y="453885"/>
                  <a:pt x="29199" y="398545"/>
                </a:cubicBezTo>
                <a:cubicBezTo>
                  <a:pt x="20947" y="356655"/>
                  <a:pt x="15487" y="314347"/>
                  <a:pt x="10541" y="271996"/>
                </a:cubicBezTo>
                <a:cubicBezTo>
                  <a:pt x="7877" y="237254"/>
                  <a:pt x="5052" y="202515"/>
                  <a:pt x="3433" y="167697"/>
                </a:cubicBezTo>
                <a:cubicBezTo>
                  <a:pt x="809" y="142327"/>
                  <a:pt x="32" y="116626"/>
                  <a:pt x="154" y="91149"/>
                </a:cubicBezTo>
                <a:cubicBezTo>
                  <a:pt x="-1046" y="71864"/>
                  <a:pt x="5021" y="53650"/>
                  <a:pt x="9067" y="35099"/>
                </a:cubicBezTo>
                <a:cubicBezTo>
                  <a:pt x="18329" y="12394"/>
                  <a:pt x="28844" y="4991"/>
                  <a:pt x="51836" y="0"/>
                </a:cubicBezTo>
                <a:cubicBezTo>
                  <a:pt x="83162" y="5057"/>
                  <a:pt x="109752" y="22779"/>
                  <a:pt x="135865" y="39860"/>
                </a:cubicBezTo>
                <a:cubicBezTo>
                  <a:pt x="175119" y="70647"/>
                  <a:pt x="215644" y="99681"/>
                  <a:pt x="254289" y="131254"/>
                </a:cubicBezTo>
                <a:cubicBezTo>
                  <a:pt x="296668" y="165963"/>
                  <a:pt x="331640" y="208064"/>
                  <a:pt x="364827" y="251326"/>
                </a:cubicBezTo>
                <a:cubicBezTo>
                  <a:pt x="386442" y="278860"/>
                  <a:pt x="407283" y="306649"/>
                  <a:pt x="426583" y="335826"/>
                </a:cubicBezTo>
                <a:cubicBezTo>
                  <a:pt x="431891" y="343851"/>
                  <a:pt x="421423" y="351347"/>
                  <a:pt x="415521" y="343749"/>
                </a:cubicBezTo>
                <a:cubicBezTo>
                  <a:pt x="394189" y="316296"/>
                  <a:pt x="374035" y="288065"/>
                  <a:pt x="354029" y="259606"/>
                </a:cubicBezTo>
                <a:cubicBezTo>
                  <a:pt x="321492" y="217171"/>
                  <a:pt x="287240" y="175839"/>
                  <a:pt x="245682" y="141791"/>
                </a:cubicBezTo>
                <a:cubicBezTo>
                  <a:pt x="207852" y="110871"/>
                  <a:pt x="169587" y="79136"/>
                  <a:pt x="125296" y="57868"/>
                </a:cubicBezTo>
                <a:cubicBezTo>
                  <a:pt x="102410" y="47042"/>
                  <a:pt x="81165" y="31872"/>
                  <a:pt x="55062" y="32950"/>
                </a:cubicBezTo>
                <a:cubicBezTo>
                  <a:pt x="50516" y="36531"/>
                  <a:pt x="36977" y="31717"/>
                  <a:pt x="39851" y="44933"/>
                </a:cubicBezTo>
                <a:cubicBezTo>
                  <a:pt x="34540" y="60714"/>
                  <a:pt x="29671" y="76227"/>
                  <a:pt x="28389" y="92995"/>
                </a:cubicBezTo>
                <a:cubicBezTo>
                  <a:pt x="25761" y="117780"/>
                  <a:pt x="24680" y="142770"/>
                  <a:pt x="22440" y="167645"/>
                </a:cubicBezTo>
                <a:cubicBezTo>
                  <a:pt x="21365" y="202088"/>
                  <a:pt x="20005" y="236332"/>
                  <a:pt x="24745" y="270620"/>
                </a:cubicBezTo>
                <a:cubicBezTo>
                  <a:pt x="28951" y="312708"/>
                  <a:pt x="34356" y="354602"/>
                  <a:pt x="42597" y="396130"/>
                </a:cubicBezTo>
                <a:cubicBezTo>
                  <a:pt x="52570" y="451394"/>
                  <a:pt x="62537" y="506658"/>
                  <a:pt x="72229" y="561970"/>
                </a:cubicBezTo>
                <a:cubicBezTo>
                  <a:pt x="82864" y="615970"/>
                  <a:pt x="95071" y="669936"/>
                  <a:pt x="116735" y="720761"/>
                </a:cubicBezTo>
                <a:cubicBezTo>
                  <a:pt x="135040" y="764278"/>
                  <a:pt x="157362" y="805959"/>
                  <a:pt x="175184" y="849711"/>
                </a:cubicBezTo>
                <a:cubicBezTo>
                  <a:pt x="185487" y="871034"/>
                  <a:pt x="196136" y="892494"/>
                  <a:pt x="205588" y="914204"/>
                </a:cubicBezTo>
                <a:cubicBezTo>
                  <a:pt x="216903" y="940190"/>
                  <a:pt x="181631" y="958916"/>
                  <a:pt x="170180" y="93299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DDA7FE14-3848-32F3-E64B-5AB483800215}"/>
              </a:ext>
            </a:extLst>
          </p:cNvPr>
          <p:cNvSpPr/>
          <p:nvPr/>
        </p:nvSpPr>
        <p:spPr>
          <a:xfrm>
            <a:off x="7226569" y="1937158"/>
            <a:ext cx="390314" cy="523933"/>
          </a:xfrm>
          <a:custGeom>
            <a:avLst/>
            <a:gdLst>
              <a:gd name="csX0" fmla="*/ 11203 w 390314"/>
              <a:gd name="csY0" fmla="*/ 507542 h 523933"/>
              <a:gd name="csX1" fmla="*/ 15175 w 390314"/>
              <a:gd name="csY1" fmla="*/ 445932 h 523933"/>
              <a:gd name="csX2" fmla="*/ 13105 w 390314"/>
              <a:gd name="csY2" fmla="*/ 344519 h 523933"/>
              <a:gd name="csX3" fmla="*/ 12179 w 390314"/>
              <a:gd name="csY3" fmla="*/ 239554 h 523933"/>
              <a:gd name="csX4" fmla="*/ 6147 w 390314"/>
              <a:gd name="csY4" fmla="*/ 164232 h 523933"/>
              <a:gd name="csX5" fmla="*/ 1544 w 390314"/>
              <a:gd name="csY5" fmla="*/ 102402 h 523933"/>
              <a:gd name="csX6" fmla="*/ 4718 w 390314"/>
              <a:gd name="csY6" fmla="*/ 50112 h 523933"/>
              <a:gd name="csX7" fmla="*/ 24308 w 390314"/>
              <a:gd name="csY7" fmla="*/ 15136 h 523933"/>
              <a:gd name="csX8" fmla="*/ 69015 w 390314"/>
              <a:gd name="csY8" fmla="*/ 0 h 523933"/>
              <a:gd name="csX9" fmla="*/ 143148 w 390314"/>
              <a:gd name="csY9" fmla="*/ 37746 h 523933"/>
              <a:gd name="csX10" fmla="*/ 218249 w 390314"/>
              <a:gd name="csY10" fmla="*/ 120516 h 523933"/>
              <a:gd name="csX11" fmla="*/ 284592 w 390314"/>
              <a:gd name="csY11" fmla="*/ 240512 h 523933"/>
              <a:gd name="csX12" fmla="*/ 343375 w 390314"/>
              <a:gd name="csY12" fmla="*/ 363356 h 523933"/>
              <a:gd name="csX13" fmla="*/ 385359 w 390314"/>
              <a:gd name="csY13" fmla="*/ 468369 h 523933"/>
              <a:gd name="csX14" fmla="*/ 389887 w 390314"/>
              <a:gd name="csY14" fmla="*/ 482536 h 523933"/>
              <a:gd name="csX15" fmla="*/ 376925 w 390314"/>
              <a:gd name="csY15" fmla="*/ 486677 h 523933"/>
              <a:gd name="csX16" fmla="*/ 372463 w 390314"/>
              <a:gd name="csY16" fmla="*/ 472709 h 523933"/>
              <a:gd name="csX17" fmla="*/ 331036 w 390314"/>
              <a:gd name="csY17" fmla="*/ 369096 h 523933"/>
              <a:gd name="csX18" fmla="*/ 272518 w 390314"/>
              <a:gd name="csY18" fmla="*/ 246795 h 523933"/>
              <a:gd name="csX19" fmla="*/ 207062 w 390314"/>
              <a:gd name="csY19" fmla="*/ 128266 h 523933"/>
              <a:gd name="csX20" fmla="*/ 134043 w 390314"/>
              <a:gd name="csY20" fmla="*/ 51025 h 523933"/>
              <a:gd name="csX21" fmla="*/ 67779 w 390314"/>
              <a:gd name="csY21" fmla="*/ 25145 h 523933"/>
              <a:gd name="csX22" fmla="*/ 44525 w 390314"/>
              <a:gd name="csY22" fmla="*/ 33136 h 523933"/>
              <a:gd name="csX23" fmla="*/ 28642 w 390314"/>
              <a:gd name="csY23" fmla="*/ 55566 h 523933"/>
              <a:gd name="csX24" fmla="*/ 24873 w 390314"/>
              <a:gd name="csY24" fmla="*/ 101384 h 523933"/>
              <a:gd name="csX25" fmla="*/ 28393 w 390314"/>
              <a:gd name="csY25" fmla="*/ 162695 h 523933"/>
              <a:gd name="csX26" fmla="*/ 25785 w 390314"/>
              <a:gd name="csY26" fmla="*/ 239780 h 523933"/>
              <a:gd name="csX27" fmla="*/ 26703 w 390314"/>
              <a:gd name="csY27" fmla="*/ 344002 h 523933"/>
              <a:gd name="csX28" fmla="*/ 34679 w 390314"/>
              <a:gd name="csY28" fmla="*/ 444739 h 523933"/>
              <a:gd name="csX29" fmla="*/ 47039 w 390314"/>
              <a:gd name="csY29" fmla="*/ 503502 h 523933"/>
              <a:gd name="csX30" fmla="*/ 11204 w 390314"/>
              <a:gd name="csY30" fmla="*/ 507556 h 5239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390314" h="523933">
                <a:moveTo>
                  <a:pt x="11203" y="507542"/>
                </a:moveTo>
                <a:cubicBezTo>
                  <a:pt x="15001" y="487313"/>
                  <a:pt x="14823" y="466496"/>
                  <a:pt x="15175" y="445932"/>
                </a:cubicBezTo>
                <a:cubicBezTo>
                  <a:pt x="16649" y="412191"/>
                  <a:pt x="14497" y="378308"/>
                  <a:pt x="13105" y="344519"/>
                </a:cubicBezTo>
                <a:cubicBezTo>
                  <a:pt x="11442" y="309549"/>
                  <a:pt x="11725" y="274548"/>
                  <a:pt x="12179" y="239554"/>
                </a:cubicBezTo>
                <a:cubicBezTo>
                  <a:pt x="13151" y="214105"/>
                  <a:pt x="9924" y="189221"/>
                  <a:pt x="6147" y="164232"/>
                </a:cubicBezTo>
                <a:cubicBezTo>
                  <a:pt x="4127" y="143476"/>
                  <a:pt x="3237" y="122823"/>
                  <a:pt x="1544" y="102402"/>
                </a:cubicBezTo>
                <a:cubicBezTo>
                  <a:pt x="-2146" y="84580"/>
                  <a:pt x="1531" y="67528"/>
                  <a:pt x="4718" y="50112"/>
                </a:cubicBezTo>
                <a:cubicBezTo>
                  <a:pt x="6003" y="35205"/>
                  <a:pt x="16331" y="26367"/>
                  <a:pt x="24308" y="15136"/>
                </a:cubicBezTo>
                <a:cubicBezTo>
                  <a:pt x="37303" y="-1114"/>
                  <a:pt x="51064" y="1607"/>
                  <a:pt x="69015" y="0"/>
                </a:cubicBezTo>
                <a:cubicBezTo>
                  <a:pt x="97661" y="4698"/>
                  <a:pt x="120564" y="20653"/>
                  <a:pt x="143148" y="37746"/>
                </a:cubicBezTo>
                <a:cubicBezTo>
                  <a:pt x="172209" y="61699"/>
                  <a:pt x="196852" y="89657"/>
                  <a:pt x="218249" y="120516"/>
                </a:cubicBezTo>
                <a:cubicBezTo>
                  <a:pt x="242969" y="159013"/>
                  <a:pt x="263523" y="199962"/>
                  <a:pt x="284592" y="240512"/>
                </a:cubicBezTo>
                <a:cubicBezTo>
                  <a:pt x="304942" y="281090"/>
                  <a:pt x="324244" y="322189"/>
                  <a:pt x="343375" y="363356"/>
                </a:cubicBezTo>
                <a:cubicBezTo>
                  <a:pt x="360410" y="397285"/>
                  <a:pt x="372878" y="432720"/>
                  <a:pt x="385359" y="468369"/>
                </a:cubicBezTo>
                <a:cubicBezTo>
                  <a:pt x="386869" y="473091"/>
                  <a:pt x="388378" y="477814"/>
                  <a:pt x="389887" y="482536"/>
                </a:cubicBezTo>
                <a:cubicBezTo>
                  <a:pt x="392815" y="491701"/>
                  <a:pt x="379852" y="495842"/>
                  <a:pt x="376925" y="486677"/>
                </a:cubicBezTo>
                <a:cubicBezTo>
                  <a:pt x="375438" y="482021"/>
                  <a:pt x="373951" y="477365"/>
                  <a:pt x="372463" y="472709"/>
                </a:cubicBezTo>
                <a:cubicBezTo>
                  <a:pt x="360173" y="437584"/>
                  <a:pt x="346257" y="403094"/>
                  <a:pt x="331036" y="369096"/>
                </a:cubicBezTo>
                <a:cubicBezTo>
                  <a:pt x="311990" y="328113"/>
                  <a:pt x="292772" y="287195"/>
                  <a:pt x="272518" y="246795"/>
                </a:cubicBezTo>
                <a:cubicBezTo>
                  <a:pt x="251713" y="206750"/>
                  <a:pt x="231421" y="166313"/>
                  <a:pt x="207062" y="128266"/>
                </a:cubicBezTo>
                <a:cubicBezTo>
                  <a:pt x="186799" y="98937"/>
                  <a:pt x="164087" y="70811"/>
                  <a:pt x="134043" y="51025"/>
                </a:cubicBezTo>
                <a:cubicBezTo>
                  <a:pt x="112959" y="40008"/>
                  <a:pt x="92583" y="26469"/>
                  <a:pt x="67779" y="25145"/>
                </a:cubicBezTo>
                <a:cubicBezTo>
                  <a:pt x="59436" y="27588"/>
                  <a:pt x="50519" y="25283"/>
                  <a:pt x="44525" y="33136"/>
                </a:cubicBezTo>
                <a:cubicBezTo>
                  <a:pt x="39101" y="40629"/>
                  <a:pt x="32430" y="47014"/>
                  <a:pt x="28642" y="55566"/>
                </a:cubicBezTo>
                <a:cubicBezTo>
                  <a:pt x="27104" y="70793"/>
                  <a:pt x="25177" y="86014"/>
                  <a:pt x="24873" y="101384"/>
                </a:cubicBezTo>
                <a:cubicBezTo>
                  <a:pt x="25551" y="121596"/>
                  <a:pt x="26988" y="142111"/>
                  <a:pt x="28393" y="162695"/>
                </a:cubicBezTo>
                <a:cubicBezTo>
                  <a:pt x="27884" y="188373"/>
                  <a:pt x="27064" y="214092"/>
                  <a:pt x="25785" y="239780"/>
                </a:cubicBezTo>
                <a:cubicBezTo>
                  <a:pt x="25333" y="274523"/>
                  <a:pt x="25051" y="309276"/>
                  <a:pt x="26703" y="344002"/>
                </a:cubicBezTo>
                <a:cubicBezTo>
                  <a:pt x="28089" y="377664"/>
                  <a:pt x="28845" y="411542"/>
                  <a:pt x="34679" y="444739"/>
                </a:cubicBezTo>
                <a:cubicBezTo>
                  <a:pt x="37456" y="464521"/>
                  <a:pt x="39335" y="484984"/>
                  <a:pt x="47039" y="503502"/>
                </a:cubicBezTo>
                <a:cubicBezTo>
                  <a:pt x="56833" y="527047"/>
                  <a:pt x="6497" y="532618"/>
                  <a:pt x="11204" y="50755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4" name="任意多边形: 形状 93">
            <a:extLst>
              <a:ext uri="{FF2B5EF4-FFF2-40B4-BE49-F238E27FC236}">
                <a16:creationId xmlns:a16="http://schemas.microsoft.com/office/drawing/2014/main" id="{5F235FD0-5922-E5A5-1D20-EBBC56ECD1C2}"/>
              </a:ext>
            </a:extLst>
          </p:cNvPr>
          <p:cNvSpPr/>
          <p:nvPr/>
        </p:nvSpPr>
        <p:spPr>
          <a:xfrm>
            <a:off x="7437728" y="1726690"/>
            <a:ext cx="398177" cy="363527"/>
          </a:xfrm>
          <a:custGeom>
            <a:avLst/>
            <a:gdLst>
              <a:gd name="csX0" fmla="*/ 355 w 398177"/>
              <a:gd name="csY0" fmla="*/ 342058 h 363527"/>
              <a:gd name="csX1" fmla="*/ 5770 w 398177"/>
              <a:gd name="csY1" fmla="*/ 288820 h 363527"/>
              <a:gd name="csX2" fmla="*/ 18981 w 398177"/>
              <a:gd name="csY2" fmla="*/ 205706 h 363527"/>
              <a:gd name="csX3" fmla="*/ 47233 w 398177"/>
              <a:gd name="csY3" fmla="*/ 115864 h 363527"/>
              <a:gd name="csX4" fmla="*/ 103685 w 398177"/>
              <a:gd name="csY4" fmla="*/ 50588 h 363527"/>
              <a:gd name="csX5" fmla="*/ 169520 w 398177"/>
              <a:gd name="csY5" fmla="*/ 12767 h 363527"/>
              <a:gd name="csX6" fmla="*/ 244972 w 398177"/>
              <a:gd name="csY6" fmla="*/ 668 h 363527"/>
              <a:gd name="csX7" fmla="*/ 331069 w 398177"/>
              <a:gd name="csY7" fmla="*/ 61124 h 363527"/>
              <a:gd name="csX8" fmla="*/ 397613 w 398177"/>
              <a:gd name="csY8" fmla="*/ 180777 h 363527"/>
              <a:gd name="csX9" fmla="*/ 384870 w 398177"/>
              <a:gd name="csY9" fmla="*/ 185550 h 363527"/>
              <a:gd name="csX10" fmla="*/ 315521 w 398177"/>
              <a:gd name="csY10" fmla="*/ 77955 h 363527"/>
              <a:gd name="csX11" fmla="*/ 239081 w 398177"/>
              <a:gd name="csY11" fmla="*/ 33548 h 363527"/>
              <a:gd name="csX12" fmla="*/ 182829 w 398177"/>
              <a:gd name="csY12" fmla="*/ 41947 h 363527"/>
              <a:gd name="csX13" fmla="*/ 121361 w 398177"/>
              <a:gd name="csY13" fmla="*/ 74791 h 363527"/>
              <a:gd name="csX14" fmla="*/ 75082 w 398177"/>
              <a:gd name="csY14" fmla="*/ 128550 h 363527"/>
              <a:gd name="csX15" fmla="*/ 47094 w 398177"/>
              <a:gd name="csY15" fmla="*/ 211705 h 363527"/>
              <a:gd name="csX16" fmla="*/ 39879 w 398177"/>
              <a:gd name="csY16" fmla="*/ 289399 h 363527"/>
              <a:gd name="csX17" fmla="*/ 45951 w 398177"/>
              <a:gd name="csY17" fmla="*/ 337958 h 363527"/>
              <a:gd name="csX18" fmla="*/ 354 w 398177"/>
              <a:gd name="csY18" fmla="*/ 342051 h 3635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98177" h="363527">
                <a:moveTo>
                  <a:pt x="355" y="342058"/>
                </a:moveTo>
                <a:cubicBezTo>
                  <a:pt x="3416" y="324528"/>
                  <a:pt x="4556" y="306578"/>
                  <a:pt x="5770" y="288820"/>
                </a:cubicBezTo>
                <a:cubicBezTo>
                  <a:pt x="5837" y="260450"/>
                  <a:pt x="12247" y="233069"/>
                  <a:pt x="18981" y="205706"/>
                </a:cubicBezTo>
                <a:cubicBezTo>
                  <a:pt x="24880" y="174767"/>
                  <a:pt x="35608" y="145038"/>
                  <a:pt x="47233" y="115864"/>
                </a:cubicBezTo>
                <a:cubicBezTo>
                  <a:pt x="59953" y="88116"/>
                  <a:pt x="80298" y="69019"/>
                  <a:pt x="103685" y="50588"/>
                </a:cubicBezTo>
                <a:cubicBezTo>
                  <a:pt x="123848" y="34874"/>
                  <a:pt x="147074" y="24606"/>
                  <a:pt x="169520" y="12767"/>
                </a:cubicBezTo>
                <a:cubicBezTo>
                  <a:pt x="194106" y="-398"/>
                  <a:pt x="218431" y="-1004"/>
                  <a:pt x="244972" y="668"/>
                </a:cubicBezTo>
                <a:cubicBezTo>
                  <a:pt x="280131" y="11517"/>
                  <a:pt x="304968" y="36892"/>
                  <a:pt x="331069" y="61124"/>
                </a:cubicBezTo>
                <a:cubicBezTo>
                  <a:pt x="365274" y="93281"/>
                  <a:pt x="381488" y="137817"/>
                  <a:pt x="397613" y="180777"/>
                </a:cubicBezTo>
                <a:cubicBezTo>
                  <a:pt x="400993" y="189785"/>
                  <a:pt x="388239" y="194562"/>
                  <a:pt x="384870" y="185550"/>
                </a:cubicBezTo>
                <a:cubicBezTo>
                  <a:pt x="369453" y="144307"/>
                  <a:pt x="347480" y="108763"/>
                  <a:pt x="315521" y="77955"/>
                </a:cubicBezTo>
                <a:cubicBezTo>
                  <a:pt x="292251" y="59265"/>
                  <a:pt x="268993" y="40038"/>
                  <a:pt x="239081" y="33548"/>
                </a:cubicBezTo>
                <a:cubicBezTo>
                  <a:pt x="218582" y="32127"/>
                  <a:pt x="201759" y="30357"/>
                  <a:pt x="182829" y="41947"/>
                </a:cubicBezTo>
                <a:cubicBezTo>
                  <a:pt x="161363" y="51022"/>
                  <a:pt x="140915" y="61982"/>
                  <a:pt x="121361" y="74791"/>
                </a:cubicBezTo>
                <a:cubicBezTo>
                  <a:pt x="102671" y="89957"/>
                  <a:pt x="84990" y="105898"/>
                  <a:pt x="75082" y="128550"/>
                </a:cubicBezTo>
                <a:cubicBezTo>
                  <a:pt x="63204" y="155524"/>
                  <a:pt x="52099" y="182406"/>
                  <a:pt x="47094" y="211705"/>
                </a:cubicBezTo>
                <a:cubicBezTo>
                  <a:pt x="43530" y="237435"/>
                  <a:pt x="39507" y="263322"/>
                  <a:pt x="39879" y="289399"/>
                </a:cubicBezTo>
                <a:cubicBezTo>
                  <a:pt x="40649" y="305602"/>
                  <a:pt x="40450" y="322607"/>
                  <a:pt x="45951" y="337958"/>
                </a:cubicBezTo>
                <a:cubicBezTo>
                  <a:pt x="56871" y="368431"/>
                  <a:pt x="-5215" y="373939"/>
                  <a:pt x="354" y="34205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id="{506411A2-5055-02AD-B56E-505E883170F5}"/>
              </a:ext>
            </a:extLst>
          </p:cNvPr>
          <p:cNvSpPr/>
          <p:nvPr/>
        </p:nvSpPr>
        <p:spPr>
          <a:xfrm>
            <a:off x="7804231" y="1705313"/>
            <a:ext cx="512132" cy="510196"/>
          </a:xfrm>
          <a:custGeom>
            <a:avLst/>
            <a:gdLst>
              <a:gd name="csX0" fmla="*/ 278 w 512132"/>
              <a:gd name="csY0" fmla="*/ 470114 h 510196"/>
              <a:gd name="csX1" fmla="*/ 6456 w 512132"/>
              <a:gd name="csY1" fmla="*/ 423838 h 510196"/>
              <a:gd name="csX2" fmla="*/ 18179 w 512132"/>
              <a:gd name="csY2" fmla="*/ 329405 h 510196"/>
              <a:gd name="csX3" fmla="*/ 43702 w 512132"/>
              <a:gd name="csY3" fmla="*/ 222497 h 510196"/>
              <a:gd name="csX4" fmla="*/ 69520 w 512132"/>
              <a:gd name="csY4" fmla="*/ 132813 h 510196"/>
              <a:gd name="csX5" fmla="*/ 101688 w 512132"/>
              <a:gd name="csY5" fmla="*/ 67240 h 510196"/>
              <a:gd name="csX6" fmla="*/ 144434 w 512132"/>
              <a:gd name="csY6" fmla="*/ 23579 h 510196"/>
              <a:gd name="csX7" fmla="*/ 199834 w 512132"/>
              <a:gd name="csY7" fmla="*/ 45 h 510196"/>
              <a:gd name="csX8" fmla="*/ 278890 w 512132"/>
              <a:gd name="csY8" fmla="*/ 22437 h 510196"/>
              <a:gd name="csX9" fmla="*/ 355415 w 512132"/>
              <a:gd name="csY9" fmla="*/ 107704 h 510196"/>
              <a:gd name="csX10" fmla="*/ 420589 w 512132"/>
              <a:gd name="csY10" fmla="*/ 234006 h 510196"/>
              <a:gd name="csX11" fmla="*/ 478634 w 512132"/>
              <a:gd name="csY11" fmla="*/ 370251 h 510196"/>
              <a:gd name="csX12" fmla="*/ 511732 w 512132"/>
              <a:gd name="csY12" fmla="*/ 500982 h 510196"/>
              <a:gd name="csX13" fmla="*/ 498726 w 512132"/>
              <a:gd name="csY13" fmla="*/ 504984 h 510196"/>
              <a:gd name="csX14" fmla="*/ 448192 w 512132"/>
              <a:gd name="csY14" fmla="*/ 381550 h 510196"/>
              <a:gd name="csX15" fmla="*/ 391172 w 512132"/>
              <a:gd name="csY15" fmla="*/ 248323 h 510196"/>
              <a:gd name="csX16" fmla="*/ 324684 w 512132"/>
              <a:gd name="csY16" fmla="*/ 129166 h 510196"/>
              <a:gd name="csX17" fmla="*/ 257272 w 512132"/>
              <a:gd name="csY17" fmla="*/ 56051 h 510196"/>
              <a:gd name="csX18" fmla="*/ 202238 w 512132"/>
              <a:gd name="csY18" fmla="*/ 30615 h 510196"/>
              <a:gd name="csX19" fmla="*/ 160740 w 512132"/>
              <a:gd name="csY19" fmla="*/ 44552 h 510196"/>
              <a:gd name="csX20" fmla="*/ 122101 w 512132"/>
              <a:gd name="csY20" fmla="*/ 81544 h 510196"/>
              <a:gd name="csX21" fmla="*/ 88257 w 512132"/>
              <a:gd name="csY21" fmla="*/ 140278 h 510196"/>
              <a:gd name="csX22" fmla="*/ 57457 w 512132"/>
              <a:gd name="csY22" fmla="*/ 226009 h 510196"/>
              <a:gd name="csX23" fmla="*/ 33779 w 512132"/>
              <a:gd name="csY23" fmla="*/ 331889 h 510196"/>
              <a:gd name="csX24" fmla="*/ 25553 w 512132"/>
              <a:gd name="csY24" fmla="*/ 425055 h 510196"/>
              <a:gd name="csX25" fmla="*/ 29146 w 512132"/>
              <a:gd name="csY25" fmla="*/ 470097 h 510196"/>
              <a:gd name="csX26" fmla="*/ 276 w 512132"/>
              <a:gd name="csY26" fmla="*/ 470097 h 5101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512132" h="510196">
                <a:moveTo>
                  <a:pt x="278" y="470114"/>
                </a:moveTo>
                <a:cubicBezTo>
                  <a:pt x="3212" y="454713"/>
                  <a:pt x="4042" y="439346"/>
                  <a:pt x="6456" y="423838"/>
                </a:cubicBezTo>
                <a:cubicBezTo>
                  <a:pt x="8999" y="392079"/>
                  <a:pt x="13043" y="360898"/>
                  <a:pt x="18179" y="329405"/>
                </a:cubicBezTo>
                <a:cubicBezTo>
                  <a:pt x="25647" y="293491"/>
                  <a:pt x="34814" y="258073"/>
                  <a:pt x="43702" y="222497"/>
                </a:cubicBezTo>
                <a:cubicBezTo>
                  <a:pt x="49263" y="191763"/>
                  <a:pt x="58830" y="162031"/>
                  <a:pt x="69520" y="132813"/>
                </a:cubicBezTo>
                <a:cubicBezTo>
                  <a:pt x="77279" y="109377"/>
                  <a:pt x="88397" y="87892"/>
                  <a:pt x="101688" y="67240"/>
                </a:cubicBezTo>
                <a:cubicBezTo>
                  <a:pt x="112444" y="49279"/>
                  <a:pt x="128803" y="36587"/>
                  <a:pt x="144434" y="23579"/>
                </a:cubicBezTo>
                <a:cubicBezTo>
                  <a:pt x="160674" y="7703"/>
                  <a:pt x="178127" y="2983"/>
                  <a:pt x="199834" y="45"/>
                </a:cubicBezTo>
                <a:cubicBezTo>
                  <a:pt x="229044" y="-800"/>
                  <a:pt x="253648" y="10349"/>
                  <a:pt x="278890" y="22437"/>
                </a:cubicBezTo>
                <a:cubicBezTo>
                  <a:pt x="309383" y="46102"/>
                  <a:pt x="334284" y="75494"/>
                  <a:pt x="355415" y="107704"/>
                </a:cubicBezTo>
                <a:cubicBezTo>
                  <a:pt x="383343" y="146509"/>
                  <a:pt x="399786" y="191412"/>
                  <a:pt x="420589" y="234006"/>
                </a:cubicBezTo>
                <a:cubicBezTo>
                  <a:pt x="445466" y="276834"/>
                  <a:pt x="462089" y="323756"/>
                  <a:pt x="478634" y="370251"/>
                </a:cubicBezTo>
                <a:cubicBezTo>
                  <a:pt x="492122" y="413328"/>
                  <a:pt x="498465" y="457873"/>
                  <a:pt x="511732" y="500982"/>
                </a:cubicBezTo>
                <a:cubicBezTo>
                  <a:pt x="514562" y="510178"/>
                  <a:pt x="501556" y="514180"/>
                  <a:pt x="498726" y="504984"/>
                </a:cubicBezTo>
                <a:cubicBezTo>
                  <a:pt x="485569" y="462227"/>
                  <a:pt x="465620" y="422678"/>
                  <a:pt x="448192" y="381550"/>
                </a:cubicBezTo>
                <a:cubicBezTo>
                  <a:pt x="430714" y="336400"/>
                  <a:pt x="410644" y="292603"/>
                  <a:pt x="391172" y="248323"/>
                </a:cubicBezTo>
                <a:cubicBezTo>
                  <a:pt x="371325" y="207435"/>
                  <a:pt x="348460" y="167868"/>
                  <a:pt x="324684" y="129166"/>
                </a:cubicBezTo>
                <a:cubicBezTo>
                  <a:pt x="305079" y="102095"/>
                  <a:pt x="285303" y="74955"/>
                  <a:pt x="257272" y="56051"/>
                </a:cubicBezTo>
                <a:cubicBezTo>
                  <a:pt x="240227" y="43636"/>
                  <a:pt x="224191" y="30853"/>
                  <a:pt x="202238" y="30615"/>
                </a:cubicBezTo>
                <a:cubicBezTo>
                  <a:pt x="188161" y="34100"/>
                  <a:pt x="173180" y="35335"/>
                  <a:pt x="160740" y="44552"/>
                </a:cubicBezTo>
                <a:cubicBezTo>
                  <a:pt x="147367" y="56411"/>
                  <a:pt x="133421" y="67345"/>
                  <a:pt x="122101" y="81544"/>
                </a:cubicBezTo>
                <a:cubicBezTo>
                  <a:pt x="109870" y="100481"/>
                  <a:pt x="96458" y="118998"/>
                  <a:pt x="88257" y="140278"/>
                </a:cubicBezTo>
                <a:cubicBezTo>
                  <a:pt x="77093" y="168596"/>
                  <a:pt x="65801" y="196675"/>
                  <a:pt x="57457" y="226009"/>
                </a:cubicBezTo>
                <a:cubicBezTo>
                  <a:pt x="48123" y="260905"/>
                  <a:pt x="37998" y="295923"/>
                  <a:pt x="33779" y="331889"/>
                </a:cubicBezTo>
                <a:cubicBezTo>
                  <a:pt x="29997" y="362821"/>
                  <a:pt x="25702" y="393793"/>
                  <a:pt x="25553" y="425055"/>
                </a:cubicBezTo>
                <a:cubicBezTo>
                  <a:pt x="26534" y="440124"/>
                  <a:pt x="25772" y="455236"/>
                  <a:pt x="29146" y="470097"/>
                </a:cubicBezTo>
                <a:cubicBezTo>
                  <a:pt x="33666" y="490005"/>
                  <a:pt x="-3545" y="490151"/>
                  <a:pt x="276" y="470097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18483721-3291-AC09-234A-48346AFFC893}"/>
              </a:ext>
            </a:extLst>
          </p:cNvPr>
          <p:cNvSpPr/>
          <p:nvPr/>
        </p:nvSpPr>
        <p:spPr>
          <a:xfrm>
            <a:off x="8139587" y="1242906"/>
            <a:ext cx="515969" cy="474344"/>
          </a:xfrm>
          <a:custGeom>
            <a:avLst/>
            <a:gdLst>
              <a:gd name="csX0" fmla="*/ 2583 w 515969"/>
              <a:gd name="csY0" fmla="*/ 333304 h 474344"/>
              <a:gd name="csX1" fmla="*/ 50856 w 515969"/>
              <a:gd name="csY1" fmla="*/ 254502 h 474344"/>
              <a:gd name="csX2" fmla="*/ 126645 w 515969"/>
              <a:gd name="csY2" fmla="*/ 142240 h 474344"/>
              <a:gd name="csX3" fmla="*/ 196572 w 515969"/>
              <a:gd name="csY3" fmla="*/ 54976 h 474344"/>
              <a:gd name="csX4" fmla="*/ 246209 w 515969"/>
              <a:gd name="csY4" fmla="*/ 6598 h 474344"/>
              <a:gd name="csX5" fmla="*/ 300814 w 515969"/>
              <a:gd name="csY5" fmla="*/ 10685 h 474344"/>
              <a:gd name="csX6" fmla="*/ 352304 w 515969"/>
              <a:gd name="csY6" fmla="*/ 61742 h 474344"/>
              <a:gd name="csX7" fmla="*/ 416678 w 515969"/>
              <a:gd name="csY7" fmla="*/ 165726 h 474344"/>
              <a:gd name="csX8" fmla="*/ 471416 w 515969"/>
              <a:gd name="csY8" fmla="*/ 284265 h 474344"/>
              <a:gd name="csX9" fmla="*/ 507700 w 515969"/>
              <a:gd name="csY9" fmla="*/ 391792 h 474344"/>
              <a:gd name="csX10" fmla="*/ 515969 w 515969"/>
              <a:gd name="csY10" fmla="*/ 465935 h 474344"/>
              <a:gd name="csX11" fmla="*/ 502678 w 515969"/>
              <a:gd name="csY11" fmla="*/ 468851 h 474344"/>
              <a:gd name="csX12" fmla="*/ 474360 w 515969"/>
              <a:gd name="csY12" fmla="*/ 401780 h 474344"/>
              <a:gd name="csX13" fmla="*/ 441229 w 515969"/>
              <a:gd name="csY13" fmla="*/ 295386 h 474344"/>
              <a:gd name="csX14" fmla="*/ 392618 w 515969"/>
              <a:gd name="csY14" fmla="*/ 178333 h 474344"/>
              <a:gd name="csX15" fmla="*/ 330580 w 515969"/>
              <a:gd name="csY15" fmla="*/ 79492 h 474344"/>
              <a:gd name="csX16" fmla="*/ 286765 w 515969"/>
              <a:gd name="csY16" fmla="*/ 33444 h 474344"/>
              <a:gd name="csX17" fmla="*/ 257162 w 515969"/>
              <a:gd name="csY17" fmla="*/ 26497 h 474344"/>
              <a:gd name="csX18" fmla="*/ 206906 w 515969"/>
              <a:gd name="csY18" fmla="*/ 64113 h 474344"/>
              <a:gd name="csX19" fmla="*/ 137631 w 515969"/>
              <a:gd name="csY19" fmla="*/ 150272 h 474344"/>
              <a:gd name="csX20" fmla="*/ 62643 w 515969"/>
              <a:gd name="csY20" fmla="*/ 261305 h 474344"/>
              <a:gd name="csX21" fmla="*/ 21961 w 515969"/>
              <a:gd name="csY21" fmla="*/ 345122 h 474344"/>
              <a:gd name="csX22" fmla="*/ 2583 w 515969"/>
              <a:gd name="csY22" fmla="*/ 333311 h 4743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515969" h="474344">
                <a:moveTo>
                  <a:pt x="2583" y="333304"/>
                </a:moveTo>
                <a:cubicBezTo>
                  <a:pt x="23234" y="310326"/>
                  <a:pt x="35473" y="281186"/>
                  <a:pt x="50856" y="254502"/>
                </a:cubicBezTo>
                <a:cubicBezTo>
                  <a:pt x="73843" y="215586"/>
                  <a:pt x="100005" y="178706"/>
                  <a:pt x="126645" y="142240"/>
                </a:cubicBezTo>
                <a:cubicBezTo>
                  <a:pt x="148103" y="111674"/>
                  <a:pt x="172165" y="83180"/>
                  <a:pt x="196572" y="54976"/>
                </a:cubicBezTo>
                <a:cubicBezTo>
                  <a:pt x="210128" y="35433"/>
                  <a:pt x="227812" y="21019"/>
                  <a:pt x="246209" y="6598"/>
                </a:cubicBezTo>
                <a:cubicBezTo>
                  <a:pt x="268298" y="-5973"/>
                  <a:pt x="280070" y="1708"/>
                  <a:pt x="300814" y="10685"/>
                </a:cubicBezTo>
                <a:cubicBezTo>
                  <a:pt x="318537" y="27171"/>
                  <a:pt x="335531" y="44551"/>
                  <a:pt x="352304" y="61742"/>
                </a:cubicBezTo>
                <a:cubicBezTo>
                  <a:pt x="375378" y="95500"/>
                  <a:pt x="398224" y="129116"/>
                  <a:pt x="416678" y="165726"/>
                </a:cubicBezTo>
                <a:cubicBezTo>
                  <a:pt x="436624" y="204603"/>
                  <a:pt x="456578" y="243031"/>
                  <a:pt x="471416" y="284265"/>
                </a:cubicBezTo>
                <a:cubicBezTo>
                  <a:pt x="485621" y="319376"/>
                  <a:pt x="497015" y="355467"/>
                  <a:pt x="507700" y="391792"/>
                </a:cubicBezTo>
                <a:cubicBezTo>
                  <a:pt x="516784" y="415640"/>
                  <a:pt x="515907" y="441441"/>
                  <a:pt x="515969" y="465935"/>
                </a:cubicBezTo>
                <a:cubicBezTo>
                  <a:pt x="515993" y="475557"/>
                  <a:pt x="506991" y="477451"/>
                  <a:pt x="502678" y="468851"/>
                </a:cubicBezTo>
                <a:cubicBezTo>
                  <a:pt x="492112" y="447781"/>
                  <a:pt x="480612" y="425605"/>
                  <a:pt x="474360" y="401780"/>
                </a:cubicBezTo>
                <a:cubicBezTo>
                  <a:pt x="463032" y="366394"/>
                  <a:pt x="452298" y="330830"/>
                  <a:pt x="441229" y="295386"/>
                </a:cubicBezTo>
                <a:cubicBezTo>
                  <a:pt x="426409" y="255876"/>
                  <a:pt x="412167" y="215709"/>
                  <a:pt x="392618" y="178333"/>
                </a:cubicBezTo>
                <a:cubicBezTo>
                  <a:pt x="374037" y="144211"/>
                  <a:pt x="357240" y="108193"/>
                  <a:pt x="330580" y="79492"/>
                </a:cubicBezTo>
                <a:cubicBezTo>
                  <a:pt x="317783" y="62038"/>
                  <a:pt x="306242" y="44210"/>
                  <a:pt x="286765" y="33444"/>
                </a:cubicBezTo>
                <a:cubicBezTo>
                  <a:pt x="276968" y="30335"/>
                  <a:pt x="268646" y="23043"/>
                  <a:pt x="257162" y="26497"/>
                </a:cubicBezTo>
                <a:cubicBezTo>
                  <a:pt x="239123" y="37184"/>
                  <a:pt x="221190" y="47946"/>
                  <a:pt x="206906" y="64113"/>
                </a:cubicBezTo>
                <a:cubicBezTo>
                  <a:pt x="182611" y="91859"/>
                  <a:pt x="158814" y="120018"/>
                  <a:pt x="137631" y="150272"/>
                </a:cubicBezTo>
                <a:cubicBezTo>
                  <a:pt x="111279" y="186340"/>
                  <a:pt x="85392" y="222816"/>
                  <a:pt x="62643" y="261305"/>
                </a:cubicBezTo>
                <a:cubicBezTo>
                  <a:pt x="47115" y="288234"/>
                  <a:pt x="30185" y="314972"/>
                  <a:pt x="21961" y="345122"/>
                </a:cubicBezTo>
                <a:cubicBezTo>
                  <a:pt x="17738" y="360603"/>
                  <a:pt x="-8144" y="345246"/>
                  <a:pt x="2583" y="3333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76831450-982E-8353-4BEF-D5CA86824653}"/>
              </a:ext>
            </a:extLst>
          </p:cNvPr>
          <p:cNvSpPr/>
          <p:nvPr/>
        </p:nvSpPr>
        <p:spPr>
          <a:xfrm>
            <a:off x="8280736" y="1695034"/>
            <a:ext cx="494143" cy="511476"/>
          </a:xfrm>
          <a:custGeom>
            <a:avLst/>
            <a:gdLst>
              <a:gd name="csX0" fmla="*/ 3928 w 494143"/>
              <a:gd name="csY0" fmla="*/ 464868 h 511476"/>
              <a:gd name="csX1" fmla="*/ 35680 w 494143"/>
              <a:gd name="csY1" fmla="*/ 416016 h 511476"/>
              <a:gd name="csX2" fmla="*/ 111251 w 494143"/>
              <a:gd name="csY2" fmla="*/ 313261 h 511476"/>
              <a:gd name="csX3" fmla="*/ 209216 w 494143"/>
              <a:gd name="csY3" fmla="*/ 198256 h 511476"/>
              <a:gd name="csX4" fmla="*/ 298202 w 494143"/>
              <a:gd name="csY4" fmla="*/ 103473 h 511476"/>
              <a:gd name="csX5" fmla="*/ 366717 w 494143"/>
              <a:gd name="csY5" fmla="*/ 38259 h 511476"/>
              <a:gd name="csX6" fmla="*/ 416251 w 494143"/>
              <a:gd name="csY6" fmla="*/ 2006 h 511476"/>
              <a:gd name="csX7" fmla="*/ 463999 w 494143"/>
              <a:gd name="csY7" fmla="*/ 41412 h 511476"/>
              <a:gd name="csX8" fmla="*/ 480382 w 494143"/>
              <a:gd name="csY8" fmla="*/ 126704 h 511476"/>
              <a:gd name="csX9" fmla="*/ 489779 w 494143"/>
              <a:gd name="csY9" fmla="*/ 251815 h 511476"/>
              <a:gd name="csX10" fmla="*/ 494131 w 494143"/>
              <a:gd name="csY10" fmla="*/ 339361 h 511476"/>
              <a:gd name="csX11" fmla="*/ 480541 w 494143"/>
              <a:gd name="csY11" fmla="*/ 340047 h 511476"/>
              <a:gd name="csX12" fmla="*/ 476184 w 494143"/>
              <a:gd name="csY12" fmla="*/ 252414 h 511476"/>
              <a:gd name="csX13" fmla="*/ 466353 w 494143"/>
              <a:gd name="csY13" fmla="*/ 129123 h 511476"/>
              <a:gd name="csX14" fmla="*/ 440172 w 494143"/>
              <a:gd name="csY14" fmla="*/ 52658 h 511476"/>
              <a:gd name="csX15" fmla="*/ 436956 w 494143"/>
              <a:gd name="csY15" fmla="*/ 53206 h 511476"/>
              <a:gd name="csX16" fmla="*/ 399795 w 494143"/>
              <a:gd name="csY16" fmla="*/ 77817 h 511476"/>
              <a:gd name="csX17" fmla="*/ 326402 w 494143"/>
              <a:gd name="csY17" fmla="*/ 134587 h 511476"/>
              <a:gd name="csX18" fmla="*/ 236428 w 494143"/>
              <a:gd name="csY18" fmla="*/ 221729 h 511476"/>
              <a:gd name="csX19" fmla="*/ 144723 w 494143"/>
              <a:gd name="csY19" fmla="*/ 338553 h 511476"/>
              <a:gd name="csX20" fmla="*/ 84068 w 494143"/>
              <a:gd name="csY20" fmla="*/ 443918 h 511476"/>
              <a:gd name="csX21" fmla="*/ 60570 w 494143"/>
              <a:gd name="csY21" fmla="*/ 492916 h 511476"/>
              <a:gd name="csX22" fmla="*/ 3931 w 494143"/>
              <a:gd name="csY22" fmla="*/ 464872 h 5114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494143" h="511476">
                <a:moveTo>
                  <a:pt x="3928" y="464868"/>
                </a:moveTo>
                <a:cubicBezTo>
                  <a:pt x="11979" y="447096"/>
                  <a:pt x="24967" y="432295"/>
                  <a:pt x="35680" y="416016"/>
                </a:cubicBezTo>
                <a:cubicBezTo>
                  <a:pt x="58904" y="380319"/>
                  <a:pt x="85986" y="347505"/>
                  <a:pt x="111251" y="313261"/>
                </a:cubicBezTo>
                <a:cubicBezTo>
                  <a:pt x="141779" y="273095"/>
                  <a:pt x="177053" y="237033"/>
                  <a:pt x="209216" y="198256"/>
                </a:cubicBezTo>
                <a:cubicBezTo>
                  <a:pt x="236795" y="164700"/>
                  <a:pt x="266967" y="133584"/>
                  <a:pt x="298202" y="103473"/>
                </a:cubicBezTo>
                <a:cubicBezTo>
                  <a:pt x="320661" y="81309"/>
                  <a:pt x="343689" y="59845"/>
                  <a:pt x="366717" y="38259"/>
                </a:cubicBezTo>
                <a:cubicBezTo>
                  <a:pt x="380931" y="23044"/>
                  <a:pt x="398987" y="12783"/>
                  <a:pt x="416251" y="2006"/>
                </a:cubicBezTo>
                <a:cubicBezTo>
                  <a:pt x="448990" y="-6468"/>
                  <a:pt x="459178" y="12902"/>
                  <a:pt x="463999" y="41412"/>
                </a:cubicBezTo>
                <a:cubicBezTo>
                  <a:pt x="473341" y="69044"/>
                  <a:pt x="477209" y="97597"/>
                  <a:pt x="480382" y="126704"/>
                </a:cubicBezTo>
                <a:cubicBezTo>
                  <a:pt x="485918" y="168198"/>
                  <a:pt x="487936" y="210029"/>
                  <a:pt x="489779" y="251815"/>
                </a:cubicBezTo>
                <a:cubicBezTo>
                  <a:pt x="490912" y="281012"/>
                  <a:pt x="492658" y="310180"/>
                  <a:pt x="494131" y="339361"/>
                </a:cubicBezTo>
                <a:cubicBezTo>
                  <a:pt x="494616" y="348971"/>
                  <a:pt x="481027" y="349657"/>
                  <a:pt x="480541" y="340047"/>
                </a:cubicBezTo>
                <a:cubicBezTo>
                  <a:pt x="479067" y="310837"/>
                  <a:pt x="477319" y="281640"/>
                  <a:pt x="476184" y="252414"/>
                </a:cubicBezTo>
                <a:cubicBezTo>
                  <a:pt x="474369" y="211239"/>
                  <a:pt x="472866" y="169874"/>
                  <a:pt x="466353" y="129123"/>
                </a:cubicBezTo>
                <a:cubicBezTo>
                  <a:pt x="459215" y="103389"/>
                  <a:pt x="453408" y="75548"/>
                  <a:pt x="440172" y="52658"/>
                </a:cubicBezTo>
                <a:cubicBezTo>
                  <a:pt x="430494" y="54307"/>
                  <a:pt x="425176" y="51096"/>
                  <a:pt x="436956" y="53206"/>
                </a:cubicBezTo>
                <a:cubicBezTo>
                  <a:pt x="424005" y="60307"/>
                  <a:pt x="410932" y="67231"/>
                  <a:pt x="399795" y="77817"/>
                </a:cubicBezTo>
                <a:cubicBezTo>
                  <a:pt x="374994" y="96384"/>
                  <a:pt x="350587" y="115217"/>
                  <a:pt x="326402" y="134587"/>
                </a:cubicBezTo>
                <a:cubicBezTo>
                  <a:pt x="295126" y="162312"/>
                  <a:pt x="263833" y="190023"/>
                  <a:pt x="236428" y="221729"/>
                </a:cubicBezTo>
                <a:cubicBezTo>
                  <a:pt x="203317" y="258638"/>
                  <a:pt x="174759" y="299140"/>
                  <a:pt x="144723" y="338553"/>
                </a:cubicBezTo>
                <a:cubicBezTo>
                  <a:pt x="119665" y="370911"/>
                  <a:pt x="100918" y="406676"/>
                  <a:pt x="84068" y="443918"/>
                </a:cubicBezTo>
                <a:cubicBezTo>
                  <a:pt x="76062" y="460278"/>
                  <a:pt x="70291" y="477611"/>
                  <a:pt x="60570" y="492916"/>
                </a:cubicBezTo>
                <a:cubicBezTo>
                  <a:pt x="36607" y="530639"/>
                  <a:pt x="-14511" y="505580"/>
                  <a:pt x="3931" y="464872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E0AB8D90-53ED-DD9F-49FE-89DB8B09F2C1}"/>
              </a:ext>
            </a:extLst>
          </p:cNvPr>
          <p:cNvSpPr/>
          <p:nvPr/>
        </p:nvSpPr>
        <p:spPr>
          <a:xfrm>
            <a:off x="8436984" y="2290358"/>
            <a:ext cx="95933" cy="115553"/>
          </a:xfrm>
          <a:custGeom>
            <a:avLst/>
            <a:gdLst>
              <a:gd name="csX0" fmla="*/ 2652 w 95933"/>
              <a:gd name="csY0" fmla="*/ 91476 h 115553"/>
              <a:gd name="csX1" fmla="*/ 37121 w 95933"/>
              <a:gd name="csY1" fmla="*/ 46677 h 115553"/>
              <a:gd name="csX2" fmla="*/ 84939 w 95933"/>
              <a:gd name="csY2" fmla="*/ 1663 h 115553"/>
              <a:gd name="csX3" fmla="*/ 93376 w 95933"/>
              <a:gd name="csY3" fmla="*/ 12338 h 115553"/>
              <a:gd name="csX4" fmla="*/ 52287 w 95933"/>
              <a:gd name="csY4" fmla="*/ 57870 h 115553"/>
              <a:gd name="csX5" fmla="*/ 33505 w 95933"/>
              <a:gd name="csY5" fmla="*/ 104072 h 115553"/>
              <a:gd name="csX6" fmla="*/ 2653 w 95933"/>
              <a:gd name="csY6" fmla="*/ 91476 h 1155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5933" h="115553">
                <a:moveTo>
                  <a:pt x="2652" y="91476"/>
                </a:moveTo>
                <a:cubicBezTo>
                  <a:pt x="13569" y="75945"/>
                  <a:pt x="24463" y="60854"/>
                  <a:pt x="37121" y="46677"/>
                </a:cubicBezTo>
                <a:cubicBezTo>
                  <a:pt x="49214" y="27326"/>
                  <a:pt x="66479" y="14278"/>
                  <a:pt x="84939" y="1663"/>
                </a:cubicBezTo>
                <a:cubicBezTo>
                  <a:pt x="92883" y="-3766"/>
                  <a:pt x="99867" y="5236"/>
                  <a:pt x="93376" y="12338"/>
                </a:cubicBezTo>
                <a:cubicBezTo>
                  <a:pt x="79675" y="27331"/>
                  <a:pt x="65819" y="42521"/>
                  <a:pt x="52287" y="57870"/>
                </a:cubicBezTo>
                <a:cubicBezTo>
                  <a:pt x="44226" y="72616"/>
                  <a:pt x="34749" y="86972"/>
                  <a:pt x="33505" y="104072"/>
                </a:cubicBezTo>
                <a:cubicBezTo>
                  <a:pt x="31796" y="127574"/>
                  <a:pt x="-10899" y="110753"/>
                  <a:pt x="2653" y="9147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9" name="任意多边形: 形状 98">
            <a:extLst>
              <a:ext uri="{FF2B5EF4-FFF2-40B4-BE49-F238E27FC236}">
                <a16:creationId xmlns:a16="http://schemas.microsoft.com/office/drawing/2014/main" id="{6A03C5C3-C9E4-33B4-3B4A-E6C5583DE747}"/>
              </a:ext>
            </a:extLst>
          </p:cNvPr>
          <p:cNvSpPr/>
          <p:nvPr/>
        </p:nvSpPr>
        <p:spPr>
          <a:xfrm>
            <a:off x="8570634" y="2290330"/>
            <a:ext cx="129980" cy="83799"/>
          </a:xfrm>
          <a:custGeom>
            <a:avLst/>
            <a:gdLst>
              <a:gd name="csX0" fmla="*/ 92649 w 129980"/>
              <a:gd name="csY0" fmla="*/ 70740 h 83799"/>
              <a:gd name="csX1" fmla="*/ 75170 w 129980"/>
              <a:gd name="csY1" fmla="*/ 44839 h 83799"/>
              <a:gd name="csX2" fmla="*/ 21000 w 129980"/>
              <a:gd name="csY2" fmla="*/ 14439 h 83799"/>
              <a:gd name="csX3" fmla="*/ 7549 w 129980"/>
              <a:gd name="csY3" fmla="*/ 15157 h 83799"/>
              <a:gd name="csX4" fmla="*/ 6884 w 129980"/>
              <a:gd name="csY4" fmla="*/ 1566 h 83799"/>
              <a:gd name="csX5" fmla="*/ 22138 w 129980"/>
              <a:gd name="csY5" fmla="*/ 880 h 83799"/>
              <a:gd name="csX6" fmla="*/ 98068 w 129980"/>
              <a:gd name="csY6" fmla="*/ 18525 h 83799"/>
              <a:gd name="csX7" fmla="*/ 128427 w 129980"/>
              <a:gd name="csY7" fmla="*/ 54503 h 83799"/>
              <a:gd name="csX8" fmla="*/ 92650 w 129980"/>
              <a:gd name="csY8" fmla="*/ 70741 h 83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9980" h="83799">
                <a:moveTo>
                  <a:pt x="92649" y="70740"/>
                </a:moveTo>
                <a:cubicBezTo>
                  <a:pt x="88545" y="60948"/>
                  <a:pt x="81198" y="53411"/>
                  <a:pt x="75170" y="44839"/>
                </a:cubicBezTo>
                <a:cubicBezTo>
                  <a:pt x="59208" y="30705"/>
                  <a:pt x="40017" y="23180"/>
                  <a:pt x="21000" y="14439"/>
                </a:cubicBezTo>
                <a:cubicBezTo>
                  <a:pt x="16516" y="14679"/>
                  <a:pt x="12032" y="14918"/>
                  <a:pt x="7549" y="15157"/>
                </a:cubicBezTo>
                <a:cubicBezTo>
                  <a:pt x="-2059" y="15670"/>
                  <a:pt x="-2729" y="1998"/>
                  <a:pt x="6884" y="1566"/>
                </a:cubicBezTo>
                <a:cubicBezTo>
                  <a:pt x="11968" y="1337"/>
                  <a:pt x="17054" y="1108"/>
                  <a:pt x="22138" y="880"/>
                </a:cubicBezTo>
                <a:cubicBezTo>
                  <a:pt x="50148" y="-1361"/>
                  <a:pt x="74231" y="-574"/>
                  <a:pt x="98068" y="18525"/>
                </a:cubicBezTo>
                <a:cubicBezTo>
                  <a:pt x="110633" y="28895"/>
                  <a:pt x="122780" y="38424"/>
                  <a:pt x="128427" y="54503"/>
                </a:cubicBezTo>
                <a:cubicBezTo>
                  <a:pt x="137633" y="80715"/>
                  <a:pt x="103388" y="96363"/>
                  <a:pt x="92650" y="7074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10A74A4F-DDAA-148E-B209-40B96BB12BCB}"/>
              </a:ext>
            </a:extLst>
          </p:cNvPr>
          <p:cNvSpPr/>
          <p:nvPr/>
        </p:nvSpPr>
        <p:spPr>
          <a:xfrm>
            <a:off x="8685213" y="2085179"/>
            <a:ext cx="71010" cy="383618"/>
          </a:xfrm>
          <a:custGeom>
            <a:avLst/>
            <a:gdLst>
              <a:gd name="csX0" fmla="*/ 64652 w 71010"/>
              <a:gd name="csY0" fmla="*/ 40147 h 383618"/>
              <a:gd name="csX1" fmla="*/ 35754 w 71010"/>
              <a:gd name="csY1" fmla="*/ 102175 h 383618"/>
              <a:gd name="csX2" fmla="*/ 14715 w 71010"/>
              <a:gd name="csY2" fmla="*/ 281255 h 383618"/>
              <a:gd name="csX3" fmla="*/ 14978 w 71010"/>
              <a:gd name="csY3" fmla="*/ 376147 h 383618"/>
              <a:gd name="csX4" fmla="*/ 1380 w 71010"/>
              <a:gd name="csY4" fmla="*/ 376659 h 383618"/>
              <a:gd name="csX5" fmla="*/ 1134 w 71010"/>
              <a:gd name="csY5" fmla="*/ 280418 h 383618"/>
              <a:gd name="csX6" fmla="*/ 17239 w 71010"/>
              <a:gd name="csY6" fmla="*/ 98795 h 383618"/>
              <a:gd name="csX7" fmla="*/ 29914 w 71010"/>
              <a:gd name="csY7" fmla="*/ 11276 h 383618"/>
              <a:gd name="csX8" fmla="*/ 64652 w 71010"/>
              <a:gd name="csY8" fmla="*/ 40147 h 3836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1010" h="383618">
                <a:moveTo>
                  <a:pt x="64652" y="40147"/>
                </a:moveTo>
                <a:cubicBezTo>
                  <a:pt x="48088" y="55803"/>
                  <a:pt x="41734" y="80258"/>
                  <a:pt x="35754" y="102175"/>
                </a:cubicBezTo>
                <a:cubicBezTo>
                  <a:pt x="21663" y="160506"/>
                  <a:pt x="18400" y="221428"/>
                  <a:pt x="14715" y="281255"/>
                </a:cubicBezTo>
                <a:cubicBezTo>
                  <a:pt x="12724" y="312880"/>
                  <a:pt x="13783" y="344527"/>
                  <a:pt x="14978" y="376147"/>
                </a:cubicBezTo>
                <a:cubicBezTo>
                  <a:pt x="15341" y="385761"/>
                  <a:pt x="1741" y="386274"/>
                  <a:pt x="1380" y="376659"/>
                </a:cubicBezTo>
                <a:cubicBezTo>
                  <a:pt x="177" y="344589"/>
                  <a:pt x="-889" y="312492"/>
                  <a:pt x="1134" y="280418"/>
                </a:cubicBezTo>
                <a:cubicBezTo>
                  <a:pt x="4881" y="219687"/>
                  <a:pt x="12506" y="159365"/>
                  <a:pt x="17239" y="98795"/>
                </a:cubicBezTo>
                <a:cubicBezTo>
                  <a:pt x="20119" y="69533"/>
                  <a:pt x="19728" y="39169"/>
                  <a:pt x="29914" y="11276"/>
                </a:cubicBezTo>
                <a:cubicBezTo>
                  <a:pt x="40871" y="-18726"/>
                  <a:pt x="87865" y="18207"/>
                  <a:pt x="64652" y="40147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1" name="任意多边形: 形状 100">
            <a:extLst>
              <a:ext uri="{FF2B5EF4-FFF2-40B4-BE49-F238E27FC236}">
                <a16:creationId xmlns:a16="http://schemas.microsoft.com/office/drawing/2014/main" id="{0E051A77-35AB-CB19-9E0F-0723CCC6BC7A}"/>
              </a:ext>
            </a:extLst>
          </p:cNvPr>
          <p:cNvSpPr/>
          <p:nvPr/>
        </p:nvSpPr>
        <p:spPr>
          <a:xfrm>
            <a:off x="8767444" y="2108391"/>
            <a:ext cx="30047" cy="51241"/>
          </a:xfrm>
          <a:custGeom>
            <a:avLst/>
            <a:gdLst>
              <a:gd name="csX0" fmla="*/ 29665 w 30047"/>
              <a:gd name="csY0" fmla="*/ 8743 h 51241"/>
              <a:gd name="csX1" fmla="*/ 29424 w 30047"/>
              <a:gd name="csY1" fmla="*/ 43029 h 51241"/>
              <a:gd name="csX2" fmla="*/ 16005 w 30047"/>
              <a:gd name="csY2" fmla="*/ 45284 h 51241"/>
              <a:gd name="csX3" fmla="*/ 3261 w 30047"/>
              <a:gd name="csY3" fmla="*/ 17818 h 51241"/>
              <a:gd name="csX4" fmla="*/ 29665 w 30047"/>
              <a:gd name="csY4" fmla="*/ 8743 h 512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0047" h="51241">
                <a:moveTo>
                  <a:pt x="29665" y="8743"/>
                </a:moveTo>
                <a:cubicBezTo>
                  <a:pt x="26614" y="20219"/>
                  <a:pt x="28989" y="31531"/>
                  <a:pt x="29424" y="43029"/>
                </a:cubicBezTo>
                <a:cubicBezTo>
                  <a:pt x="29787" y="52644"/>
                  <a:pt x="19221" y="54353"/>
                  <a:pt x="16005" y="45284"/>
                </a:cubicBezTo>
                <a:cubicBezTo>
                  <a:pt x="12530" y="35484"/>
                  <a:pt x="12543" y="24712"/>
                  <a:pt x="3261" y="17818"/>
                </a:cubicBezTo>
                <a:cubicBezTo>
                  <a:pt x="-12586" y="6045"/>
                  <a:pt x="34738" y="-10335"/>
                  <a:pt x="29665" y="8743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18DAE944-8169-F51E-ED7B-8D9D5418D140}"/>
              </a:ext>
            </a:extLst>
          </p:cNvPr>
          <p:cNvSpPr/>
          <p:nvPr/>
        </p:nvSpPr>
        <p:spPr>
          <a:xfrm>
            <a:off x="8843276" y="1921961"/>
            <a:ext cx="209426" cy="272205"/>
          </a:xfrm>
          <a:custGeom>
            <a:avLst/>
            <a:gdLst>
              <a:gd name="csX0" fmla="*/ 2315 w 209426"/>
              <a:gd name="csY0" fmla="*/ 258229 h 272205"/>
              <a:gd name="csX1" fmla="*/ 729 w 209426"/>
              <a:gd name="csY1" fmla="*/ 197950 h 272205"/>
              <a:gd name="csX2" fmla="*/ 18639 w 209426"/>
              <a:gd name="csY2" fmla="*/ 112508 h 272205"/>
              <a:gd name="csX3" fmla="*/ 44986 w 209426"/>
              <a:gd name="csY3" fmla="*/ 43031 h 272205"/>
              <a:gd name="csX4" fmla="*/ 86761 w 209426"/>
              <a:gd name="csY4" fmla="*/ 500 h 272205"/>
              <a:gd name="csX5" fmla="*/ 146880 w 209426"/>
              <a:gd name="csY5" fmla="*/ 53373 h 272205"/>
              <a:gd name="csX6" fmla="*/ 199111 w 209426"/>
              <a:gd name="csY6" fmla="*/ 192714 h 272205"/>
              <a:gd name="csX7" fmla="*/ 208998 w 209426"/>
              <a:gd name="csY7" fmla="*/ 223659 h 272205"/>
              <a:gd name="csX8" fmla="*/ 196037 w 209426"/>
              <a:gd name="csY8" fmla="*/ 227800 h 272205"/>
              <a:gd name="csX9" fmla="*/ 186235 w 209426"/>
              <a:gd name="csY9" fmla="*/ 197114 h 272205"/>
              <a:gd name="csX10" fmla="*/ 122790 w 209426"/>
              <a:gd name="csY10" fmla="*/ 68736 h 272205"/>
              <a:gd name="csX11" fmla="*/ 105694 w 209426"/>
              <a:gd name="csY11" fmla="*/ 47430 h 272205"/>
              <a:gd name="csX12" fmla="*/ 83729 w 209426"/>
              <a:gd name="csY12" fmla="*/ 67290 h 272205"/>
              <a:gd name="csX13" fmla="*/ 55830 w 209426"/>
              <a:gd name="csY13" fmla="*/ 123071 h 272205"/>
              <a:gd name="csX14" fmla="*/ 37402 w 209426"/>
              <a:gd name="csY14" fmla="*/ 202347 h 272205"/>
              <a:gd name="csX15" fmla="*/ 28697 w 209426"/>
              <a:gd name="csY15" fmla="*/ 258230 h 272205"/>
              <a:gd name="csX16" fmla="*/ 2314 w 209426"/>
              <a:gd name="csY16" fmla="*/ 258230 h 2722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09426" h="272205">
                <a:moveTo>
                  <a:pt x="2315" y="258229"/>
                </a:moveTo>
                <a:cubicBezTo>
                  <a:pt x="888" y="237534"/>
                  <a:pt x="-1086" y="218693"/>
                  <a:pt x="729" y="197950"/>
                </a:cubicBezTo>
                <a:cubicBezTo>
                  <a:pt x="2958" y="169037"/>
                  <a:pt x="11093" y="140525"/>
                  <a:pt x="18639" y="112508"/>
                </a:cubicBezTo>
                <a:cubicBezTo>
                  <a:pt x="23288" y="87669"/>
                  <a:pt x="33410" y="65193"/>
                  <a:pt x="44986" y="43031"/>
                </a:cubicBezTo>
                <a:cubicBezTo>
                  <a:pt x="55802" y="24570"/>
                  <a:pt x="69191" y="11570"/>
                  <a:pt x="86761" y="500"/>
                </a:cubicBezTo>
                <a:cubicBezTo>
                  <a:pt x="126335" y="-3972"/>
                  <a:pt x="132330" y="22171"/>
                  <a:pt x="146880" y="53373"/>
                </a:cubicBezTo>
                <a:cubicBezTo>
                  <a:pt x="162765" y="100436"/>
                  <a:pt x="183040" y="145708"/>
                  <a:pt x="199111" y="192714"/>
                </a:cubicBezTo>
                <a:cubicBezTo>
                  <a:pt x="202406" y="203030"/>
                  <a:pt x="205702" y="213344"/>
                  <a:pt x="208998" y="223659"/>
                </a:cubicBezTo>
                <a:cubicBezTo>
                  <a:pt x="211927" y="232824"/>
                  <a:pt x="198964" y="236965"/>
                  <a:pt x="196037" y="227800"/>
                </a:cubicBezTo>
                <a:cubicBezTo>
                  <a:pt x="192769" y="217571"/>
                  <a:pt x="189502" y="207342"/>
                  <a:pt x="186235" y="197114"/>
                </a:cubicBezTo>
                <a:cubicBezTo>
                  <a:pt x="170712" y="151663"/>
                  <a:pt x="156165" y="104619"/>
                  <a:pt x="122790" y="68736"/>
                </a:cubicBezTo>
                <a:cubicBezTo>
                  <a:pt x="116403" y="62570"/>
                  <a:pt x="86569" y="46497"/>
                  <a:pt x="105694" y="47430"/>
                </a:cubicBezTo>
                <a:cubicBezTo>
                  <a:pt x="99496" y="52422"/>
                  <a:pt x="87451" y="56701"/>
                  <a:pt x="83729" y="67290"/>
                </a:cubicBezTo>
                <a:cubicBezTo>
                  <a:pt x="72842" y="85071"/>
                  <a:pt x="61525" y="102701"/>
                  <a:pt x="55830" y="123071"/>
                </a:cubicBezTo>
                <a:cubicBezTo>
                  <a:pt x="48935" y="149437"/>
                  <a:pt x="42371" y="175701"/>
                  <a:pt x="37402" y="202347"/>
                </a:cubicBezTo>
                <a:cubicBezTo>
                  <a:pt x="35129" y="221334"/>
                  <a:pt x="28580" y="239229"/>
                  <a:pt x="28697" y="258230"/>
                </a:cubicBezTo>
                <a:cubicBezTo>
                  <a:pt x="28812" y="276886"/>
                  <a:pt x="3598" y="276842"/>
                  <a:pt x="2314" y="25823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3" name="任意多边形: 形状 102">
            <a:extLst>
              <a:ext uri="{FF2B5EF4-FFF2-40B4-BE49-F238E27FC236}">
                <a16:creationId xmlns:a16="http://schemas.microsoft.com/office/drawing/2014/main" id="{A4B8DBF8-0190-F2E7-8905-84C72B773928}"/>
              </a:ext>
            </a:extLst>
          </p:cNvPr>
          <p:cNvSpPr/>
          <p:nvPr/>
        </p:nvSpPr>
        <p:spPr>
          <a:xfrm>
            <a:off x="8722184" y="1205854"/>
            <a:ext cx="432454" cy="531260"/>
          </a:xfrm>
          <a:custGeom>
            <a:avLst/>
            <a:gdLst>
              <a:gd name="csX0" fmla="*/ 2345 w 432454"/>
              <a:gd name="csY0" fmla="*/ 373118 h 531260"/>
              <a:gd name="csX1" fmla="*/ 57926 w 432454"/>
              <a:gd name="csY1" fmla="*/ 293403 h 531260"/>
              <a:gd name="csX2" fmla="*/ 142970 w 432454"/>
              <a:gd name="csY2" fmla="*/ 151833 h 531260"/>
              <a:gd name="csX3" fmla="*/ 207029 w 432454"/>
              <a:gd name="csY3" fmla="*/ 51725 h 531260"/>
              <a:gd name="csX4" fmla="*/ 268334 w 432454"/>
              <a:gd name="csY4" fmla="*/ 264 h 531260"/>
              <a:gd name="csX5" fmla="*/ 338970 w 432454"/>
              <a:gd name="csY5" fmla="*/ 40073 h 531260"/>
              <a:gd name="csX6" fmla="*/ 385693 w 432454"/>
              <a:gd name="csY6" fmla="*/ 139590 h 531260"/>
              <a:gd name="csX7" fmla="*/ 419514 w 432454"/>
              <a:gd name="csY7" fmla="*/ 293648 h 531260"/>
              <a:gd name="csX8" fmla="*/ 432023 w 432454"/>
              <a:gd name="csY8" fmla="*/ 456154 h 531260"/>
              <a:gd name="csX9" fmla="*/ 429780 w 432454"/>
              <a:gd name="csY9" fmla="*/ 524262 h 531260"/>
              <a:gd name="csX10" fmla="*/ 416179 w 432454"/>
              <a:gd name="csY10" fmla="*/ 523827 h 531260"/>
              <a:gd name="csX11" fmla="*/ 416336 w 432454"/>
              <a:gd name="csY11" fmla="*/ 456305 h 531260"/>
              <a:gd name="csX12" fmla="*/ 405581 w 432454"/>
              <a:gd name="csY12" fmla="*/ 295847 h 531260"/>
              <a:gd name="csX13" fmla="*/ 372702 w 432454"/>
              <a:gd name="csY13" fmla="*/ 144104 h 531260"/>
              <a:gd name="csX14" fmla="*/ 320179 w 432454"/>
              <a:gd name="csY14" fmla="*/ 56346 h 531260"/>
              <a:gd name="csX15" fmla="*/ 274787 w 432454"/>
              <a:gd name="csY15" fmla="*/ 27217 h 531260"/>
              <a:gd name="csX16" fmla="*/ 220493 w 432454"/>
              <a:gd name="csY16" fmla="*/ 62063 h 531260"/>
              <a:gd name="csX17" fmla="*/ 154697 w 432454"/>
              <a:gd name="csY17" fmla="*/ 158723 h 531260"/>
              <a:gd name="csX18" fmla="*/ 69494 w 432454"/>
              <a:gd name="csY18" fmla="*/ 300560 h 531260"/>
              <a:gd name="csX19" fmla="*/ 25574 w 432454"/>
              <a:gd name="csY19" fmla="*/ 384613 h 531260"/>
              <a:gd name="csX20" fmla="*/ 2344 w 432454"/>
              <a:gd name="csY20" fmla="*/ 373111 h 531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32454" h="531260">
                <a:moveTo>
                  <a:pt x="2345" y="373118"/>
                </a:moveTo>
                <a:cubicBezTo>
                  <a:pt x="19963" y="346514"/>
                  <a:pt x="40714" y="321201"/>
                  <a:pt x="57926" y="293403"/>
                </a:cubicBezTo>
                <a:cubicBezTo>
                  <a:pt x="87030" y="246671"/>
                  <a:pt x="115060" y="199282"/>
                  <a:pt x="142970" y="151833"/>
                </a:cubicBezTo>
                <a:cubicBezTo>
                  <a:pt x="162818" y="117510"/>
                  <a:pt x="185078" y="84712"/>
                  <a:pt x="207029" y="51725"/>
                </a:cubicBezTo>
                <a:cubicBezTo>
                  <a:pt x="222550" y="26941"/>
                  <a:pt x="242438" y="11842"/>
                  <a:pt x="268334" y="264"/>
                </a:cubicBezTo>
                <a:cubicBezTo>
                  <a:pt x="301306" y="-2473"/>
                  <a:pt x="319211" y="16463"/>
                  <a:pt x="338970" y="40073"/>
                </a:cubicBezTo>
                <a:cubicBezTo>
                  <a:pt x="364881" y="67951"/>
                  <a:pt x="375743" y="103605"/>
                  <a:pt x="385693" y="139590"/>
                </a:cubicBezTo>
                <a:cubicBezTo>
                  <a:pt x="400331" y="190095"/>
                  <a:pt x="412362" y="241546"/>
                  <a:pt x="419514" y="293648"/>
                </a:cubicBezTo>
                <a:cubicBezTo>
                  <a:pt x="428896" y="347382"/>
                  <a:pt x="429627" y="401852"/>
                  <a:pt x="432023" y="456154"/>
                </a:cubicBezTo>
                <a:cubicBezTo>
                  <a:pt x="433572" y="478946"/>
                  <a:pt x="430507" y="501505"/>
                  <a:pt x="429780" y="524262"/>
                </a:cubicBezTo>
                <a:cubicBezTo>
                  <a:pt x="429472" y="533879"/>
                  <a:pt x="415871" y="533444"/>
                  <a:pt x="416179" y="523827"/>
                </a:cubicBezTo>
                <a:cubicBezTo>
                  <a:pt x="416903" y="501230"/>
                  <a:pt x="415126" y="478900"/>
                  <a:pt x="416336" y="456305"/>
                </a:cubicBezTo>
                <a:cubicBezTo>
                  <a:pt x="417698" y="402669"/>
                  <a:pt x="413264" y="348930"/>
                  <a:pt x="405581" y="295847"/>
                </a:cubicBezTo>
                <a:cubicBezTo>
                  <a:pt x="396422" y="244885"/>
                  <a:pt x="389133" y="193453"/>
                  <a:pt x="372702" y="144104"/>
                </a:cubicBezTo>
                <a:cubicBezTo>
                  <a:pt x="359071" y="112178"/>
                  <a:pt x="340304" y="84423"/>
                  <a:pt x="320179" y="56346"/>
                </a:cubicBezTo>
                <a:cubicBezTo>
                  <a:pt x="306054" y="43768"/>
                  <a:pt x="294736" y="29035"/>
                  <a:pt x="274787" y="27217"/>
                </a:cubicBezTo>
                <a:cubicBezTo>
                  <a:pt x="252755" y="34160"/>
                  <a:pt x="235125" y="41646"/>
                  <a:pt x="220493" y="62063"/>
                </a:cubicBezTo>
                <a:cubicBezTo>
                  <a:pt x="195581" y="92256"/>
                  <a:pt x="173867" y="124479"/>
                  <a:pt x="154697" y="158723"/>
                </a:cubicBezTo>
                <a:cubicBezTo>
                  <a:pt x="126735" y="206263"/>
                  <a:pt x="98652" y="253740"/>
                  <a:pt x="69494" y="300560"/>
                </a:cubicBezTo>
                <a:cubicBezTo>
                  <a:pt x="52654" y="327757"/>
                  <a:pt x="38979" y="356555"/>
                  <a:pt x="25574" y="384613"/>
                </a:cubicBezTo>
                <a:cubicBezTo>
                  <a:pt x="17673" y="401152"/>
                  <a:pt x="-7776" y="388393"/>
                  <a:pt x="2344" y="3731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4" name="任意多边形: 形状 103">
            <a:extLst>
              <a:ext uri="{FF2B5EF4-FFF2-40B4-BE49-F238E27FC236}">
                <a16:creationId xmlns:a16="http://schemas.microsoft.com/office/drawing/2014/main" id="{60252827-B8CE-7857-B850-806A01CBB866}"/>
              </a:ext>
            </a:extLst>
          </p:cNvPr>
          <p:cNvSpPr/>
          <p:nvPr/>
        </p:nvSpPr>
        <p:spPr>
          <a:xfrm>
            <a:off x="9105517" y="1597529"/>
            <a:ext cx="249812" cy="945500"/>
          </a:xfrm>
          <a:custGeom>
            <a:avLst/>
            <a:gdLst>
              <a:gd name="csX0" fmla="*/ 4774 w 249812"/>
              <a:gd name="csY0" fmla="*/ 162894 h 945500"/>
              <a:gd name="csX1" fmla="*/ 61552 w 249812"/>
              <a:gd name="csY1" fmla="*/ 108150 h 945500"/>
              <a:gd name="csX2" fmla="*/ 110778 w 249812"/>
              <a:gd name="csY2" fmla="*/ 42955 h 945500"/>
              <a:gd name="csX3" fmla="*/ 150538 w 249812"/>
              <a:gd name="csY3" fmla="*/ 3400 h 945500"/>
              <a:gd name="csX4" fmla="*/ 210645 w 249812"/>
              <a:gd name="csY4" fmla="*/ 18934 h 945500"/>
              <a:gd name="csX5" fmla="*/ 242365 w 249812"/>
              <a:gd name="csY5" fmla="*/ 106978 h 945500"/>
              <a:gd name="csX6" fmla="*/ 249509 w 249812"/>
              <a:gd name="csY6" fmla="*/ 267274 h 945500"/>
              <a:gd name="csX7" fmla="*/ 231397 w 249812"/>
              <a:gd name="csY7" fmla="*/ 458326 h 945500"/>
              <a:gd name="csX8" fmla="*/ 174638 w 249812"/>
              <a:gd name="csY8" fmla="*/ 665848 h 945500"/>
              <a:gd name="csX9" fmla="*/ 99834 w 249812"/>
              <a:gd name="csY9" fmla="*/ 860910 h 945500"/>
              <a:gd name="csX10" fmla="*/ 51506 w 249812"/>
              <a:gd name="csY10" fmla="*/ 940676 h 945500"/>
              <a:gd name="csX11" fmla="*/ 38765 w 249812"/>
              <a:gd name="csY11" fmla="*/ 935901 h 945500"/>
              <a:gd name="csX12" fmla="*/ 54389 w 249812"/>
              <a:gd name="csY12" fmla="*/ 844235 h 945500"/>
              <a:gd name="csX13" fmla="*/ 122869 w 249812"/>
              <a:gd name="csY13" fmla="*/ 648449 h 945500"/>
              <a:gd name="csX14" fmla="*/ 171547 w 249812"/>
              <a:gd name="csY14" fmla="*/ 450329 h 945500"/>
              <a:gd name="csX15" fmla="*/ 185238 w 249812"/>
              <a:gd name="csY15" fmla="*/ 267049 h 945500"/>
              <a:gd name="csX16" fmla="*/ 170808 w 249812"/>
              <a:gd name="csY16" fmla="*/ 120868 h 945500"/>
              <a:gd name="csX17" fmla="*/ 158432 w 249812"/>
              <a:gd name="csY17" fmla="*/ 51925 h 945500"/>
              <a:gd name="csX18" fmla="*/ 167669 w 249812"/>
              <a:gd name="csY18" fmla="*/ 40408 h 945500"/>
              <a:gd name="csX19" fmla="*/ 130700 w 249812"/>
              <a:gd name="csY19" fmla="*/ 62356 h 945500"/>
              <a:gd name="csX20" fmla="*/ 71773 w 249812"/>
              <a:gd name="csY20" fmla="*/ 117133 h 945500"/>
              <a:gd name="csX21" fmla="*/ 29847 w 249812"/>
              <a:gd name="csY21" fmla="*/ 179529 h 945500"/>
              <a:gd name="csX22" fmla="*/ 4773 w 249812"/>
              <a:gd name="csY22" fmla="*/ 162895 h 945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49812" h="945500">
                <a:moveTo>
                  <a:pt x="4774" y="162894"/>
                </a:moveTo>
                <a:cubicBezTo>
                  <a:pt x="27081" y="148645"/>
                  <a:pt x="43753" y="127433"/>
                  <a:pt x="61552" y="108150"/>
                </a:cubicBezTo>
                <a:cubicBezTo>
                  <a:pt x="79157" y="87220"/>
                  <a:pt x="94192" y="64638"/>
                  <a:pt x="110778" y="42955"/>
                </a:cubicBezTo>
                <a:cubicBezTo>
                  <a:pt x="121640" y="27594"/>
                  <a:pt x="136337" y="15600"/>
                  <a:pt x="150538" y="3400"/>
                </a:cubicBezTo>
                <a:cubicBezTo>
                  <a:pt x="177225" y="-4477"/>
                  <a:pt x="191535" y="1589"/>
                  <a:pt x="210645" y="18934"/>
                </a:cubicBezTo>
                <a:cubicBezTo>
                  <a:pt x="227892" y="46235"/>
                  <a:pt x="235833" y="75744"/>
                  <a:pt x="242365" y="106978"/>
                </a:cubicBezTo>
                <a:cubicBezTo>
                  <a:pt x="247850" y="160244"/>
                  <a:pt x="250806" y="213724"/>
                  <a:pt x="249509" y="267274"/>
                </a:cubicBezTo>
                <a:cubicBezTo>
                  <a:pt x="248240" y="331303"/>
                  <a:pt x="239397" y="394861"/>
                  <a:pt x="231397" y="458326"/>
                </a:cubicBezTo>
                <a:cubicBezTo>
                  <a:pt x="216968" y="528756"/>
                  <a:pt x="198495" y="598001"/>
                  <a:pt x="174638" y="665848"/>
                </a:cubicBezTo>
                <a:cubicBezTo>
                  <a:pt x="147304" y="730077"/>
                  <a:pt x="132910" y="799293"/>
                  <a:pt x="99834" y="860910"/>
                </a:cubicBezTo>
                <a:cubicBezTo>
                  <a:pt x="78174" y="885373"/>
                  <a:pt x="62866" y="910366"/>
                  <a:pt x="51506" y="940676"/>
                </a:cubicBezTo>
                <a:cubicBezTo>
                  <a:pt x="48130" y="949686"/>
                  <a:pt x="35388" y="944910"/>
                  <a:pt x="38765" y="935901"/>
                </a:cubicBezTo>
                <a:cubicBezTo>
                  <a:pt x="50109" y="905633"/>
                  <a:pt x="54945" y="876876"/>
                  <a:pt x="54389" y="844235"/>
                </a:cubicBezTo>
                <a:cubicBezTo>
                  <a:pt x="69046" y="776360"/>
                  <a:pt x="104201" y="715314"/>
                  <a:pt x="122869" y="648449"/>
                </a:cubicBezTo>
                <a:cubicBezTo>
                  <a:pt x="143639" y="583636"/>
                  <a:pt x="167725" y="518956"/>
                  <a:pt x="171547" y="450329"/>
                </a:cubicBezTo>
                <a:cubicBezTo>
                  <a:pt x="180160" y="389565"/>
                  <a:pt x="184095" y="328409"/>
                  <a:pt x="185238" y="267049"/>
                </a:cubicBezTo>
                <a:cubicBezTo>
                  <a:pt x="184323" y="217957"/>
                  <a:pt x="183542" y="168674"/>
                  <a:pt x="170808" y="120868"/>
                </a:cubicBezTo>
                <a:cubicBezTo>
                  <a:pt x="165737" y="98032"/>
                  <a:pt x="161403" y="74975"/>
                  <a:pt x="158432" y="51925"/>
                </a:cubicBezTo>
                <a:cubicBezTo>
                  <a:pt x="160214" y="49705"/>
                  <a:pt x="167936" y="44086"/>
                  <a:pt x="167669" y="40408"/>
                </a:cubicBezTo>
                <a:cubicBezTo>
                  <a:pt x="155893" y="45904"/>
                  <a:pt x="141179" y="51118"/>
                  <a:pt x="130700" y="62356"/>
                </a:cubicBezTo>
                <a:cubicBezTo>
                  <a:pt x="110034" y="79420"/>
                  <a:pt x="89406" y="96719"/>
                  <a:pt x="71773" y="117133"/>
                </a:cubicBezTo>
                <a:cubicBezTo>
                  <a:pt x="55664" y="136440"/>
                  <a:pt x="35903" y="154514"/>
                  <a:pt x="29847" y="179529"/>
                </a:cubicBezTo>
                <a:cubicBezTo>
                  <a:pt x="24841" y="200208"/>
                  <a:pt x="-13157" y="174349"/>
                  <a:pt x="4773" y="16289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5" name="任意多边形: 形状 104">
            <a:extLst>
              <a:ext uri="{FF2B5EF4-FFF2-40B4-BE49-F238E27FC236}">
                <a16:creationId xmlns:a16="http://schemas.microsoft.com/office/drawing/2014/main" id="{83100DCE-303F-B3B5-33A7-9823B09465A6}"/>
              </a:ext>
            </a:extLst>
          </p:cNvPr>
          <p:cNvSpPr/>
          <p:nvPr/>
        </p:nvSpPr>
        <p:spPr>
          <a:xfrm>
            <a:off x="7592862" y="1121546"/>
            <a:ext cx="572603" cy="639674"/>
          </a:xfrm>
          <a:custGeom>
            <a:avLst/>
            <a:gdLst>
              <a:gd name="csX0" fmla="*/ 2478 w 572603"/>
              <a:gd name="csY0" fmla="*/ 592681 h 639674"/>
              <a:gd name="csX1" fmla="*/ 40786 w 572603"/>
              <a:gd name="csY1" fmla="*/ 510086 h 639674"/>
              <a:gd name="csX2" fmla="*/ 112609 w 572603"/>
              <a:gd name="csY2" fmla="*/ 331692 h 639674"/>
              <a:gd name="csX3" fmla="*/ 170935 w 572603"/>
              <a:gd name="csY3" fmla="*/ 173406 h 639674"/>
              <a:gd name="csX4" fmla="*/ 210075 w 572603"/>
              <a:gd name="csY4" fmla="*/ 70278 h 639674"/>
              <a:gd name="csX5" fmla="*/ 262589 w 572603"/>
              <a:gd name="csY5" fmla="*/ 8165 h 639674"/>
              <a:gd name="csX6" fmla="*/ 354828 w 572603"/>
              <a:gd name="csY6" fmla="*/ 29882 h 639674"/>
              <a:gd name="csX7" fmla="*/ 437510 w 572603"/>
              <a:gd name="csY7" fmla="*/ 131885 h 639674"/>
              <a:gd name="csX8" fmla="*/ 515481 w 572603"/>
              <a:gd name="csY8" fmla="*/ 262949 h 639674"/>
              <a:gd name="csX9" fmla="*/ 571902 w 572603"/>
              <a:gd name="csY9" fmla="*/ 387584 h 639674"/>
              <a:gd name="csX10" fmla="*/ 559361 w 572603"/>
              <a:gd name="csY10" fmla="*/ 392866 h 639674"/>
              <a:gd name="csX11" fmla="*/ 503540 w 572603"/>
              <a:gd name="csY11" fmla="*/ 269469 h 639674"/>
              <a:gd name="csX12" fmla="*/ 414847 w 572603"/>
              <a:gd name="csY12" fmla="*/ 151598 h 639674"/>
              <a:gd name="csX13" fmla="*/ 322946 w 572603"/>
              <a:gd name="csY13" fmla="*/ 72793 h 639674"/>
              <a:gd name="csX14" fmla="*/ 293688 w 572603"/>
              <a:gd name="csY14" fmla="*/ 57948 h 639674"/>
              <a:gd name="csX15" fmla="*/ 261326 w 572603"/>
              <a:gd name="csY15" fmla="*/ 96527 h 639674"/>
              <a:gd name="csX16" fmla="*/ 212765 w 572603"/>
              <a:gd name="csY16" fmla="*/ 190601 h 639674"/>
              <a:gd name="csX17" fmla="*/ 146510 w 572603"/>
              <a:gd name="csY17" fmla="*/ 345192 h 639674"/>
              <a:gd name="csX18" fmla="*/ 86580 w 572603"/>
              <a:gd name="csY18" fmla="*/ 523862 h 639674"/>
              <a:gd name="csX19" fmla="*/ 77339 w 572603"/>
              <a:gd name="csY19" fmla="*/ 606687 h 639674"/>
              <a:gd name="csX20" fmla="*/ 2479 w 572603"/>
              <a:gd name="csY20" fmla="*/ 592679 h 639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72603" h="639674">
                <a:moveTo>
                  <a:pt x="2478" y="592681"/>
                </a:moveTo>
                <a:cubicBezTo>
                  <a:pt x="12735" y="564440"/>
                  <a:pt x="28305" y="537800"/>
                  <a:pt x="40786" y="510086"/>
                </a:cubicBezTo>
                <a:cubicBezTo>
                  <a:pt x="67241" y="451755"/>
                  <a:pt x="89612" y="391509"/>
                  <a:pt x="112609" y="331692"/>
                </a:cubicBezTo>
                <a:cubicBezTo>
                  <a:pt x="132801" y="279205"/>
                  <a:pt x="149893" y="225584"/>
                  <a:pt x="170935" y="173406"/>
                </a:cubicBezTo>
                <a:cubicBezTo>
                  <a:pt x="181899" y="138189"/>
                  <a:pt x="194882" y="103772"/>
                  <a:pt x="210075" y="70278"/>
                </a:cubicBezTo>
                <a:cubicBezTo>
                  <a:pt x="222038" y="43624"/>
                  <a:pt x="239651" y="24855"/>
                  <a:pt x="262589" y="8165"/>
                </a:cubicBezTo>
                <a:cubicBezTo>
                  <a:pt x="299935" y="-11148"/>
                  <a:pt x="324955" y="6931"/>
                  <a:pt x="354828" y="29882"/>
                </a:cubicBezTo>
                <a:cubicBezTo>
                  <a:pt x="384755" y="61844"/>
                  <a:pt x="414373" y="94624"/>
                  <a:pt x="437510" y="131885"/>
                </a:cubicBezTo>
                <a:cubicBezTo>
                  <a:pt x="465179" y="174392"/>
                  <a:pt x="491128" y="218393"/>
                  <a:pt x="515481" y="262949"/>
                </a:cubicBezTo>
                <a:cubicBezTo>
                  <a:pt x="536647" y="303387"/>
                  <a:pt x="553987" y="345653"/>
                  <a:pt x="571902" y="387584"/>
                </a:cubicBezTo>
                <a:cubicBezTo>
                  <a:pt x="575682" y="396432"/>
                  <a:pt x="563141" y="401714"/>
                  <a:pt x="559361" y="392866"/>
                </a:cubicBezTo>
                <a:cubicBezTo>
                  <a:pt x="541626" y="351355"/>
                  <a:pt x="524468" y="309512"/>
                  <a:pt x="503540" y="269469"/>
                </a:cubicBezTo>
                <a:cubicBezTo>
                  <a:pt x="479626" y="225673"/>
                  <a:pt x="452294" y="185211"/>
                  <a:pt x="414847" y="151598"/>
                </a:cubicBezTo>
                <a:cubicBezTo>
                  <a:pt x="383740" y="125913"/>
                  <a:pt x="357393" y="94338"/>
                  <a:pt x="322946" y="72793"/>
                </a:cubicBezTo>
                <a:cubicBezTo>
                  <a:pt x="313249" y="67876"/>
                  <a:pt x="303462" y="62152"/>
                  <a:pt x="293688" y="57948"/>
                </a:cubicBezTo>
                <a:cubicBezTo>
                  <a:pt x="281291" y="69791"/>
                  <a:pt x="268679" y="80292"/>
                  <a:pt x="261326" y="96527"/>
                </a:cubicBezTo>
                <a:cubicBezTo>
                  <a:pt x="244379" y="127316"/>
                  <a:pt x="227260" y="158374"/>
                  <a:pt x="212765" y="190601"/>
                </a:cubicBezTo>
                <a:cubicBezTo>
                  <a:pt x="191092" y="242309"/>
                  <a:pt x="167105" y="293052"/>
                  <a:pt x="146510" y="345192"/>
                </a:cubicBezTo>
                <a:cubicBezTo>
                  <a:pt x="122629" y="403112"/>
                  <a:pt x="96500" y="461712"/>
                  <a:pt x="86580" y="523862"/>
                </a:cubicBezTo>
                <a:cubicBezTo>
                  <a:pt x="82133" y="551429"/>
                  <a:pt x="79106" y="579097"/>
                  <a:pt x="77339" y="606687"/>
                </a:cubicBezTo>
                <a:cubicBezTo>
                  <a:pt x="73898" y="660430"/>
                  <a:pt x="-15906" y="643297"/>
                  <a:pt x="2479" y="59267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77CF8D35-0775-2EBF-98FA-FFF3F91743A5}"/>
              </a:ext>
            </a:extLst>
          </p:cNvPr>
          <p:cNvSpPr/>
          <p:nvPr/>
        </p:nvSpPr>
        <p:spPr>
          <a:xfrm>
            <a:off x="7149637" y="1376846"/>
            <a:ext cx="130935" cy="194271"/>
          </a:xfrm>
          <a:custGeom>
            <a:avLst/>
            <a:gdLst>
              <a:gd name="csX0" fmla="*/ 5743 w 130935"/>
              <a:gd name="csY0" fmla="*/ 160882 h 194271"/>
              <a:gd name="csX1" fmla="*/ 49349 w 130935"/>
              <a:gd name="csY1" fmla="*/ 114402 h 194271"/>
              <a:gd name="csX2" fmla="*/ 102196 w 130935"/>
              <a:gd name="csY2" fmla="*/ 28262 h 194271"/>
              <a:gd name="csX3" fmla="*/ 118275 w 130935"/>
              <a:gd name="csY3" fmla="*/ 3453 h 194271"/>
              <a:gd name="csX4" fmla="*/ 129586 w 130935"/>
              <a:gd name="csY4" fmla="*/ 11018 h 194271"/>
              <a:gd name="csX5" fmla="*/ 113730 w 130935"/>
              <a:gd name="csY5" fmla="*/ 35481 h 194271"/>
              <a:gd name="csX6" fmla="*/ 62335 w 130935"/>
              <a:gd name="csY6" fmla="*/ 121992 h 194271"/>
              <a:gd name="csX7" fmla="*/ 43434 w 130935"/>
              <a:gd name="csY7" fmla="*/ 181876 h 194271"/>
              <a:gd name="csX8" fmla="*/ 5743 w 130935"/>
              <a:gd name="csY8" fmla="*/ 160881 h 194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0935" h="194271">
                <a:moveTo>
                  <a:pt x="5743" y="160882"/>
                </a:moveTo>
                <a:cubicBezTo>
                  <a:pt x="22279" y="147246"/>
                  <a:pt x="35590" y="130471"/>
                  <a:pt x="49349" y="114402"/>
                </a:cubicBezTo>
                <a:cubicBezTo>
                  <a:pt x="67484" y="86020"/>
                  <a:pt x="84524" y="56943"/>
                  <a:pt x="102196" y="28262"/>
                </a:cubicBezTo>
                <a:cubicBezTo>
                  <a:pt x="107083" y="19690"/>
                  <a:pt x="112918" y="11720"/>
                  <a:pt x="118275" y="3453"/>
                </a:cubicBezTo>
                <a:cubicBezTo>
                  <a:pt x="123508" y="-4621"/>
                  <a:pt x="134819" y="2943"/>
                  <a:pt x="129586" y="11018"/>
                </a:cubicBezTo>
                <a:cubicBezTo>
                  <a:pt x="124303" y="19169"/>
                  <a:pt x="118537" y="27020"/>
                  <a:pt x="113730" y="35481"/>
                </a:cubicBezTo>
                <a:cubicBezTo>
                  <a:pt x="96138" y="64030"/>
                  <a:pt x="78220" y="92449"/>
                  <a:pt x="62335" y="121992"/>
                </a:cubicBezTo>
                <a:cubicBezTo>
                  <a:pt x="55199" y="141544"/>
                  <a:pt x="46992" y="161103"/>
                  <a:pt x="43434" y="181876"/>
                </a:cubicBezTo>
                <a:cubicBezTo>
                  <a:pt x="38284" y="211946"/>
                  <a:pt x="-17794" y="180290"/>
                  <a:pt x="5743" y="16088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7" name="任意多边形: 形状 106">
            <a:extLst>
              <a:ext uri="{FF2B5EF4-FFF2-40B4-BE49-F238E27FC236}">
                <a16:creationId xmlns:a16="http://schemas.microsoft.com/office/drawing/2014/main" id="{DC179826-2698-14E3-585F-2E9C337BB408}"/>
              </a:ext>
            </a:extLst>
          </p:cNvPr>
          <p:cNvSpPr/>
          <p:nvPr/>
        </p:nvSpPr>
        <p:spPr>
          <a:xfrm>
            <a:off x="7458021" y="1282809"/>
            <a:ext cx="263894" cy="209188"/>
          </a:xfrm>
          <a:custGeom>
            <a:avLst/>
            <a:gdLst>
              <a:gd name="csX0" fmla="*/ 25210 w 263894"/>
              <a:gd name="csY0" fmla="*/ 316 h 209188"/>
              <a:gd name="csX1" fmla="*/ 78320 w 263894"/>
              <a:gd name="csY1" fmla="*/ 24771 h 209188"/>
              <a:gd name="csX2" fmla="*/ 146886 w 263894"/>
              <a:gd name="csY2" fmla="*/ 66876 h 209188"/>
              <a:gd name="csX3" fmla="*/ 201486 w 263894"/>
              <a:gd name="csY3" fmla="*/ 110256 h 209188"/>
              <a:gd name="csX4" fmla="*/ 238472 w 263894"/>
              <a:gd name="csY4" fmla="*/ 150923 h 209188"/>
              <a:gd name="csX5" fmla="*/ 263895 w 263894"/>
              <a:gd name="csY5" fmla="*/ 177360 h 209188"/>
              <a:gd name="csX6" fmla="*/ 256267 w 263894"/>
              <a:gd name="csY6" fmla="*/ 190797 h 209188"/>
              <a:gd name="csX7" fmla="*/ 245107 w 263894"/>
              <a:gd name="csY7" fmla="*/ 201530 h 209188"/>
              <a:gd name="csX8" fmla="*/ 231923 w 263894"/>
              <a:gd name="csY8" fmla="*/ 209189 h 209188"/>
              <a:gd name="csX9" fmla="*/ 204864 w 263894"/>
              <a:gd name="csY9" fmla="*/ 181795 h 209188"/>
              <a:gd name="csX10" fmla="*/ 170504 w 263894"/>
              <a:gd name="csY10" fmla="*/ 138652 h 209188"/>
              <a:gd name="csX11" fmla="*/ 125749 w 263894"/>
              <a:gd name="csY11" fmla="*/ 98478 h 209188"/>
              <a:gd name="csX12" fmla="*/ 59687 w 263894"/>
              <a:gd name="csY12" fmla="*/ 58328 h 209188"/>
              <a:gd name="csX13" fmla="*/ 13807 w 263894"/>
              <a:gd name="csY13" fmla="*/ 35812 h 209188"/>
              <a:gd name="csX14" fmla="*/ 25210 w 263894"/>
              <a:gd name="csY14" fmla="*/ 315 h 2091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63894" h="209188">
                <a:moveTo>
                  <a:pt x="25210" y="316"/>
                </a:moveTo>
                <a:cubicBezTo>
                  <a:pt x="45312" y="3069"/>
                  <a:pt x="60857" y="15208"/>
                  <a:pt x="78320" y="24771"/>
                </a:cubicBezTo>
                <a:cubicBezTo>
                  <a:pt x="100797" y="39536"/>
                  <a:pt x="123959" y="52988"/>
                  <a:pt x="146886" y="66876"/>
                </a:cubicBezTo>
                <a:cubicBezTo>
                  <a:pt x="167865" y="78010"/>
                  <a:pt x="185018" y="93456"/>
                  <a:pt x="201486" y="110256"/>
                </a:cubicBezTo>
                <a:cubicBezTo>
                  <a:pt x="213361" y="125090"/>
                  <a:pt x="224632" y="138563"/>
                  <a:pt x="238472" y="150923"/>
                </a:cubicBezTo>
                <a:cubicBezTo>
                  <a:pt x="247778" y="158852"/>
                  <a:pt x="255841" y="168398"/>
                  <a:pt x="263895" y="177360"/>
                </a:cubicBezTo>
                <a:cubicBezTo>
                  <a:pt x="261352" y="181839"/>
                  <a:pt x="258810" y="186318"/>
                  <a:pt x="256267" y="190797"/>
                </a:cubicBezTo>
                <a:cubicBezTo>
                  <a:pt x="250862" y="200319"/>
                  <a:pt x="254574" y="196030"/>
                  <a:pt x="245107" y="201530"/>
                </a:cubicBezTo>
                <a:cubicBezTo>
                  <a:pt x="240712" y="204083"/>
                  <a:pt x="236317" y="206636"/>
                  <a:pt x="231923" y="209189"/>
                </a:cubicBezTo>
                <a:cubicBezTo>
                  <a:pt x="222780" y="200389"/>
                  <a:pt x="213272" y="191458"/>
                  <a:pt x="204864" y="181795"/>
                </a:cubicBezTo>
                <a:cubicBezTo>
                  <a:pt x="194406" y="166396"/>
                  <a:pt x="183183" y="152548"/>
                  <a:pt x="170504" y="138652"/>
                </a:cubicBezTo>
                <a:cubicBezTo>
                  <a:pt x="156191" y="124727"/>
                  <a:pt x="142048" y="110348"/>
                  <a:pt x="125749" y="98478"/>
                </a:cubicBezTo>
                <a:cubicBezTo>
                  <a:pt x="104920" y="83011"/>
                  <a:pt x="84234" y="67749"/>
                  <a:pt x="59687" y="58328"/>
                </a:cubicBezTo>
                <a:cubicBezTo>
                  <a:pt x="44491" y="50060"/>
                  <a:pt x="29128" y="43048"/>
                  <a:pt x="13807" y="35812"/>
                </a:cubicBezTo>
                <a:cubicBezTo>
                  <a:pt x="-10032" y="24554"/>
                  <a:pt x="-910" y="-3262"/>
                  <a:pt x="25210" y="31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8" name="任意多边形: 形状 107">
            <a:extLst>
              <a:ext uri="{FF2B5EF4-FFF2-40B4-BE49-F238E27FC236}">
                <a16:creationId xmlns:a16="http://schemas.microsoft.com/office/drawing/2014/main" id="{E297EE80-A524-61A6-9781-0FEA9AE34523}"/>
              </a:ext>
            </a:extLst>
          </p:cNvPr>
          <p:cNvSpPr/>
          <p:nvPr/>
        </p:nvSpPr>
        <p:spPr>
          <a:xfrm>
            <a:off x="8431425" y="1064301"/>
            <a:ext cx="445019" cy="281435"/>
          </a:xfrm>
          <a:custGeom>
            <a:avLst/>
            <a:gdLst>
              <a:gd name="csX0" fmla="*/ 10211 w 445019"/>
              <a:gd name="csY0" fmla="*/ 186820 h 281435"/>
              <a:gd name="csX1" fmla="*/ 56722 w 445019"/>
              <a:gd name="csY1" fmla="*/ 148896 h 281435"/>
              <a:gd name="csX2" fmla="*/ 129318 w 445019"/>
              <a:gd name="csY2" fmla="*/ 75082 h 281435"/>
              <a:gd name="csX3" fmla="*/ 179984 w 445019"/>
              <a:gd name="csY3" fmla="*/ 18127 h 281435"/>
              <a:gd name="csX4" fmla="*/ 244975 w 445019"/>
              <a:gd name="csY4" fmla="*/ 725 h 281435"/>
              <a:gd name="csX5" fmla="*/ 319183 w 445019"/>
              <a:gd name="csY5" fmla="*/ 62044 h 281435"/>
              <a:gd name="csX6" fmla="*/ 394010 w 445019"/>
              <a:gd name="csY6" fmla="*/ 159351 h 281435"/>
              <a:gd name="csX7" fmla="*/ 442515 w 445019"/>
              <a:gd name="csY7" fmla="*/ 237074 h 281435"/>
              <a:gd name="csX8" fmla="*/ 442226 w 445019"/>
              <a:gd name="csY8" fmla="*/ 273257 h 281435"/>
              <a:gd name="csX9" fmla="*/ 429467 w 445019"/>
              <a:gd name="csY9" fmla="*/ 277984 h 281435"/>
              <a:gd name="csX10" fmla="*/ 404675 w 445019"/>
              <a:gd name="csY10" fmla="*/ 256664 h 281435"/>
              <a:gd name="csX11" fmla="*/ 362919 w 445019"/>
              <a:gd name="csY11" fmla="*/ 179530 h 281435"/>
              <a:gd name="csX12" fmla="*/ 294827 w 445019"/>
              <a:gd name="csY12" fmla="*/ 85175 h 281435"/>
              <a:gd name="csX13" fmla="*/ 235732 w 445019"/>
              <a:gd name="csY13" fmla="*/ 42551 h 281435"/>
              <a:gd name="csX14" fmla="*/ 206237 w 445019"/>
              <a:gd name="csY14" fmla="*/ 48750 h 281435"/>
              <a:gd name="csX15" fmla="*/ 151084 w 445019"/>
              <a:gd name="csY15" fmla="*/ 95610 h 281435"/>
              <a:gd name="csX16" fmla="*/ 82803 w 445019"/>
              <a:gd name="csY16" fmla="*/ 172772 h 281435"/>
              <a:gd name="csX17" fmla="*/ 48667 w 445019"/>
              <a:gd name="csY17" fmla="*/ 223045 h 281435"/>
              <a:gd name="csX18" fmla="*/ 10210 w 445019"/>
              <a:gd name="csY18" fmla="*/ 186821 h 2814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45019" h="281435">
                <a:moveTo>
                  <a:pt x="10211" y="186820"/>
                </a:moveTo>
                <a:cubicBezTo>
                  <a:pt x="27756" y="176936"/>
                  <a:pt x="42005" y="162369"/>
                  <a:pt x="56722" y="148896"/>
                </a:cubicBezTo>
                <a:cubicBezTo>
                  <a:pt x="83991" y="127432"/>
                  <a:pt x="105936" y="100515"/>
                  <a:pt x="129318" y="75082"/>
                </a:cubicBezTo>
                <a:cubicBezTo>
                  <a:pt x="144891" y="54938"/>
                  <a:pt x="162232" y="36318"/>
                  <a:pt x="179984" y="18127"/>
                </a:cubicBezTo>
                <a:cubicBezTo>
                  <a:pt x="199923" y="-961"/>
                  <a:pt x="219390" y="-1061"/>
                  <a:pt x="244975" y="725"/>
                </a:cubicBezTo>
                <a:cubicBezTo>
                  <a:pt x="275506" y="12669"/>
                  <a:pt x="296744" y="39336"/>
                  <a:pt x="319183" y="62044"/>
                </a:cubicBezTo>
                <a:cubicBezTo>
                  <a:pt x="346366" y="92673"/>
                  <a:pt x="369577" y="126513"/>
                  <a:pt x="394010" y="159351"/>
                </a:cubicBezTo>
                <a:cubicBezTo>
                  <a:pt x="411489" y="184673"/>
                  <a:pt x="429014" y="209437"/>
                  <a:pt x="442515" y="237074"/>
                </a:cubicBezTo>
                <a:cubicBezTo>
                  <a:pt x="447381" y="248806"/>
                  <a:pt x="443959" y="261099"/>
                  <a:pt x="442226" y="273257"/>
                </a:cubicBezTo>
                <a:cubicBezTo>
                  <a:pt x="440869" y="282783"/>
                  <a:pt x="437371" y="283470"/>
                  <a:pt x="429467" y="277984"/>
                </a:cubicBezTo>
                <a:cubicBezTo>
                  <a:pt x="420578" y="271816"/>
                  <a:pt x="410840" y="265713"/>
                  <a:pt x="404675" y="256664"/>
                </a:cubicBezTo>
                <a:cubicBezTo>
                  <a:pt x="389857" y="231444"/>
                  <a:pt x="378392" y="204465"/>
                  <a:pt x="362919" y="179530"/>
                </a:cubicBezTo>
                <a:cubicBezTo>
                  <a:pt x="343205" y="145800"/>
                  <a:pt x="322482" y="113177"/>
                  <a:pt x="294827" y="85175"/>
                </a:cubicBezTo>
                <a:cubicBezTo>
                  <a:pt x="277223" y="67612"/>
                  <a:pt x="261129" y="49923"/>
                  <a:pt x="235732" y="42551"/>
                </a:cubicBezTo>
                <a:cubicBezTo>
                  <a:pt x="224772" y="43233"/>
                  <a:pt x="215944" y="37919"/>
                  <a:pt x="206237" y="48750"/>
                </a:cubicBezTo>
                <a:cubicBezTo>
                  <a:pt x="187433" y="63878"/>
                  <a:pt x="168778" y="79138"/>
                  <a:pt x="151084" y="95610"/>
                </a:cubicBezTo>
                <a:cubicBezTo>
                  <a:pt x="126954" y="120152"/>
                  <a:pt x="101637" y="143717"/>
                  <a:pt x="82803" y="172772"/>
                </a:cubicBezTo>
                <a:cubicBezTo>
                  <a:pt x="70721" y="188939"/>
                  <a:pt x="57810" y="204905"/>
                  <a:pt x="48667" y="223045"/>
                </a:cubicBezTo>
                <a:cubicBezTo>
                  <a:pt x="31857" y="256406"/>
                  <a:pt x="-22338" y="205158"/>
                  <a:pt x="10210" y="18682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9" name="任意多边形: 形状 108">
            <a:extLst>
              <a:ext uri="{FF2B5EF4-FFF2-40B4-BE49-F238E27FC236}">
                <a16:creationId xmlns:a16="http://schemas.microsoft.com/office/drawing/2014/main" id="{3B555F25-3B55-1FF6-1A61-F78478F490C1}"/>
              </a:ext>
            </a:extLst>
          </p:cNvPr>
          <p:cNvSpPr/>
          <p:nvPr/>
        </p:nvSpPr>
        <p:spPr>
          <a:xfrm>
            <a:off x="6682906" y="1375979"/>
            <a:ext cx="337008" cy="251072"/>
          </a:xfrm>
          <a:custGeom>
            <a:avLst/>
            <a:gdLst>
              <a:gd name="csX0" fmla="*/ 225 w 337008"/>
              <a:gd name="csY0" fmla="*/ 228711 h 251072"/>
              <a:gd name="csX1" fmla="*/ 8328 w 337008"/>
              <a:gd name="csY1" fmla="*/ 169139 h 251072"/>
              <a:gd name="csX2" fmla="*/ 18822 w 337008"/>
              <a:gd name="csY2" fmla="*/ 84459 h 251072"/>
              <a:gd name="csX3" fmla="*/ 41739 w 337008"/>
              <a:gd name="csY3" fmla="*/ 20603 h 251072"/>
              <a:gd name="csX4" fmla="*/ 116574 w 337008"/>
              <a:gd name="csY4" fmla="*/ 2438 h 251072"/>
              <a:gd name="csX5" fmla="*/ 203925 w 337008"/>
              <a:gd name="csY5" fmla="*/ 43773 h 251072"/>
              <a:gd name="csX6" fmla="*/ 287550 w 337008"/>
              <a:gd name="csY6" fmla="*/ 117553 h 251072"/>
              <a:gd name="csX7" fmla="*/ 335457 w 337008"/>
              <a:gd name="csY7" fmla="*/ 176779 h 251072"/>
              <a:gd name="csX8" fmla="*/ 325029 w 337008"/>
              <a:gd name="csY8" fmla="*/ 185521 h 251072"/>
              <a:gd name="csX9" fmla="*/ 273188 w 337008"/>
              <a:gd name="csY9" fmla="*/ 131914 h 251072"/>
              <a:gd name="csX10" fmla="*/ 192933 w 337008"/>
              <a:gd name="csY10" fmla="*/ 60102 h 251072"/>
              <a:gd name="csX11" fmla="*/ 115266 w 337008"/>
              <a:gd name="csY11" fmla="*/ 30636 h 251072"/>
              <a:gd name="csX12" fmla="*/ 77482 w 337008"/>
              <a:gd name="csY12" fmla="*/ 48194 h 251072"/>
              <a:gd name="csX13" fmla="*/ 58318 w 337008"/>
              <a:gd name="csY13" fmla="*/ 91903 h 251072"/>
              <a:gd name="csX14" fmla="*/ 43994 w 337008"/>
              <a:gd name="csY14" fmla="*/ 173133 h 251072"/>
              <a:gd name="csX15" fmla="*/ 36584 w 337008"/>
              <a:gd name="csY15" fmla="*/ 234331 h 251072"/>
              <a:gd name="csX16" fmla="*/ 227 w 337008"/>
              <a:gd name="csY16" fmla="*/ 228711 h 2510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37008" h="251072">
                <a:moveTo>
                  <a:pt x="225" y="228711"/>
                </a:moveTo>
                <a:cubicBezTo>
                  <a:pt x="2841" y="208922"/>
                  <a:pt x="5020" y="188874"/>
                  <a:pt x="8328" y="169139"/>
                </a:cubicBezTo>
                <a:cubicBezTo>
                  <a:pt x="12861" y="141003"/>
                  <a:pt x="16570" y="112855"/>
                  <a:pt x="18822" y="84459"/>
                </a:cubicBezTo>
                <a:cubicBezTo>
                  <a:pt x="20329" y="60650"/>
                  <a:pt x="29536" y="40563"/>
                  <a:pt x="41739" y="20603"/>
                </a:cubicBezTo>
                <a:cubicBezTo>
                  <a:pt x="64918" y="-3777"/>
                  <a:pt x="86943" y="-1453"/>
                  <a:pt x="116574" y="2438"/>
                </a:cubicBezTo>
                <a:cubicBezTo>
                  <a:pt x="148371" y="11743"/>
                  <a:pt x="176256" y="26044"/>
                  <a:pt x="203925" y="43773"/>
                </a:cubicBezTo>
                <a:cubicBezTo>
                  <a:pt x="232818" y="67450"/>
                  <a:pt x="260645" y="91639"/>
                  <a:pt x="287550" y="117553"/>
                </a:cubicBezTo>
                <a:cubicBezTo>
                  <a:pt x="307817" y="134134"/>
                  <a:pt x="321976" y="154804"/>
                  <a:pt x="335457" y="176779"/>
                </a:cubicBezTo>
                <a:cubicBezTo>
                  <a:pt x="340488" y="184980"/>
                  <a:pt x="332291" y="191834"/>
                  <a:pt x="325029" y="185521"/>
                </a:cubicBezTo>
                <a:cubicBezTo>
                  <a:pt x="306120" y="169081"/>
                  <a:pt x="288444" y="151952"/>
                  <a:pt x="273188" y="131914"/>
                </a:cubicBezTo>
                <a:cubicBezTo>
                  <a:pt x="248031" y="106356"/>
                  <a:pt x="223696" y="79087"/>
                  <a:pt x="192933" y="60102"/>
                </a:cubicBezTo>
                <a:cubicBezTo>
                  <a:pt x="168459" y="44668"/>
                  <a:pt x="145653" y="26404"/>
                  <a:pt x="115266" y="30636"/>
                </a:cubicBezTo>
                <a:cubicBezTo>
                  <a:pt x="101727" y="35501"/>
                  <a:pt x="87636" y="37078"/>
                  <a:pt x="77482" y="48194"/>
                </a:cubicBezTo>
                <a:cubicBezTo>
                  <a:pt x="70268" y="62127"/>
                  <a:pt x="59836" y="74541"/>
                  <a:pt x="58318" y="91903"/>
                </a:cubicBezTo>
                <a:cubicBezTo>
                  <a:pt x="50967" y="118512"/>
                  <a:pt x="46307" y="145489"/>
                  <a:pt x="43994" y="173133"/>
                </a:cubicBezTo>
                <a:cubicBezTo>
                  <a:pt x="42470" y="193676"/>
                  <a:pt x="39514" y="214090"/>
                  <a:pt x="36584" y="234331"/>
                </a:cubicBezTo>
                <a:cubicBezTo>
                  <a:pt x="32857" y="260076"/>
                  <a:pt x="-3182" y="254500"/>
                  <a:pt x="227" y="2287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0" name="任意多边形: 形状 109">
            <a:extLst>
              <a:ext uri="{FF2B5EF4-FFF2-40B4-BE49-F238E27FC236}">
                <a16:creationId xmlns:a16="http://schemas.microsoft.com/office/drawing/2014/main" id="{AC32A6D5-AD12-C94B-9A85-BD5FD6E12F0F}"/>
              </a:ext>
            </a:extLst>
          </p:cNvPr>
          <p:cNvSpPr/>
          <p:nvPr/>
        </p:nvSpPr>
        <p:spPr>
          <a:xfrm>
            <a:off x="7738960" y="2367277"/>
            <a:ext cx="66858" cy="207618"/>
          </a:xfrm>
          <a:custGeom>
            <a:avLst/>
            <a:gdLst>
              <a:gd name="csX0" fmla="*/ 47833 w 66858"/>
              <a:gd name="csY0" fmla="*/ 18177 h 207618"/>
              <a:gd name="csX1" fmla="*/ 62329 w 66858"/>
              <a:gd name="csY1" fmla="*/ 76306 h 207618"/>
              <a:gd name="csX2" fmla="*/ 53745 w 66858"/>
              <a:gd name="csY2" fmla="*/ 179100 h 207618"/>
              <a:gd name="csX3" fmla="*/ 56229 w 66858"/>
              <a:gd name="csY3" fmla="*/ 199583 h 207618"/>
              <a:gd name="csX4" fmla="*/ 42720 w 66858"/>
              <a:gd name="csY4" fmla="*/ 201221 h 207618"/>
              <a:gd name="csX5" fmla="*/ 40242 w 66858"/>
              <a:gd name="csY5" fmla="*/ 180791 h 207618"/>
              <a:gd name="csX6" fmla="*/ 5235 w 66858"/>
              <a:gd name="csY6" fmla="*/ 85939 h 207618"/>
              <a:gd name="csX7" fmla="*/ 3982 w 66858"/>
              <a:gd name="csY7" fmla="*/ 24254 h 207618"/>
              <a:gd name="csX8" fmla="*/ 47832 w 66858"/>
              <a:gd name="csY8" fmla="*/ 18180 h 2076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6858" h="207618">
                <a:moveTo>
                  <a:pt x="47833" y="18177"/>
                </a:moveTo>
                <a:cubicBezTo>
                  <a:pt x="58471" y="35904"/>
                  <a:pt x="60238" y="56043"/>
                  <a:pt x="62329" y="76306"/>
                </a:cubicBezTo>
                <a:cubicBezTo>
                  <a:pt x="68263" y="113464"/>
                  <a:pt x="70948" y="144858"/>
                  <a:pt x="53745" y="179100"/>
                </a:cubicBezTo>
                <a:cubicBezTo>
                  <a:pt x="54572" y="185928"/>
                  <a:pt x="55401" y="192755"/>
                  <a:pt x="56229" y="199583"/>
                </a:cubicBezTo>
                <a:cubicBezTo>
                  <a:pt x="57387" y="209134"/>
                  <a:pt x="43879" y="210773"/>
                  <a:pt x="42720" y="201221"/>
                </a:cubicBezTo>
                <a:cubicBezTo>
                  <a:pt x="41894" y="194411"/>
                  <a:pt x="41068" y="187601"/>
                  <a:pt x="40242" y="180791"/>
                </a:cubicBezTo>
                <a:cubicBezTo>
                  <a:pt x="15935" y="152486"/>
                  <a:pt x="10784" y="122089"/>
                  <a:pt x="5235" y="85939"/>
                </a:cubicBezTo>
                <a:cubicBezTo>
                  <a:pt x="1277" y="65141"/>
                  <a:pt x="-3603" y="44565"/>
                  <a:pt x="3982" y="24254"/>
                </a:cubicBezTo>
                <a:cubicBezTo>
                  <a:pt x="14934" y="-5070"/>
                  <a:pt x="31724" y="-8660"/>
                  <a:pt x="47832" y="1818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1" name="任意多边形: 形状 110">
            <a:extLst>
              <a:ext uri="{FF2B5EF4-FFF2-40B4-BE49-F238E27FC236}">
                <a16:creationId xmlns:a16="http://schemas.microsoft.com/office/drawing/2014/main" id="{8B30B57B-0523-F499-0E35-CC74AF5D9C70}"/>
              </a:ext>
            </a:extLst>
          </p:cNvPr>
          <p:cNvSpPr/>
          <p:nvPr/>
        </p:nvSpPr>
        <p:spPr>
          <a:xfrm>
            <a:off x="7869818" y="2327116"/>
            <a:ext cx="52223" cy="212725"/>
          </a:xfrm>
          <a:custGeom>
            <a:avLst/>
            <a:gdLst>
              <a:gd name="csX0" fmla="*/ 51944 w 52223"/>
              <a:gd name="csY0" fmla="*/ 24714 h 212725"/>
              <a:gd name="csX1" fmla="*/ 49750 w 52223"/>
              <a:gd name="csY1" fmla="*/ 107165 h 212725"/>
              <a:gd name="csX2" fmla="*/ 46608 w 52223"/>
              <a:gd name="csY2" fmla="*/ 204749 h 212725"/>
              <a:gd name="csX3" fmla="*/ 33086 w 52223"/>
              <a:gd name="csY3" fmla="*/ 206273 h 212725"/>
              <a:gd name="csX4" fmla="*/ 12139 w 52223"/>
              <a:gd name="csY4" fmla="*/ 109242 h 212725"/>
              <a:gd name="csX5" fmla="*/ 393 w 52223"/>
              <a:gd name="csY5" fmla="*/ 30267 h 212725"/>
              <a:gd name="csX6" fmla="*/ 51945 w 52223"/>
              <a:gd name="csY6" fmla="*/ 24713 h 212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2223" h="212725">
                <a:moveTo>
                  <a:pt x="51944" y="24714"/>
                </a:moveTo>
                <a:cubicBezTo>
                  <a:pt x="53213" y="50015"/>
                  <a:pt x="49738" y="79953"/>
                  <a:pt x="49750" y="107165"/>
                </a:cubicBezTo>
                <a:cubicBezTo>
                  <a:pt x="51486" y="140498"/>
                  <a:pt x="43242" y="171770"/>
                  <a:pt x="46608" y="204749"/>
                </a:cubicBezTo>
                <a:cubicBezTo>
                  <a:pt x="47585" y="214320"/>
                  <a:pt x="34265" y="215822"/>
                  <a:pt x="33086" y="206273"/>
                </a:cubicBezTo>
                <a:cubicBezTo>
                  <a:pt x="28976" y="172967"/>
                  <a:pt x="14397" y="143176"/>
                  <a:pt x="12139" y="109242"/>
                </a:cubicBezTo>
                <a:cubicBezTo>
                  <a:pt x="9265" y="82998"/>
                  <a:pt x="4107" y="54451"/>
                  <a:pt x="393" y="30267"/>
                </a:cubicBezTo>
                <a:cubicBezTo>
                  <a:pt x="-5171" y="-5971"/>
                  <a:pt x="50107" y="-11904"/>
                  <a:pt x="51945" y="24713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2" name="任意多边形: 形状 111">
            <a:extLst>
              <a:ext uri="{FF2B5EF4-FFF2-40B4-BE49-F238E27FC236}">
                <a16:creationId xmlns:a16="http://schemas.microsoft.com/office/drawing/2014/main" id="{58519FED-F861-8B1F-0F2E-F42612860B5A}"/>
              </a:ext>
            </a:extLst>
          </p:cNvPr>
          <p:cNvSpPr/>
          <p:nvPr/>
        </p:nvSpPr>
        <p:spPr>
          <a:xfrm>
            <a:off x="7979304" y="2182545"/>
            <a:ext cx="88535" cy="275731"/>
          </a:xfrm>
          <a:custGeom>
            <a:avLst/>
            <a:gdLst>
              <a:gd name="csX0" fmla="*/ 88000 w 88535"/>
              <a:gd name="csY0" fmla="*/ 43080 h 275731"/>
              <a:gd name="csX1" fmla="*/ 80173 w 88535"/>
              <a:gd name="csY1" fmla="*/ 123295 h 275731"/>
              <a:gd name="csX2" fmla="*/ 42379 w 88535"/>
              <a:gd name="csY2" fmla="*/ 269018 h 275731"/>
              <a:gd name="csX3" fmla="*/ 28783 w 88535"/>
              <a:gd name="csY3" fmla="*/ 268458 h 275731"/>
              <a:gd name="csX4" fmla="*/ 7331 w 88535"/>
              <a:gd name="csY4" fmla="*/ 120049 h 275731"/>
              <a:gd name="csX5" fmla="*/ 177 w 88535"/>
              <a:gd name="csY5" fmla="*/ 50420 h 275731"/>
              <a:gd name="csX6" fmla="*/ 87999 w 88535"/>
              <a:gd name="csY6" fmla="*/ 43079 h 275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8535" h="275731">
                <a:moveTo>
                  <a:pt x="88000" y="43080"/>
                </a:moveTo>
                <a:cubicBezTo>
                  <a:pt x="90330" y="70310"/>
                  <a:pt x="84570" y="96546"/>
                  <a:pt x="80173" y="123295"/>
                </a:cubicBezTo>
                <a:cubicBezTo>
                  <a:pt x="78611" y="175047"/>
                  <a:pt x="56890" y="220527"/>
                  <a:pt x="42379" y="269018"/>
                </a:cubicBezTo>
                <a:cubicBezTo>
                  <a:pt x="39621" y="278236"/>
                  <a:pt x="30743" y="277878"/>
                  <a:pt x="28783" y="268458"/>
                </a:cubicBezTo>
                <a:cubicBezTo>
                  <a:pt x="18484" y="218922"/>
                  <a:pt x="2919" y="171560"/>
                  <a:pt x="7331" y="120049"/>
                </a:cubicBezTo>
                <a:cubicBezTo>
                  <a:pt x="5453" y="96803"/>
                  <a:pt x="1893" y="73564"/>
                  <a:pt x="177" y="50420"/>
                </a:cubicBezTo>
                <a:cubicBezTo>
                  <a:pt x="-4433" y="-11726"/>
                  <a:pt x="82686" y="-19011"/>
                  <a:pt x="87999" y="4307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3" name="任意多边形: 形状 112">
            <a:extLst>
              <a:ext uri="{FF2B5EF4-FFF2-40B4-BE49-F238E27FC236}">
                <a16:creationId xmlns:a16="http://schemas.microsoft.com/office/drawing/2014/main" id="{3B05B9A7-30B4-94E8-1B07-D1A454042637}"/>
              </a:ext>
            </a:extLst>
          </p:cNvPr>
          <p:cNvSpPr/>
          <p:nvPr/>
        </p:nvSpPr>
        <p:spPr>
          <a:xfrm>
            <a:off x="8118183" y="2329951"/>
            <a:ext cx="45837" cy="178196"/>
          </a:xfrm>
          <a:custGeom>
            <a:avLst/>
            <a:gdLst>
              <a:gd name="csX0" fmla="*/ 45514 w 45837"/>
              <a:gd name="csY0" fmla="*/ 22642 h 178196"/>
              <a:gd name="csX1" fmla="*/ 33145 w 45837"/>
              <a:gd name="csY1" fmla="*/ 92095 h 178196"/>
              <a:gd name="csX2" fmla="*/ 15864 w 45837"/>
              <a:gd name="csY2" fmla="*/ 171596 h 178196"/>
              <a:gd name="csX3" fmla="*/ 2307 w 45837"/>
              <a:gd name="csY3" fmla="*/ 170433 h 178196"/>
              <a:gd name="csX4" fmla="*/ 1615 w 45837"/>
              <a:gd name="csY4" fmla="*/ 88074 h 178196"/>
              <a:gd name="csX5" fmla="*/ 5340 w 45837"/>
              <a:gd name="csY5" fmla="*/ 19908 h 178196"/>
              <a:gd name="csX6" fmla="*/ 45513 w 45837"/>
              <a:gd name="csY6" fmla="*/ 22641 h 1781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5837" h="178196">
                <a:moveTo>
                  <a:pt x="45514" y="22642"/>
                </a:moveTo>
                <a:cubicBezTo>
                  <a:pt x="41815" y="45591"/>
                  <a:pt x="36473" y="68751"/>
                  <a:pt x="33145" y="92095"/>
                </a:cubicBezTo>
                <a:cubicBezTo>
                  <a:pt x="29933" y="119406"/>
                  <a:pt x="20755" y="144694"/>
                  <a:pt x="15864" y="171596"/>
                </a:cubicBezTo>
                <a:cubicBezTo>
                  <a:pt x="14143" y="181063"/>
                  <a:pt x="2382" y="180055"/>
                  <a:pt x="2307" y="170433"/>
                </a:cubicBezTo>
                <a:cubicBezTo>
                  <a:pt x="2091" y="142687"/>
                  <a:pt x="-2292" y="115855"/>
                  <a:pt x="1615" y="88074"/>
                </a:cubicBezTo>
                <a:cubicBezTo>
                  <a:pt x="4022" y="65320"/>
                  <a:pt x="5168" y="42602"/>
                  <a:pt x="5340" y="19908"/>
                </a:cubicBezTo>
                <a:cubicBezTo>
                  <a:pt x="5554" y="-8564"/>
                  <a:pt x="50044" y="-5469"/>
                  <a:pt x="45513" y="2264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4" name="任意多边形: 形状 113">
            <a:extLst>
              <a:ext uri="{FF2B5EF4-FFF2-40B4-BE49-F238E27FC236}">
                <a16:creationId xmlns:a16="http://schemas.microsoft.com/office/drawing/2014/main" id="{F90DD313-B4E5-5F69-8CA1-F2FEFA9255A8}"/>
              </a:ext>
            </a:extLst>
          </p:cNvPr>
          <p:cNvSpPr/>
          <p:nvPr/>
        </p:nvSpPr>
        <p:spPr>
          <a:xfrm>
            <a:off x="8215581" y="2244573"/>
            <a:ext cx="87043" cy="281548"/>
          </a:xfrm>
          <a:custGeom>
            <a:avLst/>
            <a:gdLst>
              <a:gd name="csX0" fmla="*/ 86133 w 87043"/>
              <a:gd name="csY0" fmla="*/ 48394 h 281548"/>
              <a:gd name="csX1" fmla="*/ 57384 w 87043"/>
              <a:gd name="csY1" fmla="*/ 147396 h 281548"/>
              <a:gd name="csX2" fmla="*/ 15961 w 87043"/>
              <a:gd name="csY2" fmla="*/ 275450 h 281548"/>
              <a:gd name="csX3" fmla="*/ 2539 w 87043"/>
              <a:gd name="csY3" fmla="*/ 273214 h 281548"/>
              <a:gd name="csX4" fmla="*/ 5887 w 87043"/>
              <a:gd name="csY4" fmla="*/ 139569 h 281548"/>
              <a:gd name="csX5" fmla="*/ 194 w 87043"/>
              <a:gd name="csY5" fmla="*/ 42261 h 281548"/>
              <a:gd name="csX6" fmla="*/ 86133 w 87043"/>
              <a:gd name="csY6" fmla="*/ 48389 h 2815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7043" h="281548">
                <a:moveTo>
                  <a:pt x="86133" y="48394"/>
                </a:moveTo>
                <a:cubicBezTo>
                  <a:pt x="79801" y="81100"/>
                  <a:pt x="66812" y="114674"/>
                  <a:pt x="57384" y="147396"/>
                </a:cubicBezTo>
                <a:cubicBezTo>
                  <a:pt x="43947" y="191218"/>
                  <a:pt x="23546" y="229929"/>
                  <a:pt x="15961" y="275450"/>
                </a:cubicBezTo>
                <a:cubicBezTo>
                  <a:pt x="14380" y="284941"/>
                  <a:pt x="957" y="282705"/>
                  <a:pt x="2539" y="273214"/>
                </a:cubicBezTo>
                <a:cubicBezTo>
                  <a:pt x="10043" y="228183"/>
                  <a:pt x="4653" y="184950"/>
                  <a:pt x="5887" y="139569"/>
                </a:cubicBezTo>
                <a:cubicBezTo>
                  <a:pt x="6373" y="106894"/>
                  <a:pt x="2924" y="73907"/>
                  <a:pt x="194" y="42261"/>
                </a:cubicBezTo>
                <a:cubicBezTo>
                  <a:pt x="-5044" y="-18436"/>
                  <a:pt x="97711" y="-11423"/>
                  <a:pt x="86133" y="4838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5" name="任意多边形: 形状 114">
            <a:extLst>
              <a:ext uri="{FF2B5EF4-FFF2-40B4-BE49-F238E27FC236}">
                <a16:creationId xmlns:a16="http://schemas.microsoft.com/office/drawing/2014/main" id="{3D0F943C-AF13-F5E9-9A04-7A0AAA3FE255}"/>
              </a:ext>
            </a:extLst>
          </p:cNvPr>
          <p:cNvSpPr/>
          <p:nvPr/>
        </p:nvSpPr>
        <p:spPr>
          <a:xfrm>
            <a:off x="8470186" y="3975045"/>
            <a:ext cx="2147025" cy="630768"/>
          </a:xfrm>
          <a:custGeom>
            <a:avLst/>
            <a:gdLst>
              <a:gd name="csX0" fmla="*/ 49460 w 2147025"/>
              <a:gd name="csY0" fmla="*/ 10609 h 630768"/>
              <a:gd name="csX1" fmla="*/ 106868 w 2147025"/>
              <a:gd name="csY1" fmla="*/ 76467 h 630768"/>
              <a:gd name="csX2" fmla="*/ 245209 w 2147025"/>
              <a:gd name="csY2" fmla="*/ 187376 h 630768"/>
              <a:gd name="csX3" fmla="*/ 392361 w 2147025"/>
              <a:gd name="csY3" fmla="*/ 343881 h 630768"/>
              <a:gd name="csX4" fmla="*/ 530245 w 2147025"/>
              <a:gd name="csY4" fmla="*/ 450133 h 630768"/>
              <a:gd name="csX5" fmla="*/ 681483 w 2147025"/>
              <a:gd name="csY5" fmla="*/ 509009 h 630768"/>
              <a:gd name="csX6" fmla="*/ 901063 w 2147025"/>
              <a:gd name="csY6" fmla="*/ 526990 h 630768"/>
              <a:gd name="csX7" fmla="*/ 1214721 w 2147025"/>
              <a:gd name="csY7" fmla="*/ 495998 h 630768"/>
              <a:gd name="csX8" fmla="*/ 1565546 w 2147025"/>
              <a:gd name="csY8" fmla="*/ 395214 h 630768"/>
              <a:gd name="csX9" fmla="*/ 1843723 w 2147025"/>
              <a:gd name="csY9" fmla="*/ 269218 h 630768"/>
              <a:gd name="csX10" fmla="*/ 1990418 w 2147025"/>
              <a:gd name="csY10" fmla="*/ 191307 h 630768"/>
              <a:gd name="csX11" fmla="*/ 2076938 w 2147025"/>
              <a:gd name="csY11" fmla="*/ 161025 h 630768"/>
              <a:gd name="csX12" fmla="*/ 2136401 w 2147025"/>
              <a:gd name="csY12" fmla="*/ 183899 h 630768"/>
              <a:gd name="csX13" fmla="*/ 2145261 w 2147025"/>
              <a:gd name="csY13" fmla="*/ 200982 h 630768"/>
              <a:gd name="csX14" fmla="*/ 2130465 w 2147025"/>
              <a:gd name="csY14" fmla="*/ 263673 h 630768"/>
              <a:gd name="csX15" fmla="*/ 2038987 w 2147025"/>
              <a:gd name="csY15" fmla="*/ 313142 h 630768"/>
              <a:gd name="csX16" fmla="*/ 1880977 w 2147025"/>
              <a:gd name="csY16" fmla="*/ 360337 h 630768"/>
              <a:gd name="csX17" fmla="*/ 1589436 w 2147025"/>
              <a:gd name="csY17" fmla="*/ 462073 h 630768"/>
              <a:gd name="csX18" fmla="*/ 1229238 w 2147025"/>
              <a:gd name="csY18" fmla="*/ 569591 h 630768"/>
              <a:gd name="csX19" fmla="*/ 905407 w 2147025"/>
              <a:gd name="csY19" fmla="*/ 623267 h 630768"/>
              <a:gd name="csX20" fmla="*/ 653842 w 2147025"/>
              <a:gd name="csY20" fmla="*/ 621384 h 630768"/>
              <a:gd name="csX21" fmla="*/ 467572 w 2147025"/>
              <a:gd name="csY21" fmla="*/ 540003 h 630768"/>
              <a:gd name="csX22" fmla="*/ 324535 w 2147025"/>
              <a:gd name="csY22" fmla="*/ 404643 h 630768"/>
              <a:gd name="csX23" fmla="*/ 188861 w 2147025"/>
              <a:gd name="csY23" fmla="*/ 240108 h 630768"/>
              <a:gd name="csX24" fmla="*/ 78885 w 2147025"/>
              <a:gd name="csY24" fmla="*/ 106158 h 630768"/>
              <a:gd name="csX25" fmla="*/ 9472 w 2147025"/>
              <a:gd name="csY25" fmla="*/ 47048 h 630768"/>
              <a:gd name="csX26" fmla="*/ 49460 w 2147025"/>
              <a:gd name="csY26" fmla="*/ 10599 h 6307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2147025" h="630768">
                <a:moveTo>
                  <a:pt x="49460" y="10609"/>
                </a:moveTo>
                <a:cubicBezTo>
                  <a:pt x="67011" y="33672"/>
                  <a:pt x="87320" y="54897"/>
                  <a:pt x="106868" y="76467"/>
                </a:cubicBezTo>
                <a:cubicBezTo>
                  <a:pt x="155457" y="108607"/>
                  <a:pt x="204061" y="145359"/>
                  <a:pt x="245209" y="187376"/>
                </a:cubicBezTo>
                <a:cubicBezTo>
                  <a:pt x="294503" y="239353"/>
                  <a:pt x="343146" y="291627"/>
                  <a:pt x="392361" y="343881"/>
                </a:cubicBezTo>
                <a:cubicBezTo>
                  <a:pt x="431934" y="386587"/>
                  <a:pt x="482973" y="416498"/>
                  <a:pt x="530245" y="450133"/>
                </a:cubicBezTo>
                <a:cubicBezTo>
                  <a:pt x="577995" y="477808"/>
                  <a:pt x="628848" y="494013"/>
                  <a:pt x="681483" y="509009"/>
                </a:cubicBezTo>
                <a:cubicBezTo>
                  <a:pt x="753364" y="525401"/>
                  <a:pt x="827625" y="526779"/>
                  <a:pt x="901063" y="526990"/>
                </a:cubicBezTo>
                <a:cubicBezTo>
                  <a:pt x="1006276" y="523954"/>
                  <a:pt x="1111080" y="514244"/>
                  <a:pt x="1214721" y="495998"/>
                </a:cubicBezTo>
                <a:cubicBezTo>
                  <a:pt x="1335203" y="475846"/>
                  <a:pt x="1451418" y="437882"/>
                  <a:pt x="1565546" y="395214"/>
                </a:cubicBezTo>
                <a:cubicBezTo>
                  <a:pt x="1660496" y="358357"/>
                  <a:pt x="1752883" y="315206"/>
                  <a:pt x="1843723" y="269218"/>
                </a:cubicBezTo>
                <a:cubicBezTo>
                  <a:pt x="1892290" y="242605"/>
                  <a:pt x="1941774" y="217638"/>
                  <a:pt x="1990418" y="191307"/>
                </a:cubicBezTo>
                <a:cubicBezTo>
                  <a:pt x="2018566" y="175852"/>
                  <a:pt x="2045726" y="165180"/>
                  <a:pt x="2076938" y="161025"/>
                </a:cubicBezTo>
                <a:cubicBezTo>
                  <a:pt x="2096241" y="170754"/>
                  <a:pt x="2116983" y="176303"/>
                  <a:pt x="2136401" y="183899"/>
                </a:cubicBezTo>
                <a:cubicBezTo>
                  <a:pt x="2149073" y="188855"/>
                  <a:pt x="2148041" y="187662"/>
                  <a:pt x="2145261" y="200982"/>
                </a:cubicBezTo>
                <a:cubicBezTo>
                  <a:pt x="2140961" y="221581"/>
                  <a:pt x="2135208" y="242579"/>
                  <a:pt x="2130465" y="263673"/>
                </a:cubicBezTo>
                <a:cubicBezTo>
                  <a:pt x="2103652" y="288580"/>
                  <a:pt x="2075747" y="304484"/>
                  <a:pt x="2038987" y="313142"/>
                </a:cubicBezTo>
                <a:cubicBezTo>
                  <a:pt x="1986044" y="327867"/>
                  <a:pt x="1933840" y="345209"/>
                  <a:pt x="1880977" y="360337"/>
                </a:cubicBezTo>
                <a:cubicBezTo>
                  <a:pt x="1782850" y="391529"/>
                  <a:pt x="1686286" y="427186"/>
                  <a:pt x="1589436" y="462073"/>
                </a:cubicBezTo>
                <a:cubicBezTo>
                  <a:pt x="1470783" y="502569"/>
                  <a:pt x="1351292" y="540580"/>
                  <a:pt x="1229238" y="569591"/>
                </a:cubicBezTo>
                <a:cubicBezTo>
                  <a:pt x="1122273" y="592879"/>
                  <a:pt x="1014897" y="615570"/>
                  <a:pt x="905407" y="623267"/>
                </a:cubicBezTo>
                <a:cubicBezTo>
                  <a:pt x="821623" y="630800"/>
                  <a:pt x="737253" y="636227"/>
                  <a:pt x="653842" y="621384"/>
                </a:cubicBezTo>
                <a:cubicBezTo>
                  <a:pt x="587396" y="607071"/>
                  <a:pt x="521226" y="582693"/>
                  <a:pt x="467572" y="540003"/>
                </a:cubicBezTo>
                <a:cubicBezTo>
                  <a:pt x="413876" y="499871"/>
                  <a:pt x="365978" y="457946"/>
                  <a:pt x="324535" y="404643"/>
                </a:cubicBezTo>
                <a:cubicBezTo>
                  <a:pt x="278321" y="350469"/>
                  <a:pt x="235060" y="294048"/>
                  <a:pt x="188861" y="240108"/>
                </a:cubicBezTo>
                <a:cubicBezTo>
                  <a:pt x="150361" y="196981"/>
                  <a:pt x="115730" y="150084"/>
                  <a:pt x="78885" y="106158"/>
                </a:cubicBezTo>
                <a:cubicBezTo>
                  <a:pt x="55686" y="86517"/>
                  <a:pt x="32658" y="66413"/>
                  <a:pt x="9472" y="47048"/>
                </a:cubicBezTo>
                <a:cubicBezTo>
                  <a:pt x="-19893" y="22523"/>
                  <a:pt x="26292" y="-19846"/>
                  <a:pt x="49460" y="1059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6" name="任意多边形: 形状 115">
            <a:extLst>
              <a:ext uri="{FF2B5EF4-FFF2-40B4-BE49-F238E27FC236}">
                <a16:creationId xmlns:a16="http://schemas.microsoft.com/office/drawing/2014/main" id="{E64170E1-3962-7E77-C8A0-F6A6F5DDAFEE}"/>
              </a:ext>
            </a:extLst>
          </p:cNvPr>
          <p:cNvSpPr/>
          <p:nvPr/>
        </p:nvSpPr>
        <p:spPr>
          <a:xfrm>
            <a:off x="9221283" y="2789271"/>
            <a:ext cx="1618891" cy="886123"/>
          </a:xfrm>
          <a:custGeom>
            <a:avLst/>
            <a:gdLst>
              <a:gd name="csX0" fmla="*/ 48552 w 1618891"/>
              <a:gd name="csY0" fmla="*/ 783760 h 886123"/>
              <a:gd name="csX1" fmla="*/ 207496 w 1618891"/>
              <a:gd name="csY1" fmla="*/ 774590 h 886123"/>
              <a:gd name="csX2" fmla="*/ 582867 w 1618891"/>
              <a:gd name="csY2" fmla="*/ 672948 h 886123"/>
              <a:gd name="csX3" fmla="*/ 985641 w 1618891"/>
              <a:gd name="csY3" fmla="*/ 510290 h 886123"/>
              <a:gd name="csX4" fmla="*/ 1237368 w 1618891"/>
              <a:gd name="csY4" fmla="*/ 352699 h 886123"/>
              <a:gd name="csX5" fmla="*/ 1391349 w 1618891"/>
              <a:gd name="csY5" fmla="*/ 242295 h 886123"/>
              <a:gd name="csX6" fmla="*/ 1491590 w 1618891"/>
              <a:gd name="csY6" fmla="*/ 148969 h 886123"/>
              <a:gd name="csX7" fmla="*/ 1535508 w 1618891"/>
              <a:gd name="csY7" fmla="*/ 89944 h 886123"/>
              <a:gd name="csX8" fmla="*/ 1535859 w 1618891"/>
              <a:gd name="csY8" fmla="*/ 73989 h 886123"/>
              <a:gd name="csX9" fmla="*/ 1492913 w 1618891"/>
              <a:gd name="csY9" fmla="*/ 58640 h 886123"/>
              <a:gd name="csX10" fmla="*/ 1268856 w 1618891"/>
              <a:gd name="csY10" fmla="*/ 53098 h 886123"/>
              <a:gd name="csX11" fmla="*/ 962790 w 1618891"/>
              <a:gd name="csY11" fmla="*/ 87514 h 886123"/>
              <a:gd name="csX12" fmla="*/ 667419 w 1618891"/>
              <a:gd name="csY12" fmla="*/ 135733 h 886123"/>
              <a:gd name="csX13" fmla="*/ 664138 w 1618891"/>
              <a:gd name="csY13" fmla="*/ 116772 h 886123"/>
              <a:gd name="csX14" fmla="*/ 960118 w 1618891"/>
              <a:gd name="csY14" fmla="*/ 68458 h 886123"/>
              <a:gd name="csX15" fmla="*/ 1266804 w 1618891"/>
              <a:gd name="csY15" fmla="*/ 29436 h 886123"/>
              <a:gd name="csX16" fmla="*/ 1498842 w 1618891"/>
              <a:gd name="csY16" fmla="*/ 0 h 886123"/>
              <a:gd name="csX17" fmla="*/ 1614333 w 1618891"/>
              <a:gd name="csY17" fmla="*/ 40216 h 886123"/>
              <a:gd name="csX18" fmla="*/ 1606122 w 1618891"/>
              <a:gd name="csY18" fmla="*/ 121758 h 886123"/>
              <a:gd name="csX19" fmla="*/ 1550863 w 1618891"/>
              <a:gd name="csY19" fmla="*/ 206835 h 886123"/>
              <a:gd name="csX20" fmla="*/ 1433953 w 1618891"/>
              <a:gd name="csY20" fmla="*/ 300841 h 886123"/>
              <a:gd name="csX21" fmla="*/ 1267361 w 1618891"/>
              <a:gd name="csY21" fmla="*/ 402768 h 886123"/>
              <a:gd name="csX22" fmla="*/ 993651 w 1618891"/>
              <a:gd name="csY22" fmla="*/ 527774 h 886123"/>
              <a:gd name="csX23" fmla="*/ 589210 w 1618891"/>
              <a:gd name="csY23" fmla="*/ 691099 h 886123"/>
              <a:gd name="csX24" fmla="*/ 219763 w 1618891"/>
              <a:gd name="csY24" fmla="*/ 825078 h 886123"/>
              <a:gd name="csX25" fmla="*/ 54752 w 1618891"/>
              <a:gd name="csY25" fmla="*/ 883557 h 886123"/>
              <a:gd name="csX26" fmla="*/ 48551 w 1618891"/>
              <a:gd name="csY26" fmla="*/ 783754 h 8861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1618891" h="886123">
                <a:moveTo>
                  <a:pt x="48552" y="783760"/>
                </a:moveTo>
                <a:cubicBezTo>
                  <a:pt x="101861" y="790208"/>
                  <a:pt x="154823" y="783109"/>
                  <a:pt x="207496" y="774590"/>
                </a:cubicBezTo>
                <a:cubicBezTo>
                  <a:pt x="336922" y="758876"/>
                  <a:pt x="460461" y="715779"/>
                  <a:pt x="582867" y="672948"/>
                </a:cubicBezTo>
                <a:cubicBezTo>
                  <a:pt x="719903" y="625696"/>
                  <a:pt x="853949" y="570698"/>
                  <a:pt x="985641" y="510290"/>
                </a:cubicBezTo>
                <a:cubicBezTo>
                  <a:pt x="1073867" y="464802"/>
                  <a:pt x="1156024" y="409239"/>
                  <a:pt x="1237368" y="352699"/>
                </a:cubicBezTo>
                <a:cubicBezTo>
                  <a:pt x="1289216" y="316495"/>
                  <a:pt x="1341343" y="280927"/>
                  <a:pt x="1391349" y="242295"/>
                </a:cubicBezTo>
                <a:cubicBezTo>
                  <a:pt x="1428012" y="214581"/>
                  <a:pt x="1460496" y="182500"/>
                  <a:pt x="1491590" y="148969"/>
                </a:cubicBezTo>
                <a:cubicBezTo>
                  <a:pt x="1509248" y="131025"/>
                  <a:pt x="1522744" y="111281"/>
                  <a:pt x="1535508" y="89944"/>
                </a:cubicBezTo>
                <a:cubicBezTo>
                  <a:pt x="1536922" y="84816"/>
                  <a:pt x="1535742" y="79308"/>
                  <a:pt x="1535859" y="73989"/>
                </a:cubicBezTo>
                <a:cubicBezTo>
                  <a:pt x="1542644" y="75103"/>
                  <a:pt x="1500028" y="60736"/>
                  <a:pt x="1492913" y="58640"/>
                </a:cubicBezTo>
                <a:cubicBezTo>
                  <a:pt x="1419115" y="45610"/>
                  <a:pt x="1343390" y="48466"/>
                  <a:pt x="1268856" y="53098"/>
                </a:cubicBezTo>
                <a:cubicBezTo>
                  <a:pt x="1166225" y="57674"/>
                  <a:pt x="1064422" y="73230"/>
                  <a:pt x="962790" y="87514"/>
                </a:cubicBezTo>
                <a:cubicBezTo>
                  <a:pt x="864311" y="103445"/>
                  <a:pt x="765717" y="118717"/>
                  <a:pt x="667419" y="135733"/>
                </a:cubicBezTo>
                <a:cubicBezTo>
                  <a:pt x="654012" y="138054"/>
                  <a:pt x="650730" y="119092"/>
                  <a:pt x="664138" y="116772"/>
                </a:cubicBezTo>
                <a:cubicBezTo>
                  <a:pt x="762636" y="99724"/>
                  <a:pt x="861429" y="84413"/>
                  <a:pt x="960118" y="68458"/>
                </a:cubicBezTo>
                <a:cubicBezTo>
                  <a:pt x="1062207" y="54110"/>
                  <a:pt x="1164524" y="42001"/>
                  <a:pt x="1266804" y="29436"/>
                </a:cubicBezTo>
                <a:cubicBezTo>
                  <a:pt x="1344374" y="20788"/>
                  <a:pt x="1421223" y="7726"/>
                  <a:pt x="1498842" y="0"/>
                </a:cubicBezTo>
                <a:cubicBezTo>
                  <a:pt x="1543941" y="1865"/>
                  <a:pt x="1586478" y="-785"/>
                  <a:pt x="1614333" y="40216"/>
                </a:cubicBezTo>
                <a:cubicBezTo>
                  <a:pt x="1620097" y="70382"/>
                  <a:pt x="1623163" y="94090"/>
                  <a:pt x="1606122" y="121758"/>
                </a:cubicBezTo>
                <a:cubicBezTo>
                  <a:pt x="1590561" y="151797"/>
                  <a:pt x="1575875" y="183305"/>
                  <a:pt x="1550863" y="206835"/>
                </a:cubicBezTo>
                <a:cubicBezTo>
                  <a:pt x="1513812" y="240126"/>
                  <a:pt x="1475708" y="272966"/>
                  <a:pt x="1433953" y="300841"/>
                </a:cubicBezTo>
                <a:cubicBezTo>
                  <a:pt x="1379322" y="336317"/>
                  <a:pt x="1326035" y="373981"/>
                  <a:pt x="1267361" y="402768"/>
                </a:cubicBezTo>
                <a:cubicBezTo>
                  <a:pt x="1178045" y="448525"/>
                  <a:pt x="1086291" y="489230"/>
                  <a:pt x="993651" y="527774"/>
                </a:cubicBezTo>
                <a:cubicBezTo>
                  <a:pt x="861405" y="588425"/>
                  <a:pt x="726808" y="643655"/>
                  <a:pt x="589210" y="691099"/>
                </a:cubicBezTo>
                <a:cubicBezTo>
                  <a:pt x="465556" y="734369"/>
                  <a:pt x="341931" y="777735"/>
                  <a:pt x="219763" y="825078"/>
                </a:cubicBezTo>
                <a:cubicBezTo>
                  <a:pt x="164133" y="843186"/>
                  <a:pt x="110111" y="865161"/>
                  <a:pt x="54752" y="883557"/>
                </a:cubicBezTo>
                <a:cubicBezTo>
                  <a:pt x="-12350" y="905856"/>
                  <a:pt x="-21648" y="775258"/>
                  <a:pt x="48551" y="78375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8" name="Arc 12+++">
            <a:extLst>
              <a:ext uri="{FF2B5EF4-FFF2-40B4-BE49-F238E27FC236}">
                <a16:creationId xmlns:a16="http://schemas.microsoft.com/office/drawing/2014/main" id="{64511CEC-FFFA-61DD-44F2-8A962B4A1378}"/>
              </a:ext>
            </a:extLst>
          </p:cNvPr>
          <p:cNvSpPr/>
          <p:nvPr/>
        </p:nvSpPr>
        <p:spPr>
          <a:xfrm>
            <a:off x="2365829" y="-301171"/>
            <a:ext cx="7460342" cy="7460342"/>
          </a:xfrm>
          <a:prstGeom prst="arc">
            <a:avLst>
              <a:gd name="adj1" fmla="val 13889976"/>
              <a:gd name="adj2" fmla="val 20987688"/>
            </a:avLst>
          </a:prstGeom>
          <a:ln w="127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9" name="Arc 12+++">
            <a:extLst>
              <a:ext uri="{FF2B5EF4-FFF2-40B4-BE49-F238E27FC236}">
                <a16:creationId xmlns:a16="http://schemas.microsoft.com/office/drawing/2014/main" id="{DFB732D3-E2FE-8D3B-B9FB-CBF4765A97CB}"/>
              </a:ext>
            </a:extLst>
          </p:cNvPr>
          <p:cNvSpPr/>
          <p:nvPr/>
        </p:nvSpPr>
        <p:spPr>
          <a:xfrm>
            <a:off x="2365829" y="-301171"/>
            <a:ext cx="7460342" cy="7460342"/>
          </a:xfrm>
          <a:prstGeom prst="arc">
            <a:avLst>
              <a:gd name="adj1" fmla="val 3318285"/>
              <a:gd name="adj2" fmla="val 8796885"/>
            </a:avLst>
          </a:prstGeom>
          <a:ln w="127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8" name="图片 37" descr="D:\51PPT模板网\51pptmoban.com\图片.jpg">
            <a:extLst>
              <a:ext uri="{FF2B5EF4-FFF2-40B4-BE49-F238E27FC236}">
                <a16:creationId xmlns:a16="http://schemas.microsoft.com/office/drawing/2014/main" id="{418DE79E-6329-CC7D-4024-DE4BE8B0AF32}"/>
              </a:ext>
            </a:extLst>
          </p:cNvPr>
          <p:cNvPicPr>
            <a:picLocks noChangeAspect="1"/>
          </p:cNvPicPr>
          <p:nvPr/>
        </p:nvPicPr>
        <p:blipFill>
          <a:blip r:embed="injBgRid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264372"/>
            <a:ext cx="12192000" cy="4590980"/>
          </a:xfrm>
          <a:prstGeom prst="rect">
            <a:avLst/>
          </a:prstGeom>
        </p:spPr>
      </p:pic>
      <p:pic>
        <p:nvPicPr>
          <p:cNvPr id="117" name="图片 116" descr="D:\51PPT模板网\51pptmoban.com\图片.jpg">
            <a:extLst>
              <a:ext uri="{FF2B5EF4-FFF2-40B4-BE49-F238E27FC236}">
                <a16:creationId xmlns:a16="http://schemas.microsoft.com/office/drawing/2014/main" id="{AC1D7A55-A4EB-26F3-5B7E-D45CA3260521}"/>
              </a:ext>
            </a:extLst>
          </p:cNvPr>
          <p:cNvPicPr>
            <a:picLocks noChangeAspect="1"/>
          </p:cNvPicPr>
          <p:nvPr/>
        </p:nvPicPr>
        <p:blipFill>
          <a:blip r:embed="injBgRid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2766509" flipH="1" flipV="1">
            <a:off x="2111162" y="627448"/>
            <a:ext cx="1810966" cy="138521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公司简介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D1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本公司成立于2018年，专注于企业数字化转型解决方案，现已服务超过500家大型企业客户，覆盖金融、医疗、制造等多个行业领域。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2157984"/>
            <a:ext cx="1014984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C1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核心业务：AI驱动的企业管理平台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C1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团队规模：全球员工超过2000人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C1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市场份额：国内市场排名前三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C1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年营收：2024年突破10亿元人民币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D7553F8F-9F9F-1BEA-7B2F-1832072BF24A}"/>
              </a:ext>
            </a:extLst>
          </p:cNvPr>
          <p:cNvSpPr/>
          <p:nvPr/>
        </p:nvSpPr>
        <p:spPr>
          <a:xfrm>
            <a:off x="499388" y="3447396"/>
            <a:ext cx="3851445" cy="3851459"/>
          </a:xfrm>
          <a:custGeom>
            <a:avLst/>
            <a:gdLst>
              <a:gd name="csX0" fmla="*/ 1925733 w 3851445"/>
              <a:gd name="csY0" fmla="*/ 3851460 h 3851459"/>
              <a:gd name="csX1" fmla="*/ 1672433 w 3851445"/>
              <a:gd name="csY1" fmla="*/ 3834939 h 3851459"/>
              <a:gd name="csX2" fmla="*/ 1658302 w 3851445"/>
              <a:gd name="csY2" fmla="*/ 3818826 h 3851459"/>
              <a:gd name="csX3" fmla="*/ 1658302 w 3851445"/>
              <a:gd name="csY3" fmla="*/ 3713861 h 3851459"/>
              <a:gd name="csX4" fmla="*/ 1674556 w 3851445"/>
              <a:gd name="csY4" fmla="*/ 3697607 h 3851459"/>
              <a:gd name="csX5" fmla="*/ 1851458 w 3851445"/>
              <a:gd name="csY5" fmla="*/ 3697607 h 3851459"/>
              <a:gd name="csX6" fmla="*/ 1851458 w 3851445"/>
              <a:gd name="csY6" fmla="*/ 3583597 h 3851459"/>
              <a:gd name="csX7" fmla="*/ 1359496 w 3851445"/>
              <a:gd name="csY7" fmla="*/ 3486124 h 3851459"/>
              <a:gd name="csX8" fmla="*/ 1315985 w 3851445"/>
              <a:gd name="csY8" fmla="*/ 3591127 h 3851459"/>
              <a:gd name="csX9" fmla="*/ 1479428 w 3851445"/>
              <a:gd name="csY9" fmla="*/ 3658795 h 3851459"/>
              <a:gd name="csX10" fmla="*/ 1488224 w 3851445"/>
              <a:gd name="csY10" fmla="*/ 3667593 h 3851459"/>
              <a:gd name="csX11" fmla="*/ 1488224 w 3851445"/>
              <a:gd name="csY11" fmla="*/ 3680034 h 3851459"/>
              <a:gd name="csX12" fmla="*/ 1447947 w 3851445"/>
              <a:gd name="csY12" fmla="*/ 3777229 h 3851459"/>
              <a:gd name="csX13" fmla="*/ 1428744 w 3851445"/>
              <a:gd name="csY13" fmla="*/ 3786714 h 3851459"/>
              <a:gd name="csX14" fmla="*/ 960768 w 3851445"/>
              <a:gd name="csY14" fmla="*/ 3592560 h 3851459"/>
              <a:gd name="csX15" fmla="*/ 953910 w 3851445"/>
              <a:gd name="csY15" fmla="*/ 3572284 h 3851459"/>
              <a:gd name="csX16" fmla="*/ 994057 w 3851445"/>
              <a:gd name="csY16" fmla="*/ 3475350 h 3851459"/>
              <a:gd name="csX17" fmla="*/ 1002852 w 3851445"/>
              <a:gd name="csY17" fmla="*/ 3466555 h 3851459"/>
              <a:gd name="csX18" fmla="*/ 1015293 w 3851445"/>
              <a:gd name="csY18" fmla="*/ 3466555 h 3851459"/>
              <a:gd name="csX19" fmla="*/ 1178715 w 3851445"/>
              <a:gd name="csY19" fmla="*/ 3534243 h 3851459"/>
              <a:gd name="csX20" fmla="*/ 1222096 w 3851445"/>
              <a:gd name="csY20" fmla="*/ 3429086 h 3851459"/>
              <a:gd name="csX21" fmla="*/ 805599 w 3851445"/>
              <a:gd name="csY21" fmla="*/ 3150143 h 3851459"/>
              <a:gd name="csX22" fmla="*/ 724801 w 3851445"/>
              <a:gd name="csY22" fmla="*/ 3230938 h 3851459"/>
              <a:gd name="csX23" fmla="*/ 849871 w 3851445"/>
              <a:gd name="csY23" fmla="*/ 3356038 h 3851459"/>
              <a:gd name="csX24" fmla="*/ 849871 w 3851445"/>
              <a:gd name="csY24" fmla="*/ 3379023 h 3851459"/>
              <a:gd name="csX25" fmla="*/ 775852 w 3851445"/>
              <a:gd name="csY25" fmla="*/ 3453041 h 3851459"/>
              <a:gd name="csX26" fmla="*/ 754466 w 3851445"/>
              <a:gd name="csY26" fmla="*/ 3454440 h 3851459"/>
              <a:gd name="csX27" fmla="*/ 396358 w 3851445"/>
              <a:gd name="csY27" fmla="*/ 3096102 h 3851459"/>
              <a:gd name="csX28" fmla="*/ 397767 w 3851445"/>
              <a:gd name="csY28" fmla="*/ 3074726 h 3851459"/>
              <a:gd name="csX29" fmla="*/ 471686 w 3851445"/>
              <a:gd name="csY29" fmla="*/ 3000804 h 3851459"/>
              <a:gd name="csX30" fmla="*/ 483180 w 3851445"/>
              <a:gd name="csY30" fmla="*/ 2996041 h 3851459"/>
              <a:gd name="csX31" fmla="*/ 494674 w 3851445"/>
              <a:gd name="csY31" fmla="*/ 3000804 h 3851459"/>
              <a:gd name="csX32" fmla="*/ 619744 w 3851445"/>
              <a:gd name="csY32" fmla="*/ 3125897 h 3851459"/>
              <a:gd name="csX33" fmla="*/ 700575 w 3851445"/>
              <a:gd name="csY33" fmla="*/ 3045069 h 3851459"/>
              <a:gd name="csX34" fmla="*/ 422367 w 3851445"/>
              <a:gd name="csY34" fmla="*/ 2629381 h 3851459"/>
              <a:gd name="csX35" fmla="*/ 316490 w 3851445"/>
              <a:gd name="csY35" fmla="*/ 2672106 h 3851459"/>
              <a:gd name="csX36" fmla="*/ 384130 w 3851445"/>
              <a:gd name="csY36" fmla="*/ 2835379 h 3851459"/>
              <a:gd name="csX37" fmla="*/ 384134 w 3851445"/>
              <a:gd name="csY37" fmla="*/ 2847819 h 3851459"/>
              <a:gd name="csX38" fmla="*/ 375335 w 3851445"/>
              <a:gd name="csY38" fmla="*/ 2856614 h 3851459"/>
              <a:gd name="csX39" fmla="*/ 278661 w 3851445"/>
              <a:gd name="csY39" fmla="*/ 2896662 h 3851459"/>
              <a:gd name="csX40" fmla="*/ 258379 w 3851445"/>
              <a:gd name="csY40" fmla="*/ 2889797 h 3851459"/>
              <a:gd name="csX41" fmla="*/ 64486 w 3851445"/>
              <a:gd name="csY41" fmla="*/ 2421694 h 3851459"/>
              <a:gd name="csX42" fmla="*/ 73974 w 3851445"/>
              <a:gd name="csY42" fmla="*/ 2402502 h 3851459"/>
              <a:gd name="csX43" fmla="*/ 170648 w 3851445"/>
              <a:gd name="csY43" fmla="*/ 2362451 h 3851459"/>
              <a:gd name="csX44" fmla="*/ 183088 w 3851445"/>
              <a:gd name="csY44" fmla="*/ 2362451 h 3851459"/>
              <a:gd name="csX45" fmla="*/ 191883 w 3851445"/>
              <a:gd name="csY45" fmla="*/ 2371246 h 3851459"/>
              <a:gd name="csX46" fmla="*/ 259586 w 3851445"/>
              <a:gd name="csY46" fmla="*/ 2534696 h 3851459"/>
              <a:gd name="csX47" fmla="*/ 365014 w 3851445"/>
              <a:gd name="csY47" fmla="*/ 2491038 h 3851459"/>
              <a:gd name="csX48" fmla="*/ 267826 w 3851445"/>
              <a:gd name="csY48" fmla="*/ 1999255 h 3851459"/>
              <a:gd name="csX49" fmla="*/ 153077 w 3851445"/>
              <a:gd name="csY49" fmla="*/ 1999255 h 3851459"/>
              <a:gd name="csX50" fmla="*/ 153077 w 3851445"/>
              <a:gd name="csY50" fmla="*/ 2176126 h 3851459"/>
              <a:gd name="csX51" fmla="*/ 136824 w 3851445"/>
              <a:gd name="csY51" fmla="*/ 2192379 h 3851459"/>
              <a:gd name="csX52" fmla="*/ 32541 w 3851445"/>
              <a:gd name="csY52" fmla="*/ 2192379 h 3851459"/>
              <a:gd name="csX53" fmla="*/ 16425 w 3851445"/>
              <a:gd name="csY53" fmla="*/ 2178242 h 3851459"/>
              <a:gd name="csX54" fmla="*/ 0 w 3851445"/>
              <a:gd name="csY54" fmla="*/ 1925723 h 3851459"/>
              <a:gd name="csX55" fmla="*/ 16620 w 3851445"/>
              <a:gd name="csY55" fmla="*/ 1671641 h 3851459"/>
              <a:gd name="csX56" fmla="*/ 32733 w 3851445"/>
              <a:gd name="csY56" fmla="*/ 1657510 h 3851459"/>
              <a:gd name="csX57" fmla="*/ 136824 w 3851445"/>
              <a:gd name="csY57" fmla="*/ 1657510 h 3851459"/>
              <a:gd name="csX58" fmla="*/ 153077 w 3851445"/>
              <a:gd name="csY58" fmla="*/ 1673764 h 3851459"/>
              <a:gd name="csX59" fmla="*/ 153077 w 3851445"/>
              <a:gd name="csY59" fmla="*/ 1850666 h 3851459"/>
              <a:gd name="csX60" fmla="*/ 267939 w 3851445"/>
              <a:gd name="csY60" fmla="*/ 1850666 h 3851459"/>
              <a:gd name="csX61" fmla="*/ 365494 w 3851445"/>
              <a:gd name="csY61" fmla="*/ 1359077 h 3851459"/>
              <a:gd name="csX62" fmla="*/ 259589 w 3851445"/>
              <a:gd name="csY62" fmla="*/ 1315220 h 3851459"/>
              <a:gd name="csX63" fmla="*/ 191887 w 3851445"/>
              <a:gd name="csY63" fmla="*/ 1478636 h 3851459"/>
              <a:gd name="csX64" fmla="*/ 170654 w 3851445"/>
              <a:gd name="csY64" fmla="*/ 1487432 h 3851459"/>
              <a:gd name="csX65" fmla="*/ 74337 w 3851445"/>
              <a:gd name="csY65" fmla="*/ 1447545 h 3851459"/>
              <a:gd name="csX66" fmla="*/ 64849 w 3851445"/>
              <a:gd name="csY66" fmla="*/ 1428340 h 3851459"/>
              <a:gd name="csX67" fmla="*/ 259099 w 3851445"/>
              <a:gd name="csY67" fmla="*/ 960398 h 3851459"/>
              <a:gd name="csX68" fmla="*/ 279374 w 3851445"/>
              <a:gd name="csY68" fmla="*/ 953543 h 3851459"/>
              <a:gd name="csX69" fmla="*/ 375335 w 3851445"/>
              <a:gd name="csY69" fmla="*/ 993299 h 3851459"/>
              <a:gd name="csX70" fmla="*/ 384127 w 3851445"/>
              <a:gd name="csY70" fmla="*/ 1014535 h 3851459"/>
              <a:gd name="csX71" fmla="*/ 316428 w 3851445"/>
              <a:gd name="csY71" fmla="*/ 1177947 h 3851459"/>
              <a:gd name="csX72" fmla="*/ 422460 w 3851445"/>
              <a:gd name="csY72" fmla="*/ 1221880 h 3851459"/>
              <a:gd name="csX73" fmla="*/ 701316 w 3851445"/>
              <a:gd name="csY73" fmla="*/ 805589 h 3851459"/>
              <a:gd name="csX74" fmla="*/ 619740 w 3851445"/>
              <a:gd name="csY74" fmla="*/ 724013 h 3851459"/>
              <a:gd name="csX75" fmla="*/ 494671 w 3851445"/>
              <a:gd name="csY75" fmla="*/ 849110 h 3851459"/>
              <a:gd name="csX76" fmla="*/ 483177 w 3851445"/>
              <a:gd name="csY76" fmla="*/ 853872 h 3851459"/>
              <a:gd name="csX77" fmla="*/ 471683 w 3851445"/>
              <a:gd name="csY77" fmla="*/ 849113 h 3851459"/>
              <a:gd name="csX78" fmla="*/ 398412 w 3851445"/>
              <a:gd name="csY78" fmla="*/ 775842 h 3851459"/>
              <a:gd name="csX79" fmla="*/ 397010 w 3851445"/>
              <a:gd name="csY79" fmla="*/ 754455 h 3851459"/>
              <a:gd name="csX80" fmla="*/ 755347 w 3851445"/>
              <a:gd name="csY80" fmla="*/ 396344 h 3851459"/>
              <a:gd name="csX81" fmla="*/ 776723 w 3851445"/>
              <a:gd name="csY81" fmla="*/ 397754 h 3851459"/>
              <a:gd name="csX82" fmla="*/ 849864 w 3851445"/>
              <a:gd name="csY82" fmla="*/ 470894 h 3851459"/>
              <a:gd name="csX83" fmla="*/ 849864 w 3851445"/>
              <a:gd name="csY83" fmla="*/ 493879 h 3851459"/>
              <a:gd name="csX84" fmla="*/ 724795 w 3851445"/>
              <a:gd name="csY84" fmla="*/ 618976 h 3851459"/>
              <a:gd name="csX85" fmla="*/ 806408 w 3851445"/>
              <a:gd name="csY85" fmla="*/ 700565 h 3851459"/>
              <a:gd name="csX86" fmla="*/ 1222788 w 3851445"/>
              <a:gd name="csY86" fmla="*/ 422048 h 3851459"/>
              <a:gd name="csX87" fmla="*/ 1178726 w 3851445"/>
              <a:gd name="csY87" fmla="*/ 315667 h 3851459"/>
              <a:gd name="csX88" fmla="*/ 1015275 w 3851445"/>
              <a:gd name="csY88" fmla="*/ 383338 h 3851459"/>
              <a:gd name="csX89" fmla="*/ 994043 w 3851445"/>
              <a:gd name="csY89" fmla="*/ 374539 h 3851459"/>
              <a:gd name="csX90" fmla="*/ 954418 w 3851445"/>
              <a:gd name="csY90" fmla="*/ 278839 h 3851459"/>
              <a:gd name="csX91" fmla="*/ 961282 w 3851445"/>
              <a:gd name="csY91" fmla="*/ 258560 h 3851459"/>
              <a:gd name="csX92" fmla="*/ 1429327 w 3851445"/>
              <a:gd name="csY92" fmla="*/ 64602 h 3851459"/>
              <a:gd name="csX93" fmla="*/ 1448519 w 3851445"/>
              <a:gd name="csY93" fmla="*/ 74087 h 3851459"/>
              <a:gd name="csX94" fmla="*/ 1488210 w 3851445"/>
              <a:gd name="csY94" fmla="*/ 169852 h 3851459"/>
              <a:gd name="csX95" fmla="*/ 1488210 w 3851445"/>
              <a:gd name="csY95" fmla="*/ 182292 h 3851459"/>
              <a:gd name="csX96" fmla="*/ 1479415 w 3851445"/>
              <a:gd name="csY96" fmla="*/ 191088 h 3851459"/>
              <a:gd name="csX97" fmla="*/ 1315971 w 3851445"/>
              <a:gd name="csY97" fmla="*/ 258787 h 3851459"/>
              <a:gd name="csX98" fmla="*/ 1360044 w 3851445"/>
              <a:gd name="csY98" fmla="*/ 365158 h 3851459"/>
              <a:gd name="csX99" fmla="*/ 1851444 w 3851445"/>
              <a:gd name="csY99" fmla="*/ 267880 h 3851459"/>
              <a:gd name="csX100" fmla="*/ 1851444 w 3851445"/>
              <a:gd name="csY100" fmla="*/ 152278 h 3851459"/>
              <a:gd name="csX101" fmla="*/ 1674542 w 3851445"/>
              <a:gd name="csY101" fmla="*/ 152278 h 3851459"/>
              <a:gd name="csX102" fmla="*/ 1658288 w 3851445"/>
              <a:gd name="csY102" fmla="*/ 136025 h 3851459"/>
              <a:gd name="csX103" fmla="*/ 1658288 w 3851445"/>
              <a:gd name="csY103" fmla="*/ 32634 h 3851459"/>
              <a:gd name="csX104" fmla="*/ 1672419 w 3851445"/>
              <a:gd name="csY104" fmla="*/ 16521 h 3851459"/>
              <a:gd name="csX105" fmla="*/ 1925723 w 3851445"/>
              <a:gd name="csY105" fmla="*/ 0 h 3851459"/>
              <a:gd name="csX106" fmla="*/ 2179027 w 3851445"/>
              <a:gd name="csY106" fmla="*/ 16521 h 3851459"/>
              <a:gd name="csX107" fmla="*/ 2193158 w 3851445"/>
              <a:gd name="csY107" fmla="*/ 32634 h 3851459"/>
              <a:gd name="csX108" fmla="*/ 2193158 w 3851445"/>
              <a:gd name="csY108" fmla="*/ 136039 h 3851459"/>
              <a:gd name="csX109" fmla="*/ 2176904 w 3851445"/>
              <a:gd name="csY109" fmla="*/ 152292 h 3851459"/>
              <a:gd name="csX110" fmla="*/ 2000002 w 3851445"/>
              <a:gd name="csY110" fmla="*/ 152292 h 3851459"/>
              <a:gd name="csX111" fmla="*/ 2000002 w 3851445"/>
              <a:gd name="csY111" fmla="*/ 267894 h 3851459"/>
              <a:gd name="csX112" fmla="*/ 2491402 w 3851445"/>
              <a:gd name="csY112" fmla="*/ 365171 h 3851459"/>
              <a:gd name="csX113" fmla="*/ 2535475 w 3851445"/>
              <a:gd name="csY113" fmla="*/ 258800 h 3851459"/>
              <a:gd name="csX114" fmla="*/ 2372035 w 3851445"/>
              <a:gd name="csY114" fmla="*/ 191102 h 3851459"/>
              <a:gd name="csX115" fmla="*/ 2363239 w 3851445"/>
              <a:gd name="csY115" fmla="*/ 182306 h 3851459"/>
              <a:gd name="csX116" fmla="*/ 2363239 w 3851445"/>
              <a:gd name="csY116" fmla="*/ 169866 h 3851459"/>
              <a:gd name="csX117" fmla="*/ 2402926 w 3851445"/>
              <a:gd name="csY117" fmla="*/ 74101 h 3851459"/>
              <a:gd name="csX118" fmla="*/ 2422119 w 3851445"/>
              <a:gd name="csY118" fmla="*/ 64613 h 3851459"/>
              <a:gd name="csX119" fmla="*/ 2890163 w 3851445"/>
              <a:gd name="csY119" fmla="*/ 258571 h 3851459"/>
              <a:gd name="csX120" fmla="*/ 2897029 w 3851445"/>
              <a:gd name="csY120" fmla="*/ 278850 h 3851459"/>
              <a:gd name="csX121" fmla="*/ 2857403 w 3851445"/>
              <a:gd name="csY121" fmla="*/ 374550 h 3851459"/>
              <a:gd name="csX122" fmla="*/ 2836167 w 3851445"/>
              <a:gd name="csY122" fmla="*/ 383348 h 3851459"/>
              <a:gd name="csX123" fmla="*/ 2672720 w 3851445"/>
              <a:gd name="csY123" fmla="*/ 315677 h 3851459"/>
              <a:gd name="csX124" fmla="*/ 2628658 w 3851445"/>
              <a:gd name="csY124" fmla="*/ 422048 h 3851459"/>
              <a:gd name="csX125" fmla="*/ 3045038 w 3851445"/>
              <a:gd name="csY125" fmla="*/ 700576 h 3851459"/>
              <a:gd name="csX126" fmla="*/ 3126655 w 3851445"/>
              <a:gd name="csY126" fmla="*/ 618986 h 3851459"/>
              <a:gd name="csX127" fmla="*/ 3001585 w 3851445"/>
              <a:gd name="csY127" fmla="*/ 493889 h 3851459"/>
              <a:gd name="csX128" fmla="*/ 3001585 w 3851445"/>
              <a:gd name="csY128" fmla="*/ 470905 h 3851459"/>
              <a:gd name="csX129" fmla="*/ 3074723 w 3851445"/>
              <a:gd name="csY129" fmla="*/ 397764 h 3851459"/>
              <a:gd name="csX130" fmla="*/ 3096099 w 3851445"/>
              <a:gd name="csY130" fmla="*/ 396355 h 3851459"/>
              <a:gd name="csX131" fmla="*/ 3454440 w 3851445"/>
              <a:gd name="csY131" fmla="*/ 754466 h 3851459"/>
              <a:gd name="csX132" fmla="*/ 3453041 w 3851445"/>
              <a:gd name="csY132" fmla="*/ 775852 h 3851459"/>
              <a:gd name="csX133" fmla="*/ 3379770 w 3851445"/>
              <a:gd name="csY133" fmla="*/ 849123 h 3851459"/>
              <a:gd name="csX134" fmla="*/ 3368276 w 3851445"/>
              <a:gd name="csY134" fmla="*/ 853883 h 3851459"/>
              <a:gd name="csX135" fmla="*/ 3368276 w 3851445"/>
              <a:gd name="csY135" fmla="*/ 853883 h 3851459"/>
              <a:gd name="csX136" fmla="*/ 3356782 w 3851445"/>
              <a:gd name="csY136" fmla="*/ 849120 h 3851459"/>
              <a:gd name="csX137" fmla="*/ 3231713 w 3851445"/>
              <a:gd name="csY137" fmla="*/ 724023 h 3851459"/>
              <a:gd name="csX138" fmla="*/ 3150140 w 3851445"/>
              <a:gd name="csY138" fmla="*/ 805596 h 3851459"/>
              <a:gd name="csX139" fmla="*/ 3428962 w 3851445"/>
              <a:gd name="csY139" fmla="*/ 1221904 h 3851459"/>
              <a:gd name="csX140" fmla="*/ 3535021 w 3851445"/>
              <a:gd name="csY140" fmla="*/ 1177958 h 3851459"/>
              <a:gd name="csX141" fmla="*/ 3467323 w 3851445"/>
              <a:gd name="csY141" fmla="*/ 1014542 h 3851459"/>
              <a:gd name="csX142" fmla="*/ 3476114 w 3851445"/>
              <a:gd name="csY142" fmla="*/ 993306 h 3851459"/>
              <a:gd name="csX143" fmla="*/ 3572075 w 3851445"/>
              <a:gd name="csY143" fmla="*/ 953550 h 3851459"/>
              <a:gd name="csX144" fmla="*/ 3592351 w 3851445"/>
              <a:gd name="csY144" fmla="*/ 960405 h 3851459"/>
              <a:gd name="csX145" fmla="*/ 3786604 w 3851445"/>
              <a:gd name="csY145" fmla="*/ 1428347 h 3851459"/>
              <a:gd name="csX146" fmla="*/ 3777115 w 3851445"/>
              <a:gd name="csY146" fmla="*/ 1447552 h 3851459"/>
              <a:gd name="csX147" fmla="*/ 3680795 w 3851445"/>
              <a:gd name="csY147" fmla="*/ 1487439 h 3851459"/>
              <a:gd name="csX148" fmla="*/ 3659562 w 3851445"/>
              <a:gd name="csY148" fmla="*/ 1478643 h 3851459"/>
              <a:gd name="csX149" fmla="*/ 3591864 w 3851445"/>
              <a:gd name="csY149" fmla="*/ 1315231 h 3851459"/>
              <a:gd name="csX150" fmla="*/ 3485956 w 3851445"/>
              <a:gd name="csY150" fmla="*/ 1359105 h 3851459"/>
              <a:gd name="csX151" fmla="*/ 3583511 w 3851445"/>
              <a:gd name="csY151" fmla="*/ 1850669 h 3851459"/>
              <a:gd name="csX152" fmla="*/ 3698372 w 3851445"/>
              <a:gd name="csY152" fmla="*/ 1850669 h 3851459"/>
              <a:gd name="csX153" fmla="*/ 3698372 w 3851445"/>
              <a:gd name="csY153" fmla="*/ 1673767 h 3851459"/>
              <a:gd name="csX154" fmla="*/ 3714625 w 3851445"/>
              <a:gd name="csY154" fmla="*/ 1657514 h 3851459"/>
              <a:gd name="csX155" fmla="*/ 3818709 w 3851445"/>
              <a:gd name="csY155" fmla="*/ 1657514 h 3851459"/>
              <a:gd name="csX156" fmla="*/ 3834822 w 3851445"/>
              <a:gd name="csY156" fmla="*/ 1671644 h 3851459"/>
              <a:gd name="csX157" fmla="*/ 3851446 w 3851445"/>
              <a:gd name="csY157" fmla="*/ 1925726 h 3851459"/>
              <a:gd name="csX158" fmla="*/ 3835018 w 3851445"/>
              <a:gd name="csY158" fmla="*/ 2178245 h 3851459"/>
              <a:gd name="csX159" fmla="*/ 3818905 w 3851445"/>
              <a:gd name="csY159" fmla="*/ 2192383 h 3851459"/>
              <a:gd name="csX160" fmla="*/ 3714642 w 3851445"/>
              <a:gd name="csY160" fmla="*/ 2192383 h 3851459"/>
              <a:gd name="csX161" fmla="*/ 3698389 w 3851445"/>
              <a:gd name="csY161" fmla="*/ 2176129 h 3851459"/>
              <a:gd name="csX162" fmla="*/ 3698389 w 3851445"/>
              <a:gd name="csY162" fmla="*/ 1999258 h 3851459"/>
              <a:gd name="csX163" fmla="*/ 3583638 w 3851445"/>
              <a:gd name="csY163" fmla="*/ 1999258 h 3851459"/>
              <a:gd name="csX164" fmla="*/ 3486446 w 3851445"/>
              <a:gd name="csY164" fmla="*/ 2491042 h 3851459"/>
              <a:gd name="csX165" fmla="*/ 3591877 w 3851445"/>
              <a:gd name="csY165" fmla="*/ 2534700 h 3851459"/>
              <a:gd name="csX166" fmla="*/ 3659576 w 3851445"/>
              <a:gd name="csY166" fmla="*/ 2371250 h 3851459"/>
              <a:gd name="csX167" fmla="*/ 3668372 w 3851445"/>
              <a:gd name="csY167" fmla="*/ 2362454 h 3851459"/>
              <a:gd name="csX168" fmla="*/ 3680812 w 3851445"/>
              <a:gd name="csY168" fmla="*/ 2362454 h 3851459"/>
              <a:gd name="csX169" fmla="*/ 3777486 w 3851445"/>
              <a:gd name="csY169" fmla="*/ 2402505 h 3851459"/>
              <a:gd name="csX170" fmla="*/ 3786974 w 3851445"/>
              <a:gd name="csY170" fmla="*/ 2421697 h 3851459"/>
              <a:gd name="csX171" fmla="*/ 3593081 w 3851445"/>
              <a:gd name="csY171" fmla="*/ 2889804 h 3851459"/>
              <a:gd name="csX172" fmla="*/ 3572799 w 3851445"/>
              <a:gd name="csY172" fmla="*/ 2896665 h 3851459"/>
              <a:gd name="csX173" fmla="*/ 3476125 w 3851445"/>
              <a:gd name="csY173" fmla="*/ 2856618 h 3851459"/>
              <a:gd name="csX174" fmla="*/ 3467333 w 3851445"/>
              <a:gd name="csY174" fmla="*/ 2847822 h 3851459"/>
              <a:gd name="csX175" fmla="*/ 3467333 w 3851445"/>
              <a:gd name="csY175" fmla="*/ 2835382 h 3851459"/>
              <a:gd name="csX176" fmla="*/ 3535031 w 3851445"/>
              <a:gd name="csY176" fmla="*/ 2671970 h 3851459"/>
              <a:gd name="csX177" fmla="*/ 3429604 w 3851445"/>
              <a:gd name="csY177" fmla="*/ 2628291 h 3851459"/>
              <a:gd name="csX178" fmla="*/ 3150884 w 3851445"/>
              <a:gd name="csY178" fmla="*/ 3045069 h 3851459"/>
              <a:gd name="csX179" fmla="*/ 3231723 w 3851445"/>
              <a:gd name="csY179" fmla="*/ 3125901 h 3851459"/>
              <a:gd name="csX180" fmla="*/ 3356792 w 3851445"/>
              <a:gd name="csY180" fmla="*/ 3000807 h 3851459"/>
              <a:gd name="csX181" fmla="*/ 3368286 w 3851445"/>
              <a:gd name="csY181" fmla="*/ 2996044 h 3851459"/>
              <a:gd name="csX182" fmla="*/ 3379780 w 3851445"/>
              <a:gd name="csY182" fmla="*/ 3000807 h 3851459"/>
              <a:gd name="csX183" fmla="*/ 3453703 w 3851445"/>
              <a:gd name="csY183" fmla="*/ 3074730 h 3851459"/>
              <a:gd name="csX184" fmla="*/ 3455112 w 3851445"/>
              <a:gd name="csY184" fmla="*/ 3096106 h 3851459"/>
              <a:gd name="csX185" fmla="*/ 3096998 w 3851445"/>
              <a:gd name="csY185" fmla="*/ 3454443 h 3851459"/>
              <a:gd name="csX186" fmla="*/ 3075611 w 3851445"/>
              <a:gd name="csY186" fmla="*/ 3453044 h 3851459"/>
              <a:gd name="csX187" fmla="*/ 3001596 w 3851445"/>
              <a:gd name="csY187" fmla="*/ 3379026 h 3851459"/>
              <a:gd name="csX188" fmla="*/ 3001596 w 3851445"/>
              <a:gd name="csY188" fmla="*/ 3356041 h 3851459"/>
              <a:gd name="csX189" fmla="*/ 3126665 w 3851445"/>
              <a:gd name="csY189" fmla="*/ 3230941 h 3851459"/>
              <a:gd name="csX190" fmla="*/ 3045868 w 3851445"/>
              <a:gd name="csY190" fmla="*/ 3150147 h 3851459"/>
              <a:gd name="csX191" fmla="*/ 2629203 w 3851445"/>
              <a:gd name="csY191" fmla="*/ 3429172 h 3851459"/>
              <a:gd name="csX192" fmla="*/ 2672731 w 3851445"/>
              <a:gd name="csY192" fmla="*/ 3534253 h 3851459"/>
              <a:gd name="csX193" fmla="*/ 2836177 w 3851445"/>
              <a:gd name="csY193" fmla="*/ 3466558 h 3851459"/>
              <a:gd name="csX194" fmla="*/ 2848618 w 3851445"/>
              <a:gd name="csY194" fmla="*/ 3466558 h 3851459"/>
              <a:gd name="csX195" fmla="*/ 2857410 w 3851445"/>
              <a:gd name="csY195" fmla="*/ 3475353 h 3851459"/>
              <a:gd name="csX196" fmla="*/ 2897553 w 3851445"/>
              <a:gd name="csY196" fmla="*/ 3572288 h 3851459"/>
              <a:gd name="csX197" fmla="*/ 2890698 w 3851445"/>
              <a:gd name="csY197" fmla="*/ 3592564 h 3851459"/>
              <a:gd name="csX198" fmla="*/ 2422722 w 3851445"/>
              <a:gd name="csY198" fmla="*/ 3786717 h 3851459"/>
              <a:gd name="csX199" fmla="*/ 2403520 w 3851445"/>
              <a:gd name="csY199" fmla="*/ 3777232 h 3851459"/>
              <a:gd name="csX200" fmla="*/ 2363246 w 3851445"/>
              <a:gd name="csY200" fmla="*/ 3680037 h 3851459"/>
              <a:gd name="csX201" fmla="*/ 2363246 w 3851445"/>
              <a:gd name="csY201" fmla="*/ 3667597 h 3851459"/>
              <a:gd name="csX202" fmla="*/ 2372042 w 3851445"/>
              <a:gd name="csY202" fmla="*/ 3658798 h 3851459"/>
              <a:gd name="csX203" fmla="*/ 2535478 w 3851445"/>
              <a:gd name="csY203" fmla="*/ 3591130 h 3851459"/>
              <a:gd name="csX204" fmla="*/ 2491967 w 3851445"/>
              <a:gd name="csY204" fmla="*/ 3486131 h 3851459"/>
              <a:gd name="csX205" fmla="*/ 2000012 w 3851445"/>
              <a:gd name="csY205" fmla="*/ 3583600 h 3851459"/>
              <a:gd name="csX206" fmla="*/ 2000012 w 3851445"/>
              <a:gd name="csY206" fmla="*/ 3697611 h 3851459"/>
              <a:gd name="csX207" fmla="*/ 2176914 w 3851445"/>
              <a:gd name="csY207" fmla="*/ 3697611 h 3851459"/>
              <a:gd name="csX208" fmla="*/ 2193168 w 3851445"/>
              <a:gd name="csY208" fmla="*/ 3713864 h 3851459"/>
              <a:gd name="csX209" fmla="*/ 2193168 w 3851445"/>
              <a:gd name="csY209" fmla="*/ 3818829 h 3851459"/>
              <a:gd name="csX210" fmla="*/ 2179037 w 3851445"/>
              <a:gd name="csY210" fmla="*/ 3834942 h 3851459"/>
              <a:gd name="csX211" fmla="*/ 1925733 w 3851445"/>
              <a:gd name="csY211" fmla="*/ 3851460 h 3851459"/>
              <a:gd name="csX212" fmla="*/ 1690806 w 3851445"/>
              <a:gd name="csY212" fmla="*/ 3804517 h 3851459"/>
              <a:gd name="csX213" fmla="*/ 1925733 w 3851445"/>
              <a:gd name="csY213" fmla="*/ 3818953 h 3851459"/>
              <a:gd name="csX214" fmla="*/ 2160661 w 3851445"/>
              <a:gd name="csY214" fmla="*/ 3804517 h 3851459"/>
              <a:gd name="csX215" fmla="*/ 2160661 w 3851445"/>
              <a:gd name="csY215" fmla="*/ 3730115 h 3851459"/>
              <a:gd name="csX216" fmla="*/ 1983759 w 3851445"/>
              <a:gd name="csY216" fmla="*/ 3730115 h 3851459"/>
              <a:gd name="csX217" fmla="*/ 1967505 w 3851445"/>
              <a:gd name="csY217" fmla="*/ 3713861 h 3851459"/>
              <a:gd name="csX218" fmla="*/ 1967505 w 3851445"/>
              <a:gd name="csY218" fmla="*/ 3567971 h 3851459"/>
              <a:gd name="csX219" fmla="*/ 1983193 w 3851445"/>
              <a:gd name="csY219" fmla="*/ 3551727 h 3851459"/>
              <a:gd name="csX220" fmla="*/ 2494642 w 3851445"/>
              <a:gd name="csY220" fmla="*/ 3450500 h 3851459"/>
              <a:gd name="csX221" fmla="*/ 2501003 w 3851445"/>
              <a:gd name="csY221" fmla="*/ 3449207 h 3851459"/>
              <a:gd name="csX222" fmla="*/ 2516276 w 3851445"/>
              <a:gd name="csY222" fmla="*/ 3459875 h 3851459"/>
              <a:gd name="csX223" fmla="*/ 2571733 w 3851445"/>
              <a:gd name="csY223" fmla="*/ 3593698 h 3851459"/>
              <a:gd name="csX224" fmla="*/ 2571733 w 3851445"/>
              <a:gd name="csY224" fmla="*/ 3606139 h 3851459"/>
              <a:gd name="csX225" fmla="*/ 2562938 w 3851445"/>
              <a:gd name="csY225" fmla="*/ 3614934 h 3851459"/>
              <a:gd name="csX226" fmla="*/ 2399501 w 3851445"/>
              <a:gd name="csY226" fmla="*/ 3682605 h 3851459"/>
              <a:gd name="csX227" fmla="*/ 2428082 w 3851445"/>
              <a:gd name="csY227" fmla="*/ 3751583 h 3851459"/>
              <a:gd name="csX228" fmla="*/ 2862060 w 3851445"/>
              <a:gd name="csY228" fmla="*/ 3571527 h 3851459"/>
              <a:gd name="csX229" fmla="*/ 2833595 w 3851445"/>
              <a:gd name="csY229" fmla="*/ 3502799 h 3851459"/>
              <a:gd name="csX230" fmla="*/ 2670149 w 3851445"/>
              <a:gd name="csY230" fmla="*/ 3570494 h 3851459"/>
              <a:gd name="csX231" fmla="*/ 2648916 w 3851445"/>
              <a:gd name="csY231" fmla="*/ 3561699 h 3851459"/>
              <a:gd name="csX232" fmla="*/ 2593233 w 3851445"/>
              <a:gd name="csY232" fmla="*/ 3427268 h 3851459"/>
              <a:gd name="csX233" fmla="*/ 2592886 w 3851445"/>
              <a:gd name="csY233" fmla="*/ 3415565 h 3851459"/>
              <a:gd name="csX234" fmla="*/ 2601452 w 3851445"/>
              <a:gd name="csY234" fmla="*/ 3406190 h 3851459"/>
              <a:gd name="csX235" fmla="*/ 3035221 w 3851445"/>
              <a:gd name="csY235" fmla="*/ 3115713 h 3851459"/>
              <a:gd name="csX236" fmla="*/ 3057801 w 3851445"/>
              <a:gd name="csY236" fmla="*/ 3116104 h 3851459"/>
              <a:gd name="csX237" fmla="*/ 3161140 w 3851445"/>
              <a:gd name="csY237" fmla="*/ 3219444 h 3851459"/>
              <a:gd name="csX238" fmla="*/ 3161140 w 3851445"/>
              <a:gd name="csY238" fmla="*/ 3242428 h 3851459"/>
              <a:gd name="csX239" fmla="*/ 3036071 w 3851445"/>
              <a:gd name="csY239" fmla="*/ 3367528 h 3851459"/>
              <a:gd name="csX240" fmla="*/ 3088476 w 3851445"/>
              <a:gd name="csY240" fmla="*/ 3419934 h 3851459"/>
              <a:gd name="csX241" fmla="*/ 3420602 w 3851445"/>
              <a:gd name="csY241" fmla="*/ 3087599 h 3851459"/>
              <a:gd name="csX242" fmla="*/ 3368283 w 3851445"/>
              <a:gd name="csY242" fmla="*/ 3035282 h 3851459"/>
              <a:gd name="csX243" fmla="*/ 3243217 w 3851445"/>
              <a:gd name="csY243" fmla="*/ 3160376 h 3851459"/>
              <a:gd name="csX244" fmla="*/ 3231719 w 3851445"/>
              <a:gd name="csY244" fmla="*/ 3165139 h 3851459"/>
              <a:gd name="csX245" fmla="*/ 3220225 w 3851445"/>
              <a:gd name="csY245" fmla="*/ 3160376 h 3851459"/>
              <a:gd name="csX246" fmla="*/ 3116855 w 3851445"/>
              <a:gd name="csY246" fmla="*/ 3057008 h 3851459"/>
              <a:gd name="csX247" fmla="*/ 3116454 w 3851445"/>
              <a:gd name="csY247" fmla="*/ 3034439 h 3851459"/>
              <a:gd name="csX248" fmla="*/ 3406605 w 3851445"/>
              <a:gd name="csY248" fmla="*/ 2600543 h 3851459"/>
              <a:gd name="csX249" fmla="*/ 3427615 w 3851445"/>
              <a:gd name="csY249" fmla="*/ 2592276 h 3851459"/>
              <a:gd name="csX250" fmla="*/ 3562484 w 3851445"/>
              <a:gd name="csY250" fmla="*/ 2648155 h 3851459"/>
              <a:gd name="csX251" fmla="*/ 3571276 w 3851445"/>
              <a:gd name="csY251" fmla="*/ 2669391 h 3851459"/>
              <a:gd name="csX252" fmla="*/ 3503577 w 3851445"/>
              <a:gd name="csY252" fmla="*/ 2832800 h 3851459"/>
              <a:gd name="csX253" fmla="*/ 3572041 w 3851445"/>
              <a:gd name="csY253" fmla="*/ 2861161 h 3851459"/>
              <a:gd name="csX254" fmla="*/ 3751851 w 3851445"/>
              <a:gd name="csY254" fmla="*/ 2427067 h 3851459"/>
              <a:gd name="csX255" fmla="*/ 3683384 w 3851445"/>
              <a:gd name="csY255" fmla="*/ 2398706 h 3851459"/>
              <a:gd name="csX256" fmla="*/ 3615685 w 3851445"/>
              <a:gd name="csY256" fmla="*/ 2562149 h 3851459"/>
              <a:gd name="csX257" fmla="*/ 3594453 w 3851445"/>
              <a:gd name="csY257" fmla="*/ 2570944 h 3851459"/>
              <a:gd name="csX258" fmla="*/ 3459580 w 3851445"/>
              <a:gd name="csY258" fmla="*/ 2515096 h 3851459"/>
              <a:gd name="csX259" fmla="*/ 3450572 w 3851445"/>
              <a:gd name="csY259" fmla="*/ 2494399 h 3851459"/>
              <a:gd name="csX260" fmla="*/ 3551758 w 3851445"/>
              <a:gd name="csY260" fmla="*/ 1982442 h 3851459"/>
              <a:gd name="csX261" fmla="*/ 3568002 w 3851445"/>
              <a:gd name="csY261" fmla="*/ 1966744 h 3851459"/>
              <a:gd name="csX262" fmla="*/ 3714639 w 3851445"/>
              <a:gd name="csY262" fmla="*/ 1966744 h 3851459"/>
              <a:gd name="csX263" fmla="*/ 3730893 w 3851445"/>
              <a:gd name="csY263" fmla="*/ 1982998 h 3851459"/>
              <a:gd name="csX264" fmla="*/ 3730893 w 3851445"/>
              <a:gd name="csY264" fmla="*/ 2159869 h 3851459"/>
              <a:gd name="csX265" fmla="*/ 3804606 w 3851445"/>
              <a:gd name="csY265" fmla="*/ 2159869 h 3851459"/>
              <a:gd name="csX266" fmla="*/ 3818953 w 3851445"/>
              <a:gd name="csY266" fmla="*/ 1925720 h 3851459"/>
              <a:gd name="csX267" fmla="*/ 3804417 w 3851445"/>
              <a:gd name="csY267" fmla="*/ 1690013 h 3851459"/>
              <a:gd name="csX268" fmla="*/ 3730896 w 3851445"/>
              <a:gd name="csY268" fmla="*/ 1690013 h 3851459"/>
              <a:gd name="csX269" fmla="*/ 3730896 w 3851445"/>
              <a:gd name="csY269" fmla="*/ 1866916 h 3851459"/>
              <a:gd name="csX270" fmla="*/ 3714642 w 3851445"/>
              <a:gd name="csY270" fmla="*/ 1883169 h 3851459"/>
              <a:gd name="csX271" fmla="*/ 3567905 w 3851445"/>
              <a:gd name="csY271" fmla="*/ 1883169 h 3851459"/>
              <a:gd name="csX272" fmla="*/ 3551662 w 3851445"/>
              <a:gd name="csY272" fmla="*/ 1867481 h 3851459"/>
              <a:gd name="csX273" fmla="*/ 3450095 w 3851445"/>
              <a:gd name="csY273" fmla="*/ 1355751 h 3851459"/>
              <a:gd name="csX274" fmla="*/ 3459097 w 3851445"/>
              <a:gd name="csY274" fmla="*/ 1335044 h 3851459"/>
              <a:gd name="csX275" fmla="*/ 3594456 w 3851445"/>
              <a:gd name="csY275" fmla="*/ 1278969 h 3851459"/>
              <a:gd name="csX276" fmla="*/ 3615692 w 3851445"/>
              <a:gd name="csY276" fmla="*/ 1287764 h 3851459"/>
              <a:gd name="csX277" fmla="*/ 3683391 w 3851445"/>
              <a:gd name="csY277" fmla="*/ 1451180 h 3851459"/>
              <a:gd name="csX278" fmla="*/ 3751491 w 3851445"/>
              <a:gd name="csY278" fmla="*/ 1422980 h 3851459"/>
              <a:gd name="csX279" fmla="*/ 3571345 w 3851445"/>
              <a:gd name="csY279" fmla="*/ 989040 h 3851459"/>
              <a:gd name="csX280" fmla="*/ 3503584 w 3851445"/>
              <a:gd name="csY280" fmla="*/ 1017113 h 3851459"/>
              <a:gd name="csX281" fmla="*/ 3571283 w 3851445"/>
              <a:gd name="csY281" fmla="*/ 1180526 h 3851459"/>
              <a:gd name="csX282" fmla="*/ 3562491 w 3851445"/>
              <a:gd name="csY282" fmla="*/ 1201762 h 3851459"/>
              <a:gd name="csX283" fmla="*/ 3427001 w 3851445"/>
              <a:gd name="csY283" fmla="*/ 1257901 h 3851459"/>
              <a:gd name="csX284" fmla="*/ 3405998 w 3851445"/>
              <a:gd name="csY284" fmla="*/ 1249644 h 3851459"/>
              <a:gd name="csX285" fmla="*/ 3115720 w 3851445"/>
              <a:gd name="csY285" fmla="*/ 816236 h 3851459"/>
              <a:gd name="csX286" fmla="*/ 3116111 w 3851445"/>
              <a:gd name="csY286" fmla="*/ 793656 h 3851459"/>
              <a:gd name="csX287" fmla="*/ 3220229 w 3851445"/>
              <a:gd name="csY287" fmla="*/ 689538 h 3851459"/>
              <a:gd name="csX288" fmla="*/ 3231723 w 3851445"/>
              <a:gd name="csY288" fmla="*/ 684775 h 3851459"/>
              <a:gd name="csX289" fmla="*/ 3243220 w 3851445"/>
              <a:gd name="csY289" fmla="*/ 689538 h 3851459"/>
              <a:gd name="csX290" fmla="*/ 3368290 w 3851445"/>
              <a:gd name="csY290" fmla="*/ 814638 h 3851459"/>
              <a:gd name="csX291" fmla="*/ 3419944 w 3851445"/>
              <a:gd name="csY291" fmla="*/ 762980 h 3851459"/>
              <a:gd name="csX292" fmla="*/ 3087606 w 3851445"/>
              <a:gd name="csY292" fmla="*/ 430854 h 3851459"/>
              <a:gd name="csX293" fmla="*/ 3036071 w 3851445"/>
              <a:gd name="csY293" fmla="*/ 482395 h 3851459"/>
              <a:gd name="csX294" fmla="*/ 3161140 w 3851445"/>
              <a:gd name="csY294" fmla="*/ 607495 h 3851459"/>
              <a:gd name="csX295" fmla="*/ 3165903 w 3851445"/>
              <a:gd name="csY295" fmla="*/ 618989 h 3851459"/>
              <a:gd name="csX296" fmla="*/ 3161140 w 3851445"/>
              <a:gd name="csY296" fmla="*/ 630483 h 3851459"/>
              <a:gd name="csX297" fmla="*/ 3056998 w 3851445"/>
              <a:gd name="csY297" fmla="*/ 734591 h 3851459"/>
              <a:gd name="csX298" fmla="*/ 3046413 w 3851445"/>
              <a:gd name="csY298" fmla="*/ 739330 h 3851459"/>
              <a:gd name="csX299" fmla="*/ 3034415 w 3851445"/>
              <a:gd name="csY299" fmla="*/ 734999 h 3851459"/>
              <a:gd name="csX300" fmla="*/ 2600989 w 3851445"/>
              <a:gd name="csY300" fmla="*/ 445057 h 3851459"/>
              <a:gd name="csX301" fmla="*/ 2592712 w 3851445"/>
              <a:gd name="csY301" fmla="*/ 436560 h 3851459"/>
              <a:gd name="csX302" fmla="*/ 2592663 w 3851445"/>
              <a:gd name="csY302" fmla="*/ 424027 h 3851459"/>
              <a:gd name="csX303" fmla="*/ 2648916 w 3851445"/>
              <a:gd name="csY303" fmla="*/ 288221 h 3851459"/>
              <a:gd name="csX304" fmla="*/ 2670149 w 3851445"/>
              <a:gd name="csY304" fmla="*/ 279426 h 3851459"/>
              <a:gd name="csX305" fmla="*/ 2833592 w 3851445"/>
              <a:gd name="csY305" fmla="*/ 347094 h 3851459"/>
              <a:gd name="csX306" fmla="*/ 2861535 w 3851445"/>
              <a:gd name="csY306" fmla="*/ 279604 h 3851459"/>
              <a:gd name="csX307" fmla="*/ 2427499 w 3851445"/>
              <a:gd name="csY307" fmla="*/ 99729 h 3851459"/>
              <a:gd name="csX308" fmla="*/ 2399501 w 3851445"/>
              <a:gd name="csY308" fmla="*/ 167287 h 3851459"/>
              <a:gd name="csX309" fmla="*/ 2562941 w 3851445"/>
              <a:gd name="csY309" fmla="*/ 234986 h 3851459"/>
              <a:gd name="csX310" fmla="*/ 2571733 w 3851445"/>
              <a:gd name="csY310" fmla="*/ 243785 h 3851459"/>
              <a:gd name="csX311" fmla="*/ 2571733 w 3851445"/>
              <a:gd name="csY311" fmla="*/ 256225 h 3851459"/>
              <a:gd name="csX312" fmla="*/ 2515521 w 3851445"/>
              <a:gd name="csY312" fmla="*/ 391904 h 3851459"/>
              <a:gd name="csX313" fmla="*/ 2509719 w 3851445"/>
              <a:gd name="csY313" fmla="*/ 399170 h 3851459"/>
              <a:gd name="csX314" fmla="*/ 2494769 w 3851445"/>
              <a:gd name="csY314" fmla="*/ 401049 h 3851459"/>
              <a:gd name="csX315" fmla="*/ 1983200 w 3851445"/>
              <a:gd name="csY315" fmla="*/ 299767 h 3851459"/>
              <a:gd name="csX316" fmla="*/ 1967509 w 3851445"/>
              <a:gd name="csY316" fmla="*/ 283523 h 3851459"/>
              <a:gd name="csX317" fmla="*/ 1967509 w 3851445"/>
              <a:gd name="csY317" fmla="*/ 136042 h 3851459"/>
              <a:gd name="csX318" fmla="*/ 1983762 w 3851445"/>
              <a:gd name="csY318" fmla="*/ 119789 h 3851459"/>
              <a:gd name="csX319" fmla="*/ 2160664 w 3851445"/>
              <a:gd name="csY319" fmla="*/ 119789 h 3851459"/>
              <a:gd name="csX320" fmla="*/ 2160664 w 3851445"/>
              <a:gd name="csY320" fmla="*/ 46946 h 3851459"/>
              <a:gd name="csX321" fmla="*/ 1925737 w 3851445"/>
              <a:gd name="csY321" fmla="*/ 32507 h 3851459"/>
              <a:gd name="csX322" fmla="*/ 1690809 w 3851445"/>
              <a:gd name="csY322" fmla="*/ 46946 h 3851459"/>
              <a:gd name="csX323" fmla="*/ 1690809 w 3851445"/>
              <a:gd name="csY323" fmla="*/ 119789 h 3851459"/>
              <a:gd name="csX324" fmla="*/ 1867711 w 3851445"/>
              <a:gd name="csY324" fmla="*/ 119789 h 3851459"/>
              <a:gd name="csX325" fmla="*/ 1883965 w 3851445"/>
              <a:gd name="csY325" fmla="*/ 136042 h 3851459"/>
              <a:gd name="csX326" fmla="*/ 1883965 w 3851445"/>
              <a:gd name="csY326" fmla="*/ 283523 h 3851459"/>
              <a:gd name="csX327" fmla="*/ 1868273 w 3851445"/>
              <a:gd name="csY327" fmla="*/ 299767 h 3851459"/>
              <a:gd name="csX328" fmla="*/ 1356701 w 3851445"/>
              <a:gd name="csY328" fmla="*/ 401049 h 3851459"/>
              <a:gd name="csX329" fmla="*/ 1336000 w 3851445"/>
              <a:gd name="csY329" fmla="*/ 392044 h 3851459"/>
              <a:gd name="csX330" fmla="*/ 1279730 w 3851445"/>
              <a:gd name="csY330" fmla="*/ 256232 h 3851459"/>
              <a:gd name="csX331" fmla="*/ 1279727 w 3851445"/>
              <a:gd name="csY331" fmla="*/ 243792 h 3851459"/>
              <a:gd name="csX332" fmla="*/ 1288522 w 3851445"/>
              <a:gd name="csY332" fmla="*/ 234993 h 3851459"/>
              <a:gd name="csX333" fmla="*/ 1451966 w 3851445"/>
              <a:gd name="csY333" fmla="*/ 167294 h 3851459"/>
              <a:gd name="csX334" fmla="*/ 1423964 w 3851445"/>
              <a:gd name="csY334" fmla="*/ 99736 h 3851459"/>
              <a:gd name="csX335" fmla="*/ 989925 w 3851445"/>
              <a:gd name="csY335" fmla="*/ 279611 h 3851459"/>
              <a:gd name="csX336" fmla="*/ 1017871 w 3851445"/>
              <a:gd name="csY336" fmla="*/ 347104 h 3851459"/>
              <a:gd name="csX337" fmla="*/ 1181318 w 3851445"/>
              <a:gd name="csY337" fmla="*/ 279433 h 3851459"/>
              <a:gd name="csX338" fmla="*/ 1202550 w 3851445"/>
              <a:gd name="csY338" fmla="*/ 288228 h 3851459"/>
              <a:gd name="csX339" fmla="*/ 1258604 w 3851445"/>
              <a:gd name="csY339" fmla="*/ 423560 h 3851459"/>
              <a:gd name="csX340" fmla="*/ 1259674 w 3851445"/>
              <a:gd name="csY340" fmla="*/ 426804 h 3851459"/>
              <a:gd name="csX341" fmla="*/ 1250553 w 3851445"/>
              <a:gd name="csY341" fmla="*/ 445043 h 3851459"/>
              <a:gd name="csX342" fmla="*/ 817045 w 3851445"/>
              <a:gd name="csY342" fmla="*/ 735003 h 3851459"/>
              <a:gd name="csX343" fmla="*/ 804779 w 3851445"/>
              <a:gd name="csY343" fmla="*/ 739320 h 3851459"/>
              <a:gd name="csX344" fmla="*/ 794328 w 3851445"/>
              <a:gd name="csY344" fmla="*/ 734457 h 3851459"/>
              <a:gd name="csX345" fmla="*/ 690323 w 3851445"/>
              <a:gd name="csY345" fmla="*/ 630487 h 3851459"/>
              <a:gd name="csX346" fmla="*/ 685560 w 3851445"/>
              <a:gd name="csY346" fmla="*/ 618993 h 3851459"/>
              <a:gd name="csX347" fmla="*/ 690319 w 3851445"/>
              <a:gd name="csY347" fmla="*/ 607499 h 3851459"/>
              <a:gd name="csX348" fmla="*/ 815389 w 3851445"/>
              <a:gd name="csY348" fmla="*/ 482399 h 3851459"/>
              <a:gd name="csX349" fmla="*/ 763851 w 3851445"/>
              <a:gd name="csY349" fmla="*/ 430857 h 3851459"/>
              <a:gd name="csX350" fmla="*/ 431516 w 3851445"/>
              <a:gd name="csY350" fmla="*/ 762983 h 3851459"/>
              <a:gd name="csX351" fmla="*/ 483174 w 3851445"/>
              <a:gd name="csY351" fmla="*/ 814641 h 3851459"/>
              <a:gd name="csX352" fmla="*/ 608243 w 3851445"/>
              <a:gd name="csY352" fmla="*/ 689541 h 3851459"/>
              <a:gd name="csX353" fmla="*/ 619737 w 3851445"/>
              <a:gd name="csY353" fmla="*/ 684778 h 3851459"/>
              <a:gd name="csX354" fmla="*/ 631231 w 3851445"/>
              <a:gd name="csY354" fmla="*/ 689541 h 3851459"/>
              <a:gd name="csX355" fmla="*/ 735346 w 3851445"/>
              <a:gd name="csY355" fmla="*/ 793656 h 3851459"/>
              <a:gd name="csX356" fmla="*/ 735743 w 3851445"/>
              <a:gd name="csY356" fmla="*/ 816239 h 3851459"/>
              <a:gd name="csX357" fmla="*/ 445431 w 3851445"/>
              <a:gd name="csY357" fmla="*/ 1249648 h 3851459"/>
              <a:gd name="csX358" fmla="*/ 427192 w 3851445"/>
              <a:gd name="csY358" fmla="*/ 1258769 h 3851459"/>
              <a:gd name="csX359" fmla="*/ 423780 w 3851445"/>
              <a:gd name="csY359" fmla="*/ 1257620 h 3851459"/>
              <a:gd name="csX360" fmla="*/ 288972 w 3851445"/>
              <a:gd name="csY360" fmla="*/ 1201765 h 3851459"/>
              <a:gd name="csX361" fmla="*/ 280177 w 3851445"/>
              <a:gd name="csY361" fmla="*/ 1180529 h 3851459"/>
              <a:gd name="csX362" fmla="*/ 347875 w 3851445"/>
              <a:gd name="csY362" fmla="*/ 1017117 h 3851459"/>
              <a:gd name="csX363" fmla="*/ 280118 w 3851445"/>
              <a:gd name="csY363" fmla="*/ 989044 h 3851459"/>
              <a:gd name="csX364" fmla="*/ 99976 w 3851445"/>
              <a:gd name="csY364" fmla="*/ 1422984 h 3851459"/>
              <a:gd name="csX365" fmla="*/ 168072 w 3851445"/>
              <a:gd name="csY365" fmla="*/ 1451184 h 3851459"/>
              <a:gd name="csX366" fmla="*/ 235775 w 3851445"/>
              <a:gd name="csY366" fmla="*/ 1287768 h 3851459"/>
              <a:gd name="csX367" fmla="*/ 257007 w 3851445"/>
              <a:gd name="csY367" fmla="*/ 1278969 h 3851459"/>
              <a:gd name="csX368" fmla="*/ 391818 w 3851445"/>
              <a:gd name="csY368" fmla="*/ 1334793 h 3851459"/>
              <a:gd name="csX369" fmla="*/ 401776 w 3851445"/>
              <a:gd name="csY369" fmla="*/ 1345560 h 3851459"/>
              <a:gd name="csX370" fmla="*/ 401282 w 3851445"/>
              <a:gd name="csY370" fmla="*/ 1355960 h 3851459"/>
              <a:gd name="csX371" fmla="*/ 299801 w 3851445"/>
              <a:gd name="csY371" fmla="*/ 1867481 h 3851459"/>
              <a:gd name="csX372" fmla="*/ 283558 w 3851445"/>
              <a:gd name="csY372" fmla="*/ 1883169 h 3851459"/>
              <a:gd name="csX373" fmla="*/ 136824 w 3851445"/>
              <a:gd name="csY373" fmla="*/ 1883169 h 3851459"/>
              <a:gd name="csX374" fmla="*/ 120570 w 3851445"/>
              <a:gd name="csY374" fmla="*/ 1866916 h 3851459"/>
              <a:gd name="csX375" fmla="*/ 120570 w 3851445"/>
              <a:gd name="csY375" fmla="*/ 1690013 h 3851459"/>
              <a:gd name="csX376" fmla="*/ 47046 w 3851445"/>
              <a:gd name="csY376" fmla="*/ 1690013 h 3851459"/>
              <a:gd name="csX377" fmla="*/ 32510 w 3851445"/>
              <a:gd name="csY377" fmla="*/ 1925720 h 3851459"/>
              <a:gd name="csX378" fmla="*/ 46857 w 3851445"/>
              <a:gd name="csY378" fmla="*/ 2159869 h 3851459"/>
              <a:gd name="csX379" fmla="*/ 120574 w 3851445"/>
              <a:gd name="csY379" fmla="*/ 2159869 h 3851459"/>
              <a:gd name="csX380" fmla="*/ 120574 w 3851445"/>
              <a:gd name="csY380" fmla="*/ 1982998 h 3851459"/>
              <a:gd name="csX381" fmla="*/ 136827 w 3851445"/>
              <a:gd name="csY381" fmla="*/ 1966744 h 3851459"/>
              <a:gd name="csX382" fmla="*/ 283465 w 3851445"/>
              <a:gd name="csY382" fmla="*/ 1966744 h 3851459"/>
              <a:gd name="csX383" fmla="*/ 299708 w 3851445"/>
              <a:gd name="csY383" fmla="*/ 1982442 h 3851459"/>
              <a:gd name="csX384" fmla="*/ 400891 w 3851445"/>
              <a:gd name="csY384" fmla="*/ 2494399 h 3851459"/>
              <a:gd name="csX385" fmla="*/ 399016 w 3851445"/>
              <a:gd name="csY385" fmla="*/ 2509349 h 3851459"/>
              <a:gd name="csX386" fmla="*/ 391581 w 3851445"/>
              <a:gd name="csY386" fmla="*/ 2515216 h 3851459"/>
              <a:gd name="csX387" fmla="*/ 257010 w 3851445"/>
              <a:gd name="csY387" fmla="*/ 2570944 h 3851459"/>
              <a:gd name="csX388" fmla="*/ 235775 w 3851445"/>
              <a:gd name="csY388" fmla="*/ 2562149 h 3851459"/>
              <a:gd name="csX389" fmla="*/ 168076 w 3851445"/>
              <a:gd name="csY389" fmla="*/ 2398706 h 3851459"/>
              <a:gd name="csX390" fmla="*/ 99609 w 3851445"/>
              <a:gd name="csY390" fmla="*/ 2427067 h 3851459"/>
              <a:gd name="csX391" fmla="*/ 279419 w 3851445"/>
              <a:gd name="csY391" fmla="*/ 2861164 h 3851459"/>
              <a:gd name="csX392" fmla="*/ 347882 w 3851445"/>
              <a:gd name="csY392" fmla="*/ 2832803 h 3851459"/>
              <a:gd name="csX393" fmla="*/ 280183 w 3851445"/>
              <a:gd name="csY393" fmla="*/ 2669394 h 3851459"/>
              <a:gd name="csX394" fmla="*/ 280211 w 3851445"/>
              <a:gd name="csY394" fmla="*/ 2656885 h 3851459"/>
              <a:gd name="csX395" fmla="*/ 289116 w 3851445"/>
              <a:gd name="csY395" fmla="*/ 2648100 h 3851459"/>
              <a:gd name="csX396" fmla="*/ 424541 w 3851445"/>
              <a:gd name="csY396" fmla="*/ 2593452 h 3851459"/>
              <a:gd name="csX397" fmla="*/ 445403 w 3851445"/>
              <a:gd name="csY397" fmla="*/ 2601761 h 3851459"/>
              <a:gd name="csX398" fmla="*/ 735010 w 3851445"/>
              <a:gd name="csY398" fmla="*/ 3034439 h 3851459"/>
              <a:gd name="csX399" fmla="*/ 734608 w 3851445"/>
              <a:gd name="csY399" fmla="*/ 3057008 h 3851459"/>
              <a:gd name="csX400" fmla="*/ 631238 w 3851445"/>
              <a:gd name="csY400" fmla="*/ 3160379 h 3851459"/>
              <a:gd name="csX401" fmla="*/ 619744 w 3851445"/>
              <a:gd name="csY401" fmla="*/ 3165142 h 3851459"/>
              <a:gd name="csX402" fmla="*/ 608250 w 3851445"/>
              <a:gd name="csY402" fmla="*/ 3160379 h 3851459"/>
              <a:gd name="csX403" fmla="*/ 483180 w 3851445"/>
              <a:gd name="csY403" fmla="*/ 3035286 h 3851459"/>
              <a:gd name="csX404" fmla="*/ 430864 w 3851445"/>
              <a:gd name="csY404" fmla="*/ 3087602 h 3851459"/>
              <a:gd name="csX405" fmla="*/ 762990 w 3851445"/>
              <a:gd name="csY405" fmla="*/ 3419937 h 3851459"/>
              <a:gd name="csX406" fmla="*/ 815399 w 3851445"/>
              <a:gd name="csY406" fmla="*/ 3367532 h 3851459"/>
              <a:gd name="csX407" fmla="*/ 690330 w 3851445"/>
              <a:gd name="csY407" fmla="*/ 3242432 h 3851459"/>
              <a:gd name="csX408" fmla="*/ 690330 w 3851445"/>
              <a:gd name="csY408" fmla="*/ 3219447 h 3851459"/>
              <a:gd name="csX409" fmla="*/ 793611 w 3851445"/>
              <a:gd name="csY409" fmla="*/ 3116166 h 3851459"/>
              <a:gd name="csX410" fmla="*/ 816249 w 3851445"/>
              <a:gd name="csY410" fmla="*/ 3115717 h 3851459"/>
              <a:gd name="csX411" fmla="*/ 1249819 w 3851445"/>
              <a:gd name="csY411" fmla="*/ 3406098 h 3851459"/>
              <a:gd name="csX412" fmla="*/ 1258278 w 3851445"/>
              <a:gd name="csY412" fmla="*/ 3415171 h 3851459"/>
              <a:gd name="csX413" fmla="*/ 1258090 w 3851445"/>
              <a:gd name="csY413" fmla="*/ 3427090 h 3851459"/>
              <a:gd name="csX414" fmla="*/ 1202564 w 3851445"/>
              <a:gd name="csY414" fmla="*/ 3561685 h 3851459"/>
              <a:gd name="csX415" fmla="*/ 1193769 w 3851445"/>
              <a:gd name="csY415" fmla="*/ 3570498 h 3851459"/>
              <a:gd name="csX416" fmla="*/ 1181318 w 3851445"/>
              <a:gd name="csY416" fmla="*/ 3570501 h 3851459"/>
              <a:gd name="csX417" fmla="*/ 1017871 w 3851445"/>
              <a:gd name="csY417" fmla="*/ 3502806 h 3851459"/>
              <a:gd name="csX418" fmla="*/ 989407 w 3851445"/>
              <a:gd name="csY418" fmla="*/ 3571533 h 3851459"/>
              <a:gd name="csX419" fmla="*/ 1423385 w 3851445"/>
              <a:gd name="csY419" fmla="*/ 3751590 h 3851459"/>
              <a:gd name="csX420" fmla="*/ 1451969 w 3851445"/>
              <a:gd name="csY420" fmla="*/ 3682612 h 3851459"/>
              <a:gd name="csX421" fmla="*/ 1288529 w 3851445"/>
              <a:gd name="csY421" fmla="*/ 3614945 h 3851459"/>
              <a:gd name="csX422" fmla="*/ 1279730 w 3851445"/>
              <a:gd name="csY422" fmla="*/ 3606146 h 3851459"/>
              <a:gd name="csX423" fmla="*/ 1279734 w 3851445"/>
              <a:gd name="csY423" fmla="*/ 3593705 h 3851459"/>
              <a:gd name="csX424" fmla="*/ 1335448 w 3851445"/>
              <a:gd name="csY424" fmla="*/ 3459240 h 3851459"/>
              <a:gd name="csX425" fmla="*/ 1353635 w 3851445"/>
              <a:gd name="csY425" fmla="*/ 3449523 h 3851459"/>
              <a:gd name="csX426" fmla="*/ 1356845 w 3851445"/>
              <a:gd name="csY426" fmla="*/ 3450514 h 3851459"/>
              <a:gd name="csX427" fmla="*/ 1868273 w 3851445"/>
              <a:gd name="csY427" fmla="*/ 3551731 h 3851459"/>
              <a:gd name="csX428" fmla="*/ 1883965 w 3851445"/>
              <a:gd name="csY428" fmla="*/ 3567974 h 3851459"/>
              <a:gd name="csX429" fmla="*/ 1883965 w 3851445"/>
              <a:gd name="csY429" fmla="*/ 3713864 h 3851459"/>
              <a:gd name="csX430" fmla="*/ 1867711 w 3851445"/>
              <a:gd name="csY430" fmla="*/ 3730118 h 3851459"/>
              <a:gd name="csX431" fmla="*/ 1690809 w 3851445"/>
              <a:gd name="csY431" fmla="*/ 3730118 h 3851459"/>
              <a:gd name="csX432" fmla="*/ 1690809 w 3851445"/>
              <a:gd name="csY432" fmla="*/ 3804517 h 38514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</a:cxnLst>
            <a:rect l="l" t="t" r="r" b="b"/>
            <a:pathLst>
              <a:path w="3851445" h="3851459">
                <a:moveTo>
                  <a:pt x="1925733" y="3851460"/>
                </a:moveTo>
                <a:cubicBezTo>
                  <a:pt x="1840890" y="3851460"/>
                  <a:pt x="1755669" y="3845901"/>
                  <a:pt x="1672433" y="3834939"/>
                </a:cubicBezTo>
                <a:cubicBezTo>
                  <a:pt x="1664347" y="3833872"/>
                  <a:pt x="1658302" y="3826984"/>
                  <a:pt x="1658302" y="3818826"/>
                </a:cubicBezTo>
                <a:lnTo>
                  <a:pt x="1658302" y="3713861"/>
                </a:lnTo>
                <a:cubicBezTo>
                  <a:pt x="1658302" y="3704884"/>
                  <a:pt x="1665578" y="3697607"/>
                  <a:pt x="1674556" y="3697607"/>
                </a:cubicBezTo>
                <a:lnTo>
                  <a:pt x="1851458" y="3697607"/>
                </a:lnTo>
                <a:lnTo>
                  <a:pt x="1851458" y="3583597"/>
                </a:lnTo>
                <a:cubicBezTo>
                  <a:pt x="1682614" y="3576156"/>
                  <a:pt x="1517271" y="3543391"/>
                  <a:pt x="1359496" y="3486124"/>
                </a:cubicBezTo>
                <a:lnTo>
                  <a:pt x="1315985" y="3591127"/>
                </a:lnTo>
                <a:lnTo>
                  <a:pt x="1479428" y="3658795"/>
                </a:lnTo>
                <a:cubicBezTo>
                  <a:pt x="1483413" y="3660444"/>
                  <a:pt x="1486574" y="3663609"/>
                  <a:pt x="1488224" y="3667593"/>
                </a:cubicBezTo>
                <a:cubicBezTo>
                  <a:pt x="1489873" y="3671575"/>
                  <a:pt x="1489873" y="3676053"/>
                  <a:pt x="1488224" y="3680034"/>
                </a:cubicBezTo>
                <a:lnTo>
                  <a:pt x="1447947" y="3777229"/>
                </a:lnTo>
                <a:cubicBezTo>
                  <a:pt x="1444826" y="3784755"/>
                  <a:pt x="1436614" y="3788812"/>
                  <a:pt x="1428744" y="3786714"/>
                </a:cubicBezTo>
                <a:cubicBezTo>
                  <a:pt x="1264992" y="3743079"/>
                  <a:pt x="1107543" y="3677757"/>
                  <a:pt x="960768" y="3592560"/>
                </a:cubicBezTo>
                <a:cubicBezTo>
                  <a:pt x="953725" y="3588473"/>
                  <a:pt x="950797" y="3579804"/>
                  <a:pt x="953910" y="3572284"/>
                </a:cubicBezTo>
                <a:lnTo>
                  <a:pt x="994057" y="3475350"/>
                </a:lnTo>
                <a:cubicBezTo>
                  <a:pt x="995706" y="3471365"/>
                  <a:pt x="998871" y="3468200"/>
                  <a:pt x="1002852" y="3466555"/>
                </a:cubicBezTo>
                <a:cubicBezTo>
                  <a:pt x="1006833" y="3464902"/>
                  <a:pt x="1011308" y="3464902"/>
                  <a:pt x="1015293" y="3466555"/>
                </a:cubicBezTo>
                <a:lnTo>
                  <a:pt x="1178715" y="3534243"/>
                </a:lnTo>
                <a:lnTo>
                  <a:pt x="1222096" y="3429086"/>
                </a:lnTo>
                <a:cubicBezTo>
                  <a:pt x="1069961" y="3357776"/>
                  <a:pt x="929965" y="3264014"/>
                  <a:pt x="805599" y="3150143"/>
                </a:cubicBezTo>
                <a:lnTo>
                  <a:pt x="724801" y="3230938"/>
                </a:lnTo>
                <a:lnTo>
                  <a:pt x="849871" y="3356038"/>
                </a:lnTo>
                <a:cubicBezTo>
                  <a:pt x="856218" y="3362388"/>
                  <a:pt x="856218" y="3372679"/>
                  <a:pt x="849871" y="3379023"/>
                </a:cubicBezTo>
                <a:lnTo>
                  <a:pt x="775852" y="3453041"/>
                </a:lnTo>
                <a:cubicBezTo>
                  <a:pt x="770085" y="3458805"/>
                  <a:pt x="760933" y="3459409"/>
                  <a:pt x="754466" y="3454440"/>
                </a:cubicBezTo>
                <a:cubicBezTo>
                  <a:pt x="619867" y="3351138"/>
                  <a:pt x="499382" y="3230574"/>
                  <a:pt x="396358" y="3096102"/>
                </a:cubicBezTo>
                <a:cubicBezTo>
                  <a:pt x="391400" y="3089629"/>
                  <a:pt x="392003" y="3080487"/>
                  <a:pt x="397767" y="3074726"/>
                </a:cubicBezTo>
                <a:lnTo>
                  <a:pt x="471686" y="3000804"/>
                </a:lnTo>
                <a:cubicBezTo>
                  <a:pt x="474735" y="2997756"/>
                  <a:pt x="478870" y="2996041"/>
                  <a:pt x="483180" y="2996041"/>
                </a:cubicBezTo>
                <a:cubicBezTo>
                  <a:pt x="487491" y="2996041"/>
                  <a:pt x="491626" y="2997756"/>
                  <a:pt x="494674" y="3000804"/>
                </a:cubicBezTo>
                <a:lnTo>
                  <a:pt x="619744" y="3125897"/>
                </a:lnTo>
                <a:lnTo>
                  <a:pt x="700575" y="3045069"/>
                </a:lnTo>
                <a:cubicBezTo>
                  <a:pt x="587055" y="2920898"/>
                  <a:pt x="493560" y="2781200"/>
                  <a:pt x="422367" y="2629381"/>
                </a:cubicBezTo>
                <a:lnTo>
                  <a:pt x="316490" y="2672106"/>
                </a:lnTo>
                <a:lnTo>
                  <a:pt x="384130" y="2835379"/>
                </a:lnTo>
                <a:cubicBezTo>
                  <a:pt x="385780" y="2839363"/>
                  <a:pt x="385780" y="2843838"/>
                  <a:pt x="384134" y="2847819"/>
                </a:cubicBezTo>
                <a:cubicBezTo>
                  <a:pt x="382484" y="2851803"/>
                  <a:pt x="379319" y="2854968"/>
                  <a:pt x="375335" y="2856614"/>
                </a:cubicBezTo>
                <a:lnTo>
                  <a:pt x="278661" y="2896662"/>
                </a:lnTo>
                <a:cubicBezTo>
                  <a:pt x="271141" y="2899785"/>
                  <a:pt x="262466" y="2896843"/>
                  <a:pt x="258379" y="2889797"/>
                </a:cubicBezTo>
                <a:cubicBezTo>
                  <a:pt x="173257" y="2742977"/>
                  <a:pt x="108024" y="2585483"/>
                  <a:pt x="64486" y="2421694"/>
                </a:cubicBezTo>
                <a:cubicBezTo>
                  <a:pt x="62394" y="2413824"/>
                  <a:pt x="66451" y="2405618"/>
                  <a:pt x="73974" y="2402502"/>
                </a:cubicBezTo>
                <a:lnTo>
                  <a:pt x="170648" y="2362451"/>
                </a:lnTo>
                <a:cubicBezTo>
                  <a:pt x="174629" y="2360801"/>
                  <a:pt x="179104" y="2360801"/>
                  <a:pt x="183088" y="2362451"/>
                </a:cubicBezTo>
                <a:cubicBezTo>
                  <a:pt x="187069" y="2364104"/>
                  <a:pt x="190234" y="2367265"/>
                  <a:pt x="191883" y="2371246"/>
                </a:cubicBezTo>
                <a:lnTo>
                  <a:pt x="259586" y="2534696"/>
                </a:lnTo>
                <a:lnTo>
                  <a:pt x="365014" y="2491038"/>
                </a:lnTo>
                <a:cubicBezTo>
                  <a:pt x="307845" y="2333304"/>
                  <a:pt x="275181" y="2168013"/>
                  <a:pt x="267826" y="1999255"/>
                </a:cubicBezTo>
                <a:lnTo>
                  <a:pt x="153077" y="1999255"/>
                </a:lnTo>
                <a:lnTo>
                  <a:pt x="153077" y="2176126"/>
                </a:lnTo>
                <a:cubicBezTo>
                  <a:pt x="153077" y="2185103"/>
                  <a:pt x="145798" y="2192379"/>
                  <a:pt x="136824" y="2192379"/>
                </a:cubicBezTo>
                <a:lnTo>
                  <a:pt x="32541" y="2192379"/>
                </a:lnTo>
                <a:cubicBezTo>
                  <a:pt x="24384" y="2192379"/>
                  <a:pt x="17488" y="2186331"/>
                  <a:pt x="16425" y="2178242"/>
                </a:cubicBezTo>
                <a:cubicBezTo>
                  <a:pt x="5528" y="2095232"/>
                  <a:pt x="0" y="2010272"/>
                  <a:pt x="0" y="1925723"/>
                </a:cubicBezTo>
                <a:cubicBezTo>
                  <a:pt x="0" y="1840866"/>
                  <a:pt x="5589" y="1755377"/>
                  <a:pt x="16620" y="1671641"/>
                </a:cubicBezTo>
                <a:cubicBezTo>
                  <a:pt x="17683" y="1663555"/>
                  <a:pt x="24579" y="1657510"/>
                  <a:pt x="32733" y="1657510"/>
                </a:cubicBezTo>
                <a:lnTo>
                  <a:pt x="136824" y="1657510"/>
                </a:lnTo>
                <a:cubicBezTo>
                  <a:pt x="145801" y="1657510"/>
                  <a:pt x="153077" y="1664786"/>
                  <a:pt x="153077" y="1673764"/>
                </a:cubicBezTo>
                <a:lnTo>
                  <a:pt x="153077" y="1850666"/>
                </a:lnTo>
                <a:lnTo>
                  <a:pt x="267939" y="1850666"/>
                </a:lnTo>
                <a:cubicBezTo>
                  <a:pt x="275410" y="1682048"/>
                  <a:pt x="308199" y="1516832"/>
                  <a:pt x="365494" y="1359077"/>
                </a:cubicBezTo>
                <a:lnTo>
                  <a:pt x="259589" y="1315220"/>
                </a:lnTo>
                <a:lnTo>
                  <a:pt x="191887" y="1478636"/>
                </a:lnTo>
                <a:cubicBezTo>
                  <a:pt x="188454" y="1486924"/>
                  <a:pt x="178949" y="1490864"/>
                  <a:pt x="170654" y="1487432"/>
                </a:cubicBezTo>
                <a:lnTo>
                  <a:pt x="74337" y="1447545"/>
                </a:lnTo>
                <a:cubicBezTo>
                  <a:pt x="66807" y="1444429"/>
                  <a:pt x="62751" y="1436216"/>
                  <a:pt x="64849" y="1428340"/>
                </a:cubicBezTo>
                <a:cubicBezTo>
                  <a:pt x="108504" y="1264626"/>
                  <a:pt x="173861" y="1107186"/>
                  <a:pt x="259099" y="960398"/>
                </a:cubicBezTo>
                <a:cubicBezTo>
                  <a:pt x="263186" y="953358"/>
                  <a:pt x="271858" y="950426"/>
                  <a:pt x="279374" y="953543"/>
                </a:cubicBezTo>
                <a:lnTo>
                  <a:pt x="375335" y="993299"/>
                </a:lnTo>
                <a:cubicBezTo>
                  <a:pt x="383626" y="996735"/>
                  <a:pt x="387563" y="1006240"/>
                  <a:pt x="384127" y="1014535"/>
                </a:cubicBezTo>
                <a:lnTo>
                  <a:pt x="316428" y="1177947"/>
                </a:lnTo>
                <a:lnTo>
                  <a:pt x="422460" y="1221880"/>
                </a:lnTo>
                <a:cubicBezTo>
                  <a:pt x="493711" y="1069886"/>
                  <a:pt x="587443" y="929955"/>
                  <a:pt x="701316" y="805589"/>
                </a:cubicBezTo>
                <a:lnTo>
                  <a:pt x="619740" y="724013"/>
                </a:lnTo>
                <a:lnTo>
                  <a:pt x="494671" y="849110"/>
                </a:lnTo>
                <a:cubicBezTo>
                  <a:pt x="491623" y="852158"/>
                  <a:pt x="487487" y="853872"/>
                  <a:pt x="483177" y="853872"/>
                </a:cubicBezTo>
                <a:cubicBezTo>
                  <a:pt x="478867" y="853872"/>
                  <a:pt x="474731" y="852161"/>
                  <a:pt x="471683" y="849113"/>
                </a:cubicBezTo>
                <a:lnTo>
                  <a:pt x="398412" y="775842"/>
                </a:lnTo>
                <a:cubicBezTo>
                  <a:pt x="392645" y="770075"/>
                  <a:pt x="392044" y="760926"/>
                  <a:pt x="397010" y="754455"/>
                </a:cubicBezTo>
                <a:cubicBezTo>
                  <a:pt x="500312" y="619854"/>
                  <a:pt x="620875" y="499369"/>
                  <a:pt x="755347" y="396344"/>
                </a:cubicBezTo>
                <a:cubicBezTo>
                  <a:pt x="761818" y="391386"/>
                  <a:pt x="770959" y="391990"/>
                  <a:pt x="776723" y="397754"/>
                </a:cubicBezTo>
                <a:lnTo>
                  <a:pt x="849864" y="470894"/>
                </a:lnTo>
                <a:cubicBezTo>
                  <a:pt x="856211" y="477241"/>
                  <a:pt x="856211" y="487532"/>
                  <a:pt x="849864" y="493879"/>
                </a:cubicBezTo>
                <a:lnTo>
                  <a:pt x="724795" y="618976"/>
                </a:lnTo>
                <a:lnTo>
                  <a:pt x="806408" y="700565"/>
                </a:lnTo>
                <a:cubicBezTo>
                  <a:pt x="930764" y="586856"/>
                  <a:pt x="1070726" y="493241"/>
                  <a:pt x="1222788" y="422048"/>
                </a:cubicBezTo>
                <a:lnTo>
                  <a:pt x="1178726" y="315667"/>
                </a:lnTo>
                <a:lnTo>
                  <a:pt x="1015275" y="383338"/>
                </a:lnTo>
                <a:cubicBezTo>
                  <a:pt x="1006981" y="386774"/>
                  <a:pt x="997475" y="382834"/>
                  <a:pt x="994043" y="374539"/>
                </a:cubicBezTo>
                <a:lnTo>
                  <a:pt x="954418" y="278839"/>
                </a:lnTo>
                <a:cubicBezTo>
                  <a:pt x="951301" y="271316"/>
                  <a:pt x="954236" y="262644"/>
                  <a:pt x="961282" y="258560"/>
                </a:cubicBezTo>
                <a:cubicBezTo>
                  <a:pt x="1108208" y="173360"/>
                  <a:pt x="1265678" y="108103"/>
                  <a:pt x="1429327" y="64602"/>
                </a:cubicBezTo>
                <a:cubicBezTo>
                  <a:pt x="1437190" y="62507"/>
                  <a:pt x="1445399" y="66564"/>
                  <a:pt x="1448519" y="74087"/>
                </a:cubicBezTo>
                <a:lnTo>
                  <a:pt x="1488210" y="169852"/>
                </a:lnTo>
                <a:cubicBezTo>
                  <a:pt x="1489859" y="173837"/>
                  <a:pt x="1489859" y="178311"/>
                  <a:pt x="1488210" y="182292"/>
                </a:cubicBezTo>
                <a:cubicBezTo>
                  <a:pt x="1486561" y="186277"/>
                  <a:pt x="1483396" y="189439"/>
                  <a:pt x="1479415" y="191088"/>
                </a:cubicBezTo>
                <a:lnTo>
                  <a:pt x="1315971" y="258787"/>
                </a:lnTo>
                <a:lnTo>
                  <a:pt x="1360044" y="365158"/>
                </a:lnTo>
                <a:cubicBezTo>
                  <a:pt x="1517775" y="307986"/>
                  <a:pt x="1682926" y="275287"/>
                  <a:pt x="1851444" y="267880"/>
                </a:cubicBezTo>
                <a:lnTo>
                  <a:pt x="1851444" y="152278"/>
                </a:lnTo>
                <a:lnTo>
                  <a:pt x="1674542" y="152278"/>
                </a:lnTo>
                <a:cubicBezTo>
                  <a:pt x="1665565" y="152278"/>
                  <a:pt x="1658288" y="145002"/>
                  <a:pt x="1658288" y="136025"/>
                </a:cubicBezTo>
                <a:lnTo>
                  <a:pt x="1658288" y="32634"/>
                </a:lnTo>
                <a:cubicBezTo>
                  <a:pt x="1658288" y="24480"/>
                  <a:pt x="1664334" y="17584"/>
                  <a:pt x="1672419" y="16521"/>
                </a:cubicBezTo>
                <a:cubicBezTo>
                  <a:pt x="1755651" y="5558"/>
                  <a:pt x="1840876" y="0"/>
                  <a:pt x="1925723" y="0"/>
                </a:cubicBezTo>
                <a:cubicBezTo>
                  <a:pt x="2010570" y="0"/>
                  <a:pt x="2095794" y="5558"/>
                  <a:pt x="2179027" y="16521"/>
                </a:cubicBezTo>
                <a:cubicBezTo>
                  <a:pt x="2187112" y="17587"/>
                  <a:pt x="2193158" y="24480"/>
                  <a:pt x="2193158" y="32634"/>
                </a:cubicBezTo>
                <a:lnTo>
                  <a:pt x="2193158" y="136039"/>
                </a:lnTo>
                <a:cubicBezTo>
                  <a:pt x="2193158" y="145016"/>
                  <a:pt x="2185881" y="152292"/>
                  <a:pt x="2176904" y="152292"/>
                </a:cubicBezTo>
                <a:lnTo>
                  <a:pt x="2000002" y="152292"/>
                </a:lnTo>
                <a:lnTo>
                  <a:pt x="2000002" y="267894"/>
                </a:lnTo>
                <a:cubicBezTo>
                  <a:pt x="2168603" y="275304"/>
                  <a:pt x="2333753" y="308000"/>
                  <a:pt x="2491402" y="365171"/>
                </a:cubicBezTo>
                <a:lnTo>
                  <a:pt x="2535475" y="258800"/>
                </a:lnTo>
                <a:lnTo>
                  <a:pt x="2372035" y="191102"/>
                </a:lnTo>
                <a:cubicBezTo>
                  <a:pt x="2368050" y="189452"/>
                  <a:pt x="2364885" y="186287"/>
                  <a:pt x="2363239" y="182306"/>
                </a:cubicBezTo>
                <a:cubicBezTo>
                  <a:pt x="2361590" y="178322"/>
                  <a:pt x="2361590" y="173847"/>
                  <a:pt x="2363239" y="169866"/>
                </a:cubicBezTo>
                <a:lnTo>
                  <a:pt x="2402926" y="74101"/>
                </a:lnTo>
                <a:cubicBezTo>
                  <a:pt x="2406044" y="66577"/>
                  <a:pt x="2414242" y="62528"/>
                  <a:pt x="2422119" y="64613"/>
                </a:cubicBezTo>
                <a:cubicBezTo>
                  <a:pt x="2585768" y="108113"/>
                  <a:pt x="2743241" y="173370"/>
                  <a:pt x="2890163" y="258571"/>
                </a:cubicBezTo>
                <a:cubicBezTo>
                  <a:pt x="2897210" y="262655"/>
                  <a:pt x="2900142" y="271326"/>
                  <a:pt x="2897029" y="278850"/>
                </a:cubicBezTo>
                <a:lnTo>
                  <a:pt x="2857403" y="374550"/>
                </a:lnTo>
                <a:cubicBezTo>
                  <a:pt x="2853971" y="382844"/>
                  <a:pt x="2844469" y="386784"/>
                  <a:pt x="2836167" y="383348"/>
                </a:cubicBezTo>
                <a:lnTo>
                  <a:pt x="2672720" y="315677"/>
                </a:lnTo>
                <a:lnTo>
                  <a:pt x="2628658" y="422048"/>
                </a:lnTo>
                <a:cubicBezTo>
                  <a:pt x="2780710" y="493231"/>
                  <a:pt x="2920647" y="586839"/>
                  <a:pt x="3045038" y="700576"/>
                </a:cubicBezTo>
                <a:lnTo>
                  <a:pt x="3126655" y="618986"/>
                </a:lnTo>
                <a:lnTo>
                  <a:pt x="3001585" y="493889"/>
                </a:lnTo>
                <a:cubicBezTo>
                  <a:pt x="2995235" y="487542"/>
                  <a:pt x="2995235" y="477252"/>
                  <a:pt x="3001585" y="470905"/>
                </a:cubicBezTo>
                <a:lnTo>
                  <a:pt x="3074723" y="397764"/>
                </a:lnTo>
                <a:cubicBezTo>
                  <a:pt x="3080490" y="391996"/>
                  <a:pt x="3089629" y="391396"/>
                  <a:pt x="3096099" y="396355"/>
                </a:cubicBezTo>
                <a:cubicBezTo>
                  <a:pt x="3230578" y="499386"/>
                  <a:pt x="3351141" y="619871"/>
                  <a:pt x="3454440" y="754466"/>
                </a:cubicBezTo>
                <a:cubicBezTo>
                  <a:pt x="3459408" y="760936"/>
                  <a:pt x="3458808" y="770085"/>
                  <a:pt x="3453041" y="775852"/>
                </a:cubicBezTo>
                <a:lnTo>
                  <a:pt x="3379770" y="849123"/>
                </a:lnTo>
                <a:cubicBezTo>
                  <a:pt x="3376721" y="852172"/>
                  <a:pt x="3372586" y="853883"/>
                  <a:pt x="3368276" y="853883"/>
                </a:cubicBezTo>
                <a:lnTo>
                  <a:pt x="3368276" y="853883"/>
                </a:lnTo>
                <a:cubicBezTo>
                  <a:pt x="3363962" y="853883"/>
                  <a:pt x="3359830" y="852168"/>
                  <a:pt x="3356782" y="849120"/>
                </a:cubicBezTo>
                <a:lnTo>
                  <a:pt x="3231713" y="724023"/>
                </a:lnTo>
                <a:lnTo>
                  <a:pt x="3150140" y="805596"/>
                </a:lnTo>
                <a:cubicBezTo>
                  <a:pt x="3263979" y="929941"/>
                  <a:pt x="3357697" y="1069865"/>
                  <a:pt x="3428962" y="1221904"/>
                </a:cubicBezTo>
                <a:lnTo>
                  <a:pt x="3535021" y="1177958"/>
                </a:lnTo>
                <a:lnTo>
                  <a:pt x="3467323" y="1014542"/>
                </a:lnTo>
                <a:cubicBezTo>
                  <a:pt x="3463887" y="1006250"/>
                  <a:pt x="3467823" y="996742"/>
                  <a:pt x="3476114" y="993306"/>
                </a:cubicBezTo>
                <a:lnTo>
                  <a:pt x="3572075" y="953550"/>
                </a:lnTo>
                <a:cubicBezTo>
                  <a:pt x="3579598" y="950433"/>
                  <a:pt x="3588263" y="953362"/>
                  <a:pt x="3592351" y="960405"/>
                </a:cubicBezTo>
                <a:cubicBezTo>
                  <a:pt x="3677592" y="1107200"/>
                  <a:pt x="3742949" y="1264639"/>
                  <a:pt x="3786604" y="1428347"/>
                </a:cubicBezTo>
                <a:cubicBezTo>
                  <a:pt x="3788702" y="1436220"/>
                  <a:pt x="3784649" y="1444432"/>
                  <a:pt x="3777115" y="1447552"/>
                </a:cubicBezTo>
                <a:lnTo>
                  <a:pt x="3680795" y="1487439"/>
                </a:lnTo>
                <a:cubicBezTo>
                  <a:pt x="3672504" y="1490874"/>
                  <a:pt x="3662995" y="1486938"/>
                  <a:pt x="3659562" y="1478643"/>
                </a:cubicBezTo>
                <a:lnTo>
                  <a:pt x="3591864" y="1315231"/>
                </a:lnTo>
                <a:lnTo>
                  <a:pt x="3485956" y="1359105"/>
                </a:lnTo>
                <a:cubicBezTo>
                  <a:pt x="3543251" y="1516832"/>
                  <a:pt x="3576039" y="1682045"/>
                  <a:pt x="3583511" y="1850669"/>
                </a:cubicBezTo>
                <a:lnTo>
                  <a:pt x="3698372" y="1850669"/>
                </a:lnTo>
                <a:lnTo>
                  <a:pt x="3698372" y="1673767"/>
                </a:lnTo>
                <a:cubicBezTo>
                  <a:pt x="3698372" y="1664790"/>
                  <a:pt x="3705648" y="1657514"/>
                  <a:pt x="3714625" y="1657514"/>
                </a:cubicBezTo>
                <a:lnTo>
                  <a:pt x="3818709" y="1657514"/>
                </a:lnTo>
                <a:cubicBezTo>
                  <a:pt x="3826867" y="1657514"/>
                  <a:pt x="3833759" y="1663559"/>
                  <a:pt x="3834822" y="1671644"/>
                </a:cubicBezTo>
                <a:cubicBezTo>
                  <a:pt x="3845853" y="1755394"/>
                  <a:pt x="3851446" y="1840879"/>
                  <a:pt x="3851446" y="1925726"/>
                </a:cubicBezTo>
                <a:cubicBezTo>
                  <a:pt x="3851446" y="2010292"/>
                  <a:pt x="3845919" y="2095253"/>
                  <a:pt x="3835018" y="2178245"/>
                </a:cubicBezTo>
                <a:cubicBezTo>
                  <a:pt x="3833955" y="2186334"/>
                  <a:pt x="3827062" y="2192383"/>
                  <a:pt x="3818905" y="2192383"/>
                </a:cubicBezTo>
                <a:lnTo>
                  <a:pt x="3714642" y="2192383"/>
                </a:lnTo>
                <a:cubicBezTo>
                  <a:pt x="3705666" y="2192383"/>
                  <a:pt x="3698389" y="2185106"/>
                  <a:pt x="3698389" y="2176129"/>
                </a:cubicBezTo>
                <a:lnTo>
                  <a:pt x="3698389" y="1999258"/>
                </a:lnTo>
                <a:lnTo>
                  <a:pt x="3583638" y="1999258"/>
                </a:lnTo>
                <a:cubicBezTo>
                  <a:pt x="3576279" y="2168027"/>
                  <a:pt x="3543614" y="2333318"/>
                  <a:pt x="3486446" y="2491042"/>
                </a:cubicBezTo>
                <a:lnTo>
                  <a:pt x="3591877" y="2534700"/>
                </a:lnTo>
                <a:lnTo>
                  <a:pt x="3659576" y="2371250"/>
                </a:lnTo>
                <a:cubicBezTo>
                  <a:pt x="3661222" y="2367268"/>
                  <a:pt x="3664387" y="2364104"/>
                  <a:pt x="3668372" y="2362454"/>
                </a:cubicBezTo>
                <a:cubicBezTo>
                  <a:pt x="3672353" y="2360805"/>
                  <a:pt x="3676831" y="2360808"/>
                  <a:pt x="3680812" y="2362454"/>
                </a:cubicBezTo>
                <a:lnTo>
                  <a:pt x="3777486" y="2402505"/>
                </a:lnTo>
                <a:cubicBezTo>
                  <a:pt x="3785006" y="2405622"/>
                  <a:pt x="3789066" y="2413824"/>
                  <a:pt x="3786974" y="2421697"/>
                </a:cubicBezTo>
                <a:cubicBezTo>
                  <a:pt x="3743436" y="2585494"/>
                  <a:pt x="3678199" y="2742987"/>
                  <a:pt x="3593081" y="2889804"/>
                </a:cubicBezTo>
                <a:cubicBezTo>
                  <a:pt x="3588997" y="2896847"/>
                  <a:pt x="3580329" y="2899792"/>
                  <a:pt x="3572799" y="2896665"/>
                </a:cubicBezTo>
                <a:lnTo>
                  <a:pt x="3476125" y="2856618"/>
                </a:lnTo>
                <a:cubicBezTo>
                  <a:pt x="3472144" y="2854972"/>
                  <a:pt x="3468979" y="2851807"/>
                  <a:pt x="3467333" y="2847822"/>
                </a:cubicBezTo>
                <a:cubicBezTo>
                  <a:pt x="3465683" y="2843841"/>
                  <a:pt x="3465683" y="2839366"/>
                  <a:pt x="3467333" y="2835382"/>
                </a:cubicBezTo>
                <a:lnTo>
                  <a:pt x="3535031" y="2671970"/>
                </a:lnTo>
                <a:lnTo>
                  <a:pt x="3429604" y="2628291"/>
                </a:lnTo>
                <a:cubicBezTo>
                  <a:pt x="3358400" y="2780470"/>
                  <a:pt x="3264727" y="2920541"/>
                  <a:pt x="3150884" y="3045069"/>
                </a:cubicBezTo>
                <a:lnTo>
                  <a:pt x="3231723" y="3125901"/>
                </a:lnTo>
                <a:lnTo>
                  <a:pt x="3356792" y="3000807"/>
                </a:lnTo>
                <a:cubicBezTo>
                  <a:pt x="3359841" y="2997759"/>
                  <a:pt x="3363972" y="2996044"/>
                  <a:pt x="3368286" y="2996044"/>
                </a:cubicBezTo>
                <a:cubicBezTo>
                  <a:pt x="3372596" y="2996044"/>
                  <a:pt x="3376732" y="2997759"/>
                  <a:pt x="3379780" y="3000807"/>
                </a:cubicBezTo>
                <a:lnTo>
                  <a:pt x="3453703" y="3074730"/>
                </a:lnTo>
                <a:cubicBezTo>
                  <a:pt x="3459467" y="3080494"/>
                  <a:pt x="3460067" y="3089635"/>
                  <a:pt x="3455112" y="3096106"/>
                </a:cubicBezTo>
                <a:cubicBezTo>
                  <a:pt x="3352088" y="3230578"/>
                  <a:pt x="3231599" y="3351141"/>
                  <a:pt x="3096998" y="3454443"/>
                </a:cubicBezTo>
                <a:cubicBezTo>
                  <a:pt x="3090534" y="3459415"/>
                  <a:pt x="3081375" y="3458812"/>
                  <a:pt x="3075611" y="3453044"/>
                </a:cubicBezTo>
                <a:lnTo>
                  <a:pt x="3001596" y="3379026"/>
                </a:lnTo>
                <a:cubicBezTo>
                  <a:pt x="2995245" y="3372679"/>
                  <a:pt x="2995245" y="3362388"/>
                  <a:pt x="3001596" y="3356041"/>
                </a:cubicBezTo>
                <a:lnTo>
                  <a:pt x="3126665" y="3230941"/>
                </a:lnTo>
                <a:lnTo>
                  <a:pt x="3045868" y="3150147"/>
                </a:lnTo>
                <a:cubicBezTo>
                  <a:pt x="2921495" y="3264024"/>
                  <a:pt x="2781461" y="3357804"/>
                  <a:pt x="2629203" y="3429172"/>
                </a:cubicBezTo>
                <a:lnTo>
                  <a:pt x="2672731" y="3534253"/>
                </a:lnTo>
                <a:lnTo>
                  <a:pt x="2836177" y="3466558"/>
                </a:lnTo>
                <a:cubicBezTo>
                  <a:pt x="2840155" y="3464905"/>
                  <a:pt x="2844633" y="3464905"/>
                  <a:pt x="2848618" y="3466558"/>
                </a:cubicBezTo>
                <a:cubicBezTo>
                  <a:pt x="2852599" y="3468204"/>
                  <a:pt x="2855764" y="3471369"/>
                  <a:pt x="2857410" y="3475353"/>
                </a:cubicBezTo>
                <a:lnTo>
                  <a:pt x="2897553" y="3572288"/>
                </a:lnTo>
                <a:cubicBezTo>
                  <a:pt x="2900670" y="3579807"/>
                  <a:pt x="2897738" y="3588476"/>
                  <a:pt x="2890698" y="3592564"/>
                </a:cubicBezTo>
                <a:cubicBezTo>
                  <a:pt x="2743930" y="3677760"/>
                  <a:pt x="2586481" y="3743083"/>
                  <a:pt x="2422722" y="3786717"/>
                </a:cubicBezTo>
                <a:cubicBezTo>
                  <a:pt x="2414843" y="3788812"/>
                  <a:pt x="2406640" y="3784759"/>
                  <a:pt x="2403520" y="3777232"/>
                </a:cubicBezTo>
                <a:lnTo>
                  <a:pt x="2363246" y="3680037"/>
                </a:lnTo>
                <a:cubicBezTo>
                  <a:pt x="2361597" y="3676056"/>
                  <a:pt x="2361597" y="3671578"/>
                  <a:pt x="2363246" y="3667597"/>
                </a:cubicBezTo>
                <a:cubicBezTo>
                  <a:pt x="2364896" y="3663612"/>
                  <a:pt x="2368061" y="3660447"/>
                  <a:pt x="2372042" y="3658798"/>
                </a:cubicBezTo>
                <a:lnTo>
                  <a:pt x="2535478" y="3591130"/>
                </a:lnTo>
                <a:lnTo>
                  <a:pt x="2491967" y="3486131"/>
                </a:lnTo>
                <a:cubicBezTo>
                  <a:pt x="2334203" y="3543391"/>
                  <a:pt x="2168842" y="3576156"/>
                  <a:pt x="2000012" y="3583600"/>
                </a:cubicBezTo>
                <a:lnTo>
                  <a:pt x="2000012" y="3697611"/>
                </a:lnTo>
                <a:lnTo>
                  <a:pt x="2176914" y="3697611"/>
                </a:lnTo>
                <a:cubicBezTo>
                  <a:pt x="2185892" y="3697611"/>
                  <a:pt x="2193168" y="3704887"/>
                  <a:pt x="2193168" y="3713864"/>
                </a:cubicBezTo>
                <a:lnTo>
                  <a:pt x="2193168" y="3818829"/>
                </a:lnTo>
                <a:cubicBezTo>
                  <a:pt x="2193168" y="3826987"/>
                  <a:pt x="2187123" y="3833879"/>
                  <a:pt x="2179037" y="3834942"/>
                </a:cubicBezTo>
                <a:cubicBezTo>
                  <a:pt x="2095798" y="3845901"/>
                  <a:pt x="2010573" y="3851460"/>
                  <a:pt x="1925733" y="3851460"/>
                </a:cubicBezTo>
                <a:close/>
                <a:moveTo>
                  <a:pt x="1690806" y="3804517"/>
                </a:moveTo>
                <a:cubicBezTo>
                  <a:pt x="1768140" y="3814097"/>
                  <a:pt x="1847103" y="3818953"/>
                  <a:pt x="1925733" y="3818953"/>
                </a:cubicBezTo>
                <a:cubicBezTo>
                  <a:pt x="2004364" y="3818953"/>
                  <a:pt x="2083327" y="3814097"/>
                  <a:pt x="2160661" y="3804517"/>
                </a:cubicBezTo>
                <a:lnTo>
                  <a:pt x="2160661" y="3730115"/>
                </a:lnTo>
                <a:lnTo>
                  <a:pt x="1983759" y="3730115"/>
                </a:lnTo>
                <a:cubicBezTo>
                  <a:pt x="1974782" y="3730115"/>
                  <a:pt x="1967505" y="3722838"/>
                  <a:pt x="1967505" y="3713861"/>
                </a:cubicBezTo>
                <a:lnTo>
                  <a:pt x="1967505" y="3567971"/>
                </a:lnTo>
                <a:cubicBezTo>
                  <a:pt x="1967505" y="3559213"/>
                  <a:pt x="1974442" y="3552033"/>
                  <a:pt x="1983193" y="3551727"/>
                </a:cubicBezTo>
                <a:cubicBezTo>
                  <a:pt x="2159001" y="3545617"/>
                  <a:pt x="2331062" y="3511563"/>
                  <a:pt x="2494642" y="3450500"/>
                </a:cubicBezTo>
                <a:cubicBezTo>
                  <a:pt x="2496593" y="3449667"/>
                  <a:pt x="2498747" y="3449207"/>
                  <a:pt x="2501003" y="3449207"/>
                </a:cubicBezTo>
                <a:cubicBezTo>
                  <a:pt x="2508022" y="3449207"/>
                  <a:pt x="2514002" y="3453648"/>
                  <a:pt x="2516276" y="3459875"/>
                </a:cubicBezTo>
                <a:lnTo>
                  <a:pt x="2571733" y="3593698"/>
                </a:lnTo>
                <a:cubicBezTo>
                  <a:pt x="2573382" y="3597679"/>
                  <a:pt x="2573382" y="3602158"/>
                  <a:pt x="2571733" y="3606139"/>
                </a:cubicBezTo>
                <a:cubicBezTo>
                  <a:pt x="2570087" y="3610123"/>
                  <a:pt x="2566919" y="3613288"/>
                  <a:pt x="2562938" y="3614934"/>
                </a:cubicBezTo>
                <a:lnTo>
                  <a:pt x="2399501" y="3682605"/>
                </a:lnTo>
                <a:lnTo>
                  <a:pt x="2428082" y="3751583"/>
                </a:lnTo>
                <a:cubicBezTo>
                  <a:pt x="2579575" y="3709983"/>
                  <a:pt x="2725421" y="3649471"/>
                  <a:pt x="2862060" y="3571527"/>
                </a:cubicBezTo>
                <a:lnTo>
                  <a:pt x="2833595" y="3502799"/>
                </a:lnTo>
                <a:lnTo>
                  <a:pt x="2670149" y="3570494"/>
                </a:lnTo>
                <a:cubicBezTo>
                  <a:pt x="2661861" y="3573933"/>
                  <a:pt x="2652349" y="3569994"/>
                  <a:pt x="2648916" y="3561699"/>
                </a:cubicBezTo>
                <a:lnTo>
                  <a:pt x="2593233" y="3427268"/>
                </a:lnTo>
                <a:cubicBezTo>
                  <a:pt x="2591673" y="3423558"/>
                  <a:pt x="2591542" y="3419385"/>
                  <a:pt x="2592886" y="3415565"/>
                </a:cubicBezTo>
                <a:cubicBezTo>
                  <a:pt x="2594354" y="3411409"/>
                  <a:pt x="2597444" y="3408025"/>
                  <a:pt x="2601452" y="3406190"/>
                </a:cubicBezTo>
                <a:cubicBezTo>
                  <a:pt x="2760781" y="3333327"/>
                  <a:pt x="2906719" y="3235598"/>
                  <a:pt x="3035221" y="3115713"/>
                </a:cubicBezTo>
                <a:cubicBezTo>
                  <a:pt x="3041619" y="3109743"/>
                  <a:pt x="3051604" y="3109911"/>
                  <a:pt x="3057801" y="3116104"/>
                </a:cubicBezTo>
                <a:lnTo>
                  <a:pt x="3161140" y="3219444"/>
                </a:lnTo>
                <a:cubicBezTo>
                  <a:pt x="3167488" y="3225791"/>
                  <a:pt x="3167491" y="3236081"/>
                  <a:pt x="3161140" y="3242428"/>
                </a:cubicBezTo>
                <a:lnTo>
                  <a:pt x="3036071" y="3367528"/>
                </a:lnTo>
                <a:lnTo>
                  <a:pt x="3088476" y="3419934"/>
                </a:lnTo>
                <a:cubicBezTo>
                  <a:pt x="3212527" y="3323246"/>
                  <a:pt x="3324162" y="3211536"/>
                  <a:pt x="3420602" y="3087599"/>
                </a:cubicBezTo>
                <a:lnTo>
                  <a:pt x="3368283" y="3035282"/>
                </a:lnTo>
                <a:lnTo>
                  <a:pt x="3243217" y="3160376"/>
                </a:lnTo>
                <a:cubicBezTo>
                  <a:pt x="3240165" y="3163424"/>
                  <a:pt x="3236033" y="3165139"/>
                  <a:pt x="3231719" y="3165139"/>
                </a:cubicBezTo>
                <a:cubicBezTo>
                  <a:pt x="3227409" y="3165139"/>
                  <a:pt x="3223274" y="3163424"/>
                  <a:pt x="3220225" y="3160376"/>
                </a:cubicBezTo>
                <a:lnTo>
                  <a:pt x="3116855" y="3057008"/>
                </a:lnTo>
                <a:cubicBezTo>
                  <a:pt x="3110665" y="3050819"/>
                  <a:pt x="3110491" y="3040841"/>
                  <a:pt x="3116454" y="3034439"/>
                </a:cubicBezTo>
                <a:cubicBezTo>
                  <a:pt x="3236307" y="2905762"/>
                  <a:pt x="3333928" y="2759776"/>
                  <a:pt x="3406605" y="2600543"/>
                </a:cubicBezTo>
                <a:cubicBezTo>
                  <a:pt x="3410243" y="2592578"/>
                  <a:pt x="3419529" y="2588916"/>
                  <a:pt x="3427615" y="2592276"/>
                </a:cubicBezTo>
                <a:lnTo>
                  <a:pt x="3562484" y="2648155"/>
                </a:lnTo>
                <a:cubicBezTo>
                  <a:pt x="3570776" y="2651591"/>
                  <a:pt x="3574712" y="2661096"/>
                  <a:pt x="3571276" y="2669391"/>
                </a:cubicBezTo>
                <a:lnTo>
                  <a:pt x="3503577" y="2832800"/>
                </a:lnTo>
                <a:lnTo>
                  <a:pt x="3572041" y="2861161"/>
                </a:lnTo>
                <a:cubicBezTo>
                  <a:pt x="3649907" y="2724492"/>
                  <a:pt x="3710343" y="2578584"/>
                  <a:pt x="3751851" y="2427067"/>
                </a:cubicBezTo>
                <a:lnTo>
                  <a:pt x="3683384" y="2398706"/>
                </a:lnTo>
                <a:lnTo>
                  <a:pt x="3615685" y="2562149"/>
                </a:lnTo>
                <a:cubicBezTo>
                  <a:pt x="3612253" y="2570440"/>
                  <a:pt x="3602741" y="2574384"/>
                  <a:pt x="3594453" y="2570944"/>
                </a:cubicBezTo>
                <a:lnTo>
                  <a:pt x="3459580" y="2515096"/>
                </a:lnTo>
                <a:cubicBezTo>
                  <a:pt x="3451494" y="2511746"/>
                  <a:pt x="3447510" y="2502597"/>
                  <a:pt x="3450572" y="2494399"/>
                </a:cubicBezTo>
                <a:cubicBezTo>
                  <a:pt x="3511687" y="2330664"/>
                  <a:pt x="3545730" y="2158415"/>
                  <a:pt x="3551758" y="1982442"/>
                </a:cubicBezTo>
                <a:cubicBezTo>
                  <a:pt x="3552060" y="1973688"/>
                  <a:pt x="3559244" y="1966744"/>
                  <a:pt x="3568002" y="1966744"/>
                </a:cubicBezTo>
                <a:lnTo>
                  <a:pt x="3714639" y="1966744"/>
                </a:lnTo>
                <a:cubicBezTo>
                  <a:pt x="3723616" y="1966744"/>
                  <a:pt x="3730893" y="1974020"/>
                  <a:pt x="3730893" y="1982998"/>
                </a:cubicBezTo>
                <a:lnTo>
                  <a:pt x="3730893" y="2159869"/>
                </a:lnTo>
                <a:lnTo>
                  <a:pt x="3804606" y="2159869"/>
                </a:lnTo>
                <a:cubicBezTo>
                  <a:pt x="3814125" y="2082778"/>
                  <a:pt x="3818953" y="2004079"/>
                  <a:pt x="3818953" y="1925720"/>
                </a:cubicBezTo>
                <a:cubicBezTo>
                  <a:pt x="3818953" y="1847055"/>
                  <a:pt x="3814066" y="1767835"/>
                  <a:pt x="3804417" y="1690013"/>
                </a:cubicBezTo>
                <a:lnTo>
                  <a:pt x="3730896" y="1690013"/>
                </a:lnTo>
                <a:lnTo>
                  <a:pt x="3730896" y="1866916"/>
                </a:lnTo>
                <a:cubicBezTo>
                  <a:pt x="3730896" y="1875893"/>
                  <a:pt x="3723620" y="1883169"/>
                  <a:pt x="3714642" y="1883169"/>
                </a:cubicBezTo>
                <a:lnTo>
                  <a:pt x="3567905" y="1883169"/>
                </a:lnTo>
                <a:cubicBezTo>
                  <a:pt x="3559148" y="1883169"/>
                  <a:pt x="3551971" y="1876232"/>
                  <a:pt x="3551662" y="1867481"/>
                </a:cubicBezTo>
                <a:cubicBezTo>
                  <a:pt x="3545514" y="1691663"/>
                  <a:pt x="3511341" y="1519493"/>
                  <a:pt x="3450095" y="1355751"/>
                </a:cubicBezTo>
                <a:cubicBezTo>
                  <a:pt x="3447026" y="1347549"/>
                  <a:pt x="3451011" y="1338394"/>
                  <a:pt x="3459097" y="1335044"/>
                </a:cubicBezTo>
                <a:lnTo>
                  <a:pt x="3594456" y="1278969"/>
                </a:lnTo>
                <a:cubicBezTo>
                  <a:pt x="3602758" y="1275523"/>
                  <a:pt x="3612256" y="1279470"/>
                  <a:pt x="3615692" y="1287764"/>
                </a:cubicBezTo>
                <a:lnTo>
                  <a:pt x="3683391" y="1451180"/>
                </a:lnTo>
                <a:lnTo>
                  <a:pt x="3751491" y="1422980"/>
                </a:lnTo>
                <a:cubicBezTo>
                  <a:pt x="3709869" y="1271542"/>
                  <a:pt x="3649324" y="1125689"/>
                  <a:pt x="3571345" y="989040"/>
                </a:cubicBezTo>
                <a:lnTo>
                  <a:pt x="3503584" y="1017113"/>
                </a:lnTo>
                <a:lnTo>
                  <a:pt x="3571283" y="1180526"/>
                </a:lnTo>
                <a:cubicBezTo>
                  <a:pt x="3574719" y="1188817"/>
                  <a:pt x="3570782" y="1198326"/>
                  <a:pt x="3562491" y="1201762"/>
                </a:cubicBezTo>
                <a:lnTo>
                  <a:pt x="3427001" y="1257901"/>
                </a:lnTo>
                <a:cubicBezTo>
                  <a:pt x="3418919" y="1261251"/>
                  <a:pt x="3409636" y="1257603"/>
                  <a:pt x="3405998" y="1249644"/>
                </a:cubicBezTo>
                <a:cubicBezTo>
                  <a:pt x="3333238" y="1090532"/>
                  <a:pt x="3235577" y="944713"/>
                  <a:pt x="3115720" y="816236"/>
                </a:cubicBezTo>
                <a:cubicBezTo>
                  <a:pt x="3109746" y="809834"/>
                  <a:pt x="3109921" y="799849"/>
                  <a:pt x="3116111" y="793656"/>
                </a:cubicBezTo>
                <a:lnTo>
                  <a:pt x="3220229" y="689538"/>
                </a:lnTo>
                <a:cubicBezTo>
                  <a:pt x="3223277" y="686489"/>
                  <a:pt x="3227413" y="684775"/>
                  <a:pt x="3231723" y="684775"/>
                </a:cubicBezTo>
                <a:cubicBezTo>
                  <a:pt x="3236037" y="684778"/>
                  <a:pt x="3240168" y="686489"/>
                  <a:pt x="3243220" y="689538"/>
                </a:cubicBezTo>
                <a:lnTo>
                  <a:pt x="3368290" y="814638"/>
                </a:lnTo>
                <a:lnTo>
                  <a:pt x="3419944" y="762980"/>
                </a:lnTo>
                <a:cubicBezTo>
                  <a:pt x="3323260" y="638936"/>
                  <a:pt x="3211550" y="527298"/>
                  <a:pt x="3087606" y="430854"/>
                </a:cubicBezTo>
                <a:lnTo>
                  <a:pt x="3036071" y="482395"/>
                </a:lnTo>
                <a:lnTo>
                  <a:pt x="3161140" y="607495"/>
                </a:lnTo>
                <a:cubicBezTo>
                  <a:pt x="3164192" y="610544"/>
                  <a:pt x="3165903" y="614679"/>
                  <a:pt x="3165903" y="618989"/>
                </a:cubicBezTo>
                <a:cubicBezTo>
                  <a:pt x="3165903" y="623300"/>
                  <a:pt x="3164189" y="627435"/>
                  <a:pt x="3161140" y="630483"/>
                </a:cubicBezTo>
                <a:lnTo>
                  <a:pt x="3056998" y="734591"/>
                </a:lnTo>
                <a:cubicBezTo>
                  <a:pt x="3054183" y="737407"/>
                  <a:pt x="3050414" y="739107"/>
                  <a:pt x="3046413" y="739330"/>
                </a:cubicBezTo>
                <a:cubicBezTo>
                  <a:pt x="3041928" y="739577"/>
                  <a:pt x="3037652" y="738017"/>
                  <a:pt x="3034415" y="734999"/>
                </a:cubicBezTo>
                <a:cubicBezTo>
                  <a:pt x="2905906" y="615276"/>
                  <a:pt x="2760074" y="517721"/>
                  <a:pt x="2600989" y="445057"/>
                </a:cubicBezTo>
                <a:cubicBezTo>
                  <a:pt x="2597269" y="443373"/>
                  <a:pt x="2594303" y="440338"/>
                  <a:pt x="2592712" y="436560"/>
                </a:cubicBezTo>
                <a:cubicBezTo>
                  <a:pt x="2591025" y="432555"/>
                  <a:pt x="2591000" y="428042"/>
                  <a:pt x="2592663" y="424027"/>
                </a:cubicBezTo>
                <a:lnTo>
                  <a:pt x="2648916" y="288221"/>
                </a:lnTo>
                <a:cubicBezTo>
                  <a:pt x="2652352" y="279930"/>
                  <a:pt x="2661850" y="275990"/>
                  <a:pt x="2670149" y="279426"/>
                </a:cubicBezTo>
                <a:lnTo>
                  <a:pt x="2833592" y="347094"/>
                </a:lnTo>
                <a:lnTo>
                  <a:pt x="2861535" y="279604"/>
                </a:lnTo>
                <a:cubicBezTo>
                  <a:pt x="2724762" y="201659"/>
                  <a:pt x="2578889" y="141206"/>
                  <a:pt x="2427499" y="99729"/>
                </a:cubicBezTo>
                <a:lnTo>
                  <a:pt x="2399501" y="167287"/>
                </a:lnTo>
                <a:lnTo>
                  <a:pt x="2562941" y="234986"/>
                </a:lnTo>
                <a:cubicBezTo>
                  <a:pt x="2566922" y="236639"/>
                  <a:pt x="2570087" y="239800"/>
                  <a:pt x="2571733" y="243785"/>
                </a:cubicBezTo>
                <a:cubicBezTo>
                  <a:pt x="2573382" y="247766"/>
                  <a:pt x="2573382" y="252241"/>
                  <a:pt x="2571733" y="256225"/>
                </a:cubicBezTo>
                <a:lnTo>
                  <a:pt x="2515521" y="391904"/>
                </a:lnTo>
                <a:cubicBezTo>
                  <a:pt x="2514352" y="394798"/>
                  <a:pt x="2512356" y="397339"/>
                  <a:pt x="2509719" y="399170"/>
                </a:cubicBezTo>
                <a:cubicBezTo>
                  <a:pt x="2505347" y="402201"/>
                  <a:pt x="2499758" y="402911"/>
                  <a:pt x="2494769" y="401049"/>
                </a:cubicBezTo>
                <a:cubicBezTo>
                  <a:pt x="2331110" y="339931"/>
                  <a:pt x="2158995" y="305853"/>
                  <a:pt x="1983200" y="299767"/>
                </a:cubicBezTo>
                <a:cubicBezTo>
                  <a:pt x="1974446" y="299465"/>
                  <a:pt x="1967509" y="292278"/>
                  <a:pt x="1967509" y="283523"/>
                </a:cubicBezTo>
                <a:lnTo>
                  <a:pt x="1967509" y="136042"/>
                </a:lnTo>
                <a:cubicBezTo>
                  <a:pt x="1967509" y="127065"/>
                  <a:pt x="1974785" y="119789"/>
                  <a:pt x="1983762" y="119789"/>
                </a:cubicBezTo>
                <a:lnTo>
                  <a:pt x="2160664" y="119789"/>
                </a:lnTo>
                <a:lnTo>
                  <a:pt x="2160664" y="46946"/>
                </a:lnTo>
                <a:cubicBezTo>
                  <a:pt x="2083334" y="37362"/>
                  <a:pt x="2004374" y="32507"/>
                  <a:pt x="1925737" y="32507"/>
                </a:cubicBezTo>
                <a:cubicBezTo>
                  <a:pt x="1847103" y="32507"/>
                  <a:pt x="1768140" y="37362"/>
                  <a:pt x="1690809" y="46946"/>
                </a:cubicBezTo>
                <a:lnTo>
                  <a:pt x="1690809" y="119789"/>
                </a:lnTo>
                <a:lnTo>
                  <a:pt x="1867711" y="119789"/>
                </a:lnTo>
                <a:cubicBezTo>
                  <a:pt x="1876688" y="119789"/>
                  <a:pt x="1883965" y="127065"/>
                  <a:pt x="1883965" y="136042"/>
                </a:cubicBezTo>
                <a:lnTo>
                  <a:pt x="1883965" y="283523"/>
                </a:lnTo>
                <a:cubicBezTo>
                  <a:pt x="1883965" y="292281"/>
                  <a:pt x="1877024" y="299465"/>
                  <a:pt x="1868273" y="299767"/>
                </a:cubicBezTo>
                <a:cubicBezTo>
                  <a:pt x="1692568" y="305850"/>
                  <a:pt x="1520450" y="339924"/>
                  <a:pt x="1356701" y="401049"/>
                </a:cubicBezTo>
                <a:cubicBezTo>
                  <a:pt x="1348502" y="404118"/>
                  <a:pt x="1339350" y="400127"/>
                  <a:pt x="1336000" y="392044"/>
                </a:cubicBezTo>
                <a:lnTo>
                  <a:pt x="1279730" y="256232"/>
                </a:lnTo>
                <a:cubicBezTo>
                  <a:pt x="1278078" y="252247"/>
                  <a:pt x="1278078" y="247773"/>
                  <a:pt x="1279727" y="243792"/>
                </a:cubicBezTo>
                <a:cubicBezTo>
                  <a:pt x="1281376" y="239807"/>
                  <a:pt x="1284541" y="236642"/>
                  <a:pt x="1288522" y="234993"/>
                </a:cubicBezTo>
                <a:lnTo>
                  <a:pt x="1451966" y="167294"/>
                </a:lnTo>
                <a:lnTo>
                  <a:pt x="1423964" y="99736"/>
                </a:lnTo>
                <a:cubicBezTo>
                  <a:pt x="1272574" y="141213"/>
                  <a:pt x="1126704" y="201666"/>
                  <a:pt x="989925" y="279611"/>
                </a:cubicBezTo>
                <a:lnTo>
                  <a:pt x="1017871" y="347104"/>
                </a:lnTo>
                <a:lnTo>
                  <a:pt x="1181318" y="279433"/>
                </a:lnTo>
                <a:cubicBezTo>
                  <a:pt x="1189613" y="275993"/>
                  <a:pt x="1199114" y="279937"/>
                  <a:pt x="1202550" y="288228"/>
                </a:cubicBezTo>
                <a:lnTo>
                  <a:pt x="1258604" y="423560"/>
                </a:lnTo>
                <a:cubicBezTo>
                  <a:pt x="1259067" y="424586"/>
                  <a:pt x="1259430" y="425669"/>
                  <a:pt x="1259674" y="426804"/>
                </a:cubicBezTo>
                <a:cubicBezTo>
                  <a:pt x="1261299" y="434273"/>
                  <a:pt x="1257507" y="441868"/>
                  <a:pt x="1250553" y="445043"/>
                </a:cubicBezTo>
                <a:cubicBezTo>
                  <a:pt x="1091406" y="517724"/>
                  <a:pt x="945554" y="615279"/>
                  <a:pt x="817045" y="735003"/>
                </a:cubicBezTo>
                <a:cubicBezTo>
                  <a:pt x="813739" y="738085"/>
                  <a:pt x="809292" y="739663"/>
                  <a:pt x="804779" y="739320"/>
                </a:cubicBezTo>
                <a:cubicBezTo>
                  <a:pt x="800798" y="739028"/>
                  <a:pt x="797088" y="737286"/>
                  <a:pt x="794328" y="734457"/>
                </a:cubicBezTo>
                <a:lnTo>
                  <a:pt x="690323" y="630487"/>
                </a:lnTo>
                <a:cubicBezTo>
                  <a:pt x="687274" y="627438"/>
                  <a:pt x="685560" y="623306"/>
                  <a:pt x="685560" y="618993"/>
                </a:cubicBezTo>
                <a:cubicBezTo>
                  <a:pt x="685560" y="614683"/>
                  <a:pt x="687274" y="610547"/>
                  <a:pt x="690319" y="607499"/>
                </a:cubicBezTo>
                <a:lnTo>
                  <a:pt x="815389" y="482399"/>
                </a:lnTo>
                <a:lnTo>
                  <a:pt x="763851" y="430857"/>
                </a:lnTo>
                <a:cubicBezTo>
                  <a:pt x="639910" y="527298"/>
                  <a:pt x="528203" y="638936"/>
                  <a:pt x="431516" y="762983"/>
                </a:cubicBezTo>
                <a:lnTo>
                  <a:pt x="483174" y="814641"/>
                </a:lnTo>
                <a:lnTo>
                  <a:pt x="608243" y="689541"/>
                </a:lnTo>
                <a:cubicBezTo>
                  <a:pt x="611291" y="686493"/>
                  <a:pt x="615427" y="684778"/>
                  <a:pt x="619737" y="684778"/>
                </a:cubicBezTo>
                <a:cubicBezTo>
                  <a:pt x="624047" y="684778"/>
                  <a:pt x="628182" y="686493"/>
                  <a:pt x="631231" y="689541"/>
                </a:cubicBezTo>
                <a:lnTo>
                  <a:pt x="735346" y="793656"/>
                </a:lnTo>
                <a:cubicBezTo>
                  <a:pt x="741538" y="799849"/>
                  <a:pt x="741717" y="809837"/>
                  <a:pt x="735743" y="816239"/>
                </a:cubicBezTo>
                <a:cubicBezTo>
                  <a:pt x="615845" y="944758"/>
                  <a:pt x="518170" y="1090580"/>
                  <a:pt x="445431" y="1249648"/>
                </a:cubicBezTo>
                <a:cubicBezTo>
                  <a:pt x="442252" y="1256598"/>
                  <a:pt x="434663" y="1260401"/>
                  <a:pt x="427192" y="1258769"/>
                </a:cubicBezTo>
                <a:cubicBezTo>
                  <a:pt x="425995" y="1258508"/>
                  <a:pt x="424853" y="1258121"/>
                  <a:pt x="423780" y="1257620"/>
                </a:cubicBezTo>
                <a:lnTo>
                  <a:pt x="288972" y="1201765"/>
                </a:lnTo>
                <a:cubicBezTo>
                  <a:pt x="280677" y="1198329"/>
                  <a:pt x="276744" y="1188821"/>
                  <a:pt x="280177" y="1180529"/>
                </a:cubicBezTo>
                <a:lnTo>
                  <a:pt x="347875" y="1017117"/>
                </a:lnTo>
                <a:lnTo>
                  <a:pt x="280118" y="989044"/>
                </a:lnTo>
                <a:cubicBezTo>
                  <a:pt x="202139" y="1125693"/>
                  <a:pt x="141594" y="1271542"/>
                  <a:pt x="99976" y="1422984"/>
                </a:cubicBezTo>
                <a:lnTo>
                  <a:pt x="168072" y="1451184"/>
                </a:lnTo>
                <a:lnTo>
                  <a:pt x="235775" y="1287768"/>
                </a:lnTo>
                <a:cubicBezTo>
                  <a:pt x="239207" y="1279473"/>
                  <a:pt x="248712" y="1275540"/>
                  <a:pt x="257007" y="1278969"/>
                </a:cubicBezTo>
                <a:lnTo>
                  <a:pt x="391818" y="1334793"/>
                </a:lnTo>
                <a:cubicBezTo>
                  <a:pt x="396567" y="1336563"/>
                  <a:pt x="400329" y="1340499"/>
                  <a:pt x="401776" y="1345560"/>
                </a:cubicBezTo>
                <a:cubicBezTo>
                  <a:pt x="402774" y="1349054"/>
                  <a:pt x="402558" y="1352703"/>
                  <a:pt x="401282" y="1355960"/>
                </a:cubicBezTo>
                <a:cubicBezTo>
                  <a:pt x="340085" y="1519661"/>
                  <a:pt x="305942" y="1691759"/>
                  <a:pt x="299801" y="1867481"/>
                </a:cubicBezTo>
                <a:cubicBezTo>
                  <a:pt x="299496" y="1876232"/>
                  <a:pt x="292312" y="1883169"/>
                  <a:pt x="283558" y="1883169"/>
                </a:cubicBezTo>
                <a:lnTo>
                  <a:pt x="136824" y="1883169"/>
                </a:lnTo>
                <a:cubicBezTo>
                  <a:pt x="127847" y="1883169"/>
                  <a:pt x="120570" y="1875889"/>
                  <a:pt x="120570" y="1866916"/>
                </a:cubicBezTo>
                <a:lnTo>
                  <a:pt x="120570" y="1690013"/>
                </a:lnTo>
                <a:lnTo>
                  <a:pt x="47046" y="1690013"/>
                </a:lnTo>
                <a:cubicBezTo>
                  <a:pt x="37400" y="1767824"/>
                  <a:pt x="32510" y="1847041"/>
                  <a:pt x="32510" y="1925720"/>
                </a:cubicBezTo>
                <a:cubicBezTo>
                  <a:pt x="32510" y="2004062"/>
                  <a:pt x="37335" y="2082761"/>
                  <a:pt x="46857" y="2159869"/>
                </a:cubicBezTo>
                <a:lnTo>
                  <a:pt x="120574" y="2159869"/>
                </a:lnTo>
                <a:lnTo>
                  <a:pt x="120574" y="1982998"/>
                </a:lnTo>
                <a:cubicBezTo>
                  <a:pt x="120574" y="1974020"/>
                  <a:pt x="127850" y="1966744"/>
                  <a:pt x="136827" y="1966744"/>
                </a:cubicBezTo>
                <a:lnTo>
                  <a:pt x="283465" y="1966744"/>
                </a:lnTo>
                <a:cubicBezTo>
                  <a:pt x="292226" y="1966744"/>
                  <a:pt x="299410" y="1973684"/>
                  <a:pt x="299708" y="1982442"/>
                </a:cubicBezTo>
                <a:cubicBezTo>
                  <a:pt x="305730" y="2158405"/>
                  <a:pt x="339776" y="2330654"/>
                  <a:pt x="400891" y="2494399"/>
                </a:cubicBezTo>
                <a:cubicBezTo>
                  <a:pt x="402753" y="2499388"/>
                  <a:pt x="402050" y="2504974"/>
                  <a:pt x="399016" y="2509349"/>
                </a:cubicBezTo>
                <a:cubicBezTo>
                  <a:pt x="397150" y="2512038"/>
                  <a:pt x="394548" y="2514057"/>
                  <a:pt x="391581" y="2515216"/>
                </a:cubicBezTo>
                <a:lnTo>
                  <a:pt x="257010" y="2570944"/>
                </a:lnTo>
                <a:cubicBezTo>
                  <a:pt x="248716" y="2574387"/>
                  <a:pt x="239210" y="2570444"/>
                  <a:pt x="235775" y="2562149"/>
                </a:cubicBezTo>
                <a:lnTo>
                  <a:pt x="168076" y="2398706"/>
                </a:lnTo>
                <a:lnTo>
                  <a:pt x="99609" y="2427067"/>
                </a:lnTo>
                <a:cubicBezTo>
                  <a:pt x="141117" y="2578577"/>
                  <a:pt x="201553" y="2724481"/>
                  <a:pt x="279419" y="2861164"/>
                </a:cubicBezTo>
                <a:lnTo>
                  <a:pt x="347882" y="2832803"/>
                </a:lnTo>
                <a:lnTo>
                  <a:pt x="280183" y="2669394"/>
                </a:lnTo>
                <a:cubicBezTo>
                  <a:pt x="278524" y="2665386"/>
                  <a:pt x="278534" y="2660884"/>
                  <a:pt x="280211" y="2656885"/>
                </a:cubicBezTo>
                <a:cubicBezTo>
                  <a:pt x="281888" y="2652887"/>
                  <a:pt x="285094" y="2649725"/>
                  <a:pt x="289116" y="2648100"/>
                </a:cubicBezTo>
                <a:lnTo>
                  <a:pt x="424541" y="2593452"/>
                </a:lnTo>
                <a:cubicBezTo>
                  <a:pt x="432606" y="2590198"/>
                  <a:pt x="441789" y="2593864"/>
                  <a:pt x="445403" y="2601761"/>
                </a:cubicBezTo>
                <a:cubicBezTo>
                  <a:pt x="518084" y="2760595"/>
                  <a:pt x="615519" y="2906167"/>
                  <a:pt x="735010" y="3034439"/>
                </a:cubicBezTo>
                <a:cubicBezTo>
                  <a:pt x="740976" y="3040841"/>
                  <a:pt x="740801" y="3050819"/>
                  <a:pt x="734608" y="3057008"/>
                </a:cubicBezTo>
                <a:lnTo>
                  <a:pt x="631238" y="3160379"/>
                </a:lnTo>
                <a:cubicBezTo>
                  <a:pt x="628189" y="3163427"/>
                  <a:pt x="624054" y="3165142"/>
                  <a:pt x="619744" y="3165142"/>
                </a:cubicBezTo>
                <a:cubicBezTo>
                  <a:pt x="615434" y="3165142"/>
                  <a:pt x="611298" y="3163427"/>
                  <a:pt x="608250" y="3160379"/>
                </a:cubicBezTo>
                <a:lnTo>
                  <a:pt x="483180" y="3035286"/>
                </a:lnTo>
                <a:lnTo>
                  <a:pt x="430864" y="3087602"/>
                </a:lnTo>
                <a:cubicBezTo>
                  <a:pt x="527305" y="3211543"/>
                  <a:pt x="638943" y="3323250"/>
                  <a:pt x="762990" y="3419937"/>
                </a:cubicBezTo>
                <a:lnTo>
                  <a:pt x="815399" y="3367532"/>
                </a:lnTo>
                <a:lnTo>
                  <a:pt x="690330" y="3242432"/>
                </a:lnTo>
                <a:cubicBezTo>
                  <a:pt x="683983" y="3236081"/>
                  <a:pt x="683983" y="3225791"/>
                  <a:pt x="690330" y="3219447"/>
                </a:cubicBezTo>
                <a:lnTo>
                  <a:pt x="793611" y="3116166"/>
                </a:lnTo>
                <a:cubicBezTo>
                  <a:pt x="799770" y="3109939"/>
                  <a:pt x="809803" y="3109702"/>
                  <a:pt x="816249" y="3115717"/>
                </a:cubicBezTo>
                <a:cubicBezTo>
                  <a:pt x="944748" y="3235598"/>
                  <a:pt x="1090621" y="3333293"/>
                  <a:pt x="1249819" y="3406098"/>
                </a:cubicBezTo>
                <a:cubicBezTo>
                  <a:pt x="1253728" y="3407884"/>
                  <a:pt x="1256770" y="3411149"/>
                  <a:pt x="1258278" y="3415171"/>
                </a:cubicBezTo>
                <a:cubicBezTo>
                  <a:pt x="1259722" y="3419018"/>
                  <a:pt x="1259657" y="3423287"/>
                  <a:pt x="1258090" y="3427090"/>
                </a:cubicBezTo>
                <a:lnTo>
                  <a:pt x="1202564" y="3561685"/>
                </a:lnTo>
                <a:cubicBezTo>
                  <a:pt x="1200918" y="3565673"/>
                  <a:pt x="1197753" y="3568845"/>
                  <a:pt x="1193769" y="3570498"/>
                </a:cubicBezTo>
                <a:cubicBezTo>
                  <a:pt x="1189784" y="3572151"/>
                  <a:pt x="1185309" y="3572157"/>
                  <a:pt x="1181318" y="3570501"/>
                </a:cubicBezTo>
                <a:lnTo>
                  <a:pt x="1017871" y="3502806"/>
                </a:lnTo>
                <a:lnTo>
                  <a:pt x="989407" y="3571533"/>
                </a:lnTo>
                <a:cubicBezTo>
                  <a:pt x="1126049" y="3649478"/>
                  <a:pt x="1271895" y="3709990"/>
                  <a:pt x="1423385" y="3751590"/>
                </a:cubicBezTo>
                <a:lnTo>
                  <a:pt x="1451969" y="3682612"/>
                </a:lnTo>
                <a:lnTo>
                  <a:pt x="1288529" y="3614945"/>
                </a:lnTo>
                <a:cubicBezTo>
                  <a:pt x="1284545" y="3613295"/>
                  <a:pt x="1281380" y="3610130"/>
                  <a:pt x="1279730" y="3606146"/>
                </a:cubicBezTo>
                <a:cubicBezTo>
                  <a:pt x="1278081" y="3602165"/>
                  <a:pt x="1278081" y="3597690"/>
                  <a:pt x="1279734" y="3593705"/>
                </a:cubicBezTo>
                <a:lnTo>
                  <a:pt x="1335448" y="3459240"/>
                </a:lnTo>
                <a:cubicBezTo>
                  <a:pt x="1338414" y="3452074"/>
                  <a:pt x="1346037" y="3448000"/>
                  <a:pt x="1353635" y="3449523"/>
                </a:cubicBezTo>
                <a:cubicBezTo>
                  <a:pt x="1354753" y="3449742"/>
                  <a:pt x="1355830" y="3450078"/>
                  <a:pt x="1356845" y="3450514"/>
                </a:cubicBezTo>
                <a:cubicBezTo>
                  <a:pt x="1520415" y="3511567"/>
                  <a:pt x="1692479" y="3545620"/>
                  <a:pt x="1868273" y="3551731"/>
                </a:cubicBezTo>
                <a:cubicBezTo>
                  <a:pt x="1877024" y="3552036"/>
                  <a:pt x="1883965" y="3559220"/>
                  <a:pt x="1883965" y="3567974"/>
                </a:cubicBezTo>
                <a:lnTo>
                  <a:pt x="1883965" y="3713864"/>
                </a:lnTo>
                <a:cubicBezTo>
                  <a:pt x="1883965" y="3722841"/>
                  <a:pt x="1876685" y="3730118"/>
                  <a:pt x="1867711" y="3730118"/>
                </a:cubicBezTo>
                <a:lnTo>
                  <a:pt x="1690809" y="3730118"/>
                </a:lnTo>
                <a:lnTo>
                  <a:pt x="1690809" y="3804517"/>
                </a:lnTo>
                <a:close/>
              </a:path>
            </a:pathLst>
          </a:custGeom>
          <a:grpFill/>
          <a:ln w="342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85459943-0E9B-A486-D5CF-66A12E668F92}"/>
              </a:ext>
            </a:extLst>
          </p:cNvPr>
          <p:cNvSpPr/>
          <p:nvPr/>
        </p:nvSpPr>
        <p:spPr>
          <a:xfrm>
            <a:off x="379250" y="3327254"/>
            <a:ext cx="4091739" cy="4091740"/>
          </a:xfrm>
          <a:custGeom>
            <a:avLst/>
            <a:gdLst>
              <a:gd name="csX0" fmla="*/ 2045872 w 4091739"/>
              <a:gd name="csY0" fmla="*/ 32507 h 4091740"/>
              <a:gd name="csX1" fmla="*/ 2829553 w 4091739"/>
              <a:gd name="csY1" fmla="*/ 190714 h 4091740"/>
              <a:gd name="csX2" fmla="*/ 3171541 w 4091739"/>
              <a:gd name="csY2" fmla="*/ 376340 h 4091740"/>
              <a:gd name="csX3" fmla="*/ 3469534 w 4091739"/>
              <a:gd name="csY3" fmla="*/ 622209 h 4091740"/>
              <a:gd name="csX4" fmla="*/ 3715404 w 4091739"/>
              <a:gd name="csY4" fmla="*/ 920203 h 4091740"/>
              <a:gd name="csX5" fmla="*/ 3901029 w 4091739"/>
              <a:gd name="csY5" fmla="*/ 1262188 h 4091740"/>
              <a:gd name="csX6" fmla="*/ 4059236 w 4091739"/>
              <a:gd name="csY6" fmla="*/ 2045868 h 4091740"/>
              <a:gd name="csX7" fmla="*/ 3901029 w 4091739"/>
              <a:gd name="csY7" fmla="*/ 2829549 h 4091740"/>
              <a:gd name="csX8" fmla="*/ 3715404 w 4091739"/>
              <a:gd name="csY8" fmla="*/ 3171537 h 4091740"/>
              <a:gd name="csX9" fmla="*/ 3469534 w 4091739"/>
              <a:gd name="csY9" fmla="*/ 3469531 h 4091740"/>
              <a:gd name="csX10" fmla="*/ 3171541 w 4091739"/>
              <a:gd name="csY10" fmla="*/ 3715401 h 4091740"/>
              <a:gd name="csX11" fmla="*/ 2829553 w 4091739"/>
              <a:gd name="csY11" fmla="*/ 3901026 h 4091740"/>
              <a:gd name="csX12" fmla="*/ 2045872 w 4091739"/>
              <a:gd name="csY12" fmla="*/ 4059233 h 4091740"/>
              <a:gd name="csX13" fmla="*/ 1262191 w 4091739"/>
              <a:gd name="csY13" fmla="*/ 3901026 h 4091740"/>
              <a:gd name="csX14" fmla="*/ 920206 w 4091739"/>
              <a:gd name="csY14" fmla="*/ 3715401 h 4091740"/>
              <a:gd name="csX15" fmla="*/ 622213 w 4091739"/>
              <a:gd name="csY15" fmla="*/ 3469531 h 4091740"/>
              <a:gd name="csX16" fmla="*/ 376343 w 4091739"/>
              <a:gd name="csY16" fmla="*/ 3171537 h 4091740"/>
              <a:gd name="csX17" fmla="*/ 190718 w 4091739"/>
              <a:gd name="csY17" fmla="*/ 2829549 h 4091740"/>
              <a:gd name="csX18" fmla="*/ 32510 w 4091739"/>
              <a:gd name="csY18" fmla="*/ 2045868 h 4091740"/>
              <a:gd name="csX19" fmla="*/ 190718 w 4091739"/>
              <a:gd name="csY19" fmla="*/ 1262188 h 4091740"/>
              <a:gd name="csX20" fmla="*/ 376343 w 4091739"/>
              <a:gd name="csY20" fmla="*/ 920203 h 4091740"/>
              <a:gd name="csX21" fmla="*/ 622213 w 4091739"/>
              <a:gd name="csY21" fmla="*/ 622209 h 4091740"/>
              <a:gd name="csX22" fmla="*/ 920206 w 4091739"/>
              <a:gd name="csY22" fmla="*/ 376340 h 4091740"/>
              <a:gd name="csX23" fmla="*/ 1262191 w 4091739"/>
              <a:gd name="csY23" fmla="*/ 190714 h 4091740"/>
              <a:gd name="csX24" fmla="*/ 2045872 w 4091739"/>
              <a:gd name="csY24" fmla="*/ 32507 h 4091740"/>
              <a:gd name="csX25" fmla="*/ 2045872 w 4091739"/>
              <a:gd name="csY25" fmla="*/ 0 h 4091740"/>
              <a:gd name="csX26" fmla="*/ 0 w 4091739"/>
              <a:gd name="csY26" fmla="*/ 2045872 h 4091740"/>
              <a:gd name="csX27" fmla="*/ 2045872 w 4091739"/>
              <a:gd name="csY27" fmla="*/ 4091740 h 4091740"/>
              <a:gd name="csX28" fmla="*/ 4091740 w 4091739"/>
              <a:gd name="csY28" fmla="*/ 2045868 h 4091740"/>
              <a:gd name="csX29" fmla="*/ 2045872 w 4091739"/>
              <a:gd name="csY29" fmla="*/ 0 h 4091740"/>
              <a:gd name="csX30" fmla="*/ 2045872 w 4091739"/>
              <a:gd name="csY30" fmla="*/ 0 h 4091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4091739" h="4091740">
                <a:moveTo>
                  <a:pt x="2045872" y="32507"/>
                </a:moveTo>
                <a:cubicBezTo>
                  <a:pt x="2317689" y="32507"/>
                  <a:pt x="2581358" y="85735"/>
                  <a:pt x="2829553" y="190714"/>
                </a:cubicBezTo>
                <a:cubicBezTo>
                  <a:pt x="2948847" y="241172"/>
                  <a:pt x="3063908" y="303624"/>
                  <a:pt x="3171541" y="376340"/>
                </a:cubicBezTo>
                <a:cubicBezTo>
                  <a:pt x="3278158" y="448369"/>
                  <a:pt x="3378419" y="531090"/>
                  <a:pt x="3469534" y="622209"/>
                </a:cubicBezTo>
                <a:cubicBezTo>
                  <a:pt x="3560650" y="713325"/>
                  <a:pt x="3643374" y="813585"/>
                  <a:pt x="3715404" y="920203"/>
                </a:cubicBezTo>
                <a:cubicBezTo>
                  <a:pt x="3788119" y="1027836"/>
                  <a:pt x="3850572" y="1142896"/>
                  <a:pt x="3901029" y="1262188"/>
                </a:cubicBezTo>
                <a:cubicBezTo>
                  <a:pt x="4006008" y="1510385"/>
                  <a:pt x="4059236" y="1774052"/>
                  <a:pt x="4059236" y="2045868"/>
                </a:cubicBezTo>
                <a:cubicBezTo>
                  <a:pt x="4059236" y="2317685"/>
                  <a:pt x="4006008" y="2581355"/>
                  <a:pt x="3901029" y="2829549"/>
                </a:cubicBezTo>
                <a:cubicBezTo>
                  <a:pt x="3850572" y="2948841"/>
                  <a:pt x="3788119" y="3063904"/>
                  <a:pt x="3715404" y="3171537"/>
                </a:cubicBezTo>
                <a:cubicBezTo>
                  <a:pt x="3643374" y="3278155"/>
                  <a:pt x="3560653" y="3378416"/>
                  <a:pt x="3469534" y="3469531"/>
                </a:cubicBezTo>
                <a:cubicBezTo>
                  <a:pt x="3378415" y="3560646"/>
                  <a:pt x="3278158" y="3643371"/>
                  <a:pt x="3171541" y="3715401"/>
                </a:cubicBezTo>
                <a:cubicBezTo>
                  <a:pt x="3063908" y="3788116"/>
                  <a:pt x="2948847" y="3850568"/>
                  <a:pt x="2829553" y="3901026"/>
                </a:cubicBezTo>
                <a:cubicBezTo>
                  <a:pt x="2581355" y="4006005"/>
                  <a:pt x="2317689" y="4059233"/>
                  <a:pt x="2045872" y="4059233"/>
                </a:cubicBezTo>
                <a:cubicBezTo>
                  <a:pt x="1774055" y="4059233"/>
                  <a:pt x="1510385" y="4006005"/>
                  <a:pt x="1262191" y="3901026"/>
                </a:cubicBezTo>
                <a:cubicBezTo>
                  <a:pt x="1142900" y="3850568"/>
                  <a:pt x="1027836" y="3788116"/>
                  <a:pt x="920206" y="3715401"/>
                </a:cubicBezTo>
                <a:cubicBezTo>
                  <a:pt x="813589" y="3643371"/>
                  <a:pt x="713328" y="3560650"/>
                  <a:pt x="622213" y="3469531"/>
                </a:cubicBezTo>
                <a:cubicBezTo>
                  <a:pt x="531097" y="3378412"/>
                  <a:pt x="448373" y="3278155"/>
                  <a:pt x="376343" y="3171537"/>
                </a:cubicBezTo>
                <a:cubicBezTo>
                  <a:pt x="303628" y="3063904"/>
                  <a:pt x="241175" y="2948844"/>
                  <a:pt x="190718" y="2829549"/>
                </a:cubicBezTo>
                <a:cubicBezTo>
                  <a:pt x="85739" y="2581351"/>
                  <a:pt x="32510" y="2317685"/>
                  <a:pt x="32510" y="2045868"/>
                </a:cubicBezTo>
                <a:cubicBezTo>
                  <a:pt x="32510" y="1774052"/>
                  <a:pt x="85739" y="1510382"/>
                  <a:pt x="190718" y="1262188"/>
                </a:cubicBezTo>
                <a:cubicBezTo>
                  <a:pt x="241175" y="1142896"/>
                  <a:pt x="303628" y="1027833"/>
                  <a:pt x="376343" y="920203"/>
                </a:cubicBezTo>
                <a:cubicBezTo>
                  <a:pt x="448373" y="813585"/>
                  <a:pt x="531094" y="713325"/>
                  <a:pt x="622213" y="622209"/>
                </a:cubicBezTo>
                <a:cubicBezTo>
                  <a:pt x="713331" y="531094"/>
                  <a:pt x="813589" y="448369"/>
                  <a:pt x="920206" y="376340"/>
                </a:cubicBezTo>
                <a:cubicBezTo>
                  <a:pt x="1027839" y="303624"/>
                  <a:pt x="1142900" y="241172"/>
                  <a:pt x="1262191" y="190714"/>
                </a:cubicBezTo>
                <a:cubicBezTo>
                  <a:pt x="1510385" y="85735"/>
                  <a:pt x="1774055" y="32507"/>
                  <a:pt x="2045872" y="32507"/>
                </a:cubicBezTo>
                <a:moveTo>
                  <a:pt x="2045872" y="0"/>
                </a:moveTo>
                <a:cubicBezTo>
                  <a:pt x="915968" y="0"/>
                  <a:pt x="0" y="915968"/>
                  <a:pt x="0" y="2045872"/>
                </a:cubicBezTo>
                <a:cubicBezTo>
                  <a:pt x="0" y="3175775"/>
                  <a:pt x="915968" y="4091740"/>
                  <a:pt x="2045872" y="4091740"/>
                </a:cubicBezTo>
                <a:cubicBezTo>
                  <a:pt x="3175775" y="4091740"/>
                  <a:pt x="4091740" y="3175772"/>
                  <a:pt x="4091740" y="2045868"/>
                </a:cubicBezTo>
                <a:cubicBezTo>
                  <a:pt x="4091740" y="915965"/>
                  <a:pt x="3175775" y="0"/>
                  <a:pt x="2045872" y="0"/>
                </a:cubicBezTo>
                <a:lnTo>
                  <a:pt x="2045872" y="0"/>
                </a:lnTo>
                <a:close/>
              </a:path>
            </a:pathLst>
          </a:custGeom>
          <a:grpFill/>
          <a:ln w="342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5F4563A1-39D2-4FA8-1DA0-3B894F1594DB}"/>
              </a:ext>
            </a:extLst>
          </p:cNvPr>
          <p:cNvSpPr/>
          <p:nvPr/>
        </p:nvSpPr>
        <p:spPr>
          <a:xfrm>
            <a:off x="4744981" y="2035700"/>
            <a:ext cx="352961" cy="277210"/>
          </a:xfrm>
          <a:custGeom>
            <a:avLst/>
            <a:gdLst>
              <a:gd name="csX0" fmla="*/ 122137 w 247663"/>
              <a:gd name="csY0" fmla="*/ 2071 h 194510"/>
              <a:gd name="csX1" fmla="*/ 245106 w 247663"/>
              <a:gd name="csY1" fmla="*/ 125099 h 194510"/>
              <a:gd name="csX2" fmla="*/ 168032 w 247663"/>
              <a:gd name="csY2" fmla="*/ 160428 h 194510"/>
              <a:gd name="csX3" fmla="*/ 0 w 247663"/>
              <a:gd name="csY3" fmla="*/ 194510 h 194510"/>
              <a:gd name="csX4" fmla="*/ 70755 w 247663"/>
              <a:gd name="csY4" fmla="*/ 115124 h 194510"/>
              <a:gd name="csX5" fmla="*/ 122137 w 247663"/>
              <a:gd name="csY5" fmla="*/ 2071 h 1945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7663" h="194510">
                <a:moveTo>
                  <a:pt x="122137" y="2071"/>
                </a:moveTo>
                <a:cubicBezTo>
                  <a:pt x="188735" y="-13059"/>
                  <a:pt x="262400" y="57433"/>
                  <a:pt x="245106" y="125099"/>
                </a:cubicBezTo>
                <a:cubicBezTo>
                  <a:pt x="229475" y="151617"/>
                  <a:pt x="197465" y="162340"/>
                  <a:pt x="168032" y="160428"/>
                </a:cubicBezTo>
                <a:cubicBezTo>
                  <a:pt x="109998" y="158184"/>
                  <a:pt x="53295" y="172731"/>
                  <a:pt x="0" y="194510"/>
                </a:cubicBezTo>
                <a:cubicBezTo>
                  <a:pt x="27686" y="172232"/>
                  <a:pt x="57618" y="149705"/>
                  <a:pt x="70755" y="115124"/>
                </a:cubicBezTo>
                <a:cubicBezTo>
                  <a:pt x="89711" y="78631"/>
                  <a:pt x="85804" y="27757"/>
                  <a:pt x="122137" y="2071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任意多边形: 形状 4" descr="D:\51PPT模板网\51pptmoban.com\图片.jpg">
            <a:extLst>
              <a:ext uri="{FF2B5EF4-FFF2-40B4-BE49-F238E27FC236}">
                <a16:creationId xmlns:a16="http://schemas.microsoft.com/office/drawing/2014/main" id="{2B831BFC-5C5A-0B9F-D4AF-92AD1A1CA055}"/>
              </a:ext>
            </a:extLst>
          </p:cNvPr>
          <p:cNvSpPr/>
          <p:nvPr/>
        </p:nvSpPr>
        <p:spPr>
          <a:xfrm>
            <a:off x="4369335" y="2279878"/>
            <a:ext cx="987405" cy="646269"/>
          </a:xfrm>
          <a:custGeom>
            <a:avLst/>
            <a:gdLst>
              <a:gd name="csX0" fmla="*/ 110846 w 692834"/>
              <a:gd name="csY0" fmla="*/ 95606 h 453468"/>
              <a:gd name="csX1" fmla="*/ 557076 w 692834"/>
              <a:gd name="csY1" fmla="*/ 4083 h 453468"/>
              <a:gd name="csX2" fmla="*/ 691934 w 692834"/>
              <a:gd name="csY2" fmla="*/ 79895 h 453468"/>
              <a:gd name="csX3" fmla="*/ 664746 w 692834"/>
              <a:gd name="csY3" fmla="*/ 122124 h 453468"/>
              <a:gd name="csX4" fmla="*/ 505028 w 692834"/>
              <a:gd name="csY4" fmla="*/ 167012 h 453468"/>
              <a:gd name="csX5" fmla="*/ 592661 w 692834"/>
              <a:gd name="csY5" fmla="*/ 262609 h 453468"/>
              <a:gd name="csX6" fmla="*/ 546101 w 692834"/>
              <a:gd name="csY6" fmla="*/ 344821 h 453468"/>
              <a:gd name="csX7" fmla="*/ 321448 w 692834"/>
              <a:gd name="csY7" fmla="*/ 419470 h 453468"/>
              <a:gd name="csX8" fmla="*/ 248282 w 692834"/>
              <a:gd name="csY8" fmla="*/ 453469 h 453468"/>
              <a:gd name="csX9" fmla="*/ 271063 w 692834"/>
              <a:gd name="csY9" fmla="*/ 432271 h 453468"/>
              <a:gd name="csX10" fmla="*/ 213528 w 692834"/>
              <a:gd name="csY10" fmla="*/ 345237 h 453468"/>
              <a:gd name="csX11" fmla="*/ 306482 w 692834"/>
              <a:gd name="csY11" fmla="*/ 216805 h 453468"/>
              <a:gd name="csX12" fmla="*/ 75843 w 692834"/>
              <a:gd name="csY12" fmla="*/ 200928 h 453468"/>
              <a:gd name="csX13" fmla="*/ 1596 w 692834"/>
              <a:gd name="csY13" fmla="*/ 89787 h 453468"/>
              <a:gd name="csX14" fmla="*/ 110846 w 692834"/>
              <a:gd name="csY14" fmla="*/ 95606 h 453468"/>
              <a:gd name="csX15" fmla="*/ 392202 w 692834"/>
              <a:gd name="csY15" fmla="*/ 223871 h 453468"/>
              <a:gd name="csX16" fmla="*/ 332506 w 692834"/>
              <a:gd name="csY16" fmla="*/ 364190 h 453468"/>
              <a:gd name="csX17" fmla="*/ 413072 w 692834"/>
              <a:gd name="csY17" fmla="*/ 244570 h 453468"/>
              <a:gd name="csX18" fmla="*/ 462542 w 692834"/>
              <a:gd name="csY18" fmla="*/ 177320 h 453468"/>
              <a:gd name="csX19" fmla="*/ 392202 w 692834"/>
              <a:gd name="csY19" fmla="*/ 223871 h 453468"/>
              <a:gd name="csX0" fmla="*/ 110846 w 692834"/>
              <a:gd name="csY0" fmla="*/ 95606 h 453469"/>
              <a:gd name="csX1" fmla="*/ 557076 w 692834"/>
              <a:gd name="csY1" fmla="*/ 4083 h 453469"/>
              <a:gd name="csX2" fmla="*/ 691934 w 692834"/>
              <a:gd name="csY2" fmla="*/ 79895 h 453469"/>
              <a:gd name="csX3" fmla="*/ 664746 w 692834"/>
              <a:gd name="csY3" fmla="*/ 122124 h 453469"/>
              <a:gd name="csX4" fmla="*/ 505028 w 692834"/>
              <a:gd name="csY4" fmla="*/ 167012 h 453469"/>
              <a:gd name="csX5" fmla="*/ 592661 w 692834"/>
              <a:gd name="csY5" fmla="*/ 262609 h 453469"/>
              <a:gd name="csX6" fmla="*/ 546101 w 692834"/>
              <a:gd name="csY6" fmla="*/ 344821 h 453469"/>
              <a:gd name="csX7" fmla="*/ 321448 w 692834"/>
              <a:gd name="csY7" fmla="*/ 419470 h 453469"/>
              <a:gd name="csX8" fmla="*/ 248282 w 692834"/>
              <a:gd name="csY8" fmla="*/ 453469 h 453469"/>
              <a:gd name="csX9" fmla="*/ 271063 w 692834"/>
              <a:gd name="csY9" fmla="*/ 432271 h 453469"/>
              <a:gd name="csX10" fmla="*/ 213528 w 692834"/>
              <a:gd name="csY10" fmla="*/ 345237 h 453469"/>
              <a:gd name="csX11" fmla="*/ 306482 w 692834"/>
              <a:gd name="csY11" fmla="*/ 216805 h 453469"/>
              <a:gd name="csX12" fmla="*/ 75843 w 692834"/>
              <a:gd name="csY12" fmla="*/ 200928 h 453469"/>
              <a:gd name="csX13" fmla="*/ 1596 w 692834"/>
              <a:gd name="csY13" fmla="*/ 89787 h 453469"/>
              <a:gd name="csX14" fmla="*/ 110846 w 692834"/>
              <a:gd name="csY14" fmla="*/ 95606 h 453469"/>
              <a:gd name="csX15" fmla="*/ 392202 w 692834"/>
              <a:gd name="csY15" fmla="*/ 223871 h 453469"/>
              <a:gd name="csX16" fmla="*/ 332506 w 692834"/>
              <a:gd name="csY16" fmla="*/ 364190 h 453469"/>
              <a:gd name="csX17" fmla="*/ 462542 w 692834"/>
              <a:gd name="csY17" fmla="*/ 177320 h 453469"/>
              <a:gd name="csX18" fmla="*/ 392202 w 692834"/>
              <a:gd name="csY18" fmla="*/ 223871 h 453469"/>
              <a:gd name="csX0" fmla="*/ 110846 w 692834"/>
              <a:gd name="csY0" fmla="*/ 95606 h 453469"/>
              <a:gd name="csX1" fmla="*/ 557076 w 692834"/>
              <a:gd name="csY1" fmla="*/ 4083 h 453469"/>
              <a:gd name="csX2" fmla="*/ 691934 w 692834"/>
              <a:gd name="csY2" fmla="*/ 79895 h 453469"/>
              <a:gd name="csX3" fmla="*/ 664746 w 692834"/>
              <a:gd name="csY3" fmla="*/ 122124 h 453469"/>
              <a:gd name="csX4" fmla="*/ 505028 w 692834"/>
              <a:gd name="csY4" fmla="*/ 167012 h 453469"/>
              <a:gd name="csX5" fmla="*/ 592661 w 692834"/>
              <a:gd name="csY5" fmla="*/ 262609 h 453469"/>
              <a:gd name="csX6" fmla="*/ 546101 w 692834"/>
              <a:gd name="csY6" fmla="*/ 344821 h 453469"/>
              <a:gd name="csX7" fmla="*/ 321448 w 692834"/>
              <a:gd name="csY7" fmla="*/ 419470 h 453469"/>
              <a:gd name="csX8" fmla="*/ 248282 w 692834"/>
              <a:gd name="csY8" fmla="*/ 453469 h 453469"/>
              <a:gd name="csX9" fmla="*/ 271063 w 692834"/>
              <a:gd name="csY9" fmla="*/ 432271 h 453469"/>
              <a:gd name="csX10" fmla="*/ 213528 w 692834"/>
              <a:gd name="csY10" fmla="*/ 345237 h 453469"/>
              <a:gd name="csX11" fmla="*/ 306482 w 692834"/>
              <a:gd name="csY11" fmla="*/ 216805 h 453469"/>
              <a:gd name="csX12" fmla="*/ 75843 w 692834"/>
              <a:gd name="csY12" fmla="*/ 200928 h 453469"/>
              <a:gd name="csX13" fmla="*/ 1596 w 692834"/>
              <a:gd name="csY13" fmla="*/ 89787 h 453469"/>
              <a:gd name="csX14" fmla="*/ 110846 w 692834"/>
              <a:gd name="csY14" fmla="*/ 95606 h 453469"/>
              <a:gd name="csX15" fmla="*/ 392202 w 692834"/>
              <a:gd name="csY15" fmla="*/ 223871 h 453469"/>
              <a:gd name="csX16" fmla="*/ 332506 w 692834"/>
              <a:gd name="csY16" fmla="*/ 364190 h 453469"/>
              <a:gd name="csX17" fmla="*/ 462542 w 692834"/>
              <a:gd name="csY17" fmla="*/ 177320 h 453469"/>
              <a:gd name="csX18" fmla="*/ 392202 w 692834"/>
              <a:gd name="csY18" fmla="*/ 223871 h 4534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692834" h="453469">
                <a:moveTo>
                  <a:pt x="110846" y="95606"/>
                </a:moveTo>
                <a:cubicBezTo>
                  <a:pt x="263165" y="85714"/>
                  <a:pt x="409663" y="39911"/>
                  <a:pt x="557076" y="4083"/>
                </a:cubicBezTo>
                <a:cubicBezTo>
                  <a:pt x="613114" y="-12709"/>
                  <a:pt x="676719" y="24200"/>
                  <a:pt x="691934" y="79895"/>
                </a:cubicBezTo>
                <a:cubicBezTo>
                  <a:pt x="696424" y="98682"/>
                  <a:pt x="683619" y="118466"/>
                  <a:pt x="664746" y="122124"/>
                </a:cubicBezTo>
                <a:cubicBezTo>
                  <a:pt x="612283" y="139580"/>
                  <a:pt x="558240" y="151966"/>
                  <a:pt x="505028" y="167012"/>
                </a:cubicBezTo>
                <a:cubicBezTo>
                  <a:pt x="545934" y="184635"/>
                  <a:pt x="584264" y="216889"/>
                  <a:pt x="592661" y="262609"/>
                </a:cubicBezTo>
                <a:cubicBezTo>
                  <a:pt x="600476" y="297938"/>
                  <a:pt x="572041" y="325952"/>
                  <a:pt x="546101" y="344821"/>
                </a:cubicBezTo>
                <a:cubicBezTo>
                  <a:pt x="479669" y="391955"/>
                  <a:pt x="391787" y="381065"/>
                  <a:pt x="321448" y="419470"/>
                </a:cubicBezTo>
                <a:cubicBezTo>
                  <a:pt x="298251" y="433269"/>
                  <a:pt x="272643" y="442080"/>
                  <a:pt x="248282" y="453469"/>
                </a:cubicBezTo>
                <a:cubicBezTo>
                  <a:pt x="255765" y="446237"/>
                  <a:pt x="263414" y="439254"/>
                  <a:pt x="271063" y="432271"/>
                </a:cubicBezTo>
                <a:cubicBezTo>
                  <a:pt x="240217" y="415064"/>
                  <a:pt x="207874" y="383476"/>
                  <a:pt x="213528" y="345237"/>
                </a:cubicBezTo>
                <a:cubicBezTo>
                  <a:pt x="227995" y="292285"/>
                  <a:pt x="279793" y="262525"/>
                  <a:pt x="306482" y="216805"/>
                </a:cubicBezTo>
                <a:cubicBezTo>
                  <a:pt x="229824" y="213480"/>
                  <a:pt x="147845" y="239665"/>
                  <a:pt x="75843" y="200928"/>
                </a:cubicBezTo>
                <a:cubicBezTo>
                  <a:pt x="37015" y="178484"/>
                  <a:pt x="-9213" y="139996"/>
                  <a:pt x="1596" y="89787"/>
                </a:cubicBezTo>
                <a:cubicBezTo>
                  <a:pt x="37930" y="93029"/>
                  <a:pt x="74180" y="103337"/>
                  <a:pt x="110846" y="95606"/>
                </a:cubicBezTo>
                <a:moveTo>
                  <a:pt x="392202" y="223871"/>
                </a:moveTo>
                <a:cubicBezTo>
                  <a:pt x="365763" y="267513"/>
                  <a:pt x="345310" y="314813"/>
                  <a:pt x="332506" y="364190"/>
                </a:cubicBezTo>
                <a:cubicBezTo>
                  <a:pt x="444480" y="289598"/>
                  <a:pt x="452593" y="200707"/>
                  <a:pt x="462542" y="177320"/>
                </a:cubicBezTo>
                <a:cubicBezTo>
                  <a:pt x="435271" y="185134"/>
                  <a:pt x="406919" y="198268"/>
                  <a:pt x="392202" y="223871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2808182F-C186-3553-531E-AC05F0440FED}"/>
              </a:ext>
            </a:extLst>
          </p:cNvPr>
          <p:cNvSpPr/>
          <p:nvPr/>
        </p:nvSpPr>
        <p:spPr>
          <a:xfrm>
            <a:off x="4406090" y="2859340"/>
            <a:ext cx="973276" cy="310985"/>
          </a:xfrm>
          <a:custGeom>
            <a:avLst/>
            <a:gdLst>
              <a:gd name="csX0" fmla="*/ 171192 w 682920"/>
              <a:gd name="csY0" fmla="*/ 63730 h 218209"/>
              <a:gd name="csX1" fmla="*/ 560053 w 682920"/>
              <a:gd name="csY1" fmla="*/ 2465 h 218209"/>
              <a:gd name="csX2" fmla="*/ 682771 w 682920"/>
              <a:gd name="csY2" fmla="*/ 131811 h 218209"/>
              <a:gd name="csX3" fmla="*/ 588072 w 682920"/>
              <a:gd name="csY3" fmla="*/ 174871 h 218209"/>
              <a:gd name="csX4" fmla="*/ 404159 w 682920"/>
              <a:gd name="csY4" fmla="*/ 213026 h 218209"/>
              <a:gd name="csX5" fmla="*/ 475579 w 682920"/>
              <a:gd name="csY5" fmla="*/ 158495 h 218209"/>
              <a:gd name="csX6" fmla="*/ 433508 w 682920"/>
              <a:gd name="csY6" fmla="*/ 161238 h 218209"/>
              <a:gd name="csX7" fmla="*/ 164125 w 682920"/>
              <a:gd name="csY7" fmla="*/ 217183 h 218209"/>
              <a:gd name="csX8" fmla="*/ 0 w 682920"/>
              <a:gd name="csY8" fmla="*/ 106208 h 218209"/>
              <a:gd name="csX9" fmla="*/ 171192 w 682920"/>
              <a:gd name="csY9" fmla="*/ 63730 h 2182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82920" h="218209">
                <a:moveTo>
                  <a:pt x="171192" y="63730"/>
                </a:moveTo>
                <a:cubicBezTo>
                  <a:pt x="298650" y="33721"/>
                  <a:pt x="427106" y="-11002"/>
                  <a:pt x="560053" y="2465"/>
                </a:cubicBezTo>
                <a:cubicBezTo>
                  <a:pt x="622077" y="11526"/>
                  <a:pt x="686430" y="65226"/>
                  <a:pt x="682771" y="131811"/>
                </a:cubicBezTo>
                <a:cubicBezTo>
                  <a:pt x="674125" y="174954"/>
                  <a:pt x="622659" y="174705"/>
                  <a:pt x="588072" y="174871"/>
                </a:cubicBezTo>
                <a:cubicBezTo>
                  <a:pt x="524384" y="172211"/>
                  <a:pt x="463773" y="193491"/>
                  <a:pt x="404159" y="213026"/>
                </a:cubicBezTo>
                <a:cubicBezTo>
                  <a:pt x="428852" y="196151"/>
                  <a:pt x="461694" y="187340"/>
                  <a:pt x="475579" y="158495"/>
                </a:cubicBezTo>
                <a:cubicBezTo>
                  <a:pt x="461444" y="158744"/>
                  <a:pt x="447310" y="158744"/>
                  <a:pt x="433508" y="161238"/>
                </a:cubicBezTo>
                <a:cubicBezTo>
                  <a:pt x="343547" y="178944"/>
                  <a:pt x="255333" y="206376"/>
                  <a:pt x="164125" y="217183"/>
                </a:cubicBezTo>
                <a:cubicBezTo>
                  <a:pt x="93869" y="225662"/>
                  <a:pt x="9478" y="181022"/>
                  <a:pt x="0" y="106208"/>
                </a:cubicBezTo>
                <a:cubicBezTo>
                  <a:pt x="55955" y="87670"/>
                  <a:pt x="114322" y="78609"/>
                  <a:pt x="171192" y="63730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D04F0C6C-EF11-0C17-E3B8-8859EDA64553}"/>
              </a:ext>
            </a:extLst>
          </p:cNvPr>
          <p:cNvSpPr/>
          <p:nvPr/>
        </p:nvSpPr>
        <p:spPr>
          <a:xfrm>
            <a:off x="4281656" y="3351837"/>
            <a:ext cx="1257307" cy="1530799"/>
          </a:xfrm>
          <a:custGeom>
            <a:avLst/>
            <a:gdLst>
              <a:gd name="csX0" fmla="*/ 661337 w 1275374"/>
              <a:gd name="csY0" fmla="*/ 26102 h 1612801"/>
              <a:gd name="csX1" fmla="*/ 778236 w 1275374"/>
              <a:gd name="csY1" fmla="*/ 0 h 1612801"/>
              <a:gd name="csX2" fmla="*/ 852649 w 1275374"/>
              <a:gd name="csY2" fmla="*/ 70908 h 1612801"/>
              <a:gd name="csX3" fmla="*/ 825628 w 1275374"/>
              <a:gd name="csY3" fmla="*/ 133752 h 1612801"/>
              <a:gd name="csX4" fmla="*/ 638306 w 1275374"/>
              <a:gd name="csY4" fmla="*/ 212224 h 1612801"/>
              <a:gd name="csX5" fmla="*/ 569879 w 1275374"/>
              <a:gd name="csY5" fmla="*/ 279640 h 1612801"/>
              <a:gd name="csX6" fmla="*/ 753127 w 1275374"/>
              <a:gd name="csY6" fmla="*/ 241651 h 1612801"/>
              <a:gd name="csX7" fmla="*/ 872105 w 1275374"/>
              <a:gd name="csY7" fmla="*/ 324280 h 1612801"/>
              <a:gd name="csX8" fmla="*/ 931385 w 1275374"/>
              <a:gd name="csY8" fmla="*/ 525946 h 1612801"/>
              <a:gd name="csX9" fmla="*/ 932716 w 1275374"/>
              <a:gd name="csY9" fmla="*/ 776160 h 1612801"/>
              <a:gd name="csX10" fmla="*/ 883661 w 1275374"/>
              <a:gd name="csY10" fmla="*/ 906005 h 1612801"/>
              <a:gd name="csX11" fmla="*/ 762689 w 1275374"/>
              <a:gd name="csY11" fmla="*/ 934434 h 1612801"/>
              <a:gd name="csX12" fmla="*/ 669236 w 1275374"/>
              <a:gd name="csY12" fmla="*/ 871091 h 1612801"/>
              <a:gd name="csX13" fmla="*/ 469859 w 1275374"/>
              <a:gd name="csY13" fmla="*/ 918972 h 1612801"/>
              <a:gd name="csX14" fmla="*/ 517333 w 1275374"/>
              <a:gd name="csY14" fmla="*/ 995865 h 1612801"/>
              <a:gd name="csX15" fmla="*/ 523153 w 1275374"/>
              <a:gd name="csY15" fmla="*/ 1098860 h 1612801"/>
              <a:gd name="csX16" fmla="*/ 640967 w 1275374"/>
              <a:gd name="csY16" fmla="*/ 1055634 h 1612801"/>
              <a:gd name="csX17" fmla="*/ 871856 w 1275374"/>
              <a:gd name="csY17" fmla="*/ 970012 h 1612801"/>
              <a:gd name="csX18" fmla="*/ 972043 w 1275374"/>
              <a:gd name="csY18" fmla="*/ 1086640 h 1612801"/>
              <a:gd name="csX19" fmla="*/ 819225 w 1275374"/>
              <a:gd name="csY19" fmla="*/ 1216568 h 1612801"/>
              <a:gd name="csX20" fmla="*/ 1109479 w 1275374"/>
              <a:gd name="csY20" fmla="*/ 1317401 h 1612801"/>
              <a:gd name="csX21" fmla="*/ 1257307 w 1275374"/>
              <a:gd name="csY21" fmla="*/ 1445085 h 1612801"/>
              <a:gd name="csX22" fmla="*/ 1271441 w 1275374"/>
              <a:gd name="csY22" fmla="*/ 1565869 h 1612801"/>
              <a:gd name="csX23" fmla="*/ 1202848 w 1275374"/>
              <a:gd name="csY23" fmla="*/ 1612254 h 1612801"/>
              <a:gd name="csX24" fmla="*/ 995323 w 1275374"/>
              <a:gd name="csY24" fmla="*/ 1529126 h 1612801"/>
              <a:gd name="csX25" fmla="*/ 619682 w 1275374"/>
              <a:gd name="csY25" fmla="*/ 1369605 h 1612801"/>
              <a:gd name="csX26" fmla="*/ 446245 w 1275374"/>
              <a:gd name="csY26" fmla="*/ 1448244 h 1612801"/>
              <a:gd name="csX27" fmla="*/ 178192 w 1275374"/>
              <a:gd name="csY27" fmla="*/ 1496125 h 1612801"/>
              <a:gd name="csX28" fmla="*/ 380480 w 1275374"/>
              <a:gd name="csY28" fmla="*/ 1400695 h 1612801"/>
              <a:gd name="csX29" fmla="*/ 516419 w 1275374"/>
              <a:gd name="csY29" fmla="*/ 1311582 h 1612801"/>
              <a:gd name="csX30" fmla="*/ 426956 w 1275374"/>
              <a:gd name="csY30" fmla="*/ 1242670 h 1612801"/>
              <a:gd name="csX31" fmla="*/ 244706 w 1275374"/>
              <a:gd name="csY31" fmla="*/ 1405766 h 1612801"/>
              <a:gd name="csX32" fmla="*/ 121239 w 1275374"/>
              <a:gd name="csY32" fmla="*/ 1444503 h 1612801"/>
              <a:gd name="csX33" fmla="*/ 1929 w 1275374"/>
              <a:gd name="csY33" fmla="*/ 1282238 h 1612801"/>
              <a:gd name="csX34" fmla="*/ 78919 w 1275374"/>
              <a:gd name="csY34" fmla="*/ 1208588 h 1612801"/>
              <a:gd name="csX35" fmla="*/ 328266 w 1275374"/>
              <a:gd name="csY35" fmla="*/ 967269 h 1612801"/>
              <a:gd name="csX36" fmla="*/ 365514 w 1275374"/>
              <a:gd name="csY36" fmla="*/ 875497 h 1612801"/>
              <a:gd name="csX37" fmla="*/ 463124 w 1275374"/>
              <a:gd name="csY37" fmla="*/ 915730 h 1612801"/>
              <a:gd name="csX38" fmla="*/ 450569 w 1275374"/>
              <a:gd name="csY38" fmla="*/ 850226 h 1612801"/>
              <a:gd name="csX39" fmla="*/ 557990 w 1275374"/>
              <a:gd name="csY39" fmla="*/ 785886 h 1612801"/>
              <a:gd name="csX40" fmla="*/ 704239 w 1275374"/>
              <a:gd name="csY40" fmla="*/ 727115 h 1612801"/>
              <a:gd name="csX41" fmla="*/ 733339 w 1275374"/>
              <a:gd name="csY41" fmla="*/ 626281 h 1612801"/>
              <a:gd name="csX42" fmla="*/ 749968 w 1275374"/>
              <a:gd name="csY42" fmla="*/ 476070 h 1612801"/>
              <a:gd name="csX43" fmla="*/ 736082 w 1275374"/>
              <a:gd name="csY43" fmla="*/ 435421 h 1612801"/>
              <a:gd name="csX44" fmla="*/ 613945 w 1275374"/>
              <a:gd name="csY44" fmla="*/ 443733 h 1612801"/>
              <a:gd name="csX45" fmla="*/ 521573 w 1275374"/>
              <a:gd name="csY45" fmla="*/ 349633 h 1612801"/>
              <a:gd name="csX46" fmla="*/ 455973 w 1275374"/>
              <a:gd name="csY46" fmla="*/ 808330 h 1612801"/>
              <a:gd name="csX47" fmla="*/ 412656 w 1275374"/>
              <a:gd name="csY47" fmla="*/ 847898 h 1612801"/>
              <a:gd name="csX48" fmla="*/ 332090 w 1275374"/>
              <a:gd name="csY48" fmla="*/ 806085 h 1612801"/>
              <a:gd name="csX49" fmla="*/ 296006 w 1275374"/>
              <a:gd name="csY49" fmla="*/ 645567 h 1612801"/>
              <a:gd name="csX50" fmla="*/ 376654 w 1275374"/>
              <a:gd name="csY50" fmla="*/ 416135 h 1612801"/>
              <a:gd name="csX51" fmla="*/ 478588 w 1275374"/>
              <a:gd name="csY51" fmla="*/ 301087 h 1612801"/>
              <a:gd name="csX52" fmla="*/ 544438 w 1275374"/>
              <a:gd name="csY52" fmla="*/ 225940 h 1612801"/>
              <a:gd name="csX53" fmla="*/ 336830 w 1275374"/>
              <a:gd name="csY53" fmla="*/ 278809 h 1612801"/>
              <a:gd name="csX54" fmla="*/ 243542 w 1275374"/>
              <a:gd name="csY54" fmla="*/ 160768 h 1612801"/>
              <a:gd name="csX55" fmla="*/ 264827 w 1275374"/>
              <a:gd name="csY55" fmla="*/ 131674 h 1612801"/>
              <a:gd name="csX56" fmla="*/ 425211 w 1275374"/>
              <a:gd name="csY56" fmla="*/ 96594 h 1612801"/>
              <a:gd name="csX57" fmla="*/ 661337 w 1275374"/>
              <a:gd name="csY57" fmla="*/ 26102 h 1612801"/>
              <a:gd name="csX58" fmla="*/ 674307 w 1275374"/>
              <a:gd name="csY58" fmla="*/ 1103931 h 1612801"/>
              <a:gd name="csX59" fmla="*/ 495716 w 1275374"/>
              <a:gd name="csY59" fmla="*/ 1153391 h 1612801"/>
              <a:gd name="csX60" fmla="*/ 677467 w 1275374"/>
              <a:gd name="csY60" fmla="*/ 1177914 h 1612801"/>
              <a:gd name="csX61" fmla="*/ 754374 w 1275374"/>
              <a:gd name="csY61" fmla="*/ 1106175 h 1612801"/>
              <a:gd name="csX62" fmla="*/ 674307 w 1275374"/>
              <a:gd name="csY62" fmla="*/ 1103931 h 1612801"/>
              <a:gd name="csX0" fmla="*/ 661337 w 1275374"/>
              <a:gd name="csY0" fmla="*/ 26102 h 1570660"/>
              <a:gd name="csX1" fmla="*/ 778236 w 1275374"/>
              <a:gd name="csY1" fmla="*/ 0 h 1570660"/>
              <a:gd name="csX2" fmla="*/ 852649 w 1275374"/>
              <a:gd name="csY2" fmla="*/ 70908 h 1570660"/>
              <a:gd name="csX3" fmla="*/ 825628 w 1275374"/>
              <a:gd name="csY3" fmla="*/ 133752 h 1570660"/>
              <a:gd name="csX4" fmla="*/ 638306 w 1275374"/>
              <a:gd name="csY4" fmla="*/ 212224 h 1570660"/>
              <a:gd name="csX5" fmla="*/ 569879 w 1275374"/>
              <a:gd name="csY5" fmla="*/ 279640 h 1570660"/>
              <a:gd name="csX6" fmla="*/ 753127 w 1275374"/>
              <a:gd name="csY6" fmla="*/ 241651 h 1570660"/>
              <a:gd name="csX7" fmla="*/ 872105 w 1275374"/>
              <a:gd name="csY7" fmla="*/ 324280 h 1570660"/>
              <a:gd name="csX8" fmla="*/ 931385 w 1275374"/>
              <a:gd name="csY8" fmla="*/ 525946 h 1570660"/>
              <a:gd name="csX9" fmla="*/ 932716 w 1275374"/>
              <a:gd name="csY9" fmla="*/ 776160 h 1570660"/>
              <a:gd name="csX10" fmla="*/ 883661 w 1275374"/>
              <a:gd name="csY10" fmla="*/ 906005 h 1570660"/>
              <a:gd name="csX11" fmla="*/ 762689 w 1275374"/>
              <a:gd name="csY11" fmla="*/ 934434 h 1570660"/>
              <a:gd name="csX12" fmla="*/ 669236 w 1275374"/>
              <a:gd name="csY12" fmla="*/ 871091 h 1570660"/>
              <a:gd name="csX13" fmla="*/ 469859 w 1275374"/>
              <a:gd name="csY13" fmla="*/ 918972 h 1570660"/>
              <a:gd name="csX14" fmla="*/ 517333 w 1275374"/>
              <a:gd name="csY14" fmla="*/ 995865 h 1570660"/>
              <a:gd name="csX15" fmla="*/ 523153 w 1275374"/>
              <a:gd name="csY15" fmla="*/ 1098860 h 1570660"/>
              <a:gd name="csX16" fmla="*/ 640967 w 1275374"/>
              <a:gd name="csY16" fmla="*/ 1055634 h 1570660"/>
              <a:gd name="csX17" fmla="*/ 871856 w 1275374"/>
              <a:gd name="csY17" fmla="*/ 970012 h 1570660"/>
              <a:gd name="csX18" fmla="*/ 972043 w 1275374"/>
              <a:gd name="csY18" fmla="*/ 1086640 h 1570660"/>
              <a:gd name="csX19" fmla="*/ 819225 w 1275374"/>
              <a:gd name="csY19" fmla="*/ 1216568 h 1570660"/>
              <a:gd name="csX20" fmla="*/ 1109479 w 1275374"/>
              <a:gd name="csY20" fmla="*/ 1317401 h 1570660"/>
              <a:gd name="csX21" fmla="*/ 1257307 w 1275374"/>
              <a:gd name="csY21" fmla="*/ 1445085 h 1570660"/>
              <a:gd name="csX22" fmla="*/ 1271441 w 1275374"/>
              <a:gd name="csY22" fmla="*/ 1565869 h 1570660"/>
              <a:gd name="csX23" fmla="*/ 995323 w 1275374"/>
              <a:gd name="csY23" fmla="*/ 1529126 h 1570660"/>
              <a:gd name="csX24" fmla="*/ 619682 w 1275374"/>
              <a:gd name="csY24" fmla="*/ 1369605 h 1570660"/>
              <a:gd name="csX25" fmla="*/ 446245 w 1275374"/>
              <a:gd name="csY25" fmla="*/ 1448244 h 1570660"/>
              <a:gd name="csX26" fmla="*/ 178192 w 1275374"/>
              <a:gd name="csY26" fmla="*/ 1496125 h 1570660"/>
              <a:gd name="csX27" fmla="*/ 380480 w 1275374"/>
              <a:gd name="csY27" fmla="*/ 1400695 h 1570660"/>
              <a:gd name="csX28" fmla="*/ 516419 w 1275374"/>
              <a:gd name="csY28" fmla="*/ 1311582 h 1570660"/>
              <a:gd name="csX29" fmla="*/ 426956 w 1275374"/>
              <a:gd name="csY29" fmla="*/ 1242670 h 1570660"/>
              <a:gd name="csX30" fmla="*/ 244706 w 1275374"/>
              <a:gd name="csY30" fmla="*/ 1405766 h 1570660"/>
              <a:gd name="csX31" fmla="*/ 121239 w 1275374"/>
              <a:gd name="csY31" fmla="*/ 1444503 h 1570660"/>
              <a:gd name="csX32" fmla="*/ 1929 w 1275374"/>
              <a:gd name="csY32" fmla="*/ 1282238 h 1570660"/>
              <a:gd name="csX33" fmla="*/ 78919 w 1275374"/>
              <a:gd name="csY33" fmla="*/ 1208588 h 1570660"/>
              <a:gd name="csX34" fmla="*/ 328266 w 1275374"/>
              <a:gd name="csY34" fmla="*/ 967269 h 1570660"/>
              <a:gd name="csX35" fmla="*/ 365514 w 1275374"/>
              <a:gd name="csY35" fmla="*/ 875497 h 1570660"/>
              <a:gd name="csX36" fmla="*/ 463124 w 1275374"/>
              <a:gd name="csY36" fmla="*/ 915730 h 1570660"/>
              <a:gd name="csX37" fmla="*/ 450569 w 1275374"/>
              <a:gd name="csY37" fmla="*/ 850226 h 1570660"/>
              <a:gd name="csX38" fmla="*/ 557990 w 1275374"/>
              <a:gd name="csY38" fmla="*/ 785886 h 1570660"/>
              <a:gd name="csX39" fmla="*/ 704239 w 1275374"/>
              <a:gd name="csY39" fmla="*/ 727115 h 1570660"/>
              <a:gd name="csX40" fmla="*/ 733339 w 1275374"/>
              <a:gd name="csY40" fmla="*/ 626281 h 1570660"/>
              <a:gd name="csX41" fmla="*/ 749968 w 1275374"/>
              <a:gd name="csY41" fmla="*/ 476070 h 1570660"/>
              <a:gd name="csX42" fmla="*/ 736082 w 1275374"/>
              <a:gd name="csY42" fmla="*/ 435421 h 1570660"/>
              <a:gd name="csX43" fmla="*/ 613945 w 1275374"/>
              <a:gd name="csY43" fmla="*/ 443733 h 1570660"/>
              <a:gd name="csX44" fmla="*/ 521573 w 1275374"/>
              <a:gd name="csY44" fmla="*/ 349633 h 1570660"/>
              <a:gd name="csX45" fmla="*/ 455973 w 1275374"/>
              <a:gd name="csY45" fmla="*/ 808330 h 1570660"/>
              <a:gd name="csX46" fmla="*/ 412656 w 1275374"/>
              <a:gd name="csY46" fmla="*/ 847898 h 1570660"/>
              <a:gd name="csX47" fmla="*/ 332090 w 1275374"/>
              <a:gd name="csY47" fmla="*/ 806085 h 1570660"/>
              <a:gd name="csX48" fmla="*/ 296006 w 1275374"/>
              <a:gd name="csY48" fmla="*/ 645567 h 1570660"/>
              <a:gd name="csX49" fmla="*/ 376654 w 1275374"/>
              <a:gd name="csY49" fmla="*/ 416135 h 1570660"/>
              <a:gd name="csX50" fmla="*/ 478588 w 1275374"/>
              <a:gd name="csY50" fmla="*/ 301087 h 1570660"/>
              <a:gd name="csX51" fmla="*/ 544438 w 1275374"/>
              <a:gd name="csY51" fmla="*/ 225940 h 1570660"/>
              <a:gd name="csX52" fmla="*/ 336830 w 1275374"/>
              <a:gd name="csY52" fmla="*/ 278809 h 1570660"/>
              <a:gd name="csX53" fmla="*/ 243542 w 1275374"/>
              <a:gd name="csY53" fmla="*/ 160768 h 1570660"/>
              <a:gd name="csX54" fmla="*/ 264827 w 1275374"/>
              <a:gd name="csY54" fmla="*/ 131674 h 1570660"/>
              <a:gd name="csX55" fmla="*/ 425211 w 1275374"/>
              <a:gd name="csY55" fmla="*/ 96594 h 1570660"/>
              <a:gd name="csX56" fmla="*/ 661337 w 1275374"/>
              <a:gd name="csY56" fmla="*/ 26102 h 1570660"/>
              <a:gd name="csX57" fmla="*/ 674307 w 1275374"/>
              <a:gd name="csY57" fmla="*/ 1103931 h 1570660"/>
              <a:gd name="csX58" fmla="*/ 495716 w 1275374"/>
              <a:gd name="csY58" fmla="*/ 1153391 h 1570660"/>
              <a:gd name="csX59" fmla="*/ 677467 w 1275374"/>
              <a:gd name="csY59" fmla="*/ 1177914 h 1570660"/>
              <a:gd name="csX60" fmla="*/ 754374 w 1275374"/>
              <a:gd name="csY60" fmla="*/ 1106175 h 1570660"/>
              <a:gd name="csX61" fmla="*/ 674307 w 1275374"/>
              <a:gd name="csY61" fmla="*/ 1103931 h 1570660"/>
              <a:gd name="csX0" fmla="*/ 661337 w 1257307"/>
              <a:gd name="csY0" fmla="*/ 26102 h 1530799"/>
              <a:gd name="csX1" fmla="*/ 778236 w 1257307"/>
              <a:gd name="csY1" fmla="*/ 0 h 1530799"/>
              <a:gd name="csX2" fmla="*/ 852649 w 1257307"/>
              <a:gd name="csY2" fmla="*/ 70908 h 1530799"/>
              <a:gd name="csX3" fmla="*/ 825628 w 1257307"/>
              <a:gd name="csY3" fmla="*/ 133752 h 1530799"/>
              <a:gd name="csX4" fmla="*/ 638306 w 1257307"/>
              <a:gd name="csY4" fmla="*/ 212224 h 1530799"/>
              <a:gd name="csX5" fmla="*/ 569879 w 1257307"/>
              <a:gd name="csY5" fmla="*/ 279640 h 1530799"/>
              <a:gd name="csX6" fmla="*/ 753127 w 1257307"/>
              <a:gd name="csY6" fmla="*/ 241651 h 1530799"/>
              <a:gd name="csX7" fmla="*/ 872105 w 1257307"/>
              <a:gd name="csY7" fmla="*/ 324280 h 1530799"/>
              <a:gd name="csX8" fmla="*/ 931385 w 1257307"/>
              <a:gd name="csY8" fmla="*/ 525946 h 1530799"/>
              <a:gd name="csX9" fmla="*/ 932716 w 1257307"/>
              <a:gd name="csY9" fmla="*/ 776160 h 1530799"/>
              <a:gd name="csX10" fmla="*/ 883661 w 1257307"/>
              <a:gd name="csY10" fmla="*/ 906005 h 1530799"/>
              <a:gd name="csX11" fmla="*/ 762689 w 1257307"/>
              <a:gd name="csY11" fmla="*/ 934434 h 1530799"/>
              <a:gd name="csX12" fmla="*/ 669236 w 1257307"/>
              <a:gd name="csY12" fmla="*/ 871091 h 1530799"/>
              <a:gd name="csX13" fmla="*/ 469859 w 1257307"/>
              <a:gd name="csY13" fmla="*/ 918972 h 1530799"/>
              <a:gd name="csX14" fmla="*/ 517333 w 1257307"/>
              <a:gd name="csY14" fmla="*/ 995865 h 1530799"/>
              <a:gd name="csX15" fmla="*/ 523153 w 1257307"/>
              <a:gd name="csY15" fmla="*/ 1098860 h 1530799"/>
              <a:gd name="csX16" fmla="*/ 640967 w 1257307"/>
              <a:gd name="csY16" fmla="*/ 1055634 h 1530799"/>
              <a:gd name="csX17" fmla="*/ 871856 w 1257307"/>
              <a:gd name="csY17" fmla="*/ 970012 h 1530799"/>
              <a:gd name="csX18" fmla="*/ 972043 w 1257307"/>
              <a:gd name="csY18" fmla="*/ 1086640 h 1530799"/>
              <a:gd name="csX19" fmla="*/ 819225 w 1257307"/>
              <a:gd name="csY19" fmla="*/ 1216568 h 1530799"/>
              <a:gd name="csX20" fmla="*/ 1109479 w 1257307"/>
              <a:gd name="csY20" fmla="*/ 1317401 h 1530799"/>
              <a:gd name="csX21" fmla="*/ 1257307 w 1257307"/>
              <a:gd name="csY21" fmla="*/ 1445085 h 1530799"/>
              <a:gd name="csX22" fmla="*/ 995323 w 1257307"/>
              <a:gd name="csY22" fmla="*/ 1529126 h 1530799"/>
              <a:gd name="csX23" fmla="*/ 619682 w 1257307"/>
              <a:gd name="csY23" fmla="*/ 1369605 h 1530799"/>
              <a:gd name="csX24" fmla="*/ 446245 w 1257307"/>
              <a:gd name="csY24" fmla="*/ 1448244 h 1530799"/>
              <a:gd name="csX25" fmla="*/ 178192 w 1257307"/>
              <a:gd name="csY25" fmla="*/ 1496125 h 1530799"/>
              <a:gd name="csX26" fmla="*/ 380480 w 1257307"/>
              <a:gd name="csY26" fmla="*/ 1400695 h 1530799"/>
              <a:gd name="csX27" fmla="*/ 516419 w 1257307"/>
              <a:gd name="csY27" fmla="*/ 1311582 h 1530799"/>
              <a:gd name="csX28" fmla="*/ 426956 w 1257307"/>
              <a:gd name="csY28" fmla="*/ 1242670 h 1530799"/>
              <a:gd name="csX29" fmla="*/ 244706 w 1257307"/>
              <a:gd name="csY29" fmla="*/ 1405766 h 1530799"/>
              <a:gd name="csX30" fmla="*/ 121239 w 1257307"/>
              <a:gd name="csY30" fmla="*/ 1444503 h 1530799"/>
              <a:gd name="csX31" fmla="*/ 1929 w 1257307"/>
              <a:gd name="csY31" fmla="*/ 1282238 h 1530799"/>
              <a:gd name="csX32" fmla="*/ 78919 w 1257307"/>
              <a:gd name="csY32" fmla="*/ 1208588 h 1530799"/>
              <a:gd name="csX33" fmla="*/ 328266 w 1257307"/>
              <a:gd name="csY33" fmla="*/ 967269 h 1530799"/>
              <a:gd name="csX34" fmla="*/ 365514 w 1257307"/>
              <a:gd name="csY34" fmla="*/ 875497 h 1530799"/>
              <a:gd name="csX35" fmla="*/ 463124 w 1257307"/>
              <a:gd name="csY35" fmla="*/ 915730 h 1530799"/>
              <a:gd name="csX36" fmla="*/ 450569 w 1257307"/>
              <a:gd name="csY36" fmla="*/ 850226 h 1530799"/>
              <a:gd name="csX37" fmla="*/ 557990 w 1257307"/>
              <a:gd name="csY37" fmla="*/ 785886 h 1530799"/>
              <a:gd name="csX38" fmla="*/ 704239 w 1257307"/>
              <a:gd name="csY38" fmla="*/ 727115 h 1530799"/>
              <a:gd name="csX39" fmla="*/ 733339 w 1257307"/>
              <a:gd name="csY39" fmla="*/ 626281 h 1530799"/>
              <a:gd name="csX40" fmla="*/ 749968 w 1257307"/>
              <a:gd name="csY40" fmla="*/ 476070 h 1530799"/>
              <a:gd name="csX41" fmla="*/ 736082 w 1257307"/>
              <a:gd name="csY41" fmla="*/ 435421 h 1530799"/>
              <a:gd name="csX42" fmla="*/ 613945 w 1257307"/>
              <a:gd name="csY42" fmla="*/ 443733 h 1530799"/>
              <a:gd name="csX43" fmla="*/ 521573 w 1257307"/>
              <a:gd name="csY43" fmla="*/ 349633 h 1530799"/>
              <a:gd name="csX44" fmla="*/ 455973 w 1257307"/>
              <a:gd name="csY44" fmla="*/ 808330 h 1530799"/>
              <a:gd name="csX45" fmla="*/ 412656 w 1257307"/>
              <a:gd name="csY45" fmla="*/ 847898 h 1530799"/>
              <a:gd name="csX46" fmla="*/ 332090 w 1257307"/>
              <a:gd name="csY46" fmla="*/ 806085 h 1530799"/>
              <a:gd name="csX47" fmla="*/ 296006 w 1257307"/>
              <a:gd name="csY47" fmla="*/ 645567 h 1530799"/>
              <a:gd name="csX48" fmla="*/ 376654 w 1257307"/>
              <a:gd name="csY48" fmla="*/ 416135 h 1530799"/>
              <a:gd name="csX49" fmla="*/ 478588 w 1257307"/>
              <a:gd name="csY49" fmla="*/ 301087 h 1530799"/>
              <a:gd name="csX50" fmla="*/ 544438 w 1257307"/>
              <a:gd name="csY50" fmla="*/ 225940 h 1530799"/>
              <a:gd name="csX51" fmla="*/ 336830 w 1257307"/>
              <a:gd name="csY51" fmla="*/ 278809 h 1530799"/>
              <a:gd name="csX52" fmla="*/ 243542 w 1257307"/>
              <a:gd name="csY52" fmla="*/ 160768 h 1530799"/>
              <a:gd name="csX53" fmla="*/ 264827 w 1257307"/>
              <a:gd name="csY53" fmla="*/ 131674 h 1530799"/>
              <a:gd name="csX54" fmla="*/ 425211 w 1257307"/>
              <a:gd name="csY54" fmla="*/ 96594 h 1530799"/>
              <a:gd name="csX55" fmla="*/ 661337 w 1257307"/>
              <a:gd name="csY55" fmla="*/ 26102 h 1530799"/>
              <a:gd name="csX56" fmla="*/ 674307 w 1257307"/>
              <a:gd name="csY56" fmla="*/ 1103931 h 1530799"/>
              <a:gd name="csX57" fmla="*/ 495716 w 1257307"/>
              <a:gd name="csY57" fmla="*/ 1153391 h 1530799"/>
              <a:gd name="csX58" fmla="*/ 677467 w 1257307"/>
              <a:gd name="csY58" fmla="*/ 1177914 h 1530799"/>
              <a:gd name="csX59" fmla="*/ 754374 w 1257307"/>
              <a:gd name="csY59" fmla="*/ 1106175 h 1530799"/>
              <a:gd name="csX60" fmla="*/ 674307 w 1257307"/>
              <a:gd name="csY60" fmla="*/ 1103931 h 153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</a:cxnLst>
            <a:rect l="l" t="t" r="r" b="b"/>
            <a:pathLst>
              <a:path w="1257307" h="1530799">
                <a:moveTo>
                  <a:pt x="661337" y="26102"/>
                </a:moveTo>
                <a:cubicBezTo>
                  <a:pt x="699417" y="14381"/>
                  <a:pt x="738078" y="2078"/>
                  <a:pt x="778236" y="0"/>
                </a:cubicBezTo>
                <a:cubicBezTo>
                  <a:pt x="813489" y="6983"/>
                  <a:pt x="841175" y="37823"/>
                  <a:pt x="852649" y="70908"/>
                </a:cubicBezTo>
                <a:cubicBezTo>
                  <a:pt x="862876" y="95763"/>
                  <a:pt x="842090" y="117709"/>
                  <a:pt x="825628" y="133752"/>
                </a:cubicBezTo>
                <a:cubicBezTo>
                  <a:pt x="772499" y="179389"/>
                  <a:pt x="696174" y="175565"/>
                  <a:pt x="638306" y="212224"/>
                </a:cubicBezTo>
                <a:cubicBezTo>
                  <a:pt x="611036" y="229515"/>
                  <a:pt x="586924" y="252208"/>
                  <a:pt x="569879" y="279640"/>
                </a:cubicBezTo>
                <a:cubicBezTo>
                  <a:pt x="630491" y="265343"/>
                  <a:pt x="689273" y="235500"/>
                  <a:pt x="753127" y="241651"/>
                </a:cubicBezTo>
                <a:cubicBezTo>
                  <a:pt x="802680" y="250213"/>
                  <a:pt x="842589" y="285293"/>
                  <a:pt x="872105" y="324280"/>
                </a:cubicBezTo>
                <a:cubicBezTo>
                  <a:pt x="913677" y="382718"/>
                  <a:pt x="927644" y="455621"/>
                  <a:pt x="931385" y="525946"/>
                </a:cubicBezTo>
                <a:cubicBezTo>
                  <a:pt x="934628" y="609323"/>
                  <a:pt x="934795" y="692783"/>
                  <a:pt x="932716" y="776160"/>
                </a:cubicBezTo>
                <a:cubicBezTo>
                  <a:pt x="929973" y="822711"/>
                  <a:pt x="919995" y="873502"/>
                  <a:pt x="883661" y="906005"/>
                </a:cubicBezTo>
                <a:cubicBezTo>
                  <a:pt x="853480" y="939256"/>
                  <a:pt x="804177" y="945324"/>
                  <a:pt x="762689" y="934434"/>
                </a:cubicBezTo>
                <a:cubicBezTo>
                  <a:pt x="725689" y="923212"/>
                  <a:pt x="696257" y="897442"/>
                  <a:pt x="669236" y="871091"/>
                </a:cubicBezTo>
                <a:cubicBezTo>
                  <a:pt x="607959" y="900851"/>
                  <a:pt x="540031" y="937343"/>
                  <a:pt x="469859" y="918972"/>
                </a:cubicBezTo>
                <a:cubicBezTo>
                  <a:pt x="489729" y="941666"/>
                  <a:pt x="508104" y="966687"/>
                  <a:pt x="517333" y="995865"/>
                </a:cubicBezTo>
                <a:cubicBezTo>
                  <a:pt x="528890" y="1028950"/>
                  <a:pt x="523402" y="1064528"/>
                  <a:pt x="523153" y="1098860"/>
                </a:cubicBezTo>
                <a:cubicBezTo>
                  <a:pt x="565140" y="1092708"/>
                  <a:pt x="601307" y="1069184"/>
                  <a:pt x="640967" y="1055634"/>
                </a:cubicBezTo>
                <a:cubicBezTo>
                  <a:pt x="718124" y="1027786"/>
                  <a:pt x="793368" y="994286"/>
                  <a:pt x="871856" y="970012"/>
                </a:cubicBezTo>
                <a:cubicBezTo>
                  <a:pt x="929723" y="964360"/>
                  <a:pt x="985845" y="1030778"/>
                  <a:pt x="972043" y="1086640"/>
                </a:cubicBezTo>
                <a:cubicBezTo>
                  <a:pt x="933049" y="1142335"/>
                  <a:pt x="870442" y="1173757"/>
                  <a:pt x="819225" y="1216568"/>
                </a:cubicBezTo>
                <a:cubicBezTo>
                  <a:pt x="917252" y="1246161"/>
                  <a:pt x="1016026" y="1274757"/>
                  <a:pt x="1109479" y="1317401"/>
                </a:cubicBezTo>
                <a:cubicBezTo>
                  <a:pt x="1168926" y="1345332"/>
                  <a:pt x="1227459" y="1384319"/>
                  <a:pt x="1257307" y="1445085"/>
                </a:cubicBezTo>
                <a:cubicBezTo>
                  <a:pt x="1238281" y="1480372"/>
                  <a:pt x="1101594" y="1541706"/>
                  <a:pt x="995323" y="1529126"/>
                </a:cubicBezTo>
                <a:cubicBezTo>
                  <a:pt x="889052" y="1516546"/>
                  <a:pt x="741320" y="1430870"/>
                  <a:pt x="619682" y="1369605"/>
                </a:cubicBezTo>
                <a:cubicBezTo>
                  <a:pt x="568133" y="1407844"/>
                  <a:pt x="509019" y="1434777"/>
                  <a:pt x="446245" y="1448244"/>
                </a:cubicBezTo>
                <a:cubicBezTo>
                  <a:pt x="357615" y="1467778"/>
                  <a:pt x="269899" y="1497705"/>
                  <a:pt x="178192" y="1496125"/>
                </a:cubicBezTo>
                <a:cubicBezTo>
                  <a:pt x="249944" y="1474512"/>
                  <a:pt x="315877" y="1438102"/>
                  <a:pt x="380480" y="1400695"/>
                </a:cubicBezTo>
                <a:cubicBezTo>
                  <a:pt x="426291" y="1371766"/>
                  <a:pt x="474016" y="1345582"/>
                  <a:pt x="516419" y="1311582"/>
                </a:cubicBezTo>
                <a:cubicBezTo>
                  <a:pt x="484990" y="1290634"/>
                  <a:pt x="456306" y="1266195"/>
                  <a:pt x="426956" y="1242670"/>
                </a:cubicBezTo>
                <a:cubicBezTo>
                  <a:pt x="371333" y="1302355"/>
                  <a:pt x="312967" y="1360461"/>
                  <a:pt x="244706" y="1405766"/>
                </a:cubicBezTo>
                <a:cubicBezTo>
                  <a:pt x="208539" y="1430205"/>
                  <a:pt x="165970" y="1450155"/>
                  <a:pt x="121239" y="1444503"/>
                </a:cubicBezTo>
                <a:cubicBezTo>
                  <a:pt x="49736" y="1430454"/>
                  <a:pt x="-11790" y="1356637"/>
                  <a:pt x="1929" y="1282238"/>
                </a:cubicBezTo>
                <a:cubicBezTo>
                  <a:pt x="8912" y="1242420"/>
                  <a:pt x="52064" y="1231863"/>
                  <a:pt x="78919" y="1208588"/>
                </a:cubicBezTo>
                <a:cubicBezTo>
                  <a:pt x="170626" y="1138262"/>
                  <a:pt x="264161" y="1064944"/>
                  <a:pt x="328266" y="967269"/>
                </a:cubicBezTo>
                <a:cubicBezTo>
                  <a:pt x="352709" y="940253"/>
                  <a:pt x="324607" y="889795"/>
                  <a:pt x="365514" y="875497"/>
                </a:cubicBezTo>
                <a:cubicBezTo>
                  <a:pt x="401764" y="866353"/>
                  <a:pt x="438513" y="890127"/>
                  <a:pt x="463124" y="915730"/>
                </a:cubicBezTo>
                <a:cubicBezTo>
                  <a:pt x="453147" y="895530"/>
                  <a:pt x="441090" y="873003"/>
                  <a:pt x="450569" y="850226"/>
                </a:cubicBezTo>
                <a:cubicBezTo>
                  <a:pt x="468861" y="809493"/>
                  <a:pt x="515254" y="788463"/>
                  <a:pt x="557990" y="785886"/>
                </a:cubicBezTo>
                <a:cubicBezTo>
                  <a:pt x="610703" y="780981"/>
                  <a:pt x="665827" y="765519"/>
                  <a:pt x="704239" y="727115"/>
                </a:cubicBezTo>
                <a:cubicBezTo>
                  <a:pt x="727270" y="699267"/>
                  <a:pt x="730179" y="660862"/>
                  <a:pt x="733339" y="626281"/>
                </a:cubicBezTo>
                <a:cubicBezTo>
                  <a:pt x="739491" y="576238"/>
                  <a:pt x="745229" y="526196"/>
                  <a:pt x="749968" y="476070"/>
                </a:cubicBezTo>
                <a:cubicBezTo>
                  <a:pt x="753543" y="460359"/>
                  <a:pt x="742734" y="448223"/>
                  <a:pt x="736082" y="435421"/>
                </a:cubicBezTo>
                <a:cubicBezTo>
                  <a:pt x="696091" y="442986"/>
                  <a:pt x="654270" y="458115"/>
                  <a:pt x="613945" y="443733"/>
                </a:cubicBezTo>
                <a:cubicBezTo>
                  <a:pt x="570711" y="427524"/>
                  <a:pt x="543107" y="388288"/>
                  <a:pt x="521573" y="349633"/>
                </a:cubicBezTo>
                <a:cubicBezTo>
                  <a:pt x="453562" y="492696"/>
                  <a:pt x="471438" y="655292"/>
                  <a:pt x="455973" y="808330"/>
                </a:cubicBezTo>
                <a:cubicBezTo>
                  <a:pt x="446911" y="825537"/>
                  <a:pt x="436102" y="851140"/>
                  <a:pt x="412656" y="847898"/>
                </a:cubicBezTo>
                <a:cubicBezTo>
                  <a:pt x="379731" y="851473"/>
                  <a:pt x="352543" y="828945"/>
                  <a:pt x="332090" y="806085"/>
                </a:cubicBezTo>
                <a:cubicBezTo>
                  <a:pt x="293927" y="762942"/>
                  <a:pt x="283618" y="700680"/>
                  <a:pt x="296006" y="645567"/>
                </a:cubicBezTo>
                <a:cubicBezTo>
                  <a:pt x="310806" y="565598"/>
                  <a:pt x="334501" y="486212"/>
                  <a:pt x="376654" y="416135"/>
                </a:cubicBezTo>
                <a:cubicBezTo>
                  <a:pt x="404590" y="372909"/>
                  <a:pt x="441174" y="336084"/>
                  <a:pt x="478588" y="301087"/>
                </a:cubicBezTo>
                <a:cubicBezTo>
                  <a:pt x="503531" y="278892"/>
                  <a:pt x="524234" y="252458"/>
                  <a:pt x="544438" y="225940"/>
                </a:cubicBezTo>
                <a:cubicBezTo>
                  <a:pt x="476177" y="247138"/>
                  <a:pt x="411409" y="289865"/>
                  <a:pt x="336830" y="278809"/>
                </a:cubicBezTo>
                <a:cubicBezTo>
                  <a:pt x="289937" y="257113"/>
                  <a:pt x="248614" y="213720"/>
                  <a:pt x="243542" y="160768"/>
                </a:cubicBezTo>
                <a:cubicBezTo>
                  <a:pt x="247367" y="149214"/>
                  <a:pt x="248448" y="130760"/>
                  <a:pt x="264827" y="131674"/>
                </a:cubicBezTo>
                <a:cubicBezTo>
                  <a:pt x="319702" y="127601"/>
                  <a:pt x="371832" y="108647"/>
                  <a:pt x="425211" y="96594"/>
                </a:cubicBezTo>
                <a:cubicBezTo>
                  <a:pt x="505277" y="77641"/>
                  <a:pt x="582600" y="49461"/>
                  <a:pt x="661337" y="26102"/>
                </a:cubicBezTo>
                <a:moveTo>
                  <a:pt x="674307" y="1103931"/>
                </a:moveTo>
                <a:cubicBezTo>
                  <a:pt x="614362" y="1118893"/>
                  <a:pt x="551588" y="1125294"/>
                  <a:pt x="495716" y="1153391"/>
                </a:cubicBezTo>
                <a:cubicBezTo>
                  <a:pt x="557574" y="1149484"/>
                  <a:pt x="617188" y="1168188"/>
                  <a:pt x="677467" y="1177914"/>
                </a:cubicBezTo>
                <a:cubicBezTo>
                  <a:pt x="706234" y="1157631"/>
                  <a:pt x="729930" y="1131196"/>
                  <a:pt x="754374" y="1106175"/>
                </a:cubicBezTo>
                <a:cubicBezTo>
                  <a:pt x="731344" y="1085726"/>
                  <a:pt x="700414" y="1099857"/>
                  <a:pt x="674307" y="1103931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5E6E37E-9F59-2B0F-46EE-69DAB0492B19}"/>
              </a:ext>
            </a:extLst>
          </p:cNvPr>
          <p:cNvSpPr/>
          <p:nvPr/>
        </p:nvSpPr>
        <p:spPr>
          <a:xfrm>
            <a:off x="4779019" y="3824423"/>
            <a:ext cx="190664" cy="298438"/>
          </a:xfrm>
          <a:custGeom>
            <a:avLst/>
            <a:gdLst>
              <a:gd name="csX0" fmla="*/ 13985 w 190664"/>
              <a:gd name="csY0" fmla="*/ 28007 h 298438"/>
              <a:gd name="csX1" fmla="*/ 150339 w 190664"/>
              <a:gd name="csY1" fmla="*/ 26262 h 298438"/>
              <a:gd name="csX2" fmla="*/ 183348 w 190664"/>
              <a:gd name="csY2" fmla="*/ 94343 h 298438"/>
              <a:gd name="csX3" fmla="*/ 121988 w 190664"/>
              <a:gd name="csY3" fmla="*/ 181543 h 298438"/>
              <a:gd name="csX4" fmla="*/ 190664 w 190664"/>
              <a:gd name="csY4" fmla="*/ 183455 h 298438"/>
              <a:gd name="csX5" fmla="*/ 101119 w 190664"/>
              <a:gd name="csY5" fmla="*/ 289609 h 298438"/>
              <a:gd name="csX6" fmla="*/ 2095 w 190664"/>
              <a:gd name="csY6" fmla="*/ 207978 h 298438"/>
              <a:gd name="csX7" fmla="*/ 88398 w 190664"/>
              <a:gd name="csY7" fmla="*/ 118283 h 298438"/>
              <a:gd name="csX8" fmla="*/ 19721 w 190664"/>
              <a:gd name="csY8" fmla="*/ 90935 h 298438"/>
              <a:gd name="csX9" fmla="*/ 13985 w 190664"/>
              <a:gd name="csY9" fmla="*/ 28007 h 2984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90664" h="298438">
                <a:moveTo>
                  <a:pt x="13985" y="28007"/>
                </a:moveTo>
                <a:cubicBezTo>
                  <a:pt x="48905" y="-8236"/>
                  <a:pt x="114422" y="-9815"/>
                  <a:pt x="150339" y="26262"/>
                </a:cubicBezTo>
                <a:cubicBezTo>
                  <a:pt x="168132" y="43802"/>
                  <a:pt x="186839" y="68075"/>
                  <a:pt x="183348" y="94343"/>
                </a:cubicBezTo>
                <a:cubicBezTo>
                  <a:pt x="164224" y="124352"/>
                  <a:pt x="136538" y="148625"/>
                  <a:pt x="121988" y="181543"/>
                </a:cubicBezTo>
                <a:cubicBezTo>
                  <a:pt x="144519" y="187279"/>
                  <a:pt x="167800" y="187030"/>
                  <a:pt x="190664" y="183455"/>
                </a:cubicBezTo>
                <a:cubicBezTo>
                  <a:pt x="164724" y="221777"/>
                  <a:pt x="149009" y="272651"/>
                  <a:pt x="101119" y="289609"/>
                </a:cubicBezTo>
                <a:cubicBezTo>
                  <a:pt x="51814" y="322029"/>
                  <a:pt x="-12455" y="258436"/>
                  <a:pt x="2095" y="207978"/>
                </a:cubicBezTo>
                <a:cubicBezTo>
                  <a:pt x="30862" y="178135"/>
                  <a:pt x="66947" y="154860"/>
                  <a:pt x="88398" y="118283"/>
                </a:cubicBezTo>
                <a:cubicBezTo>
                  <a:pt x="65200" y="110469"/>
                  <a:pt x="36683" y="110885"/>
                  <a:pt x="19721" y="90935"/>
                </a:cubicBezTo>
                <a:cubicBezTo>
                  <a:pt x="4174" y="74475"/>
                  <a:pt x="-4805" y="45547"/>
                  <a:pt x="13985" y="28007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弧形 12">
            <a:extLst>
              <a:ext uri="{FF2B5EF4-FFF2-40B4-BE49-F238E27FC236}">
                <a16:creationId xmlns:a16="http://schemas.microsoft.com/office/drawing/2014/main" id="{E3B45EA6-DA64-2CEA-C7D2-3EDCE88CE025}"/>
              </a:ext>
            </a:extLst>
          </p:cNvPr>
          <p:cNvSpPr/>
          <p:nvPr/>
        </p:nvSpPr>
        <p:spPr>
          <a:xfrm>
            <a:off x="3652108" y="985108"/>
            <a:ext cx="4887784" cy="4887784"/>
          </a:xfrm>
          <a:prstGeom prst="arc">
            <a:avLst>
              <a:gd name="adj1" fmla="val 1922915"/>
              <a:gd name="adj2" fmla="val 20921739"/>
            </a:avLst>
          </a:prstGeom>
          <a:ln w="635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Arc 12+">
            <a:extLst>
              <a:ext uri="{FF2B5EF4-FFF2-40B4-BE49-F238E27FC236}">
                <a16:creationId xmlns:a16="http://schemas.microsoft.com/office/drawing/2014/main" id="{8E4942DE-7A03-2E98-3A93-690A5C754C8B}"/>
              </a:ext>
            </a:extLst>
          </p:cNvPr>
          <p:cNvSpPr/>
          <p:nvPr/>
        </p:nvSpPr>
        <p:spPr>
          <a:xfrm>
            <a:off x="3067050" y="400050"/>
            <a:ext cx="6057900" cy="6057900"/>
          </a:xfrm>
          <a:prstGeom prst="arc">
            <a:avLst>
              <a:gd name="adj1" fmla="val 3600716"/>
              <a:gd name="adj2" fmla="val 12203539"/>
            </a:avLst>
          </a:prstGeom>
          <a:ln w="1016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Arc 12++">
            <a:extLst>
              <a:ext uri="{FF2B5EF4-FFF2-40B4-BE49-F238E27FC236}">
                <a16:creationId xmlns:a16="http://schemas.microsoft.com/office/drawing/2014/main" id="{19A7C068-A406-AFFA-76BC-16FC13024AF1}"/>
              </a:ext>
            </a:extLst>
          </p:cNvPr>
          <p:cNvSpPr/>
          <p:nvPr/>
        </p:nvSpPr>
        <p:spPr>
          <a:xfrm>
            <a:off x="2365829" y="-301171"/>
            <a:ext cx="7460342" cy="7460342"/>
          </a:xfrm>
          <a:prstGeom prst="arc">
            <a:avLst>
              <a:gd name="adj1" fmla="val 9606023"/>
              <a:gd name="adj2" fmla="val 12159905"/>
            </a:avLst>
          </a:prstGeom>
          <a:ln w="127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CA791A6C-EE1E-2683-3A8D-C70F5DE8AA8C}"/>
              </a:ext>
            </a:extLst>
          </p:cNvPr>
          <p:cNvSpPr/>
          <p:nvPr/>
        </p:nvSpPr>
        <p:spPr>
          <a:xfrm>
            <a:off x="4575916" y="1466437"/>
            <a:ext cx="307995" cy="872068"/>
          </a:xfrm>
          <a:custGeom>
            <a:avLst/>
            <a:gdLst>
              <a:gd name="connsiteX0" fmla="*/ 372617 w 380184"/>
              <a:gd name="connsiteY0" fmla="*/ 806419 h 1076464"/>
              <a:gd name="connsiteX1" fmla="*/ 374694 w 380184"/>
              <a:gd name="connsiteY1" fmla="*/ 890781 h 1076464"/>
              <a:gd name="connsiteX2" fmla="*/ 372617 w 380184"/>
              <a:gd name="connsiteY2" fmla="*/ 806419 h 1076464"/>
              <a:gd name="connsiteX3" fmla="*/ 370799 w 380184"/>
              <a:gd name="connsiteY3" fmla="*/ 751214 h 1076464"/>
              <a:gd name="connsiteX4" fmla="*/ 370885 w 380184"/>
              <a:gd name="connsiteY4" fmla="*/ 788592 h 1076464"/>
              <a:gd name="connsiteX5" fmla="*/ 370799 w 380184"/>
              <a:gd name="connsiteY5" fmla="*/ 751214 h 1076464"/>
              <a:gd name="connsiteX6" fmla="*/ 373051 w 380184"/>
              <a:gd name="connsiteY6" fmla="*/ 513789 h 1076464"/>
              <a:gd name="connsiteX7" fmla="*/ 372877 w 380184"/>
              <a:gd name="connsiteY7" fmla="*/ 743514 h 1076464"/>
              <a:gd name="connsiteX8" fmla="*/ 373051 w 380184"/>
              <a:gd name="connsiteY8" fmla="*/ 513789 h 1076464"/>
              <a:gd name="connsiteX9" fmla="*/ 373309 w 380184"/>
              <a:gd name="connsiteY9" fmla="*/ 374914 h 1076464"/>
              <a:gd name="connsiteX10" fmla="*/ 372963 w 380184"/>
              <a:gd name="connsiteY10" fmla="*/ 490598 h 1076464"/>
              <a:gd name="connsiteX11" fmla="*/ 373309 w 380184"/>
              <a:gd name="connsiteY11" fmla="*/ 374914 h 1076464"/>
              <a:gd name="connsiteX12" fmla="*/ 3495 w 380184"/>
              <a:gd name="connsiteY12" fmla="*/ 359600 h 1076464"/>
              <a:gd name="connsiteX13" fmla="*/ 12068 w 380184"/>
              <a:gd name="connsiteY13" fmla="*/ 361158 h 1076464"/>
              <a:gd name="connsiteX14" fmla="*/ 19864 w 380184"/>
              <a:gd name="connsiteY14" fmla="*/ 485927 h 1076464"/>
              <a:gd name="connsiteX15" fmla="*/ 18998 w 380184"/>
              <a:gd name="connsiteY15" fmla="*/ 617272 h 1076464"/>
              <a:gd name="connsiteX16" fmla="*/ 23675 w 380184"/>
              <a:gd name="connsiteY16" fmla="*/ 775529 h 1076464"/>
              <a:gd name="connsiteX17" fmla="*/ 13109 w 380184"/>
              <a:gd name="connsiteY17" fmla="*/ 834972 h 1076464"/>
              <a:gd name="connsiteX18" fmla="*/ 8864 w 380184"/>
              <a:gd name="connsiteY18" fmla="*/ 933956 h 1076464"/>
              <a:gd name="connsiteX19" fmla="*/ 8952 w 380184"/>
              <a:gd name="connsiteY19" fmla="*/ 800794 h 1076464"/>
              <a:gd name="connsiteX20" fmla="*/ 1502 w 380184"/>
              <a:gd name="connsiteY20" fmla="*/ 724478 h 1076464"/>
              <a:gd name="connsiteX21" fmla="*/ 7652 w 380184"/>
              <a:gd name="connsiteY21" fmla="*/ 593480 h 1076464"/>
              <a:gd name="connsiteX22" fmla="*/ 2022 w 380184"/>
              <a:gd name="connsiteY22" fmla="*/ 522009 h 1076464"/>
              <a:gd name="connsiteX23" fmla="*/ 3495 w 380184"/>
              <a:gd name="connsiteY23" fmla="*/ 359600 h 1076464"/>
              <a:gd name="connsiteX24" fmla="*/ 371665 w 380184"/>
              <a:gd name="connsiteY24" fmla="*/ 278005 h 1076464"/>
              <a:gd name="connsiteX25" fmla="*/ 372097 w 380184"/>
              <a:gd name="connsiteY25" fmla="*/ 360638 h 1076464"/>
              <a:gd name="connsiteX26" fmla="*/ 371665 w 380184"/>
              <a:gd name="connsiteY26" fmla="*/ 278005 h 1076464"/>
              <a:gd name="connsiteX27" fmla="*/ 369585 w 380184"/>
              <a:gd name="connsiteY27" fmla="*/ 192087 h 1076464"/>
              <a:gd name="connsiteX28" fmla="*/ 375908 w 380184"/>
              <a:gd name="connsiteY28" fmla="*/ 210171 h 1076464"/>
              <a:gd name="connsiteX29" fmla="*/ 369585 w 380184"/>
              <a:gd name="connsiteY29" fmla="*/ 192087 h 1076464"/>
              <a:gd name="connsiteX30" fmla="*/ 221052 w 380184"/>
              <a:gd name="connsiteY30" fmla="*/ 65931 h 1076464"/>
              <a:gd name="connsiteX31" fmla="*/ 221052 w 380184"/>
              <a:gd name="connsiteY31" fmla="*/ 73807 h 1076464"/>
              <a:gd name="connsiteX32" fmla="*/ 268687 w 380184"/>
              <a:gd name="connsiteY32" fmla="*/ 71471 h 1076464"/>
              <a:gd name="connsiteX33" fmla="*/ 324202 w 380184"/>
              <a:gd name="connsiteY33" fmla="*/ 75104 h 1076464"/>
              <a:gd name="connsiteX34" fmla="*/ 328879 w 380184"/>
              <a:gd name="connsiteY34" fmla="*/ 290641 h 1076464"/>
              <a:gd name="connsiteX35" fmla="*/ 325502 w 380184"/>
              <a:gd name="connsiteY35" fmla="*/ 618484 h 1076464"/>
              <a:gd name="connsiteX36" fmla="*/ 325070 w 380184"/>
              <a:gd name="connsiteY36" fmla="*/ 877976 h 1076464"/>
              <a:gd name="connsiteX37" fmla="*/ 332432 w 380184"/>
              <a:gd name="connsiteY37" fmla="*/ 1022820 h 1076464"/>
              <a:gd name="connsiteX38" fmla="*/ 348625 w 380184"/>
              <a:gd name="connsiteY38" fmla="*/ 1028357 h 1076464"/>
              <a:gd name="connsiteX39" fmla="*/ 373917 w 380184"/>
              <a:gd name="connsiteY39" fmla="*/ 929112 h 1076464"/>
              <a:gd name="connsiteX40" fmla="*/ 365428 w 380184"/>
              <a:gd name="connsiteY40" fmla="*/ 1066948 h 1076464"/>
              <a:gd name="connsiteX41" fmla="*/ 334421 w 380184"/>
              <a:gd name="connsiteY41" fmla="*/ 1073524 h 1076464"/>
              <a:gd name="connsiteX42" fmla="*/ 112879 w 380184"/>
              <a:gd name="connsiteY42" fmla="*/ 1076464 h 1076464"/>
              <a:gd name="connsiteX43" fmla="*/ 195071 w 380184"/>
              <a:gd name="connsiteY43" fmla="*/ 1063485 h 1076464"/>
              <a:gd name="connsiteX44" fmla="*/ 316494 w 380184"/>
              <a:gd name="connsiteY44" fmla="*/ 1056219 h 1076464"/>
              <a:gd name="connsiteX45" fmla="*/ 347933 w 380184"/>
              <a:gd name="connsiteY45" fmla="*/ 1043240 h 1076464"/>
              <a:gd name="connsiteX46" fmla="*/ 237248 w 380184"/>
              <a:gd name="connsiteY46" fmla="*/ 1025760 h 1076464"/>
              <a:gd name="connsiteX47" fmla="*/ 132453 w 380184"/>
              <a:gd name="connsiteY47" fmla="*/ 1023339 h 1076464"/>
              <a:gd name="connsiteX48" fmla="*/ 38657 w 380184"/>
              <a:gd name="connsiteY48" fmla="*/ 1012177 h 1076464"/>
              <a:gd name="connsiteX49" fmla="*/ 50956 w 380184"/>
              <a:gd name="connsiteY49" fmla="*/ 929892 h 1076464"/>
              <a:gd name="connsiteX50" fmla="*/ 53034 w 380184"/>
              <a:gd name="connsiteY50" fmla="*/ 811265 h 1076464"/>
              <a:gd name="connsiteX51" fmla="*/ 37099 w 380184"/>
              <a:gd name="connsiteY51" fmla="*/ 814639 h 1076464"/>
              <a:gd name="connsiteX52" fmla="*/ 52599 w 380184"/>
              <a:gd name="connsiteY52" fmla="*/ 794218 h 1076464"/>
              <a:gd name="connsiteX53" fmla="*/ 52341 w 380184"/>
              <a:gd name="connsiteY53" fmla="*/ 772932 h 1076464"/>
              <a:gd name="connsiteX54" fmla="*/ 35538 w 380184"/>
              <a:gd name="connsiteY54" fmla="*/ 772327 h 1076464"/>
              <a:gd name="connsiteX55" fmla="*/ 52253 w 380184"/>
              <a:gd name="connsiteY55" fmla="*/ 768434 h 1076464"/>
              <a:gd name="connsiteX56" fmla="*/ 53034 w 380184"/>
              <a:gd name="connsiteY56" fmla="*/ 724479 h 1076464"/>
              <a:gd name="connsiteX57" fmla="*/ 41429 w 380184"/>
              <a:gd name="connsiteY57" fmla="*/ 729758 h 1076464"/>
              <a:gd name="connsiteX58" fmla="*/ 49222 w 380184"/>
              <a:gd name="connsiteY58" fmla="*/ 558522 h 1076464"/>
              <a:gd name="connsiteX59" fmla="*/ 44026 w 380184"/>
              <a:gd name="connsiteY59" fmla="*/ 402862 h 1076464"/>
              <a:gd name="connsiteX60" fmla="*/ 50176 w 380184"/>
              <a:gd name="connsiteY60" fmla="*/ 318154 h 1076464"/>
              <a:gd name="connsiteX61" fmla="*/ 52426 w 380184"/>
              <a:gd name="connsiteY61" fmla="*/ 260528 h 1076464"/>
              <a:gd name="connsiteX62" fmla="*/ 11895 w 380184"/>
              <a:gd name="connsiteY62" fmla="*/ 343073 h 1076464"/>
              <a:gd name="connsiteX63" fmla="*/ 376 w 380184"/>
              <a:gd name="connsiteY63" fmla="*/ 308203 h 1076464"/>
              <a:gd name="connsiteX64" fmla="*/ 3407 w 380184"/>
              <a:gd name="connsiteY64" fmla="*/ 241407 h 1076464"/>
              <a:gd name="connsiteX65" fmla="*/ 9730 w 380184"/>
              <a:gd name="connsiteY65" fmla="*/ 96649 h 1076464"/>
              <a:gd name="connsiteX66" fmla="*/ 23326 w 380184"/>
              <a:gd name="connsiteY66" fmla="*/ 256461 h 1076464"/>
              <a:gd name="connsiteX67" fmla="*/ 51907 w 380184"/>
              <a:gd name="connsiteY67" fmla="*/ 258884 h 1076464"/>
              <a:gd name="connsiteX68" fmla="*/ 52168 w 380184"/>
              <a:gd name="connsiteY68" fmla="*/ 69306 h 1076464"/>
              <a:gd name="connsiteX69" fmla="*/ 126391 w 380184"/>
              <a:gd name="connsiteY69" fmla="*/ 67750 h 1076464"/>
              <a:gd name="connsiteX70" fmla="*/ 221052 w 380184"/>
              <a:gd name="connsiteY70" fmla="*/ 65931 h 1076464"/>
              <a:gd name="connsiteX71" fmla="*/ 218886 w 380184"/>
              <a:gd name="connsiteY71" fmla="*/ 0 h 1076464"/>
              <a:gd name="connsiteX72" fmla="*/ 321344 w 380184"/>
              <a:gd name="connsiteY72" fmla="*/ 15057 h 1076464"/>
              <a:gd name="connsiteX73" fmla="*/ 320739 w 380184"/>
              <a:gd name="connsiteY73" fmla="*/ 26217 h 1076464"/>
              <a:gd name="connsiteX74" fmla="*/ 194724 w 380184"/>
              <a:gd name="connsiteY74" fmla="*/ 21979 h 1076464"/>
              <a:gd name="connsiteX75" fmla="*/ 78756 w 380184"/>
              <a:gd name="connsiteY75" fmla="*/ 17046 h 1076464"/>
              <a:gd name="connsiteX76" fmla="*/ 195678 w 380184"/>
              <a:gd name="connsiteY76" fmla="*/ 4240 h 1076464"/>
              <a:gd name="connsiteX77" fmla="*/ 218886 w 380184"/>
              <a:gd name="connsiteY77" fmla="*/ 0 h 1076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80184" h="1076464">
                <a:moveTo>
                  <a:pt x="372617" y="806419"/>
                </a:moveTo>
                <a:cubicBezTo>
                  <a:pt x="375908" y="834282"/>
                  <a:pt x="379024" y="862661"/>
                  <a:pt x="374694" y="890781"/>
                </a:cubicBezTo>
                <a:cubicBezTo>
                  <a:pt x="362743" y="864046"/>
                  <a:pt x="369844" y="834194"/>
                  <a:pt x="372617" y="806419"/>
                </a:cubicBezTo>
                <a:close/>
                <a:moveTo>
                  <a:pt x="370799" y="751214"/>
                </a:moveTo>
                <a:cubicBezTo>
                  <a:pt x="382923" y="753376"/>
                  <a:pt x="382665" y="785825"/>
                  <a:pt x="370885" y="788592"/>
                </a:cubicBezTo>
                <a:cubicBezTo>
                  <a:pt x="364562" y="777603"/>
                  <a:pt x="364215" y="761769"/>
                  <a:pt x="370799" y="751214"/>
                </a:cubicBezTo>
                <a:close/>
                <a:moveTo>
                  <a:pt x="373051" y="513789"/>
                </a:moveTo>
                <a:cubicBezTo>
                  <a:pt x="379459" y="590105"/>
                  <a:pt x="378159" y="667027"/>
                  <a:pt x="372877" y="743514"/>
                </a:cubicBezTo>
                <a:cubicBezTo>
                  <a:pt x="366381" y="667198"/>
                  <a:pt x="365254" y="589931"/>
                  <a:pt x="373051" y="513789"/>
                </a:cubicBezTo>
                <a:close/>
                <a:moveTo>
                  <a:pt x="373309" y="374914"/>
                </a:moveTo>
                <a:cubicBezTo>
                  <a:pt x="379890" y="413070"/>
                  <a:pt x="377813" y="452180"/>
                  <a:pt x="372963" y="490598"/>
                </a:cubicBezTo>
                <a:cubicBezTo>
                  <a:pt x="367505" y="452353"/>
                  <a:pt x="364213" y="412727"/>
                  <a:pt x="373309" y="374914"/>
                </a:cubicBezTo>
                <a:close/>
                <a:moveTo>
                  <a:pt x="3495" y="359600"/>
                </a:moveTo>
                <a:cubicBezTo>
                  <a:pt x="5660" y="360031"/>
                  <a:pt x="9903" y="360812"/>
                  <a:pt x="12068" y="361158"/>
                </a:cubicBezTo>
                <a:cubicBezTo>
                  <a:pt x="32509" y="399834"/>
                  <a:pt x="15621" y="444481"/>
                  <a:pt x="19864" y="485927"/>
                </a:cubicBezTo>
                <a:cubicBezTo>
                  <a:pt x="24802" y="529623"/>
                  <a:pt x="12417" y="573405"/>
                  <a:pt x="18998" y="617272"/>
                </a:cubicBezTo>
                <a:cubicBezTo>
                  <a:pt x="26445" y="669793"/>
                  <a:pt x="21337" y="722835"/>
                  <a:pt x="23675" y="775529"/>
                </a:cubicBezTo>
                <a:cubicBezTo>
                  <a:pt x="29305" y="796293"/>
                  <a:pt x="17440" y="815071"/>
                  <a:pt x="13109" y="834972"/>
                </a:cubicBezTo>
                <a:cubicBezTo>
                  <a:pt x="8345" y="867679"/>
                  <a:pt x="13802" y="901076"/>
                  <a:pt x="8864" y="933956"/>
                </a:cubicBezTo>
                <a:cubicBezTo>
                  <a:pt x="3148" y="889655"/>
                  <a:pt x="9037" y="845096"/>
                  <a:pt x="8952" y="800794"/>
                </a:cubicBezTo>
                <a:cubicBezTo>
                  <a:pt x="9903" y="774921"/>
                  <a:pt x="-3606" y="750175"/>
                  <a:pt x="1502" y="724478"/>
                </a:cubicBezTo>
                <a:cubicBezTo>
                  <a:pt x="11117" y="681474"/>
                  <a:pt x="10425" y="637000"/>
                  <a:pt x="7652" y="593480"/>
                </a:cubicBezTo>
                <a:cubicBezTo>
                  <a:pt x="1071" y="570031"/>
                  <a:pt x="-1702" y="545977"/>
                  <a:pt x="2022" y="522009"/>
                </a:cubicBezTo>
                <a:cubicBezTo>
                  <a:pt x="2802" y="467842"/>
                  <a:pt x="2629" y="413764"/>
                  <a:pt x="3495" y="359600"/>
                </a:cubicBezTo>
                <a:close/>
                <a:moveTo>
                  <a:pt x="371665" y="278005"/>
                </a:moveTo>
                <a:cubicBezTo>
                  <a:pt x="379458" y="305002"/>
                  <a:pt x="377207" y="333208"/>
                  <a:pt x="372097" y="360638"/>
                </a:cubicBezTo>
                <a:cubicBezTo>
                  <a:pt x="368115" y="333208"/>
                  <a:pt x="366642" y="305260"/>
                  <a:pt x="371665" y="278005"/>
                </a:cubicBezTo>
                <a:close/>
                <a:moveTo>
                  <a:pt x="369585" y="192087"/>
                </a:moveTo>
                <a:cubicBezTo>
                  <a:pt x="381104" y="193384"/>
                  <a:pt x="383269" y="199355"/>
                  <a:pt x="375908" y="210171"/>
                </a:cubicBezTo>
                <a:cubicBezTo>
                  <a:pt x="364130" y="208613"/>
                  <a:pt x="362050" y="202557"/>
                  <a:pt x="369585" y="192087"/>
                </a:cubicBezTo>
                <a:close/>
                <a:moveTo>
                  <a:pt x="221052" y="65931"/>
                </a:moveTo>
                <a:lnTo>
                  <a:pt x="221052" y="73807"/>
                </a:lnTo>
                <a:cubicBezTo>
                  <a:pt x="236729" y="70432"/>
                  <a:pt x="253271" y="62644"/>
                  <a:pt x="268687" y="71471"/>
                </a:cubicBezTo>
                <a:cubicBezTo>
                  <a:pt x="286963" y="73546"/>
                  <a:pt x="307660" y="64722"/>
                  <a:pt x="324202" y="75104"/>
                </a:cubicBezTo>
                <a:cubicBezTo>
                  <a:pt x="326801" y="146921"/>
                  <a:pt x="322037" y="218909"/>
                  <a:pt x="328879" y="290641"/>
                </a:cubicBezTo>
                <a:cubicBezTo>
                  <a:pt x="317448" y="399749"/>
                  <a:pt x="338579" y="509288"/>
                  <a:pt x="325502" y="618484"/>
                </a:cubicBezTo>
                <a:cubicBezTo>
                  <a:pt x="330613" y="704665"/>
                  <a:pt x="331910" y="791622"/>
                  <a:pt x="325070" y="877976"/>
                </a:cubicBezTo>
                <a:cubicBezTo>
                  <a:pt x="332778" y="925910"/>
                  <a:pt x="325070" y="975056"/>
                  <a:pt x="332432" y="1022820"/>
                </a:cubicBezTo>
                <a:cubicBezTo>
                  <a:pt x="336413" y="1024202"/>
                  <a:pt x="344555" y="1026972"/>
                  <a:pt x="348625" y="1028357"/>
                </a:cubicBezTo>
                <a:cubicBezTo>
                  <a:pt x="357720" y="995392"/>
                  <a:pt x="368721" y="962943"/>
                  <a:pt x="373917" y="929112"/>
                </a:cubicBezTo>
                <a:cubicBezTo>
                  <a:pt x="371578" y="974971"/>
                  <a:pt x="376860" y="1021869"/>
                  <a:pt x="365428" y="1066948"/>
                </a:cubicBezTo>
                <a:cubicBezTo>
                  <a:pt x="357201" y="1075252"/>
                  <a:pt x="344902" y="1072573"/>
                  <a:pt x="334421" y="1073524"/>
                </a:cubicBezTo>
                <a:cubicBezTo>
                  <a:pt x="260547" y="1073870"/>
                  <a:pt x="186671" y="1069284"/>
                  <a:pt x="112879" y="1076464"/>
                </a:cubicBezTo>
                <a:cubicBezTo>
                  <a:pt x="137822" y="1062881"/>
                  <a:pt x="167617" y="1064785"/>
                  <a:pt x="195071" y="1063485"/>
                </a:cubicBezTo>
                <a:cubicBezTo>
                  <a:pt x="235775" y="1068764"/>
                  <a:pt x="275790" y="1057170"/>
                  <a:pt x="316494" y="1056219"/>
                </a:cubicBezTo>
                <a:cubicBezTo>
                  <a:pt x="328620" y="1056909"/>
                  <a:pt x="338840" y="1050248"/>
                  <a:pt x="347933" y="1043240"/>
                </a:cubicBezTo>
                <a:cubicBezTo>
                  <a:pt x="314502" y="1021435"/>
                  <a:pt x="273883" y="1034933"/>
                  <a:pt x="237248" y="1025760"/>
                </a:cubicBezTo>
                <a:cubicBezTo>
                  <a:pt x="202518" y="1018321"/>
                  <a:pt x="167268" y="1030434"/>
                  <a:pt x="132453" y="1023339"/>
                </a:cubicBezTo>
                <a:cubicBezTo>
                  <a:pt x="101621" y="1016244"/>
                  <a:pt x="66111" y="1030693"/>
                  <a:pt x="38657" y="1012177"/>
                </a:cubicBezTo>
                <a:cubicBezTo>
                  <a:pt x="43334" y="984661"/>
                  <a:pt x="44026" y="956801"/>
                  <a:pt x="50956" y="929892"/>
                </a:cubicBezTo>
                <a:cubicBezTo>
                  <a:pt x="54160" y="890348"/>
                  <a:pt x="50607" y="850721"/>
                  <a:pt x="53034" y="811265"/>
                </a:cubicBezTo>
                <a:lnTo>
                  <a:pt x="37099" y="814639"/>
                </a:lnTo>
                <a:cubicBezTo>
                  <a:pt x="42207" y="807632"/>
                  <a:pt x="47403" y="800794"/>
                  <a:pt x="52599" y="794218"/>
                </a:cubicBezTo>
                <a:cubicBezTo>
                  <a:pt x="52514" y="788854"/>
                  <a:pt x="52426" y="778211"/>
                  <a:pt x="52341" y="772932"/>
                </a:cubicBezTo>
                <a:lnTo>
                  <a:pt x="35538" y="772327"/>
                </a:lnTo>
                <a:cubicBezTo>
                  <a:pt x="39695" y="771377"/>
                  <a:pt x="48096" y="769384"/>
                  <a:pt x="52253" y="768434"/>
                </a:cubicBezTo>
                <a:cubicBezTo>
                  <a:pt x="52341" y="753638"/>
                  <a:pt x="52599" y="739016"/>
                  <a:pt x="53034" y="724479"/>
                </a:cubicBezTo>
                <a:lnTo>
                  <a:pt x="41429" y="729758"/>
                </a:lnTo>
                <a:cubicBezTo>
                  <a:pt x="52860" y="672909"/>
                  <a:pt x="35106" y="614936"/>
                  <a:pt x="49222" y="558522"/>
                </a:cubicBezTo>
                <a:cubicBezTo>
                  <a:pt x="52514" y="506694"/>
                  <a:pt x="57623" y="453393"/>
                  <a:pt x="44026" y="402862"/>
                </a:cubicBezTo>
                <a:cubicBezTo>
                  <a:pt x="41514" y="374395"/>
                  <a:pt x="42987" y="345670"/>
                  <a:pt x="50176" y="318154"/>
                </a:cubicBezTo>
                <a:cubicBezTo>
                  <a:pt x="50607" y="298772"/>
                  <a:pt x="51907" y="279563"/>
                  <a:pt x="52426" y="260528"/>
                </a:cubicBezTo>
                <a:cubicBezTo>
                  <a:pt x="2368" y="252569"/>
                  <a:pt x="28349" y="319885"/>
                  <a:pt x="11895" y="343073"/>
                </a:cubicBezTo>
                <a:cubicBezTo>
                  <a:pt x="-5427" y="341084"/>
                  <a:pt x="1676" y="319712"/>
                  <a:pt x="376" y="308203"/>
                </a:cubicBezTo>
                <a:cubicBezTo>
                  <a:pt x="2022" y="285881"/>
                  <a:pt x="4965" y="263644"/>
                  <a:pt x="3407" y="241407"/>
                </a:cubicBezTo>
                <a:cubicBezTo>
                  <a:pt x="5311" y="193039"/>
                  <a:pt x="-1962" y="144239"/>
                  <a:pt x="9730" y="96649"/>
                </a:cubicBezTo>
                <a:cubicBezTo>
                  <a:pt x="15706" y="149776"/>
                  <a:pt x="10942" y="203767"/>
                  <a:pt x="23326" y="256461"/>
                </a:cubicBezTo>
                <a:cubicBezTo>
                  <a:pt x="30515" y="257068"/>
                  <a:pt x="44806" y="258280"/>
                  <a:pt x="51907" y="258884"/>
                </a:cubicBezTo>
                <a:cubicBezTo>
                  <a:pt x="52426" y="195633"/>
                  <a:pt x="51995" y="132472"/>
                  <a:pt x="52168" y="69306"/>
                </a:cubicBezTo>
                <a:cubicBezTo>
                  <a:pt x="76937" y="67143"/>
                  <a:pt x="102053" y="73892"/>
                  <a:pt x="126391" y="67750"/>
                </a:cubicBezTo>
                <a:cubicBezTo>
                  <a:pt x="157741" y="58404"/>
                  <a:pt x="190394" y="78910"/>
                  <a:pt x="221052" y="65931"/>
                </a:cubicBezTo>
                <a:close/>
                <a:moveTo>
                  <a:pt x="218886" y="0"/>
                </a:moveTo>
                <a:cubicBezTo>
                  <a:pt x="252751" y="7183"/>
                  <a:pt x="288608" y="1470"/>
                  <a:pt x="321344" y="15057"/>
                </a:cubicBezTo>
                <a:lnTo>
                  <a:pt x="320739" y="26217"/>
                </a:lnTo>
                <a:cubicBezTo>
                  <a:pt x="278732" y="25354"/>
                  <a:pt x="236297" y="29418"/>
                  <a:pt x="194724" y="21979"/>
                </a:cubicBezTo>
                <a:cubicBezTo>
                  <a:pt x="156444" y="15315"/>
                  <a:pt x="117471" y="14883"/>
                  <a:pt x="78756" y="17046"/>
                </a:cubicBezTo>
                <a:cubicBezTo>
                  <a:pt x="114525" y="-9432"/>
                  <a:pt x="156790" y="16961"/>
                  <a:pt x="195678" y="4240"/>
                </a:cubicBezTo>
                <a:cubicBezTo>
                  <a:pt x="201479" y="3201"/>
                  <a:pt x="213086" y="1039"/>
                  <a:pt x="218886" y="0"/>
                </a:cubicBezTo>
                <a:close/>
              </a:path>
            </a:pathLst>
          </a:custGeom>
          <a:solidFill>
            <a:srgbClr val="FF0000"/>
          </a:solidFill>
          <a:ln w="331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2400" dirty="0">
              <a:cs typeface="+mn-ea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EE06D71-494D-87F3-D931-012048CB0F6B}"/>
              </a:ext>
            </a:extLst>
          </p:cNvPr>
          <p:cNvSpPr txBox="1"/>
          <p:nvPr/>
        </p:nvSpPr>
        <p:spPr>
          <a:xfrm>
            <a:off x="4664605" y="1619348"/>
            <a:ext cx="140642" cy="137963"/>
          </a:xfrm>
          <a:custGeom>
            <a:avLst/>
            <a:gdLst/>
            <a:ahLst/>
            <a:cxnLst/>
            <a:rect l="l" t="t" r="r" b="b"/>
            <a:pathLst>
              <a:path w="140642" h="137963">
                <a:moveTo>
                  <a:pt x="52834" y="31402"/>
                </a:moveTo>
                <a:lnTo>
                  <a:pt x="55512" y="31402"/>
                </a:lnTo>
                <a:lnTo>
                  <a:pt x="55512" y="32295"/>
                </a:lnTo>
                <a:lnTo>
                  <a:pt x="61763" y="32295"/>
                </a:lnTo>
                <a:lnTo>
                  <a:pt x="61763" y="33188"/>
                </a:lnTo>
                <a:lnTo>
                  <a:pt x="62656" y="33188"/>
                </a:lnTo>
                <a:lnTo>
                  <a:pt x="62656" y="32295"/>
                </a:lnTo>
                <a:lnTo>
                  <a:pt x="65335" y="32295"/>
                </a:lnTo>
                <a:lnTo>
                  <a:pt x="65335" y="33188"/>
                </a:lnTo>
                <a:lnTo>
                  <a:pt x="73521" y="33188"/>
                </a:lnTo>
                <a:lnTo>
                  <a:pt x="73521" y="34081"/>
                </a:lnTo>
                <a:lnTo>
                  <a:pt x="72628" y="34081"/>
                </a:lnTo>
                <a:lnTo>
                  <a:pt x="72628" y="34974"/>
                </a:lnTo>
                <a:lnTo>
                  <a:pt x="71735" y="34974"/>
                </a:lnTo>
                <a:lnTo>
                  <a:pt x="71735" y="35867"/>
                </a:lnTo>
                <a:lnTo>
                  <a:pt x="70842" y="35867"/>
                </a:lnTo>
                <a:lnTo>
                  <a:pt x="70842" y="36760"/>
                </a:lnTo>
                <a:lnTo>
                  <a:pt x="67121" y="36760"/>
                </a:lnTo>
                <a:lnTo>
                  <a:pt x="67121" y="35867"/>
                </a:lnTo>
                <a:lnTo>
                  <a:pt x="65335" y="35867"/>
                </a:lnTo>
                <a:lnTo>
                  <a:pt x="65335" y="36760"/>
                </a:lnTo>
                <a:lnTo>
                  <a:pt x="63549" y="36760"/>
                </a:lnTo>
                <a:lnTo>
                  <a:pt x="63549" y="35867"/>
                </a:lnTo>
                <a:lnTo>
                  <a:pt x="53726" y="35867"/>
                </a:lnTo>
                <a:lnTo>
                  <a:pt x="53726" y="36760"/>
                </a:lnTo>
                <a:lnTo>
                  <a:pt x="52834" y="36760"/>
                </a:lnTo>
                <a:lnTo>
                  <a:pt x="52834" y="35867"/>
                </a:lnTo>
                <a:lnTo>
                  <a:pt x="51941" y="35867"/>
                </a:lnTo>
                <a:lnTo>
                  <a:pt x="51941" y="34974"/>
                </a:lnTo>
                <a:lnTo>
                  <a:pt x="49262" y="34974"/>
                </a:lnTo>
                <a:lnTo>
                  <a:pt x="49262" y="35867"/>
                </a:lnTo>
                <a:lnTo>
                  <a:pt x="43011" y="35867"/>
                </a:lnTo>
                <a:lnTo>
                  <a:pt x="43011" y="34974"/>
                </a:lnTo>
                <a:lnTo>
                  <a:pt x="42118" y="34974"/>
                </a:lnTo>
                <a:lnTo>
                  <a:pt x="42118" y="33188"/>
                </a:lnTo>
                <a:lnTo>
                  <a:pt x="51048" y="33188"/>
                </a:lnTo>
                <a:lnTo>
                  <a:pt x="51048" y="32295"/>
                </a:lnTo>
                <a:lnTo>
                  <a:pt x="52834" y="32295"/>
                </a:lnTo>
                <a:close/>
                <a:moveTo>
                  <a:pt x="120997" y="21431"/>
                </a:moveTo>
                <a:lnTo>
                  <a:pt x="124569" y="21431"/>
                </a:lnTo>
                <a:lnTo>
                  <a:pt x="124569" y="22324"/>
                </a:lnTo>
                <a:lnTo>
                  <a:pt x="127248" y="22324"/>
                </a:lnTo>
                <a:lnTo>
                  <a:pt x="127248" y="23366"/>
                </a:lnTo>
                <a:lnTo>
                  <a:pt x="128141" y="23366"/>
                </a:lnTo>
                <a:lnTo>
                  <a:pt x="128141" y="24259"/>
                </a:lnTo>
                <a:lnTo>
                  <a:pt x="129034" y="24259"/>
                </a:lnTo>
                <a:lnTo>
                  <a:pt x="129034" y="25152"/>
                </a:lnTo>
                <a:lnTo>
                  <a:pt x="129926" y="25152"/>
                </a:lnTo>
                <a:lnTo>
                  <a:pt x="129926" y="26045"/>
                </a:lnTo>
                <a:lnTo>
                  <a:pt x="130819" y="26045"/>
                </a:lnTo>
                <a:lnTo>
                  <a:pt x="130819" y="27831"/>
                </a:lnTo>
                <a:lnTo>
                  <a:pt x="131712" y="27831"/>
                </a:lnTo>
                <a:lnTo>
                  <a:pt x="131712" y="28724"/>
                </a:lnTo>
                <a:lnTo>
                  <a:pt x="132605" y="28724"/>
                </a:lnTo>
                <a:lnTo>
                  <a:pt x="132605" y="29617"/>
                </a:lnTo>
                <a:lnTo>
                  <a:pt x="133498" y="29617"/>
                </a:lnTo>
                <a:lnTo>
                  <a:pt x="133498" y="30509"/>
                </a:lnTo>
                <a:lnTo>
                  <a:pt x="135284" y="30509"/>
                </a:lnTo>
                <a:lnTo>
                  <a:pt x="135284" y="31402"/>
                </a:lnTo>
                <a:lnTo>
                  <a:pt x="136177" y="31402"/>
                </a:lnTo>
                <a:lnTo>
                  <a:pt x="136177" y="34974"/>
                </a:lnTo>
                <a:lnTo>
                  <a:pt x="135284" y="34974"/>
                </a:lnTo>
                <a:lnTo>
                  <a:pt x="135284" y="35867"/>
                </a:lnTo>
                <a:lnTo>
                  <a:pt x="129926" y="35867"/>
                </a:lnTo>
                <a:lnTo>
                  <a:pt x="129926" y="37653"/>
                </a:lnTo>
                <a:lnTo>
                  <a:pt x="129034" y="37653"/>
                </a:lnTo>
                <a:lnTo>
                  <a:pt x="129034" y="38546"/>
                </a:lnTo>
                <a:lnTo>
                  <a:pt x="125462" y="38546"/>
                </a:lnTo>
                <a:lnTo>
                  <a:pt x="125462" y="36760"/>
                </a:lnTo>
                <a:lnTo>
                  <a:pt x="122783" y="36760"/>
                </a:lnTo>
                <a:lnTo>
                  <a:pt x="122783" y="37653"/>
                </a:lnTo>
                <a:lnTo>
                  <a:pt x="120997" y="37653"/>
                </a:lnTo>
                <a:lnTo>
                  <a:pt x="120997" y="36760"/>
                </a:lnTo>
                <a:lnTo>
                  <a:pt x="115639" y="36760"/>
                </a:lnTo>
                <a:lnTo>
                  <a:pt x="115639" y="35867"/>
                </a:lnTo>
                <a:lnTo>
                  <a:pt x="111918" y="35867"/>
                </a:lnTo>
                <a:lnTo>
                  <a:pt x="111918" y="36760"/>
                </a:lnTo>
                <a:lnTo>
                  <a:pt x="110132" y="36760"/>
                </a:lnTo>
                <a:lnTo>
                  <a:pt x="110132" y="37653"/>
                </a:lnTo>
                <a:lnTo>
                  <a:pt x="107453" y="37653"/>
                </a:lnTo>
                <a:lnTo>
                  <a:pt x="107453" y="36760"/>
                </a:lnTo>
                <a:lnTo>
                  <a:pt x="102989" y="36760"/>
                </a:lnTo>
                <a:lnTo>
                  <a:pt x="102989" y="35867"/>
                </a:lnTo>
                <a:lnTo>
                  <a:pt x="100310" y="35867"/>
                </a:lnTo>
                <a:lnTo>
                  <a:pt x="100310" y="34974"/>
                </a:lnTo>
                <a:lnTo>
                  <a:pt x="97631" y="34974"/>
                </a:lnTo>
                <a:lnTo>
                  <a:pt x="97631" y="35867"/>
                </a:lnTo>
                <a:lnTo>
                  <a:pt x="94952" y="35867"/>
                </a:lnTo>
                <a:lnTo>
                  <a:pt x="94952" y="36760"/>
                </a:lnTo>
                <a:lnTo>
                  <a:pt x="91380" y="36760"/>
                </a:lnTo>
                <a:lnTo>
                  <a:pt x="91380" y="35867"/>
                </a:lnTo>
                <a:lnTo>
                  <a:pt x="90487" y="35867"/>
                </a:lnTo>
                <a:lnTo>
                  <a:pt x="90487" y="34974"/>
                </a:lnTo>
                <a:lnTo>
                  <a:pt x="89594" y="34974"/>
                </a:lnTo>
                <a:lnTo>
                  <a:pt x="89594" y="34081"/>
                </a:lnTo>
                <a:lnTo>
                  <a:pt x="90487" y="34081"/>
                </a:lnTo>
                <a:lnTo>
                  <a:pt x="90487" y="33188"/>
                </a:lnTo>
                <a:lnTo>
                  <a:pt x="95845" y="33188"/>
                </a:lnTo>
                <a:lnTo>
                  <a:pt x="95845" y="32295"/>
                </a:lnTo>
                <a:lnTo>
                  <a:pt x="100310" y="32295"/>
                </a:lnTo>
                <a:lnTo>
                  <a:pt x="100310" y="33188"/>
                </a:lnTo>
                <a:lnTo>
                  <a:pt x="103882" y="33188"/>
                </a:lnTo>
                <a:lnTo>
                  <a:pt x="103882" y="32295"/>
                </a:lnTo>
                <a:lnTo>
                  <a:pt x="105667" y="32295"/>
                </a:lnTo>
                <a:lnTo>
                  <a:pt x="105667" y="33188"/>
                </a:lnTo>
                <a:lnTo>
                  <a:pt x="109239" y="33188"/>
                </a:lnTo>
                <a:lnTo>
                  <a:pt x="109239" y="32295"/>
                </a:lnTo>
                <a:lnTo>
                  <a:pt x="111025" y="32295"/>
                </a:lnTo>
                <a:lnTo>
                  <a:pt x="111025" y="31402"/>
                </a:lnTo>
                <a:lnTo>
                  <a:pt x="111918" y="31402"/>
                </a:lnTo>
                <a:lnTo>
                  <a:pt x="111918" y="29617"/>
                </a:lnTo>
                <a:lnTo>
                  <a:pt x="112811" y="29617"/>
                </a:lnTo>
                <a:lnTo>
                  <a:pt x="112811" y="28724"/>
                </a:lnTo>
                <a:lnTo>
                  <a:pt x="115639" y="28724"/>
                </a:lnTo>
                <a:lnTo>
                  <a:pt x="115639" y="27831"/>
                </a:lnTo>
                <a:lnTo>
                  <a:pt x="116532" y="27831"/>
                </a:lnTo>
                <a:lnTo>
                  <a:pt x="116532" y="25152"/>
                </a:lnTo>
                <a:lnTo>
                  <a:pt x="117425" y="25152"/>
                </a:lnTo>
                <a:lnTo>
                  <a:pt x="117425" y="24259"/>
                </a:lnTo>
                <a:lnTo>
                  <a:pt x="118318" y="24259"/>
                </a:lnTo>
                <a:lnTo>
                  <a:pt x="118318" y="23366"/>
                </a:lnTo>
                <a:lnTo>
                  <a:pt x="119211" y="23366"/>
                </a:lnTo>
                <a:lnTo>
                  <a:pt x="119211" y="22324"/>
                </a:lnTo>
                <a:lnTo>
                  <a:pt x="120997" y="22324"/>
                </a:lnTo>
                <a:close/>
                <a:moveTo>
                  <a:pt x="37653" y="893"/>
                </a:moveTo>
                <a:lnTo>
                  <a:pt x="44797" y="893"/>
                </a:lnTo>
                <a:lnTo>
                  <a:pt x="44797" y="1786"/>
                </a:lnTo>
                <a:lnTo>
                  <a:pt x="45690" y="1786"/>
                </a:lnTo>
                <a:lnTo>
                  <a:pt x="45690" y="2679"/>
                </a:lnTo>
                <a:lnTo>
                  <a:pt x="46583" y="2679"/>
                </a:lnTo>
                <a:lnTo>
                  <a:pt x="46583" y="3572"/>
                </a:lnTo>
                <a:lnTo>
                  <a:pt x="47476" y="3572"/>
                </a:lnTo>
                <a:lnTo>
                  <a:pt x="47476" y="4465"/>
                </a:lnTo>
                <a:lnTo>
                  <a:pt x="48369" y="4465"/>
                </a:lnTo>
                <a:lnTo>
                  <a:pt x="48369" y="5358"/>
                </a:lnTo>
                <a:lnTo>
                  <a:pt x="49262" y="5358"/>
                </a:lnTo>
                <a:lnTo>
                  <a:pt x="49262" y="6251"/>
                </a:lnTo>
                <a:lnTo>
                  <a:pt x="50155" y="6251"/>
                </a:lnTo>
                <a:lnTo>
                  <a:pt x="50155" y="7143"/>
                </a:lnTo>
                <a:lnTo>
                  <a:pt x="51048" y="7143"/>
                </a:lnTo>
                <a:lnTo>
                  <a:pt x="51048" y="8036"/>
                </a:lnTo>
                <a:lnTo>
                  <a:pt x="51941" y="8036"/>
                </a:lnTo>
                <a:lnTo>
                  <a:pt x="51941" y="8929"/>
                </a:lnTo>
                <a:lnTo>
                  <a:pt x="52834" y="8929"/>
                </a:lnTo>
                <a:lnTo>
                  <a:pt x="52834" y="14287"/>
                </a:lnTo>
                <a:lnTo>
                  <a:pt x="51941" y="14287"/>
                </a:lnTo>
                <a:lnTo>
                  <a:pt x="51941" y="15180"/>
                </a:lnTo>
                <a:lnTo>
                  <a:pt x="51048" y="15180"/>
                </a:lnTo>
                <a:lnTo>
                  <a:pt x="51048" y="16073"/>
                </a:lnTo>
                <a:lnTo>
                  <a:pt x="50155" y="16073"/>
                </a:lnTo>
                <a:lnTo>
                  <a:pt x="50155" y="16966"/>
                </a:lnTo>
                <a:lnTo>
                  <a:pt x="49262" y="16966"/>
                </a:lnTo>
                <a:lnTo>
                  <a:pt x="49262" y="17859"/>
                </a:lnTo>
                <a:lnTo>
                  <a:pt x="48369" y="17859"/>
                </a:lnTo>
                <a:lnTo>
                  <a:pt x="48369" y="18752"/>
                </a:lnTo>
                <a:lnTo>
                  <a:pt x="47476" y="18752"/>
                </a:lnTo>
                <a:lnTo>
                  <a:pt x="47476" y="19645"/>
                </a:lnTo>
                <a:lnTo>
                  <a:pt x="46583" y="19645"/>
                </a:lnTo>
                <a:lnTo>
                  <a:pt x="46583" y="20538"/>
                </a:lnTo>
                <a:lnTo>
                  <a:pt x="45690" y="20538"/>
                </a:lnTo>
                <a:lnTo>
                  <a:pt x="45690" y="21431"/>
                </a:lnTo>
                <a:lnTo>
                  <a:pt x="44797" y="21431"/>
                </a:lnTo>
                <a:lnTo>
                  <a:pt x="44797" y="22324"/>
                </a:lnTo>
                <a:lnTo>
                  <a:pt x="43011" y="22324"/>
                </a:lnTo>
                <a:lnTo>
                  <a:pt x="43011" y="23366"/>
                </a:lnTo>
                <a:lnTo>
                  <a:pt x="42118" y="23366"/>
                </a:lnTo>
                <a:lnTo>
                  <a:pt x="42118" y="25152"/>
                </a:lnTo>
                <a:lnTo>
                  <a:pt x="41225" y="25152"/>
                </a:lnTo>
                <a:lnTo>
                  <a:pt x="41225" y="27831"/>
                </a:lnTo>
                <a:lnTo>
                  <a:pt x="40332" y="27831"/>
                </a:lnTo>
                <a:lnTo>
                  <a:pt x="40332" y="29617"/>
                </a:lnTo>
                <a:lnTo>
                  <a:pt x="39439" y="29617"/>
                </a:lnTo>
                <a:lnTo>
                  <a:pt x="39439" y="30509"/>
                </a:lnTo>
                <a:lnTo>
                  <a:pt x="38546" y="30509"/>
                </a:lnTo>
                <a:lnTo>
                  <a:pt x="38546" y="31402"/>
                </a:lnTo>
                <a:lnTo>
                  <a:pt x="37653" y="31402"/>
                </a:lnTo>
                <a:lnTo>
                  <a:pt x="37653" y="32295"/>
                </a:lnTo>
                <a:lnTo>
                  <a:pt x="36760" y="32295"/>
                </a:lnTo>
                <a:lnTo>
                  <a:pt x="36760" y="34081"/>
                </a:lnTo>
                <a:lnTo>
                  <a:pt x="35867" y="34081"/>
                </a:lnTo>
                <a:lnTo>
                  <a:pt x="35867" y="36760"/>
                </a:lnTo>
                <a:lnTo>
                  <a:pt x="36760" y="36760"/>
                </a:lnTo>
                <a:lnTo>
                  <a:pt x="36760" y="37653"/>
                </a:lnTo>
                <a:lnTo>
                  <a:pt x="37653" y="37653"/>
                </a:lnTo>
                <a:lnTo>
                  <a:pt x="37653" y="38546"/>
                </a:lnTo>
                <a:lnTo>
                  <a:pt x="38546" y="38546"/>
                </a:lnTo>
                <a:lnTo>
                  <a:pt x="38546" y="43904"/>
                </a:lnTo>
                <a:lnTo>
                  <a:pt x="37653" y="43904"/>
                </a:lnTo>
                <a:lnTo>
                  <a:pt x="37653" y="46583"/>
                </a:lnTo>
                <a:lnTo>
                  <a:pt x="36760" y="46583"/>
                </a:lnTo>
                <a:lnTo>
                  <a:pt x="36760" y="48369"/>
                </a:lnTo>
                <a:lnTo>
                  <a:pt x="35867" y="48369"/>
                </a:lnTo>
                <a:lnTo>
                  <a:pt x="35867" y="51048"/>
                </a:lnTo>
                <a:lnTo>
                  <a:pt x="36760" y="51048"/>
                </a:lnTo>
                <a:lnTo>
                  <a:pt x="36760" y="53727"/>
                </a:lnTo>
                <a:lnTo>
                  <a:pt x="35867" y="53727"/>
                </a:lnTo>
                <a:lnTo>
                  <a:pt x="35867" y="56406"/>
                </a:lnTo>
                <a:lnTo>
                  <a:pt x="34974" y="56406"/>
                </a:lnTo>
                <a:lnTo>
                  <a:pt x="34974" y="60870"/>
                </a:lnTo>
                <a:lnTo>
                  <a:pt x="35867" y="60870"/>
                </a:lnTo>
                <a:lnTo>
                  <a:pt x="35867" y="63549"/>
                </a:lnTo>
                <a:lnTo>
                  <a:pt x="36760" y="63549"/>
                </a:lnTo>
                <a:lnTo>
                  <a:pt x="36760" y="70842"/>
                </a:lnTo>
                <a:lnTo>
                  <a:pt x="35867" y="70842"/>
                </a:lnTo>
                <a:lnTo>
                  <a:pt x="35867" y="89594"/>
                </a:lnTo>
                <a:lnTo>
                  <a:pt x="36760" y="89594"/>
                </a:lnTo>
                <a:lnTo>
                  <a:pt x="36760" y="92273"/>
                </a:lnTo>
                <a:lnTo>
                  <a:pt x="37653" y="92273"/>
                </a:lnTo>
                <a:lnTo>
                  <a:pt x="37653" y="94952"/>
                </a:lnTo>
                <a:lnTo>
                  <a:pt x="36760" y="94952"/>
                </a:lnTo>
                <a:lnTo>
                  <a:pt x="36760" y="102989"/>
                </a:lnTo>
                <a:lnTo>
                  <a:pt x="37653" y="102989"/>
                </a:lnTo>
                <a:lnTo>
                  <a:pt x="37653" y="106561"/>
                </a:lnTo>
                <a:lnTo>
                  <a:pt x="38546" y="106561"/>
                </a:lnTo>
                <a:lnTo>
                  <a:pt x="38546" y="107454"/>
                </a:lnTo>
                <a:lnTo>
                  <a:pt x="39439" y="107454"/>
                </a:lnTo>
                <a:lnTo>
                  <a:pt x="39439" y="108347"/>
                </a:lnTo>
                <a:lnTo>
                  <a:pt x="40332" y="108347"/>
                </a:lnTo>
                <a:lnTo>
                  <a:pt x="40332" y="111026"/>
                </a:lnTo>
                <a:lnTo>
                  <a:pt x="38546" y="111026"/>
                </a:lnTo>
                <a:lnTo>
                  <a:pt x="38546" y="111918"/>
                </a:lnTo>
                <a:lnTo>
                  <a:pt x="37653" y="111918"/>
                </a:lnTo>
                <a:lnTo>
                  <a:pt x="37653" y="124569"/>
                </a:lnTo>
                <a:lnTo>
                  <a:pt x="36760" y="124569"/>
                </a:lnTo>
                <a:lnTo>
                  <a:pt x="36760" y="126355"/>
                </a:lnTo>
                <a:lnTo>
                  <a:pt x="37653" y="126355"/>
                </a:lnTo>
                <a:lnTo>
                  <a:pt x="37653" y="130820"/>
                </a:lnTo>
                <a:lnTo>
                  <a:pt x="38546" y="130820"/>
                </a:lnTo>
                <a:lnTo>
                  <a:pt x="38546" y="134392"/>
                </a:lnTo>
                <a:lnTo>
                  <a:pt x="37653" y="134392"/>
                </a:lnTo>
                <a:lnTo>
                  <a:pt x="37653" y="135285"/>
                </a:lnTo>
                <a:lnTo>
                  <a:pt x="35867" y="135285"/>
                </a:lnTo>
                <a:lnTo>
                  <a:pt x="35867" y="136177"/>
                </a:lnTo>
                <a:lnTo>
                  <a:pt x="34081" y="136177"/>
                </a:lnTo>
                <a:lnTo>
                  <a:pt x="34081" y="137070"/>
                </a:lnTo>
                <a:lnTo>
                  <a:pt x="31402" y="137070"/>
                </a:lnTo>
                <a:lnTo>
                  <a:pt x="31402" y="137963"/>
                </a:lnTo>
                <a:lnTo>
                  <a:pt x="28723" y="137963"/>
                </a:lnTo>
                <a:lnTo>
                  <a:pt x="28723" y="137070"/>
                </a:lnTo>
                <a:lnTo>
                  <a:pt x="25151" y="137070"/>
                </a:lnTo>
                <a:lnTo>
                  <a:pt x="25151" y="136177"/>
                </a:lnTo>
                <a:lnTo>
                  <a:pt x="24259" y="136177"/>
                </a:lnTo>
                <a:lnTo>
                  <a:pt x="24259" y="135285"/>
                </a:lnTo>
                <a:lnTo>
                  <a:pt x="22324" y="135285"/>
                </a:lnTo>
                <a:lnTo>
                  <a:pt x="22324" y="133499"/>
                </a:lnTo>
                <a:lnTo>
                  <a:pt x="21431" y="133499"/>
                </a:lnTo>
                <a:lnTo>
                  <a:pt x="21431" y="129034"/>
                </a:lnTo>
                <a:lnTo>
                  <a:pt x="22324" y="129034"/>
                </a:lnTo>
                <a:lnTo>
                  <a:pt x="22324" y="121890"/>
                </a:lnTo>
                <a:lnTo>
                  <a:pt x="23366" y="121890"/>
                </a:lnTo>
                <a:lnTo>
                  <a:pt x="23366" y="120104"/>
                </a:lnTo>
                <a:lnTo>
                  <a:pt x="24259" y="120104"/>
                </a:lnTo>
                <a:lnTo>
                  <a:pt x="24259" y="119211"/>
                </a:lnTo>
                <a:lnTo>
                  <a:pt x="25151" y="119211"/>
                </a:lnTo>
                <a:lnTo>
                  <a:pt x="25151" y="114597"/>
                </a:lnTo>
                <a:lnTo>
                  <a:pt x="24259" y="114597"/>
                </a:lnTo>
                <a:lnTo>
                  <a:pt x="24259" y="111918"/>
                </a:lnTo>
                <a:lnTo>
                  <a:pt x="25151" y="111918"/>
                </a:lnTo>
                <a:lnTo>
                  <a:pt x="25151" y="107454"/>
                </a:lnTo>
                <a:lnTo>
                  <a:pt x="24259" y="107454"/>
                </a:lnTo>
                <a:lnTo>
                  <a:pt x="24259" y="100310"/>
                </a:lnTo>
                <a:lnTo>
                  <a:pt x="23366" y="100310"/>
                </a:lnTo>
                <a:lnTo>
                  <a:pt x="23366" y="98524"/>
                </a:lnTo>
                <a:lnTo>
                  <a:pt x="24259" y="98524"/>
                </a:lnTo>
                <a:lnTo>
                  <a:pt x="24259" y="96738"/>
                </a:lnTo>
                <a:lnTo>
                  <a:pt x="25151" y="96738"/>
                </a:lnTo>
                <a:lnTo>
                  <a:pt x="25151" y="94059"/>
                </a:lnTo>
                <a:lnTo>
                  <a:pt x="26044" y="94059"/>
                </a:lnTo>
                <a:lnTo>
                  <a:pt x="26044" y="91380"/>
                </a:lnTo>
                <a:lnTo>
                  <a:pt x="25151" y="91380"/>
                </a:lnTo>
                <a:lnTo>
                  <a:pt x="25151" y="71735"/>
                </a:lnTo>
                <a:lnTo>
                  <a:pt x="24259" y="71735"/>
                </a:lnTo>
                <a:lnTo>
                  <a:pt x="24259" y="68014"/>
                </a:lnTo>
                <a:lnTo>
                  <a:pt x="25151" y="68014"/>
                </a:lnTo>
                <a:lnTo>
                  <a:pt x="25151" y="67121"/>
                </a:lnTo>
                <a:lnTo>
                  <a:pt x="24259" y="67121"/>
                </a:lnTo>
                <a:lnTo>
                  <a:pt x="24259" y="65335"/>
                </a:lnTo>
                <a:lnTo>
                  <a:pt x="25151" y="65335"/>
                </a:lnTo>
                <a:lnTo>
                  <a:pt x="25151" y="59084"/>
                </a:lnTo>
                <a:lnTo>
                  <a:pt x="26044" y="59084"/>
                </a:lnTo>
                <a:lnTo>
                  <a:pt x="26044" y="53727"/>
                </a:lnTo>
                <a:lnTo>
                  <a:pt x="26937" y="53727"/>
                </a:lnTo>
                <a:lnTo>
                  <a:pt x="26937" y="52834"/>
                </a:lnTo>
                <a:lnTo>
                  <a:pt x="23366" y="52834"/>
                </a:lnTo>
                <a:lnTo>
                  <a:pt x="23366" y="53727"/>
                </a:lnTo>
                <a:lnTo>
                  <a:pt x="22324" y="53727"/>
                </a:lnTo>
                <a:lnTo>
                  <a:pt x="22324" y="54620"/>
                </a:lnTo>
                <a:lnTo>
                  <a:pt x="20538" y="54620"/>
                </a:lnTo>
                <a:lnTo>
                  <a:pt x="20538" y="56406"/>
                </a:lnTo>
                <a:lnTo>
                  <a:pt x="19645" y="56406"/>
                </a:lnTo>
                <a:lnTo>
                  <a:pt x="19645" y="59084"/>
                </a:lnTo>
                <a:lnTo>
                  <a:pt x="18752" y="59084"/>
                </a:lnTo>
                <a:lnTo>
                  <a:pt x="18752" y="59977"/>
                </a:lnTo>
                <a:lnTo>
                  <a:pt x="16966" y="59977"/>
                </a:lnTo>
                <a:lnTo>
                  <a:pt x="16966" y="60870"/>
                </a:lnTo>
                <a:lnTo>
                  <a:pt x="15180" y="60870"/>
                </a:lnTo>
                <a:lnTo>
                  <a:pt x="15180" y="62656"/>
                </a:lnTo>
                <a:lnTo>
                  <a:pt x="14287" y="62656"/>
                </a:lnTo>
                <a:lnTo>
                  <a:pt x="14287" y="63549"/>
                </a:lnTo>
                <a:lnTo>
                  <a:pt x="13394" y="63549"/>
                </a:lnTo>
                <a:lnTo>
                  <a:pt x="13394" y="65335"/>
                </a:lnTo>
                <a:lnTo>
                  <a:pt x="12501" y="65335"/>
                </a:lnTo>
                <a:lnTo>
                  <a:pt x="12501" y="66228"/>
                </a:lnTo>
                <a:lnTo>
                  <a:pt x="11608" y="66228"/>
                </a:lnTo>
                <a:lnTo>
                  <a:pt x="11608" y="68014"/>
                </a:lnTo>
                <a:lnTo>
                  <a:pt x="10715" y="68014"/>
                </a:lnTo>
                <a:lnTo>
                  <a:pt x="10715" y="68907"/>
                </a:lnTo>
                <a:lnTo>
                  <a:pt x="9822" y="68907"/>
                </a:lnTo>
                <a:lnTo>
                  <a:pt x="9822" y="70842"/>
                </a:lnTo>
                <a:lnTo>
                  <a:pt x="8929" y="70842"/>
                </a:lnTo>
                <a:lnTo>
                  <a:pt x="8929" y="71735"/>
                </a:lnTo>
                <a:lnTo>
                  <a:pt x="5357" y="71735"/>
                </a:lnTo>
                <a:lnTo>
                  <a:pt x="5357" y="70842"/>
                </a:lnTo>
                <a:lnTo>
                  <a:pt x="892" y="70842"/>
                </a:lnTo>
                <a:lnTo>
                  <a:pt x="892" y="68907"/>
                </a:lnTo>
                <a:lnTo>
                  <a:pt x="0" y="68907"/>
                </a:lnTo>
                <a:lnTo>
                  <a:pt x="0" y="67121"/>
                </a:lnTo>
                <a:lnTo>
                  <a:pt x="892" y="67121"/>
                </a:lnTo>
                <a:lnTo>
                  <a:pt x="892" y="66228"/>
                </a:lnTo>
                <a:lnTo>
                  <a:pt x="2678" y="66228"/>
                </a:lnTo>
                <a:lnTo>
                  <a:pt x="2678" y="65335"/>
                </a:lnTo>
                <a:lnTo>
                  <a:pt x="3571" y="65335"/>
                </a:lnTo>
                <a:lnTo>
                  <a:pt x="3571" y="63549"/>
                </a:lnTo>
                <a:lnTo>
                  <a:pt x="4464" y="63549"/>
                </a:lnTo>
                <a:lnTo>
                  <a:pt x="4464" y="62656"/>
                </a:lnTo>
                <a:lnTo>
                  <a:pt x="5357" y="62656"/>
                </a:lnTo>
                <a:lnTo>
                  <a:pt x="5357" y="61763"/>
                </a:lnTo>
                <a:lnTo>
                  <a:pt x="6250" y="61763"/>
                </a:lnTo>
                <a:lnTo>
                  <a:pt x="6250" y="60870"/>
                </a:lnTo>
                <a:lnTo>
                  <a:pt x="7143" y="60870"/>
                </a:lnTo>
                <a:lnTo>
                  <a:pt x="7143" y="59977"/>
                </a:lnTo>
                <a:lnTo>
                  <a:pt x="8036" y="59977"/>
                </a:lnTo>
                <a:lnTo>
                  <a:pt x="8036" y="58192"/>
                </a:lnTo>
                <a:lnTo>
                  <a:pt x="8929" y="58192"/>
                </a:lnTo>
                <a:lnTo>
                  <a:pt x="8929" y="56406"/>
                </a:lnTo>
                <a:lnTo>
                  <a:pt x="9822" y="56406"/>
                </a:lnTo>
                <a:lnTo>
                  <a:pt x="9822" y="55513"/>
                </a:lnTo>
                <a:lnTo>
                  <a:pt x="10715" y="55513"/>
                </a:lnTo>
                <a:lnTo>
                  <a:pt x="10715" y="53727"/>
                </a:lnTo>
                <a:lnTo>
                  <a:pt x="11608" y="53727"/>
                </a:lnTo>
                <a:lnTo>
                  <a:pt x="11608" y="51941"/>
                </a:lnTo>
                <a:lnTo>
                  <a:pt x="12501" y="51941"/>
                </a:lnTo>
                <a:lnTo>
                  <a:pt x="12501" y="51048"/>
                </a:lnTo>
                <a:lnTo>
                  <a:pt x="13394" y="51048"/>
                </a:lnTo>
                <a:lnTo>
                  <a:pt x="13394" y="49262"/>
                </a:lnTo>
                <a:lnTo>
                  <a:pt x="14287" y="49262"/>
                </a:lnTo>
                <a:lnTo>
                  <a:pt x="14287" y="48369"/>
                </a:lnTo>
                <a:lnTo>
                  <a:pt x="15180" y="48369"/>
                </a:lnTo>
                <a:lnTo>
                  <a:pt x="15180" y="46583"/>
                </a:lnTo>
                <a:lnTo>
                  <a:pt x="16073" y="46583"/>
                </a:lnTo>
                <a:lnTo>
                  <a:pt x="16073" y="43011"/>
                </a:lnTo>
                <a:lnTo>
                  <a:pt x="16966" y="43011"/>
                </a:lnTo>
                <a:lnTo>
                  <a:pt x="16966" y="41225"/>
                </a:lnTo>
                <a:lnTo>
                  <a:pt x="19645" y="41225"/>
                </a:lnTo>
                <a:lnTo>
                  <a:pt x="19645" y="40332"/>
                </a:lnTo>
                <a:lnTo>
                  <a:pt x="20538" y="40332"/>
                </a:lnTo>
                <a:lnTo>
                  <a:pt x="20538" y="39439"/>
                </a:lnTo>
                <a:lnTo>
                  <a:pt x="21431" y="39439"/>
                </a:lnTo>
                <a:lnTo>
                  <a:pt x="21431" y="37653"/>
                </a:lnTo>
                <a:lnTo>
                  <a:pt x="22324" y="37653"/>
                </a:lnTo>
                <a:lnTo>
                  <a:pt x="22324" y="34974"/>
                </a:lnTo>
                <a:lnTo>
                  <a:pt x="23366" y="34974"/>
                </a:lnTo>
                <a:lnTo>
                  <a:pt x="23366" y="33188"/>
                </a:lnTo>
                <a:lnTo>
                  <a:pt x="24259" y="33188"/>
                </a:lnTo>
                <a:lnTo>
                  <a:pt x="24259" y="32295"/>
                </a:lnTo>
                <a:lnTo>
                  <a:pt x="26937" y="32295"/>
                </a:lnTo>
                <a:lnTo>
                  <a:pt x="26937" y="31402"/>
                </a:lnTo>
                <a:lnTo>
                  <a:pt x="27830" y="31402"/>
                </a:lnTo>
                <a:lnTo>
                  <a:pt x="27830" y="26045"/>
                </a:lnTo>
                <a:lnTo>
                  <a:pt x="28723" y="26045"/>
                </a:lnTo>
                <a:lnTo>
                  <a:pt x="28723" y="22324"/>
                </a:lnTo>
                <a:lnTo>
                  <a:pt x="29616" y="22324"/>
                </a:lnTo>
                <a:lnTo>
                  <a:pt x="29616" y="20538"/>
                </a:lnTo>
                <a:lnTo>
                  <a:pt x="30509" y="20538"/>
                </a:lnTo>
                <a:lnTo>
                  <a:pt x="30509" y="19645"/>
                </a:lnTo>
                <a:lnTo>
                  <a:pt x="31402" y="19645"/>
                </a:lnTo>
                <a:lnTo>
                  <a:pt x="31402" y="18752"/>
                </a:lnTo>
                <a:lnTo>
                  <a:pt x="32295" y="18752"/>
                </a:lnTo>
                <a:lnTo>
                  <a:pt x="32295" y="17859"/>
                </a:lnTo>
                <a:lnTo>
                  <a:pt x="33188" y="17859"/>
                </a:lnTo>
                <a:lnTo>
                  <a:pt x="33188" y="14287"/>
                </a:lnTo>
                <a:lnTo>
                  <a:pt x="32295" y="14287"/>
                </a:lnTo>
                <a:lnTo>
                  <a:pt x="32295" y="13394"/>
                </a:lnTo>
                <a:lnTo>
                  <a:pt x="33188" y="13394"/>
                </a:lnTo>
                <a:lnTo>
                  <a:pt x="33188" y="8036"/>
                </a:lnTo>
                <a:lnTo>
                  <a:pt x="34974" y="8036"/>
                </a:lnTo>
                <a:lnTo>
                  <a:pt x="34974" y="7143"/>
                </a:lnTo>
                <a:lnTo>
                  <a:pt x="35867" y="7143"/>
                </a:lnTo>
                <a:lnTo>
                  <a:pt x="35867" y="5358"/>
                </a:lnTo>
                <a:lnTo>
                  <a:pt x="36760" y="5358"/>
                </a:lnTo>
                <a:lnTo>
                  <a:pt x="36760" y="2679"/>
                </a:lnTo>
                <a:lnTo>
                  <a:pt x="37653" y="2679"/>
                </a:lnTo>
                <a:close/>
                <a:moveTo>
                  <a:pt x="83343" y="0"/>
                </a:moveTo>
                <a:lnTo>
                  <a:pt x="87808" y="0"/>
                </a:lnTo>
                <a:lnTo>
                  <a:pt x="87808" y="893"/>
                </a:lnTo>
                <a:lnTo>
                  <a:pt x="88701" y="893"/>
                </a:lnTo>
                <a:lnTo>
                  <a:pt x="88701" y="1786"/>
                </a:lnTo>
                <a:lnTo>
                  <a:pt x="90487" y="1786"/>
                </a:lnTo>
                <a:lnTo>
                  <a:pt x="90487" y="2679"/>
                </a:lnTo>
                <a:lnTo>
                  <a:pt x="94952" y="2679"/>
                </a:lnTo>
                <a:lnTo>
                  <a:pt x="94952" y="3572"/>
                </a:lnTo>
                <a:lnTo>
                  <a:pt x="95845" y="3572"/>
                </a:lnTo>
                <a:lnTo>
                  <a:pt x="95845" y="4465"/>
                </a:lnTo>
                <a:lnTo>
                  <a:pt x="96738" y="4465"/>
                </a:lnTo>
                <a:lnTo>
                  <a:pt x="96738" y="5358"/>
                </a:lnTo>
                <a:lnTo>
                  <a:pt x="97631" y="5358"/>
                </a:lnTo>
                <a:lnTo>
                  <a:pt x="97631" y="6251"/>
                </a:lnTo>
                <a:lnTo>
                  <a:pt x="98524" y="6251"/>
                </a:lnTo>
                <a:lnTo>
                  <a:pt x="98524" y="10715"/>
                </a:lnTo>
                <a:lnTo>
                  <a:pt x="97631" y="10715"/>
                </a:lnTo>
                <a:lnTo>
                  <a:pt x="97631" y="11608"/>
                </a:lnTo>
                <a:lnTo>
                  <a:pt x="96738" y="11608"/>
                </a:lnTo>
                <a:lnTo>
                  <a:pt x="96738" y="12501"/>
                </a:lnTo>
                <a:lnTo>
                  <a:pt x="95845" y="12501"/>
                </a:lnTo>
                <a:lnTo>
                  <a:pt x="95845" y="13394"/>
                </a:lnTo>
                <a:lnTo>
                  <a:pt x="94059" y="13394"/>
                </a:lnTo>
                <a:lnTo>
                  <a:pt x="94059" y="14287"/>
                </a:lnTo>
                <a:lnTo>
                  <a:pt x="92273" y="14287"/>
                </a:lnTo>
                <a:lnTo>
                  <a:pt x="92273" y="17859"/>
                </a:lnTo>
                <a:lnTo>
                  <a:pt x="91380" y="17859"/>
                </a:lnTo>
                <a:lnTo>
                  <a:pt x="91380" y="19645"/>
                </a:lnTo>
                <a:lnTo>
                  <a:pt x="90487" y="19645"/>
                </a:lnTo>
                <a:lnTo>
                  <a:pt x="90487" y="22324"/>
                </a:lnTo>
                <a:lnTo>
                  <a:pt x="89594" y="22324"/>
                </a:lnTo>
                <a:lnTo>
                  <a:pt x="89594" y="23366"/>
                </a:lnTo>
                <a:lnTo>
                  <a:pt x="88701" y="23366"/>
                </a:lnTo>
                <a:lnTo>
                  <a:pt x="88701" y="26045"/>
                </a:lnTo>
                <a:lnTo>
                  <a:pt x="89594" y="26045"/>
                </a:lnTo>
                <a:lnTo>
                  <a:pt x="89594" y="27831"/>
                </a:lnTo>
                <a:lnTo>
                  <a:pt x="88701" y="27831"/>
                </a:lnTo>
                <a:lnTo>
                  <a:pt x="88701" y="32295"/>
                </a:lnTo>
                <a:lnTo>
                  <a:pt x="89594" y="32295"/>
                </a:lnTo>
                <a:lnTo>
                  <a:pt x="89594" y="34081"/>
                </a:lnTo>
                <a:lnTo>
                  <a:pt x="86915" y="34081"/>
                </a:lnTo>
                <a:lnTo>
                  <a:pt x="86915" y="34974"/>
                </a:lnTo>
                <a:lnTo>
                  <a:pt x="86022" y="34974"/>
                </a:lnTo>
                <a:lnTo>
                  <a:pt x="86022" y="38546"/>
                </a:lnTo>
                <a:lnTo>
                  <a:pt x="85129" y="38546"/>
                </a:lnTo>
                <a:lnTo>
                  <a:pt x="85129" y="39439"/>
                </a:lnTo>
                <a:lnTo>
                  <a:pt x="84236" y="39439"/>
                </a:lnTo>
                <a:lnTo>
                  <a:pt x="84236" y="43904"/>
                </a:lnTo>
                <a:lnTo>
                  <a:pt x="85129" y="43904"/>
                </a:lnTo>
                <a:lnTo>
                  <a:pt x="85129" y="45690"/>
                </a:lnTo>
                <a:lnTo>
                  <a:pt x="86022" y="45690"/>
                </a:lnTo>
                <a:lnTo>
                  <a:pt x="86022" y="46583"/>
                </a:lnTo>
                <a:lnTo>
                  <a:pt x="85129" y="46583"/>
                </a:lnTo>
                <a:lnTo>
                  <a:pt x="85129" y="48369"/>
                </a:lnTo>
                <a:lnTo>
                  <a:pt x="83343" y="48369"/>
                </a:lnTo>
                <a:lnTo>
                  <a:pt x="83343" y="50155"/>
                </a:lnTo>
                <a:lnTo>
                  <a:pt x="82450" y="50155"/>
                </a:lnTo>
                <a:lnTo>
                  <a:pt x="82450" y="52834"/>
                </a:lnTo>
                <a:lnTo>
                  <a:pt x="81557" y="52834"/>
                </a:lnTo>
                <a:lnTo>
                  <a:pt x="81557" y="54620"/>
                </a:lnTo>
                <a:lnTo>
                  <a:pt x="84236" y="54620"/>
                </a:lnTo>
                <a:lnTo>
                  <a:pt x="84236" y="53727"/>
                </a:lnTo>
                <a:lnTo>
                  <a:pt x="86915" y="53727"/>
                </a:lnTo>
                <a:lnTo>
                  <a:pt x="86915" y="54620"/>
                </a:lnTo>
                <a:lnTo>
                  <a:pt x="87808" y="54620"/>
                </a:lnTo>
                <a:lnTo>
                  <a:pt x="87808" y="55513"/>
                </a:lnTo>
                <a:lnTo>
                  <a:pt x="89594" y="55513"/>
                </a:lnTo>
                <a:lnTo>
                  <a:pt x="89594" y="54620"/>
                </a:lnTo>
                <a:lnTo>
                  <a:pt x="90487" y="54620"/>
                </a:lnTo>
                <a:lnTo>
                  <a:pt x="90487" y="53727"/>
                </a:lnTo>
                <a:lnTo>
                  <a:pt x="94059" y="53727"/>
                </a:lnTo>
                <a:lnTo>
                  <a:pt x="94059" y="54620"/>
                </a:lnTo>
                <a:lnTo>
                  <a:pt x="96738" y="54620"/>
                </a:lnTo>
                <a:lnTo>
                  <a:pt x="96738" y="53727"/>
                </a:lnTo>
                <a:lnTo>
                  <a:pt x="97631" y="53727"/>
                </a:lnTo>
                <a:lnTo>
                  <a:pt x="97631" y="52834"/>
                </a:lnTo>
                <a:lnTo>
                  <a:pt x="98524" y="52834"/>
                </a:lnTo>
                <a:lnTo>
                  <a:pt x="98524" y="53727"/>
                </a:lnTo>
                <a:lnTo>
                  <a:pt x="99417" y="53727"/>
                </a:lnTo>
                <a:lnTo>
                  <a:pt x="99417" y="54620"/>
                </a:lnTo>
                <a:lnTo>
                  <a:pt x="100310" y="54620"/>
                </a:lnTo>
                <a:lnTo>
                  <a:pt x="100310" y="55513"/>
                </a:lnTo>
                <a:lnTo>
                  <a:pt x="104775" y="55513"/>
                </a:lnTo>
                <a:lnTo>
                  <a:pt x="104775" y="54620"/>
                </a:lnTo>
                <a:lnTo>
                  <a:pt x="107453" y="54620"/>
                </a:lnTo>
                <a:lnTo>
                  <a:pt x="107453" y="53727"/>
                </a:lnTo>
                <a:lnTo>
                  <a:pt x="109239" y="53727"/>
                </a:lnTo>
                <a:lnTo>
                  <a:pt x="109239" y="52834"/>
                </a:lnTo>
                <a:lnTo>
                  <a:pt x="112811" y="52834"/>
                </a:lnTo>
                <a:lnTo>
                  <a:pt x="112811" y="51941"/>
                </a:lnTo>
                <a:lnTo>
                  <a:pt x="114597" y="51941"/>
                </a:lnTo>
                <a:lnTo>
                  <a:pt x="114597" y="52834"/>
                </a:lnTo>
                <a:lnTo>
                  <a:pt x="118318" y="52834"/>
                </a:lnTo>
                <a:lnTo>
                  <a:pt x="118318" y="53727"/>
                </a:lnTo>
                <a:lnTo>
                  <a:pt x="119211" y="53727"/>
                </a:lnTo>
                <a:lnTo>
                  <a:pt x="119211" y="54620"/>
                </a:lnTo>
                <a:lnTo>
                  <a:pt x="120997" y="54620"/>
                </a:lnTo>
                <a:lnTo>
                  <a:pt x="120997" y="52834"/>
                </a:lnTo>
                <a:lnTo>
                  <a:pt x="120104" y="52834"/>
                </a:lnTo>
                <a:lnTo>
                  <a:pt x="120104" y="49262"/>
                </a:lnTo>
                <a:lnTo>
                  <a:pt x="120997" y="49262"/>
                </a:lnTo>
                <a:lnTo>
                  <a:pt x="120997" y="48369"/>
                </a:lnTo>
                <a:lnTo>
                  <a:pt x="122783" y="48369"/>
                </a:lnTo>
                <a:lnTo>
                  <a:pt x="122783" y="47476"/>
                </a:lnTo>
                <a:lnTo>
                  <a:pt x="123676" y="47476"/>
                </a:lnTo>
                <a:lnTo>
                  <a:pt x="123676" y="45690"/>
                </a:lnTo>
                <a:lnTo>
                  <a:pt x="124569" y="45690"/>
                </a:lnTo>
                <a:lnTo>
                  <a:pt x="124569" y="44797"/>
                </a:lnTo>
                <a:lnTo>
                  <a:pt x="125462" y="44797"/>
                </a:lnTo>
                <a:lnTo>
                  <a:pt x="125462" y="43904"/>
                </a:lnTo>
                <a:lnTo>
                  <a:pt x="126355" y="43904"/>
                </a:lnTo>
                <a:lnTo>
                  <a:pt x="126355" y="44797"/>
                </a:lnTo>
                <a:lnTo>
                  <a:pt x="127248" y="44797"/>
                </a:lnTo>
                <a:lnTo>
                  <a:pt x="127248" y="45690"/>
                </a:lnTo>
                <a:lnTo>
                  <a:pt x="132605" y="45690"/>
                </a:lnTo>
                <a:lnTo>
                  <a:pt x="132605" y="46583"/>
                </a:lnTo>
                <a:lnTo>
                  <a:pt x="133498" y="46583"/>
                </a:lnTo>
                <a:lnTo>
                  <a:pt x="133498" y="47476"/>
                </a:lnTo>
                <a:lnTo>
                  <a:pt x="134391" y="47476"/>
                </a:lnTo>
                <a:lnTo>
                  <a:pt x="134391" y="49262"/>
                </a:lnTo>
                <a:lnTo>
                  <a:pt x="135284" y="49262"/>
                </a:lnTo>
                <a:lnTo>
                  <a:pt x="135284" y="50155"/>
                </a:lnTo>
                <a:lnTo>
                  <a:pt x="137070" y="50155"/>
                </a:lnTo>
                <a:lnTo>
                  <a:pt x="137070" y="51048"/>
                </a:lnTo>
                <a:lnTo>
                  <a:pt x="137963" y="51048"/>
                </a:lnTo>
                <a:lnTo>
                  <a:pt x="137963" y="51941"/>
                </a:lnTo>
                <a:lnTo>
                  <a:pt x="139749" y="51941"/>
                </a:lnTo>
                <a:lnTo>
                  <a:pt x="139749" y="55513"/>
                </a:lnTo>
                <a:lnTo>
                  <a:pt x="140642" y="55513"/>
                </a:lnTo>
                <a:lnTo>
                  <a:pt x="140642" y="58192"/>
                </a:lnTo>
                <a:lnTo>
                  <a:pt x="138856" y="58192"/>
                </a:lnTo>
                <a:lnTo>
                  <a:pt x="138856" y="59084"/>
                </a:lnTo>
                <a:lnTo>
                  <a:pt x="137963" y="59084"/>
                </a:lnTo>
                <a:lnTo>
                  <a:pt x="137963" y="59977"/>
                </a:lnTo>
                <a:lnTo>
                  <a:pt x="135284" y="59977"/>
                </a:lnTo>
                <a:lnTo>
                  <a:pt x="135284" y="59084"/>
                </a:lnTo>
                <a:lnTo>
                  <a:pt x="134391" y="59084"/>
                </a:lnTo>
                <a:lnTo>
                  <a:pt x="134391" y="58192"/>
                </a:lnTo>
                <a:lnTo>
                  <a:pt x="129926" y="58192"/>
                </a:lnTo>
                <a:lnTo>
                  <a:pt x="129926" y="59084"/>
                </a:lnTo>
                <a:lnTo>
                  <a:pt x="126355" y="59084"/>
                </a:lnTo>
                <a:lnTo>
                  <a:pt x="126355" y="58192"/>
                </a:lnTo>
                <a:lnTo>
                  <a:pt x="116532" y="58192"/>
                </a:lnTo>
                <a:lnTo>
                  <a:pt x="116532" y="59084"/>
                </a:lnTo>
                <a:lnTo>
                  <a:pt x="96738" y="59084"/>
                </a:lnTo>
                <a:lnTo>
                  <a:pt x="96738" y="58192"/>
                </a:lnTo>
                <a:lnTo>
                  <a:pt x="95845" y="58192"/>
                </a:lnTo>
                <a:lnTo>
                  <a:pt x="95845" y="57299"/>
                </a:lnTo>
                <a:lnTo>
                  <a:pt x="93166" y="57299"/>
                </a:lnTo>
                <a:lnTo>
                  <a:pt x="93166" y="58192"/>
                </a:lnTo>
                <a:lnTo>
                  <a:pt x="90487" y="58192"/>
                </a:lnTo>
                <a:lnTo>
                  <a:pt x="90487" y="59084"/>
                </a:lnTo>
                <a:lnTo>
                  <a:pt x="89594" y="59084"/>
                </a:lnTo>
                <a:lnTo>
                  <a:pt x="89594" y="58192"/>
                </a:lnTo>
                <a:lnTo>
                  <a:pt x="88701" y="58192"/>
                </a:lnTo>
                <a:lnTo>
                  <a:pt x="88701" y="57299"/>
                </a:lnTo>
                <a:lnTo>
                  <a:pt x="83343" y="57299"/>
                </a:lnTo>
                <a:lnTo>
                  <a:pt x="83343" y="58192"/>
                </a:lnTo>
                <a:lnTo>
                  <a:pt x="81557" y="58192"/>
                </a:lnTo>
                <a:lnTo>
                  <a:pt x="81557" y="59084"/>
                </a:lnTo>
                <a:lnTo>
                  <a:pt x="79771" y="59084"/>
                </a:lnTo>
                <a:lnTo>
                  <a:pt x="79771" y="64442"/>
                </a:lnTo>
                <a:lnTo>
                  <a:pt x="80664" y="64442"/>
                </a:lnTo>
                <a:lnTo>
                  <a:pt x="80664" y="67121"/>
                </a:lnTo>
                <a:lnTo>
                  <a:pt x="79771" y="67121"/>
                </a:lnTo>
                <a:lnTo>
                  <a:pt x="79771" y="68014"/>
                </a:lnTo>
                <a:lnTo>
                  <a:pt x="77985" y="68014"/>
                </a:lnTo>
                <a:lnTo>
                  <a:pt x="77985" y="69949"/>
                </a:lnTo>
                <a:lnTo>
                  <a:pt x="77092" y="69949"/>
                </a:lnTo>
                <a:lnTo>
                  <a:pt x="77092" y="74414"/>
                </a:lnTo>
                <a:lnTo>
                  <a:pt x="78878" y="74414"/>
                </a:lnTo>
                <a:lnTo>
                  <a:pt x="78878" y="75307"/>
                </a:lnTo>
                <a:lnTo>
                  <a:pt x="86915" y="75307"/>
                </a:lnTo>
                <a:lnTo>
                  <a:pt x="86915" y="76200"/>
                </a:lnTo>
                <a:lnTo>
                  <a:pt x="88701" y="76200"/>
                </a:lnTo>
                <a:lnTo>
                  <a:pt x="88701" y="75307"/>
                </a:lnTo>
                <a:lnTo>
                  <a:pt x="91380" y="75307"/>
                </a:lnTo>
                <a:lnTo>
                  <a:pt x="91380" y="76200"/>
                </a:lnTo>
                <a:lnTo>
                  <a:pt x="93166" y="76200"/>
                </a:lnTo>
                <a:lnTo>
                  <a:pt x="93166" y="75307"/>
                </a:lnTo>
                <a:lnTo>
                  <a:pt x="95845" y="75307"/>
                </a:lnTo>
                <a:lnTo>
                  <a:pt x="95845" y="74414"/>
                </a:lnTo>
                <a:lnTo>
                  <a:pt x="99417" y="74414"/>
                </a:lnTo>
                <a:lnTo>
                  <a:pt x="99417" y="73521"/>
                </a:lnTo>
                <a:lnTo>
                  <a:pt x="102096" y="73521"/>
                </a:lnTo>
                <a:lnTo>
                  <a:pt x="102096" y="74414"/>
                </a:lnTo>
                <a:lnTo>
                  <a:pt x="107453" y="74414"/>
                </a:lnTo>
                <a:lnTo>
                  <a:pt x="107453" y="73521"/>
                </a:lnTo>
                <a:lnTo>
                  <a:pt x="108346" y="73521"/>
                </a:lnTo>
                <a:lnTo>
                  <a:pt x="108346" y="72628"/>
                </a:lnTo>
                <a:lnTo>
                  <a:pt x="110132" y="72628"/>
                </a:lnTo>
                <a:lnTo>
                  <a:pt x="110132" y="71735"/>
                </a:lnTo>
                <a:lnTo>
                  <a:pt x="111025" y="71735"/>
                </a:lnTo>
                <a:lnTo>
                  <a:pt x="111025" y="70842"/>
                </a:lnTo>
                <a:lnTo>
                  <a:pt x="114597" y="70842"/>
                </a:lnTo>
                <a:lnTo>
                  <a:pt x="114597" y="69949"/>
                </a:lnTo>
                <a:lnTo>
                  <a:pt x="115639" y="69949"/>
                </a:lnTo>
                <a:lnTo>
                  <a:pt x="115639" y="70842"/>
                </a:lnTo>
                <a:lnTo>
                  <a:pt x="119211" y="70842"/>
                </a:lnTo>
                <a:lnTo>
                  <a:pt x="119211" y="71735"/>
                </a:lnTo>
                <a:lnTo>
                  <a:pt x="120104" y="71735"/>
                </a:lnTo>
                <a:lnTo>
                  <a:pt x="120104" y="72628"/>
                </a:lnTo>
                <a:lnTo>
                  <a:pt x="121890" y="72628"/>
                </a:lnTo>
                <a:lnTo>
                  <a:pt x="121890" y="73521"/>
                </a:lnTo>
                <a:lnTo>
                  <a:pt x="123676" y="73521"/>
                </a:lnTo>
                <a:lnTo>
                  <a:pt x="123676" y="75307"/>
                </a:lnTo>
                <a:lnTo>
                  <a:pt x="124569" y="75307"/>
                </a:lnTo>
                <a:lnTo>
                  <a:pt x="124569" y="76200"/>
                </a:lnTo>
                <a:lnTo>
                  <a:pt x="125462" y="76200"/>
                </a:lnTo>
                <a:lnTo>
                  <a:pt x="125462" y="77093"/>
                </a:lnTo>
                <a:lnTo>
                  <a:pt x="126355" y="77093"/>
                </a:lnTo>
                <a:lnTo>
                  <a:pt x="126355" y="80665"/>
                </a:lnTo>
                <a:lnTo>
                  <a:pt x="125462" y="80665"/>
                </a:lnTo>
                <a:lnTo>
                  <a:pt x="125462" y="81558"/>
                </a:lnTo>
                <a:lnTo>
                  <a:pt x="124569" y="81558"/>
                </a:lnTo>
                <a:lnTo>
                  <a:pt x="124569" y="82451"/>
                </a:lnTo>
                <a:lnTo>
                  <a:pt x="123676" y="82451"/>
                </a:lnTo>
                <a:lnTo>
                  <a:pt x="123676" y="83343"/>
                </a:lnTo>
                <a:lnTo>
                  <a:pt x="119211" y="83343"/>
                </a:lnTo>
                <a:lnTo>
                  <a:pt x="119211" y="85129"/>
                </a:lnTo>
                <a:lnTo>
                  <a:pt x="118318" y="85129"/>
                </a:lnTo>
                <a:lnTo>
                  <a:pt x="118318" y="86022"/>
                </a:lnTo>
                <a:lnTo>
                  <a:pt x="117425" y="86022"/>
                </a:lnTo>
                <a:lnTo>
                  <a:pt x="117425" y="86915"/>
                </a:lnTo>
                <a:lnTo>
                  <a:pt x="116532" y="86915"/>
                </a:lnTo>
                <a:lnTo>
                  <a:pt x="116532" y="87808"/>
                </a:lnTo>
                <a:lnTo>
                  <a:pt x="115639" y="87808"/>
                </a:lnTo>
                <a:lnTo>
                  <a:pt x="115639" y="89594"/>
                </a:lnTo>
                <a:lnTo>
                  <a:pt x="114597" y="89594"/>
                </a:lnTo>
                <a:lnTo>
                  <a:pt x="114597" y="90487"/>
                </a:lnTo>
                <a:lnTo>
                  <a:pt x="113704" y="90487"/>
                </a:lnTo>
                <a:lnTo>
                  <a:pt x="113704" y="92273"/>
                </a:lnTo>
                <a:lnTo>
                  <a:pt x="112811" y="92273"/>
                </a:lnTo>
                <a:lnTo>
                  <a:pt x="112811" y="93166"/>
                </a:lnTo>
                <a:lnTo>
                  <a:pt x="111918" y="93166"/>
                </a:lnTo>
                <a:lnTo>
                  <a:pt x="111918" y="94059"/>
                </a:lnTo>
                <a:lnTo>
                  <a:pt x="111025" y="94059"/>
                </a:lnTo>
                <a:lnTo>
                  <a:pt x="111025" y="94952"/>
                </a:lnTo>
                <a:lnTo>
                  <a:pt x="110132" y="94952"/>
                </a:lnTo>
                <a:lnTo>
                  <a:pt x="110132" y="96738"/>
                </a:lnTo>
                <a:lnTo>
                  <a:pt x="109239" y="96738"/>
                </a:lnTo>
                <a:lnTo>
                  <a:pt x="109239" y="97631"/>
                </a:lnTo>
                <a:lnTo>
                  <a:pt x="108346" y="97631"/>
                </a:lnTo>
                <a:lnTo>
                  <a:pt x="108346" y="98524"/>
                </a:lnTo>
                <a:lnTo>
                  <a:pt x="107453" y="98524"/>
                </a:lnTo>
                <a:lnTo>
                  <a:pt x="107453" y="100310"/>
                </a:lnTo>
                <a:lnTo>
                  <a:pt x="106560" y="100310"/>
                </a:lnTo>
                <a:lnTo>
                  <a:pt x="106560" y="101203"/>
                </a:lnTo>
                <a:lnTo>
                  <a:pt x="105667" y="101203"/>
                </a:lnTo>
                <a:lnTo>
                  <a:pt x="105667" y="102096"/>
                </a:lnTo>
                <a:lnTo>
                  <a:pt x="103882" y="102096"/>
                </a:lnTo>
                <a:lnTo>
                  <a:pt x="103882" y="102989"/>
                </a:lnTo>
                <a:lnTo>
                  <a:pt x="102096" y="102989"/>
                </a:lnTo>
                <a:lnTo>
                  <a:pt x="102096" y="105668"/>
                </a:lnTo>
                <a:lnTo>
                  <a:pt x="102989" y="105668"/>
                </a:lnTo>
                <a:lnTo>
                  <a:pt x="102989" y="107454"/>
                </a:lnTo>
                <a:lnTo>
                  <a:pt x="103882" y="107454"/>
                </a:lnTo>
                <a:lnTo>
                  <a:pt x="103882" y="108347"/>
                </a:lnTo>
                <a:lnTo>
                  <a:pt x="104775" y="108347"/>
                </a:lnTo>
                <a:lnTo>
                  <a:pt x="104775" y="110133"/>
                </a:lnTo>
                <a:lnTo>
                  <a:pt x="105667" y="110133"/>
                </a:lnTo>
                <a:lnTo>
                  <a:pt x="105667" y="111918"/>
                </a:lnTo>
                <a:lnTo>
                  <a:pt x="106560" y="111918"/>
                </a:lnTo>
                <a:lnTo>
                  <a:pt x="106560" y="112811"/>
                </a:lnTo>
                <a:lnTo>
                  <a:pt x="107453" y="112811"/>
                </a:lnTo>
                <a:lnTo>
                  <a:pt x="107453" y="113704"/>
                </a:lnTo>
                <a:lnTo>
                  <a:pt x="108346" y="113704"/>
                </a:lnTo>
                <a:lnTo>
                  <a:pt x="108346" y="114597"/>
                </a:lnTo>
                <a:lnTo>
                  <a:pt x="109239" y="114597"/>
                </a:lnTo>
                <a:lnTo>
                  <a:pt x="109239" y="116532"/>
                </a:lnTo>
                <a:lnTo>
                  <a:pt x="110132" y="116532"/>
                </a:lnTo>
                <a:lnTo>
                  <a:pt x="110132" y="117425"/>
                </a:lnTo>
                <a:lnTo>
                  <a:pt x="111025" y="117425"/>
                </a:lnTo>
                <a:lnTo>
                  <a:pt x="111025" y="118318"/>
                </a:lnTo>
                <a:lnTo>
                  <a:pt x="111918" y="118318"/>
                </a:lnTo>
                <a:lnTo>
                  <a:pt x="111918" y="120997"/>
                </a:lnTo>
                <a:lnTo>
                  <a:pt x="112811" y="120997"/>
                </a:lnTo>
                <a:lnTo>
                  <a:pt x="112811" y="121890"/>
                </a:lnTo>
                <a:lnTo>
                  <a:pt x="114597" y="121890"/>
                </a:lnTo>
                <a:lnTo>
                  <a:pt x="114597" y="123676"/>
                </a:lnTo>
                <a:lnTo>
                  <a:pt x="115639" y="123676"/>
                </a:lnTo>
                <a:lnTo>
                  <a:pt x="115639" y="129927"/>
                </a:lnTo>
                <a:lnTo>
                  <a:pt x="116532" y="129927"/>
                </a:lnTo>
                <a:lnTo>
                  <a:pt x="116532" y="130820"/>
                </a:lnTo>
                <a:lnTo>
                  <a:pt x="115639" y="130820"/>
                </a:lnTo>
                <a:lnTo>
                  <a:pt x="115639" y="132606"/>
                </a:lnTo>
                <a:lnTo>
                  <a:pt x="114597" y="132606"/>
                </a:lnTo>
                <a:lnTo>
                  <a:pt x="114597" y="134392"/>
                </a:lnTo>
                <a:lnTo>
                  <a:pt x="113704" y="134392"/>
                </a:lnTo>
                <a:lnTo>
                  <a:pt x="113704" y="135285"/>
                </a:lnTo>
                <a:lnTo>
                  <a:pt x="112811" y="135285"/>
                </a:lnTo>
                <a:lnTo>
                  <a:pt x="112811" y="136177"/>
                </a:lnTo>
                <a:lnTo>
                  <a:pt x="111918" y="136177"/>
                </a:lnTo>
                <a:lnTo>
                  <a:pt x="111918" y="137070"/>
                </a:lnTo>
                <a:lnTo>
                  <a:pt x="111025" y="137070"/>
                </a:lnTo>
                <a:lnTo>
                  <a:pt x="111025" y="137963"/>
                </a:lnTo>
                <a:lnTo>
                  <a:pt x="105667" y="137963"/>
                </a:lnTo>
                <a:lnTo>
                  <a:pt x="105667" y="137070"/>
                </a:lnTo>
                <a:lnTo>
                  <a:pt x="104775" y="137070"/>
                </a:lnTo>
                <a:lnTo>
                  <a:pt x="104775" y="136177"/>
                </a:lnTo>
                <a:lnTo>
                  <a:pt x="103882" y="136177"/>
                </a:lnTo>
                <a:lnTo>
                  <a:pt x="103882" y="135285"/>
                </a:lnTo>
                <a:lnTo>
                  <a:pt x="102096" y="135285"/>
                </a:lnTo>
                <a:lnTo>
                  <a:pt x="102096" y="134392"/>
                </a:lnTo>
                <a:lnTo>
                  <a:pt x="101203" y="134392"/>
                </a:lnTo>
                <a:lnTo>
                  <a:pt x="101203" y="133499"/>
                </a:lnTo>
                <a:lnTo>
                  <a:pt x="100310" y="133499"/>
                </a:lnTo>
                <a:lnTo>
                  <a:pt x="100310" y="129927"/>
                </a:lnTo>
                <a:lnTo>
                  <a:pt x="99417" y="129927"/>
                </a:lnTo>
                <a:lnTo>
                  <a:pt x="99417" y="128141"/>
                </a:lnTo>
                <a:lnTo>
                  <a:pt x="100310" y="128141"/>
                </a:lnTo>
                <a:lnTo>
                  <a:pt x="100310" y="127248"/>
                </a:lnTo>
                <a:lnTo>
                  <a:pt x="99417" y="127248"/>
                </a:lnTo>
                <a:lnTo>
                  <a:pt x="99417" y="125462"/>
                </a:lnTo>
                <a:lnTo>
                  <a:pt x="98524" y="125462"/>
                </a:lnTo>
                <a:lnTo>
                  <a:pt x="98524" y="123676"/>
                </a:lnTo>
                <a:lnTo>
                  <a:pt x="97631" y="123676"/>
                </a:lnTo>
                <a:lnTo>
                  <a:pt x="97631" y="122783"/>
                </a:lnTo>
                <a:lnTo>
                  <a:pt x="96738" y="122783"/>
                </a:lnTo>
                <a:lnTo>
                  <a:pt x="96738" y="120104"/>
                </a:lnTo>
                <a:lnTo>
                  <a:pt x="95845" y="120104"/>
                </a:lnTo>
                <a:lnTo>
                  <a:pt x="95845" y="119211"/>
                </a:lnTo>
                <a:lnTo>
                  <a:pt x="94952" y="119211"/>
                </a:lnTo>
                <a:lnTo>
                  <a:pt x="94952" y="118318"/>
                </a:lnTo>
                <a:lnTo>
                  <a:pt x="94059" y="118318"/>
                </a:lnTo>
                <a:lnTo>
                  <a:pt x="94059" y="115639"/>
                </a:lnTo>
                <a:lnTo>
                  <a:pt x="93166" y="115639"/>
                </a:lnTo>
                <a:lnTo>
                  <a:pt x="93166" y="114597"/>
                </a:lnTo>
                <a:lnTo>
                  <a:pt x="91380" y="114597"/>
                </a:lnTo>
                <a:lnTo>
                  <a:pt x="91380" y="111918"/>
                </a:lnTo>
                <a:lnTo>
                  <a:pt x="90487" y="111918"/>
                </a:lnTo>
                <a:lnTo>
                  <a:pt x="90487" y="111026"/>
                </a:lnTo>
                <a:lnTo>
                  <a:pt x="89594" y="111026"/>
                </a:lnTo>
                <a:lnTo>
                  <a:pt x="89594" y="110133"/>
                </a:lnTo>
                <a:lnTo>
                  <a:pt x="88701" y="110133"/>
                </a:lnTo>
                <a:lnTo>
                  <a:pt x="88701" y="109240"/>
                </a:lnTo>
                <a:lnTo>
                  <a:pt x="86915" y="109240"/>
                </a:lnTo>
                <a:lnTo>
                  <a:pt x="86915" y="108347"/>
                </a:lnTo>
                <a:lnTo>
                  <a:pt x="86022" y="108347"/>
                </a:lnTo>
                <a:lnTo>
                  <a:pt x="86022" y="107454"/>
                </a:lnTo>
                <a:lnTo>
                  <a:pt x="85129" y="107454"/>
                </a:lnTo>
                <a:lnTo>
                  <a:pt x="85129" y="106561"/>
                </a:lnTo>
                <a:lnTo>
                  <a:pt x="84236" y="106561"/>
                </a:lnTo>
                <a:lnTo>
                  <a:pt x="84236" y="105668"/>
                </a:lnTo>
                <a:lnTo>
                  <a:pt x="82450" y="105668"/>
                </a:lnTo>
                <a:lnTo>
                  <a:pt x="82450" y="103882"/>
                </a:lnTo>
                <a:lnTo>
                  <a:pt x="81557" y="103882"/>
                </a:lnTo>
                <a:lnTo>
                  <a:pt x="81557" y="102989"/>
                </a:lnTo>
                <a:lnTo>
                  <a:pt x="79771" y="102989"/>
                </a:lnTo>
                <a:lnTo>
                  <a:pt x="79771" y="102096"/>
                </a:lnTo>
                <a:lnTo>
                  <a:pt x="77092" y="102096"/>
                </a:lnTo>
                <a:lnTo>
                  <a:pt x="77092" y="101203"/>
                </a:lnTo>
                <a:lnTo>
                  <a:pt x="75307" y="101203"/>
                </a:lnTo>
                <a:lnTo>
                  <a:pt x="75307" y="98524"/>
                </a:lnTo>
                <a:lnTo>
                  <a:pt x="76200" y="98524"/>
                </a:lnTo>
                <a:lnTo>
                  <a:pt x="76200" y="97631"/>
                </a:lnTo>
                <a:lnTo>
                  <a:pt x="81557" y="97631"/>
                </a:lnTo>
                <a:lnTo>
                  <a:pt x="81557" y="98524"/>
                </a:lnTo>
                <a:lnTo>
                  <a:pt x="84236" y="98524"/>
                </a:lnTo>
                <a:lnTo>
                  <a:pt x="84236" y="99417"/>
                </a:lnTo>
                <a:lnTo>
                  <a:pt x="86915" y="99417"/>
                </a:lnTo>
                <a:lnTo>
                  <a:pt x="86915" y="100310"/>
                </a:lnTo>
                <a:lnTo>
                  <a:pt x="87808" y="100310"/>
                </a:lnTo>
                <a:lnTo>
                  <a:pt x="87808" y="101203"/>
                </a:lnTo>
                <a:lnTo>
                  <a:pt x="90487" y="101203"/>
                </a:lnTo>
                <a:lnTo>
                  <a:pt x="90487" y="102096"/>
                </a:lnTo>
                <a:lnTo>
                  <a:pt x="92273" y="102096"/>
                </a:lnTo>
                <a:lnTo>
                  <a:pt x="92273" y="102989"/>
                </a:lnTo>
                <a:lnTo>
                  <a:pt x="94952" y="102989"/>
                </a:lnTo>
                <a:lnTo>
                  <a:pt x="94952" y="104775"/>
                </a:lnTo>
                <a:lnTo>
                  <a:pt x="95845" y="104775"/>
                </a:lnTo>
                <a:lnTo>
                  <a:pt x="95845" y="105668"/>
                </a:lnTo>
                <a:lnTo>
                  <a:pt x="97631" y="105668"/>
                </a:lnTo>
                <a:lnTo>
                  <a:pt x="97631" y="101203"/>
                </a:lnTo>
                <a:lnTo>
                  <a:pt x="98524" y="101203"/>
                </a:lnTo>
                <a:lnTo>
                  <a:pt x="98524" y="100310"/>
                </a:lnTo>
                <a:lnTo>
                  <a:pt x="99417" y="100310"/>
                </a:lnTo>
                <a:lnTo>
                  <a:pt x="99417" y="95845"/>
                </a:lnTo>
                <a:lnTo>
                  <a:pt x="100310" y="95845"/>
                </a:lnTo>
                <a:lnTo>
                  <a:pt x="100310" y="94059"/>
                </a:lnTo>
                <a:lnTo>
                  <a:pt x="101203" y="94059"/>
                </a:lnTo>
                <a:lnTo>
                  <a:pt x="101203" y="92273"/>
                </a:lnTo>
                <a:lnTo>
                  <a:pt x="102096" y="92273"/>
                </a:lnTo>
                <a:lnTo>
                  <a:pt x="102096" y="88701"/>
                </a:lnTo>
                <a:lnTo>
                  <a:pt x="103882" y="88701"/>
                </a:lnTo>
                <a:lnTo>
                  <a:pt x="103882" y="86915"/>
                </a:lnTo>
                <a:lnTo>
                  <a:pt x="104775" y="86915"/>
                </a:lnTo>
                <a:lnTo>
                  <a:pt x="104775" y="84236"/>
                </a:lnTo>
                <a:lnTo>
                  <a:pt x="105667" y="84236"/>
                </a:lnTo>
                <a:lnTo>
                  <a:pt x="105667" y="82451"/>
                </a:lnTo>
                <a:lnTo>
                  <a:pt x="106560" y="82451"/>
                </a:lnTo>
                <a:lnTo>
                  <a:pt x="106560" y="81558"/>
                </a:lnTo>
                <a:lnTo>
                  <a:pt x="107453" y="81558"/>
                </a:lnTo>
                <a:lnTo>
                  <a:pt x="107453" y="79772"/>
                </a:lnTo>
                <a:lnTo>
                  <a:pt x="106560" y="79772"/>
                </a:lnTo>
                <a:lnTo>
                  <a:pt x="106560" y="78879"/>
                </a:lnTo>
                <a:lnTo>
                  <a:pt x="96738" y="78879"/>
                </a:lnTo>
                <a:lnTo>
                  <a:pt x="96738" y="79772"/>
                </a:lnTo>
                <a:lnTo>
                  <a:pt x="94952" y="79772"/>
                </a:lnTo>
                <a:lnTo>
                  <a:pt x="94952" y="78879"/>
                </a:lnTo>
                <a:lnTo>
                  <a:pt x="90487" y="78879"/>
                </a:lnTo>
                <a:lnTo>
                  <a:pt x="90487" y="77986"/>
                </a:lnTo>
                <a:lnTo>
                  <a:pt x="86915" y="77986"/>
                </a:lnTo>
                <a:lnTo>
                  <a:pt x="86915" y="78879"/>
                </a:lnTo>
                <a:lnTo>
                  <a:pt x="77985" y="78879"/>
                </a:lnTo>
                <a:lnTo>
                  <a:pt x="77985" y="79772"/>
                </a:lnTo>
                <a:lnTo>
                  <a:pt x="77092" y="79772"/>
                </a:lnTo>
                <a:lnTo>
                  <a:pt x="77092" y="80665"/>
                </a:lnTo>
                <a:lnTo>
                  <a:pt x="76200" y="80665"/>
                </a:lnTo>
                <a:lnTo>
                  <a:pt x="76200" y="81558"/>
                </a:lnTo>
                <a:lnTo>
                  <a:pt x="75307" y="81558"/>
                </a:lnTo>
                <a:lnTo>
                  <a:pt x="75307" y="82451"/>
                </a:lnTo>
                <a:lnTo>
                  <a:pt x="74414" y="82451"/>
                </a:lnTo>
                <a:lnTo>
                  <a:pt x="74414" y="83343"/>
                </a:lnTo>
                <a:lnTo>
                  <a:pt x="72628" y="83343"/>
                </a:lnTo>
                <a:lnTo>
                  <a:pt x="72628" y="84236"/>
                </a:lnTo>
                <a:lnTo>
                  <a:pt x="69949" y="84236"/>
                </a:lnTo>
                <a:lnTo>
                  <a:pt x="69949" y="83343"/>
                </a:lnTo>
                <a:lnTo>
                  <a:pt x="67121" y="83343"/>
                </a:lnTo>
                <a:lnTo>
                  <a:pt x="67121" y="82451"/>
                </a:lnTo>
                <a:lnTo>
                  <a:pt x="65335" y="82451"/>
                </a:lnTo>
                <a:lnTo>
                  <a:pt x="65335" y="79772"/>
                </a:lnTo>
                <a:lnTo>
                  <a:pt x="66228" y="79772"/>
                </a:lnTo>
                <a:lnTo>
                  <a:pt x="66228" y="78879"/>
                </a:lnTo>
                <a:lnTo>
                  <a:pt x="67121" y="78879"/>
                </a:lnTo>
                <a:lnTo>
                  <a:pt x="67121" y="77093"/>
                </a:lnTo>
                <a:lnTo>
                  <a:pt x="66228" y="77093"/>
                </a:lnTo>
                <a:lnTo>
                  <a:pt x="66228" y="72628"/>
                </a:lnTo>
                <a:lnTo>
                  <a:pt x="67121" y="72628"/>
                </a:lnTo>
                <a:lnTo>
                  <a:pt x="67121" y="71735"/>
                </a:lnTo>
                <a:lnTo>
                  <a:pt x="68014" y="71735"/>
                </a:lnTo>
                <a:lnTo>
                  <a:pt x="68014" y="70842"/>
                </a:lnTo>
                <a:lnTo>
                  <a:pt x="69056" y="70842"/>
                </a:lnTo>
                <a:lnTo>
                  <a:pt x="69056" y="69949"/>
                </a:lnTo>
                <a:lnTo>
                  <a:pt x="69949" y="69949"/>
                </a:lnTo>
                <a:lnTo>
                  <a:pt x="69949" y="68907"/>
                </a:lnTo>
                <a:lnTo>
                  <a:pt x="70842" y="68907"/>
                </a:lnTo>
                <a:lnTo>
                  <a:pt x="70842" y="67121"/>
                </a:lnTo>
                <a:lnTo>
                  <a:pt x="69949" y="67121"/>
                </a:lnTo>
                <a:lnTo>
                  <a:pt x="69949" y="63549"/>
                </a:lnTo>
                <a:lnTo>
                  <a:pt x="72628" y="63549"/>
                </a:lnTo>
                <a:lnTo>
                  <a:pt x="72628" y="62656"/>
                </a:lnTo>
                <a:lnTo>
                  <a:pt x="73521" y="62656"/>
                </a:lnTo>
                <a:lnTo>
                  <a:pt x="73521" y="60870"/>
                </a:lnTo>
                <a:lnTo>
                  <a:pt x="71735" y="60870"/>
                </a:lnTo>
                <a:lnTo>
                  <a:pt x="71735" y="59977"/>
                </a:lnTo>
                <a:lnTo>
                  <a:pt x="70842" y="59977"/>
                </a:lnTo>
                <a:lnTo>
                  <a:pt x="70842" y="59084"/>
                </a:lnTo>
                <a:lnTo>
                  <a:pt x="69949" y="59084"/>
                </a:lnTo>
                <a:lnTo>
                  <a:pt x="69949" y="58192"/>
                </a:lnTo>
                <a:lnTo>
                  <a:pt x="67121" y="58192"/>
                </a:lnTo>
                <a:lnTo>
                  <a:pt x="67121" y="59084"/>
                </a:lnTo>
                <a:lnTo>
                  <a:pt x="66228" y="59084"/>
                </a:lnTo>
                <a:lnTo>
                  <a:pt x="66228" y="58192"/>
                </a:lnTo>
                <a:lnTo>
                  <a:pt x="65335" y="58192"/>
                </a:lnTo>
                <a:lnTo>
                  <a:pt x="65335" y="59084"/>
                </a:lnTo>
                <a:lnTo>
                  <a:pt x="58191" y="59084"/>
                </a:lnTo>
                <a:lnTo>
                  <a:pt x="58191" y="58192"/>
                </a:lnTo>
                <a:lnTo>
                  <a:pt x="54619" y="58192"/>
                </a:lnTo>
                <a:lnTo>
                  <a:pt x="54619" y="59084"/>
                </a:lnTo>
                <a:lnTo>
                  <a:pt x="52834" y="59084"/>
                </a:lnTo>
                <a:lnTo>
                  <a:pt x="52834" y="58192"/>
                </a:lnTo>
                <a:lnTo>
                  <a:pt x="50155" y="58192"/>
                </a:lnTo>
                <a:lnTo>
                  <a:pt x="50155" y="59084"/>
                </a:lnTo>
                <a:lnTo>
                  <a:pt x="48369" y="59084"/>
                </a:lnTo>
                <a:lnTo>
                  <a:pt x="48369" y="58192"/>
                </a:lnTo>
                <a:lnTo>
                  <a:pt x="46583" y="58192"/>
                </a:lnTo>
                <a:lnTo>
                  <a:pt x="46583" y="57299"/>
                </a:lnTo>
                <a:lnTo>
                  <a:pt x="45690" y="57299"/>
                </a:lnTo>
                <a:lnTo>
                  <a:pt x="45690" y="56406"/>
                </a:lnTo>
                <a:lnTo>
                  <a:pt x="44797" y="56406"/>
                </a:lnTo>
                <a:lnTo>
                  <a:pt x="44797" y="57299"/>
                </a:lnTo>
                <a:lnTo>
                  <a:pt x="43904" y="57299"/>
                </a:lnTo>
                <a:lnTo>
                  <a:pt x="43904" y="58192"/>
                </a:lnTo>
                <a:lnTo>
                  <a:pt x="42118" y="58192"/>
                </a:lnTo>
                <a:lnTo>
                  <a:pt x="42118" y="57299"/>
                </a:lnTo>
                <a:lnTo>
                  <a:pt x="41225" y="57299"/>
                </a:lnTo>
                <a:lnTo>
                  <a:pt x="41225" y="55513"/>
                </a:lnTo>
                <a:lnTo>
                  <a:pt x="42118" y="55513"/>
                </a:lnTo>
                <a:lnTo>
                  <a:pt x="42118" y="54620"/>
                </a:lnTo>
                <a:lnTo>
                  <a:pt x="44797" y="54620"/>
                </a:lnTo>
                <a:lnTo>
                  <a:pt x="44797" y="55513"/>
                </a:lnTo>
                <a:lnTo>
                  <a:pt x="46583" y="55513"/>
                </a:lnTo>
                <a:lnTo>
                  <a:pt x="46583" y="54620"/>
                </a:lnTo>
                <a:lnTo>
                  <a:pt x="51941" y="54620"/>
                </a:lnTo>
                <a:lnTo>
                  <a:pt x="51941" y="55513"/>
                </a:lnTo>
                <a:lnTo>
                  <a:pt x="54619" y="55513"/>
                </a:lnTo>
                <a:lnTo>
                  <a:pt x="54619" y="54620"/>
                </a:lnTo>
                <a:lnTo>
                  <a:pt x="62656" y="54620"/>
                </a:lnTo>
                <a:lnTo>
                  <a:pt x="62656" y="55513"/>
                </a:lnTo>
                <a:lnTo>
                  <a:pt x="65335" y="55513"/>
                </a:lnTo>
                <a:lnTo>
                  <a:pt x="65335" y="56406"/>
                </a:lnTo>
                <a:lnTo>
                  <a:pt x="66228" y="56406"/>
                </a:lnTo>
                <a:lnTo>
                  <a:pt x="66228" y="55513"/>
                </a:lnTo>
                <a:lnTo>
                  <a:pt x="67121" y="55513"/>
                </a:lnTo>
                <a:lnTo>
                  <a:pt x="67121" y="54620"/>
                </a:lnTo>
                <a:lnTo>
                  <a:pt x="69949" y="54620"/>
                </a:lnTo>
                <a:lnTo>
                  <a:pt x="69949" y="55513"/>
                </a:lnTo>
                <a:lnTo>
                  <a:pt x="70842" y="55513"/>
                </a:lnTo>
                <a:lnTo>
                  <a:pt x="70842" y="56406"/>
                </a:lnTo>
                <a:lnTo>
                  <a:pt x="71735" y="56406"/>
                </a:lnTo>
                <a:lnTo>
                  <a:pt x="71735" y="53727"/>
                </a:lnTo>
                <a:lnTo>
                  <a:pt x="72628" y="53727"/>
                </a:lnTo>
                <a:lnTo>
                  <a:pt x="72628" y="49262"/>
                </a:lnTo>
                <a:lnTo>
                  <a:pt x="73521" y="49262"/>
                </a:lnTo>
                <a:lnTo>
                  <a:pt x="73521" y="40332"/>
                </a:lnTo>
                <a:lnTo>
                  <a:pt x="74414" y="40332"/>
                </a:lnTo>
                <a:lnTo>
                  <a:pt x="74414" y="38546"/>
                </a:lnTo>
                <a:lnTo>
                  <a:pt x="75307" y="38546"/>
                </a:lnTo>
                <a:lnTo>
                  <a:pt x="75307" y="37653"/>
                </a:lnTo>
                <a:lnTo>
                  <a:pt x="78878" y="37653"/>
                </a:lnTo>
                <a:lnTo>
                  <a:pt x="78878" y="35867"/>
                </a:lnTo>
                <a:lnTo>
                  <a:pt x="77985" y="35867"/>
                </a:lnTo>
                <a:lnTo>
                  <a:pt x="77985" y="33188"/>
                </a:lnTo>
                <a:lnTo>
                  <a:pt x="77092" y="33188"/>
                </a:lnTo>
                <a:lnTo>
                  <a:pt x="77092" y="29617"/>
                </a:lnTo>
                <a:lnTo>
                  <a:pt x="77985" y="29617"/>
                </a:lnTo>
                <a:lnTo>
                  <a:pt x="77985" y="27831"/>
                </a:lnTo>
                <a:lnTo>
                  <a:pt x="78878" y="27831"/>
                </a:lnTo>
                <a:lnTo>
                  <a:pt x="78878" y="26045"/>
                </a:lnTo>
                <a:lnTo>
                  <a:pt x="79771" y="26045"/>
                </a:lnTo>
                <a:lnTo>
                  <a:pt x="79771" y="16966"/>
                </a:lnTo>
                <a:lnTo>
                  <a:pt x="80664" y="16966"/>
                </a:lnTo>
                <a:lnTo>
                  <a:pt x="80664" y="14287"/>
                </a:lnTo>
                <a:lnTo>
                  <a:pt x="81557" y="14287"/>
                </a:lnTo>
                <a:lnTo>
                  <a:pt x="81557" y="11608"/>
                </a:lnTo>
                <a:lnTo>
                  <a:pt x="82450" y="11608"/>
                </a:lnTo>
                <a:lnTo>
                  <a:pt x="82450" y="9822"/>
                </a:lnTo>
                <a:lnTo>
                  <a:pt x="81557" y="9822"/>
                </a:lnTo>
                <a:lnTo>
                  <a:pt x="81557" y="7143"/>
                </a:lnTo>
                <a:lnTo>
                  <a:pt x="79771" y="7143"/>
                </a:lnTo>
                <a:lnTo>
                  <a:pt x="79771" y="6251"/>
                </a:lnTo>
                <a:lnTo>
                  <a:pt x="78878" y="6251"/>
                </a:lnTo>
                <a:lnTo>
                  <a:pt x="78878" y="1786"/>
                </a:lnTo>
                <a:lnTo>
                  <a:pt x="79771" y="1786"/>
                </a:lnTo>
                <a:lnTo>
                  <a:pt x="79771" y="893"/>
                </a:lnTo>
                <a:lnTo>
                  <a:pt x="83343" y="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52CDF65-B124-7015-1220-3FE69D89F67B}"/>
              </a:ext>
            </a:extLst>
          </p:cNvPr>
          <p:cNvSpPr txBox="1"/>
          <p:nvPr/>
        </p:nvSpPr>
        <p:spPr>
          <a:xfrm>
            <a:off x="4665647" y="1772342"/>
            <a:ext cx="137369" cy="136624"/>
          </a:xfrm>
          <a:custGeom>
            <a:avLst/>
            <a:gdLst/>
            <a:ahLst/>
            <a:cxnLst/>
            <a:rect l="l" t="t" r="r" b="b"/>
            <a:pathLst>
              <a:path w="137369" h="136624">
                <a:moveTo>
                  <a:pt x="40928" y="98227"/>
                </a:moveTo>
                <a:lnTo>
                  <a:pt x="46732" y="98227"/>
                </a:lnTo>
                <a:lnTo>
                  <a:pt x="46732" y="99268"/>
                </a:lnTo>
                <a:lnTo>
                  <a:pt x="47774" y="99268"/>
                </a:lnTo>
                <a:lnTo>
                  <a:pt x="47774" y="100608"/>
                </a:lnTo>
                <a:lnTo>
                  <a:pt x="46732" y="100608"/>
                </a:lnTo>
                <a:lnTo>
                  <a:pt x="46732" y="102543"/>
                </a:lnTo>
                <a:lnTo>
                  <a:pt x="42863" y="102543"/>
                </a:lnTo>
                <a:lnTo>
                  <a:pt x="42863" y="103584"/>
                </a:lnTo>
                <a:lnTo>
                  <a:pt x="41970" y="103584"/>
                </a:lnTo>
                <a:lnTo>
                  <a:pt x="41970" y="105519"/>
                </a:lnTo>
                <a:lnTo>
                  <a:pt x="40928" y="105519"/>
                </a:lnTo>
                <a:lnTo>
                  <a:pt x="40928" y="104477"/>
                </a:lnTo>
                <a:lnTo>
                  <a:pt x="38993" y="104477"/>
                </a:lnTo>
                <a:lnTo>
                  <a:pt x="38993" y="102543"/>
                </a:lnTo>
                <a:lnTo>
                  <a:pt x="36017" y="102543"/>
                </a:lnTo>
                <a:lnTo>
                  <a:pt x="36017" y="104477"/>
                </a:lnTo>
                <a:lnTo>
                  <a:pt x="35124" y="104477"/>
                </a:lnTo>
                <a:lnTo>
                  <a:pt x="35124" y="105519"/>
                </a:lnTo>
                <a:lnTo>
                  <a:pt x="34082" y="105519"/>
                </a:lnTo>
                <a:lnTo>
                  <a:pt x="34082" y="107454"/>
                </a:lnTo>
                <a:lnTo>
                  <a:pt x="33189" y="107454"/>
                </a:lnTo>
                <a:lnTo>
                  <a:pt x="33189" y="108347"/>
                </a:lnTo>
                <a:lnTo>
                  <a:pt x="32147" y="108347"/>
                </a:lnTo>
                <a:lnTo>
                  <a:pt x="32147" y="109389"/>
                </a:lnTo>
                <a:lnTo>
                  <a:pt x="30212" y="109389"/>
                </a:lnTo>
                <a:lnTo>
                  <a:pt x="30212" y="110282"/>
                </a:lnTo>
                <a:lnTo>
                  <a:pt x="29319" y="110282"/>
                </a:lnTo>
                <a:lnTo>
                  <a:pt x="29319" y="111323"/>
                </a:lnTo>
                <a:lnTo>
                  <a:pt x="28278" y="111323"/>
                </a:lnTo>
                <a:lnTo>
                  <a:pt x="28278" y="112365"/>
                </a:lnTo>
                <a:lnTo>
                  <a:pt x="27385" y="112365"/>
                </a:lnTo>
                <a:lnTo>
                  <a:pt x="27385" y="113258"/>
                </a:lnTo>
                <a:lnTo>
                  <a:pt x="23366" y="113258"/>
                </a:lnTo>
                <a:lnTo>
                  <a:pt x="23366" y="114300"/>
                </a:lnTo>
                <a:lnTo>
                  <a:pt x="22473" y="114300"/>
                </a:lnTo>
                <a:lnTo>
                  <a:pt x="22473" y="115193"/>
                </a:lnTo>
                <a:lnTo>
                  <a:pt x="21432" y="115193"/>
                </a:lnTo>
                <a:lnTo>
                  <a:pt x="21432" y="116235"/>
                </a:lnTo>
                <a:lnTo>
                  <a:pt x="19497" y="116235"/>
                </a:lnTo>
                <a:lnTo>
                  <a:pt x="19497" y="117128"/>
                </a:lnTo>
                <a:lnTo>
                  <a:pt x="18604" y="117128"/>
                </a:lnTo>
                <a:lnTo>
                  <a:pt x="18604" y="118170"/>
                </a:lnTo>
                <a:lnTo>
                  <a:pt x="15627" y="118170"/>
                </a:lnTo>
                <a:lnTo>
                  <a:pt x="15627" y="119063"/>
                </a:lnTo>
                <a:lnTo>
                  <a:pt x="14734" y="119063"/>
                </a:lnTo>
                <a:lnTo>
                  <a:pt x="14734" y="120104"/>
                </a:lnTo>
                <a:lnTo>
                  <a:pt x="13693" y="120104"/>
                </a:lnTo>
                <a:lnTo>
                  <a:pt x="13693" y="120997"/>
                </a:lnTo>
                <a:lnTo>
                  <a:pt x="12800" y="120997"/>
                </a:lnTo>
                <a:lnTo>
                  <a:pt x="12800" y="122039"/>
                </a:lnTo>
                <a:lnTo>
                  <a:pt x="11758" y="122039"/>
                </a:lnTo>
                <a:lnTo>
                  <a:pt x="11758" y="122932"/>
                </a:lnTo>
                <a:lnTo>
                  <a:pt x="6846" y="122932"/>
                </a:lnTo>
                <a:lnTo>
                  <a:pt x="6846" y="122039"/>
                </a:lnTo>
                <a:lnTo>
                  <a:pt x="5805" y="122039"/>
                </a:lnTo>
                <a:lnTo>
                  <a:pt x="5805" y="120997"/>
                </a:lnTo>
                <a:lnTo>
                  <a:pt x="3870" y="120997"/>
                </a:lnTo>
                <a:lnTo>
                  <a:pt x="3870" y="120104"/>
                </a:lnTo>
                <a:lnTo>
                  <a:pt x="2977" y="120104"/>
                </a:lnTo>
                <a:lnTo>
                  <a:pt x="2977" y="116235"/>
                </a:lnTo>
                <a:lnTo>
                  <a:pt x="1935" y="116235"/>
                </a:lnTo>
                <a:lnTo>
                  <a:pt x="1935" y="114300"/>
                </a:lnTo>
                <a:lnTo>
                  <a:pt x="1042" y="114300"/>
                </a:lnTo>
                <a:lnTo>
                  <a:pt x="1042" y="112365"/>
                </a:lnTo>
                <a:lnTo>
                  <a:pt x="0" y="112365"/>
                </a:lnTo>
                <a:lnTo>
                  <a:pt x="0" y="111919"/>
                </a:lnTo>
                <a:lnTo>
                  <a:pt x="1042" y="111919"/>
                </a:lnTo>
                <a:lnTo>
                  <a:pt x="1042" y="109389"/>
                </a:lnTo>
                <a:lnTo>
                  <a:pt x="0" y="109389"/>
                </a:lnTo>
                <a:lnTo>
                  <a:pt x="0" y="108049"/>
                </a:lnTo>
                <a:lnTo>
                  <a:pt x="1042" y="108049"/>
                </a:lnTo>
                <a:lnTo>
                  <a:pt x="1042" y="105073"/>
                </a:lnTo>
                <a:lnTo>
                  <a:pt x="2977" y="105073"/>
                </a:lnTo>
                <a:lnTo>
                  <a:pt x="2977" y="104180"/>
                </a:lnTo>
                <a:lnTo>
                  <a:pt x="8781" y="104180"/>
                </a:lnTo>
                <a:lnTo>
                  <a:pt x="8781" y="103138"/>
                </a:lnTo>
                <a:lnTo>
                  <a:pt x="10716" y="103138"/>
                </a:lnTo>
                <a:lnTo>
                  <a:pt x="10716" y="104180"/>
                </a:lnTo>
                <a:lnTo>
                  <a:pt x="14734" y="104180"/>
                </a:lnTo>
                <a:lnTo>
                  <a:pt x="14734" y="105073"/>
                </a:lnTo>
                <a:lnTo>
                  <a:pt x="16520" y="105073"/>
                </a:lnTo>
                <a:lnTo>
                  <a:pt x="16520" y="104180"/>
                </a:lnTo>
                <a:lnTo>
                  <a:pt x="18455" y="104180"/>
                </a:lnTo>
                <a:lnTo>
                  <a:pt x="18455" y="103138"/>
                </a:lnTo>
                <a:lnTo>
                  <a:pt x="21432" y="103138"/>
                </a:lnTo>
                <a:lnTo>
                  <a:pt x="21432" y="102245"/>
                </a:lnTo>
                <a:lnTo>
                  <a:pt x="22325" y="102245"/>
                </a:lnTo>
                <a:lnTo>
                  <a:pt x="22325" y="101203"/>
                </a:lnTo>
                <a:lnTo>
                  <a:pt x="22473" y="101203"/>
                </a:lnTo>
                <a:lnTo>
                  <a:pt x="22473" y="102245"/>
                </a:lnTo>
                <a:lnTo>
                  <a:pt x="24408" y="102245"/>
                </a:lnTo>
                <a:lnTo>
                  <a:pt x="24408" y="103138"/>
                </a:lnTo>
                <a:lnTo>
                  <a:pt x="28278" y="103138"/>
                </a:lnTo>
                <a:lnTo>
                  <a:pt x="28278" y="102245"/>
                </a:lnTo>
                <a:lnTo>
                  <a:pt x="34082" y="102245"/>
                </a:lnTo>
                <a:lnTo>
                  <a:pt x="34082" y="101203"/>
                </a:lnTo>
                <a:lnTo>
                  <a:pt x="36017" y="101203"/>
                </a:lnTo>
                <a:lnTo>
                  <a:pt x="36017" y="100310"/>
                </a:lnTo>
                <a:lnTo>
                  <a:pt x="36910" y="100310"/>
                </a:lnTo>
                <a:lnTo>
                  <a:pt x="36910" y="99268"/>
                </a:lnTo>
                <a:lnTo>
                  <a:pt x="40928" y="99268"/>
                </a:lnTo>
                <a:close/>
                <a:moveTo>
                  <a:pt x="99269" y="52536"/>
                </a:moveTo>
                <a:lnTo>
                  <a:pt x="103287" y="52536"/>
                </a:lnTo>
                <a:lnTo>
                  <a:pt x="103287" y="53578"/>
                </a:lnTo>
                <a:lnTo>
                  <a:pt x="106115" y="53578"/>
                </a:lnTo>
                <a:lnTo>
                  <a:pt x="106115" y="54471"/>
                </a:lnTo>
                <a:lnTo>
                  <a:pt x="107157" y="54471"/>
                </a:lnTo>
                <a:lnTo>
                  <a:pt x="107157" y="55513"/>
                </a:lnTo>
                <a:lnTo>
                  <a:pt x="108050" y="55513"/>
                </a:lnTo>
                <a:lnTo>
                  <a:pt x="108050" y="56406"/>
                </a:lnTo>
                <a:lnTo>
                  <a:pt x="112068" y="56406"/>
                </a:lnTo>
                <a:lnTo>
                  <a:pt x="112068" y="57448"/>
                </a:lnTo>
                <a:lnTo>
                  <a:pt x="116830" y="57448"/>
                </a:lnTo>
                <a:lnTo>
                  <a:pt x="116830" y="58341"/>
                </a:lnTo>
                <a:lnTo>
                  <a:pt x="117872" y="58341"/>
                </a:lnTo>
                <a:lnTo>
                  <a:pt x="117872" y="58787"/>
                </a:lnTo>
                <a:lnTo>
                  <a:pt x="116830" y="58787"/>
                </a:lnTo>
                <a:lnTo>
                  <a:pt x="116830" y="60275"/>
                </a:lnTo>
                <a:lnTo>
                  <a:pt x="119807" y="60275"/>
                </a:lnTo>
                <a:lnTo>
                  <a:pt x="119807" y="61317"/>
                </a:lnTo>
                <a:lnTo>
                  <a:pt x="120700" y="61317"/>
                </a:lnTo>
                <a:lnTo>
                  <a:pt x="120700" y="62210"/>
                </a:lnTo>
                <a:lnTo>
                  <a:pt x="121742" y="62210"/>
                </a:lnTo>
                <a:lnTo>
                  <a:pt x="121742" y="63252"/>
                </a:lnTo>
                <a:lnTo>
                  <a:pt x="122635" y="63252"/>
                </a:lnTo>
                <a:lnTo>
                  <a:pt x="122635" y="64294"/>
                </a:lnTo>
                <a:lnTo>
                  <a:pt x="124718" y="64294"/>
                </a:lnTo>
                <a:lnTo>
                  <a:pt x="124718" y="66229"/>
                </a:lnTo>
                <a:lnTo>
                  <a:pt x="125611" y="66229"/>
                </a:lnTo>
                <a:lnTo>
                  <a:pt x="125611" y="68461"/>
                </a:lnTo>
                <a:lnTo>
                  <a:pt x="123676" y="68461"/>
                </a:lnTo>
                <a:lnTo>
                  <a:pt x="123676" y="69503"/>
                </a:lnTo>
                <a:lnTo>
                  <a:pt x="122635" y="69503"/>
                </a:lnTo>
                <a:lnTo>
                  <a:pt x="122635" y="70991"/>
                </a:lnTo>
                <a:lnTo>
                  <a:pt x="123676" y="70991"/>
                </a:lnTo>
                <a:lnTo>
                  <a:pt x="123676" y="72033"/>
                </a:lnTo>
                <a:lnTo>
                  <a:pt x="124718" y="72033"/>
                </a:lnTo>
                <a:lnTo>
                  <a:pt x="124718" y="75307"/>
                </a:lnTo>
                <a:lnTo>
                  <a:pt x="123676" y="75307"/>
                </a:lnTo>
                <a:lnTo>
                  <a:pt x="123676" y="76349"/>
                </a:lnTo>
                <a:lnTo>
                  <a:pt x="122635" y="76349"/>
                </a:lnTo>
                <a:lnTo>
                  <a:pt x="122635" y="77242"/>
                </a:lnTo>
                <a:lnTo>
                  <a:pt x="121742" y="77242"/>
                </a:lnTo>
                <a:lnTo>
                  <a:pt x="121742" y="78284"/>
                </a:lnTo>
                <a:lnTo>
                  <a:pt x="119807" y="78284"/>
                </a:lnTo>
                <a:lnTo>
                  <a:pt x="119807" y="79177"/>
                </a:lnTo>
                <a:lnTo>
                  <a:pt x="116830" y="79177"/>
                </a:lnTo>
                <a:lnTo>
                  <a:pt x="116830" y="78284"/>
                </a:lnTo>
                <a:lnTo>
                  <a:pt x="114896" y="78284"/>
                </a:lnTo>
                <a:lnTo>
                  <a:pt x="114896" y="77242"/>
                </a:lnTo>
                <a:lnTo>
                  <a:pt x="112961" y="77242"/>
                </a:lnTo>
                <a:lnTo>
                  <a:pt x="112961" y="76349"/>
                </a:lnTo>
                <a:lnTo>
                  <a:pt x="111919" y="76349"/>
                </a:lnTo>
                <a:lnTo>
                  <a:pt x="111919" y="74414"/>
                </a:lnTo>
                <a:lnTo>
                  <a:pt x="110877" y="74414"/>
                </a:lnTo>
                <a:lnTo>
                  <a:pt x="110877" y="73372"/>
                </a:lnTo>
                <a:lnTo>
                  <a:pt x="108050" y="73372"/>
                </a:lnTo>
                <a:lnTo>
                  <a:pt x="108050" y="72331"/>
                </a:lnTo>
                <a:lnTo>
                  <a:pt x="107008" y="72331"/>
                </a:lnTo>
                <a:lnTo>
                  <a:pt x="107008" y="70991"/>
                </a:lnTo>
                <a:lnTo>
                  <a:pt x="108050" y="70991"/>
                </a:lnTo>
                <a:lnTo>
                  <a:pt x="108050" y="69056"/>
                </a:lnTo>
                <a:lnTo>
                  <a:pt x="108943" y="69056"/>
                </a:lnTo>
                <a:lnTo>
                  <a:pt x="108943" y="65633"/>
                </a:lnTo>
                <a:lnTo>
                  <a:pt x="108050" y="65633"/>
                </a:lnTo>
                <a:lnTo>
                  <a:pt x="108050" y="64591"/>
                </a:lnTo>
                <a:lnTo>
                  <a:pt x="107008" y="64591"/>
                </a:lnTo>
                <a:lnTo>
                  <a:pt x="107008" y="60722"/>
                </a:lnTo>
                <a:lnTo>
                  <a:pt x="106115" y="60722"/>
                </a:lnTo>
                <a:lnTo>
                  <a:pt x="106115" y="59680"/>
                </a:lnTo>
                <a:lnTo>
                  <a:pt x="104180" y="59680"/>
                </a:lnTo>
                <a:lnTo>
                  <a:pt x="104180" y="58787"/>
                </a:lnTo>
                <a:lnTo>
                  <a:pt x="103138" y="58787"/>
                </a:lnTo>
                <a:lnTo>
                  <a:pt x="103138" y="57745"/>
                </a:lnTo>
                <a:lnTo>
                  <a:pt x="98227" y="57745"/>
                </a:lnTo>
                <a:lnTo>
                  <a:pt x="98227" y="56852"/>
                </a:lnTo>
                <a:lnTo>
                  <a:pt x="97334" y="56852"/>
                </a:lnTo>
                <a:lnTo>
                  <a:pt x="97334" y="54471"/>
                </a:lnTo>
                <a:lnTo>
                  <a:pt x="98227" y="54471"/>
                </a:lnTo>
                <a:lnTo>
                  <a:pt x="98227" y="53578"/>
                </a:lnTo>
                <a:lnTo>
                  <a:pt x="99269" y="53578"/>
                </a:lnTo>
                <a:close/>
                <a:moveTo>
                  <a:pt x="29171" y="0"/>
                </a:moveTo>
                <a:lnTo>
                  <a:pt x="32147" y="0"/>
                </a:lnTo>
                <a:lnTo>
                  <a:pt x="32147" y="1042"/>
                </a:lnTo>
                <a:lnTo>
                  <a:pt x="33189" y="1042"/>
                </a:lnTo>
                <a:lnTo>
                  <a:pt x="33189" y="1935"/>
                </a:lnTo>
                <a:lnTo>
                  <a:pt x="35124" y="1935"/>
                </a:lnTo>
                <a:lnTo>
                  <a:pt x="35124" y="2977"/>
                </a:lnTo>
                <a:lnTo>
                  <a:pt x="37059" y="2977"/>
                </a:lnTo>
                <a:lnTo>
                  <a:pt x="37059" y="3870"/>
                </a:lnTo>
                <a:lnTo>
                  <a:pt x="38993" y="3870"/>
                </a:lnTo>
                <a:lnTo>
                  <a:pt x="38993" y="4911"/>
                </a:lnTo>
                <a:lnTo>
                  <a:pt x="40035" y="4911"/>
                </a:lnTo>
                <a:lnTo>
                  <a:pt x="40035" y="5804"/>
                </a:lnTo>
                <a:lnTo>
                  <a:pt x="40928" y="5804"/>
                </a:lnTo>
                <a:lnTo>
                  <a:pt x="40928" y="8781"/>
                </a:lnTo>
                <a:lnTo>
                  <a:pt x="41970" y="8781"/>
                </a:lnTo>
                <a:lnTo>
                  <a:pt x="41970" y="17859"/>
                </a:lnTo>
                <a:lnTo>
                  <a:pt x="40035" y="17859"/>
                </a:lnTo>
                <a:lnTo>
                  <a:pt x="40035" y="18901"/>
                </a:lnTo>
                <a:lnTo>
                  <a:pt x="38100" y="18901"/>
                </a:lnTo>
                <a:lnTo>
                  <a:pt x="38100" y="19794"/>
                </a:lnTo>
                <a:lnTo>
                  <a:pt x="36017" y="19794"/>
                </a:lnTo>
                <a:lnTo>
                  <a:pt x="36017" y="20836"/>
                </a:lnTo>
                <a:lnTo>
                  <a:pt x="35124" y="20836"/>
                </a:lnTo>
                <a:lnTo>
                  <a:pt x="35124" y="21729"/>
                </a:lnTo>
                <a:lnTo>
                  <a:pt x="34082" y="21729"/>
                </a:lnTo>
                <a:lnTo>
                  <a:pt x="34082" y="22771"/>
                </a:lnTo>
                <a:lnTo>
                  <a:pt x="32147" y="22771"/>
                </a:lnTo>
                <a:lnTo>
                  <a:pt x="32147" y="25747"/>
                </a:lnTo>
                <a:lnTo>
                  <a:pt x="31254" y="25747"/>
                </a:lnTo>
                <a:lnTo>
                  <a:pt x="31254" y="26640"/>
                </a:lnTo>
                <a:lnTo>
                  <a:pt x="30212" y="26640"/>
                </a:lnTo>
                <a:lnTo>
                  <a:pt x="30212" y="30510"/>
                </a:lnTo>
                <a:lnTo>
                  <a:pt x="28278" y="30510"/>
                </a:lnTo>
                <a:lnTo>
                  <a:pt x="28278" y="32445"/>
                </a:lnTo>
                <a:lnTo>
                  <a:pt x="27385" y="32445"/>
                </a:lnTo>
                <a:lnTo>
                  <a:pt x="27385" y="33486"/>
                </a:lnTo>
                <a:lnTo>
                  <a:pt x="26343" y="33486"/>
                </a:lnTo>
                <a:lnTo>
                  <a:pt x="26343" y="34379"/>
                </a:lnTo>
                <a:lnTo>
                  <a:pt x="25450" y="34379"/>
                </a:lnTo>
                <a:lnTo>
                  <a:pt x="25450" y="36314"/>
                </a:lnTo>
                <a:lnTo>
                  <a:pt x="24408" y="36314"/>
                </a:lnTo>
                <a:lnTo>
                  <a:pt x="24408" y="38398"/>
                </a:lnTo>
                <a:lnTo>
                  <a:pt x="23366" y="38398"/>
                </a:lnTo>
                <a:lnTo>
                  <a:pt x="23366" y="39291"/>
                </a:lnTo>
                <a:lnTo>
                  <a:pt x="22473" y="39291"/>
                </a:lnTo>
                <a:lnTo>
                  <a:pt x="22473" y="40332"/>
                </a:lnTo>
                <a:lnTo>
                  <a:pt x="21432" y="40332"/>
                </a:lnTo>
                <a:lnTo>
                  <a:pt x="21432" y="41225"/>
                </a:lnTo>
                <a:lnTo>
                  <a:pt x="20539" y="41225"/>
                </a:lnTo>
                <a:lnTo>
                  <a:pt x="20539" y="42267"/>
                </a:lnTo>
                <a:lnTo>
                  <a:pt x="18604" y="42267"/>
                </a:lnTo>
                <a:lnTo>
                  <a:pt x="18604" y="43160"/>
                </a:lnTo>
                <a:lnTo>
                  <a:pt x="17562" y="43160"/>
                </a:lnTo>
                <a:lnTo>
                  <a:pt x="17562" y="44202"/>
                </a:lnTo>
                <a:lnTo>
                  <a:pt x="16669" y="44202"/>
                </a:lnTo>
                <a:lnTo>
                  <a:pt x="16669" y="47625"/>
                </a:lnTo>
                <a:lnTo>
                  <a:pt x="17562" y="47625"/>
                </a:lnTo>
                <a:lnTo>
                  <a:pt x="17562" y="48667"/>
                </a:lnTo>
                <a:lnTo>
                  <a:pt x="21432" y="48667"/>
                </a:lnTo>
                <a:lnTo>
                  <a:pt x="21432" y="49560"/>
                </a:lnTo>
                <a:lnTo>
                  <a:pt x="26343" y="49560"/>
                </a:lnTo>
                <a:lnTo>
                  <a:pt x="26343" y="50602"/>
                </a:lnTo>
                <a:lnTo>
                  <a:pt x="27385" y="50602"/>
                </a:lnTo>
                <a:lnTo>
                  <a:pt x="27385" y="51643"/>
                </a:lnTo>
                <a:lnTo>
                  <a:pt x="30212" y="51643"/>
                </a:lnTo>
                <a:lnTo>
                  <a:pt x="30212" y="48667"/>
                </a:lnTo>
                <a:lnTo>
                  <a:pt x="31105" y="48667"/>
                </a:lnTo>
                <a:lnTo>
                  <a:pt x="31105" y="47625"/>
                </a:lnTo>
                <a:lnTo>
                  <a:pt x="32147" y="47625"/>
                </a:lnTo>
                <a:lnTo>
                  <a:pt x="32147" y="46732"/>
                </a:lnTo>
                <a:lnTo>
                  <a:pt x="34975" y="46732"/>
                </a:lnTo>
                <a:lnTo>
                  <a:pt x="34975" y="45690"/>
                </a:lnTo>
                <a:lnTo>
                  <a:pt x="36017" y="45690"/>
                </a:lnTo>
                <a:lnTo>
                  <a:pt x="36017" y="41821"/>
                </a:lnTo>
                <a:lnTo>
                  <a:pt x="36910" y="41821"/>
                </a:lnTo>
                <a:lnTo>
                  <a:pt x="36910" y="38993"/>
                </a:lnTo>
                <a:lnTo>
                  <a:pt x="37951" y="38993"/>
                </a:lnTo>
                <a:lnTo>
                  <a:pt x="37951" y="36909"/>
                </a:lnTo>
                <a:lnTo>
                  <a:pt x="38993" y="36909"/>
                </a:lnTo>
                <a:lnTo>
                  <a:pt x="38993" y="34975"/>
                </a:lnTo>
                <a:lnTo>
                  <a:pt x="39886" y="34975"/>
                </a:lnTo>
                <a:lnTo>
                  <a:pt x="39886" y="34082"/>
                </a:lnTo>
                <a:lnTo>
                  <a:pt x="40928" y="34082"/>
                </a:lnTo>
                <a:lnTo>
                  <a:pt x="40928" y="33040"/>
                </a:lnTo>
                <a:lnTo>
                  <a:pt x="41821" y="33040"/>
                </a:lnTo>
                <a:lnTo>
                  <a:pt x="41821" y="31105"/>
                </a:lnTo>
                <a:lnTo>
                  <a:pt x="44798" y="31105"/>
                </a:lnTo>
                <a:lnTo>
                  <a:pt x="44798" y="32147"/>
                </a:lnTo>
                <a:lnTo>
                  <a:pt x="45839" y="32147"/>
                </a:lnTo>
                <a:lnTo>
                  <a:pt x="45839" y="33040"/>
                </a:lnTo>
                <a:lnTo>
                  <a:pt x="46732" y="33040"/>
                </a:lnTo>
                <a:lnTo>
                  <a:pt x="46732" y="34082"/>
                </a:lnTo>
                <a:lnTo>
                  <a:pt x="47774" y="34082"/>
                </a:lnTo>
                <a:lnTo>
                  <a:pt x="47774" y="34975"/>
                </a:lnTo>
                <a:lnTo>
                  <a:pt x="48667" y="34975"/>
                </a:lnTo>
                <a:lnTo>
                  <a:pt x="48667" y="38993"/>
                </a:lnTo>
                <a:lnTo>
                  <a:pt x="49709" y="38993"/>
                </a:lnTo>
                <a:lnTo>
                  <a:pt x="49709" y="39886"/>
                </a:lnTo>
                <a:lnTo>
                  <a:pt x="51644" y="39886"/>
                </a:lnTo>
                <a:lnTo>
                  <a:pt x="51644" y="42267"/>
                </a:lnTo>
                <a:lnTo>
                  <a:pt x="50751" y="42267"/>
                </a:lnTo>
                <a:lnTo>
                  <a:pt x="50751" y="43160"/>
                </a:lnTo>
                <a:lnTo>
                  <a:pt x="49709" y="43160"/>
                </a:lnTo>
                <a:lnTo>
                  <a:pt x="49709" y="44202"/>
                </a:lnTo>
                <a:lnTo>
                  <a:pt x="48667" y="44202"/>
                </a:lnTo>
                <a:lnTo>
                  <a:pt x="48667" y="45095"/>
                </a:lnTo>
                <a:lnTo>
                  <a:pt x="46732" y="45095"/>
                </a:lnTo>
                <a:lnTo>
                  <a:pt x="46732" y="46137"/>
                </a:lnTo>
                <a:lnTo>
                  <a:pt x="45839" y="46137"/>
                </a:lnTo>
                <a:lnTo>
                  <a:pt x="45839" y="48965"/>
                </a:lnTo>
                <a:lnTo>
                  <a:pt x="44798" y="48965"/>
                </a:lnTo>
                <a:lnTo>
                  <a:pt x="44798" y="50006"/>
                </a:lnTo>
                <a:lnTo>
                  <a:pt x="42863" y="50006"/>
                </a:lnTo>
                <a:lnTo>
                  <a:pt x="42863" y="51941"/>
                </a:lnTo>
                <a:lnTo>
                  <a:pt x="40928" y="51941"/>
                </a:lnTo>
                <a:lnTo>
                  <a:pt x="40928" y="52983"/>
                </a:lnTo>
                <a:lnTo>
                  <a:pt x="40035" y="52983"/>
                </a:lnTo>
                <a:lnTo>
                  <a:pt x="40035" y="54918"/>
                </a:lnTo>
                <a:lnTo>
                  <a:pt x="38993" y="54918"/>
                </a:lnTo>
                <a:lnTo>
                  <a:pt x="38993" y="55811"/>
                </a:lnTo>
                <a:lnTo>
                  <a:pt x="38100" y="55811"/>
                </a:lnTo>
                <a:lnTo>
                  <a:pt x="38100" y="56852"/>
                </a:lnTo>
                <a:lnTo>
                  <a:pt x="37059" y="56852"/>
                </a:lnTo>
                <a:lnTo>
                  <a:pt x="37059" y="57745"/>
                </a:lnTo>
                <a:lnTo>
                  <a:pt x="36017" y="57745"/>
                </a:lnTo>
                <a:lnTo>
                  <a:pt x="36017" y="58787"/>
                </a:lnTo>
                <a:lnTo>
                  <a:pt x="35124" y="58787"/>
                </a:lnTo>
                <a:lnTo>
                  <a:pt x="35124" y="60722"/>
                </a:lnTo>
                <a:lnTo>
                  <a:pt x="34082" y="60722"/>
                </a:lnTo>
                <a:lnTo>
                  <a:pt x="34082" y="61615"/>
                </a:lnTo>
                <a:lnTo>
                  <a:pt x="32147" y="61615"/>
                </a:lnTo>
                <a:lnTo>
                  <a:pt x="32147" y="62657"/>
                </a:lnTo>
                <a:lnTo>
                  <a:pt x="31254" y="62657"/>
                </a:lnTo>
                <a:lnTo>
                  <a:pt x="31254" y="64591"/>
                </a:lnTo>
                <a:lnTo>
                  <a:pt x="30212" y="64591"/>
                </a:lnTo>
                <a:lnTo>
                  <a:pt x="30212" y="66526"/>
                </a:lnTo>
                <a:lnTo>
                  <a:pt x="29319" y="66526"/>
                </a:lnTo>
                <a:lnTo>
                  <a:pt x="29319" y="68461"/>
                </a:lnTo>
                <a:lnTo>
                  <a:pt x="28278" y="68461"/>
                </a:lnTo>
                <a:lnTo>
                  <a:pt x="28278" y="69503"/>
                </a:lnTo>
                <a:lnTo>
                  <a:pt x="26343" y="69503"/>
                </a:lnTo>
                <a:lnTo>
                  <a:pt x="26343" y="72033"/>
                </a:lnTo>
                <a:lnTo>
                  <a:pt x="27385" y="72033"/>
                </a:lnTo>
                <a:lnTo>
                  <a:pt x="27385" y="75902"/>
                </a:lnTo>
                <a:lnTo>
                  <a:pt x="28278" y="75902"/>
                </a:lnTo>
                <a:lnTo>
                  <a:pt x="28278" y="76944"/>
                </a:lnTo>
                <a:lnTo>
                  <a:pt x="30212" y="76944"/>
                </a:lnTo>
                <a:lnTo>
                  <a:pt x="30212" y="75902"/>
                </a:lnTo>
                <a:lnTo>
                  <a:pt x="37951" y="75902"/>
                </a:lnTo>
                <a:lnTo>
                  <a:pt x="37951" y="75009"/>
                </a:lnTo>
                <a:lnTo>
                  <a:pt x="40928" y="75009"/>
                </a:lnTo>
                <a:lnTo>
                  <a:pt x="40928" y="73968"/>
                </a:lnTo>
                <a:lnTo>
                  <a:pt x="45691" y="73968"/>
                </a:lnTo>
                <a:lnTo>
                  <a:pt x="45691" y="72926"/>
                </a:lnTo>
                <a:lnTo>
                  <a:pt x="46732" y="72926"/>
                </a:lnTo>
                <a:lnTo>
                  <a:pt x="46732" y="68163"/>
                </a:lnTo>
                <a:lnTo>
                  <a:pt x="47625" y="68163"/>
                </a:lnTo>
                <a:lnTo>
                  <a:pt x="47625" y="67122"/>
                </a:lnTo>
                <a:lnTo>
                  <a:pt x="48667" y="67122"/>
                </a:lnTo>
                <a:lnTo>
                  <a:pt x="48667" y="66229"/>
                </a:lnTo>
                <a:lnTo>
                  <a:pt x="49560" y="66229"/>
                </a:lnTo>
                <a:lnTo>
                  <a:pt x="49560" y="65187"/>
                </a:lnTo>
                <a:lnTo>
                  <a:pt x="52685" y="65187"/>
                </a:lnTo>
                <a:lnTo>
                  <a:pt x="52685" y="66229"/>
                </a:lnTo>
                <a:lnTo>
                  <a:pt x="54620" y="66229"/>
                </a:lnTo>
                <a:lnTo>
                  <a:pt x="54620" y="69056"/>
                </a:lnTo>
                <a:lnTo>
                  <a:pt x="58341" y="69056"/>
                </a:lnTo>
                <a:lnTo>
                  <a:pt x="58341" y="68163"/>
                </a:lnTo>
                <a:lnTo>
                  <a:pt x="59383" y="68163"/>
                </a:lnTo>
                <a:lnTo>
                  <a:pt x="59383" y="67122"/>
                </a:lnTo>
                <a:lnTo>
                  <a:pt x="60276" y="67122"/>
                </a:lnTo>
                <a:lnTo>
                  <a:pt x="60276" y="66229"/>
                </a:lnTo>
                <a:lnTo>
                  <a:pt x="61318" y="66229"/>
                </a:lnTo>
                <a:lnTo>
                  <a:pt x="61318" y="65187"/>
                </a:lnTo>
                <a:lnTo>
                  <a:pt x="62210" y="65187"/>
                </a:lnTo>
                <a:lnTo>
                  <a:pt x="62210" y="63698"/>
                </a:lnTo>
                <a:lnTo>
                  <a:pt x="61318" y="63698"/>
                </a:lnTo>
                <a:lnTo>
                  <a:pt x="61318" y="62657"/>
                </a:lnTo>
                <a:lnTo>
                  <a:pt x="60276" y="62657"/>
                </a:lnTo>
                <a:lnTo>
                  <a:pt x="60276" y="61615"/>
                </a:lnTo>
                <a:lnTo>
                  <a:pt x="59383" y="61615"/>
                </a:lnTo>
                <a:lnTo>
                  <a:pt x="59383" y="60275"/>
                </a:lnTo>
                <a:lnTo>
                  <a:pt x="60276" y="60275"/>
                </a:lnTo>
                <a:lnTo>
                  <a:pt x="60276" y="59382"/>
                </a:lnTo>
                <a:lnTo>
                  <a:pt x="61318" y="59382"/>
                </a:lnTo>
                <a:lnTo>
                  <a:pt x="61318" y="58341"/>
                </a:lnTo>
                <a:lnTo>
                  <a:pt x="62210" y="58341"/>
                </a:lnTo>
                <a:lnTo>
                  <a:pt x="62210" y="57448"/>
                </a:lnTo>
                <a:lnTo>
                  <a:pt x="64294" y="57448"/>
                </a:lnTo>
                <a:lnTo>
                  <a:pt x="64294" y="56406"/>
                </a:lnTo>
                <a:lnTo>
                  <a:pt x="65187" y="56406"/>
                </a:lnTo>
                <a:lnTo>
                  <a:pt x="65187" y="55513"/>
                </a:lnTo>
                <a:lnTo>
                  <a:pt x="66229" y="55513"/>
                </a:lnTo>
                <a:lnTo>
                  <a:pt x="66229" y="54471"/>
                </a:lnTo>
                <a:lnTo>
                  <a:pt x="67122" y="54471"/>
                </a:lnTo>
                <a:lnTo>
                  <a:pt x="67122" y="53578"/>
                </a:lnTo>
                <a:lnTo>
                  <a:pt x="67271" y="53578"/>
                </a:lnTo>
                <a:lnTo>
                  <a:pt x="67271" y="54471"/>
                </a:lnTo>
                <a:lnTo>
                  <a:pt x="68164" y="54471"/>
                </a:lnTo>
                <a:lnTo>
                  <a:pt x="68164" y="56406"/>
                </a:lnTo>
                <a:lnTo>
                  <a:pt x="70991" y="56406"/>
                </a:lnTo>
                <a:lnTo>
                  <a:pt x="70991" y="55513"/>
                </a:lnTo>
                <a:lnTo>
                  <a:pt x="72033" y="55513"/>
                </a:lnTo>
                <a:lnTo>
                  <a:pt x="72033" y="53876"/>
                </a:lnTo>
                <a:lnTo>
                  <a:pt x="70991" y="53876"/>
                </a:lnTo>
                <a:lnTo>
                  <a:pt x="70991" y="52983"/>
                </a:lnTo>
                <a:lnTo>
                  <a:pt x="68164" y="52983"/>
                </a:lnTo>
                <a:lnTo>
                  <a:pt x="68164" y="51643"/>
                </a:lnTo>
                <a:lnTo>
                  <a:pt x="69057" y="51643"/>
                </a:lnTo>
                <a:lnTo>
                  <a:pt x="69057" y="49560"/>
                </a:lnTo>
                <a:lnTo>
                  <a:pt x="70098" y="49560"/>
                </a:lnTo>
                <a:lnTo>
                  <a:pt x="70098" y="47625"/>
                </a:lnTo>
                <a:lnTo>
                  <a:pt x="70991" y="47625"/>
                </a:lnTo>
                <a:lnTo>
                  <a:pt x="70991" y="45690"/>
                </a:lnTo>
                <a:lnTo>
                  <a:pt x="72033" y="45690"/>
                </a:lnTo>
                <a:lnTo>
                  <a:pt x="72033" y="44797"/>
                </a:lnTo>
                <a:lnTo>
                  <a:pt x="72926" y="44797"/>
                </a:lnTo>
                <a:lnTo>
                  <a:pt x="72926" y="43756"/>
                </a:lnTo>
                <a:lnTo>
                  <a:pt x="73968" y="43756"/>
                </a:lnTo>
                <a:lnTo>
                  <a:pt x="73968" y="42863"/>
                </a:lnTo>
                <a:lnTo>
                  <a:pt x="75010" y="42863"/>
                </a:lnTo>
                <a:lnTo>
                  <a:pt x="75010" y="41821"/>
                </a:lnTo>
                <a:lnTo>
                  <a:pt x="75903" y="41821"/>
                </a:lnTo>
                <a:lnTo>
                  <a:pt x="75903" y="40928"/>
                </a:lnTo>
                <a:lnTo>
                  <a:pt x="76944" y="40928"/>
                </a:lnTo>
                <a:lnTo>
                  <a:pt x="76944" y="36909"/>
                </a:lnTo>
                <a:lnTo>
                  <a:pt x="77837" y="36909"/>
                </a:lnTo>
                <a:lnTo>
                  <a:pt x="77837" y="36016"/>
                </a:lnTo>
                <a:lnTo>
                  <a:pt x="78879" y="36016"/>
                </a:lnTo>
                <a:lnTo>
                  <a:pt x="78879" y="34975"/>
                </a:lnTo>
                <a:lnTo>
                  <a:pt x="79772" y="34975"/>
                </a:lnTo>
                <a:lnTo>
                  <a:pt x="79772" y="29617"/>
                </a:lnTo>
                <a:lnTo>
                  <a:pt x="78879" y="29617"/>
                </a:lnTo>
                <a:lnTo>
                  <a:pt x="78879" y="28575"/>
                </a:lnTo>
                <a:lnTo>
                  <a:pt x="75010" y="28575"/>
                </a:lnTo>
                <a:lnTo>
                  <a:pt x="75010" y="29617"/>
                </a:lnTo>
                <a:lnTo>
                  <a:pt x="74117" y="29617"/>
                </a:lnTo>
                <a:lnTo>
                  <a:pt x="74117" y="30510"/>
                </a:lnTo>
                <a:lnTo>
                  <a:pt x="70098" y="30510"/>
                </a:lnTo>
                <a:lnTo>
                  <a:pt x="70098" y="29617"/>
                </a:lnTo>
                <a:lnTo>
                  <a:pt x="66229" y="29617"/>
                </a:lnTo>
                <a:lnTo>
                  <a:pt x="66229" y="30510"/>
                </a:lnTo>
                <a:lnTo>
                  <a:pt x="63252" y="30510"/>
                </a:lnTo>
                <a:lnTo>
                  <a:pt x="63252" y="29617"/>
                </a:lnTo>
                <a:lnTo>
                  <a:pt x="61318" y="29617"/>
                </a:lnTo>
                <a:lnTo>
                  <a:pt x="61318" y="28575"/>
                </a:lnTo>
                <a:lnTo>
                  <a:pt x="59383" y="28575"/>
                </a:lnTo>
                <a:lnTo>
                  <a:pt x="59383" y="29617"/>
                </a:lnTo>
                <a:lnTo>
                  <a:pt x="58490" y="29617"/>
                </a:lnTo>
                <a:lnTo>
                  <a:pt x="58490" y="30510"/>
                </a:lnTo>
                <a:lnTo>
                  <a:pt x="56555" y="30510"/>
                </a:lnTo>
                <a:lnTo>
                  <a:pt x="56555" y="31552"/>
                </a:lnTo>
                <a:lnTo>
                  <a:pt x="55513" y="31552"/>
                </a:lnTo>
                <a:lnTo>
                  <a:pt x="55513" y="30510"/>
                </a:lnTo>
                <a:lnTo>
                  <a:pt x="52685" y="30510"/>
                </a:lnTo>
                <a:lnTo>
                  <a:pt x="52685" y="31552"/>
                </a:lnTo>
                <a:lnTo>
                  <a:pt x="50602" y="31552"/>
                </a:lnTo>
                <a:lnTo>
                  <a:pt x="50602" y="30510"/>
                </a:lnTo>
                <a:lnTo>
                  <a:pt x="49560" y="30510"/>
                </a:lnTo>
                <a:lnTo>
                  <a:pt x="49560" y="28575"/>
                </a:lnTo>
                <a:lnTo>
                  <a:pt x="48667" y="28575"/>
                </a:lnTo>
                <a:lnTo>
                  <a:pt x="48667" y="26343"/>
                </a:lnTo>
                <a:lnTo>
                  <a:pt x="49560" y="26343"/>
                </a:lnTo>
                <a:lnTo>
                  <a:pt x="49560" y="25301"/>
                </a:lnTo>
                <a:lnTo>
                  <a:pt x="50602" y="25301"/>
                </a:lnTo>
                <a:lnTo>
                  <a:pt x="50602" y="24259"/>
                </a:lnTo>
                <a:lnTo>
                  <a:pt x="54620" y="24259"/>
                </a:lnTo>
                <a:lnTo>
                  <a:pt x="54620" y="25301"/>
                </a:lnTo>
                <a:lnTo>
                  <a:pt x="56406" y="25301"/>
                </a:lnTo>
                <a:lnTo>
                  <a:pt x="56406" y="24259"/>
                </a:lnTo>
                <a:lnTo>
                  <a:pt x="59383" y="24259"/>
                </a:lnTo>
                <a:lnTo>
                  <a:pt x="59383" y="25301"/>
                </a:lnTo>
                <a:lnTo>
                  <a:pt x="62210" y="25301"/>
                </a:lnTo>
                <a:lnTo>
                  <a:pt x="62210" y="24259"/>
                </a:lnTo>
                <a:lnTo>
                  <a:pt x="63401" y="24259"/>
                </a:lnTo>
                <a:lnTo>
                  <a:pt x="63401" y="25301"/>
                </a:lnTo>
                <a:lnTo>
                  <a:pt x="72033" y="25301"/>
                </a:lnTo>
                <a:lnTo>
                  <a:pt x="72033" y="24259"/>
                </a:lnTo>
                <a:lnTo>
                  <a:pt x="75010" y="24259"/>
                </a:lnTo>
                <a:lnTo>
                  <a:pt x="75010" y="25301"/>
                </a:lnTo>
                <a:lnTo>
                  <a:pt x="76944" y="25301"/>
                </a:lnTo>
                <a:lnTo>
                  <a:pt x="76944" y="22324"/>
                </a:lnTo>
                <a:lnTo>
                  <a:pt x="78879" y="22324"/>
                </a:lnTo>
                <a:lnTo>
                  <a:pt x="78879" y="21431"/>
                </a:lnTo>
                <a:lnTo>
                  <a:pt x="79772" y="21431"/>
                </a:lnTo>
                <a:lnTo>
                  <a:pt x="79772" y="20390"/>
                </a:lnTo>
                <a:lnTo>
                  <a:pt x="80814" y="20390"/>
                </a:lnTo>
                <a:lnTo>
                  <a:pt x="80814" y="17859"/>
                </a:lnTo>
                <a:lnTo>
                  <a:pt x="79772" y="17859"/>
                </a:lnTo>
                <a:lnTo>
                  <a:pt x="79772" y="16966"/>
                </a:lnTo>
                <a:lnTo>
                  <a:pt x="78879" y="16966"/>
                </a:lnTo>
                <a:lnTo>
                  <a:pt x="78879" y="15925"/>
                </a:lnTo>
                <a:lnTo>
                  <a:pt x="77837" y="15925"/>
                </a:lnTo>
                <a:lnTo>
                  <a:pt x="77837" y="15032"/>
                </a:lnTo>
                <a:lnTo>
                  <a:pt x="75903" y="15032"/>
                </a:lnTo>
                <a:lnTo>
                  <a:pt x="75903" y="12055"/>
                </a:lnTo>
                <a:lnTo>
                  <a:pt x="72926" y="12055"/>
                </a:lnTo>
                <a:lnTo>
                  <a:pt x="72926" y="11013"/>
                </a:lnTo>
                <a:lnTo>
                  <a:pt x="69205" y="11013"/>
                </a:lnTo>
                <a:lnTo>
                  <a:pt x="69205" y="12055"/>
                </a:lnTo>
                <a:lnTo>
                  <a:pt x="69057" y="12055"/>
                </a:lnTo>
                <a:lnTo>
                  <a:pt x="69057" y="11013"/>
                </a:lnTo>
                <a:lnTo>
                  <a:pt x="68164" y="11013"/>
                </a:lnTo>
                <a:lnTo>
                  <a:pt x="68164" y="4911"/>
                </a:lnTo>
                <a:lnTo>
                  <a:pt x="69057" y="4911"/>
                </a:lnTo>
                <a:lnTo>
                  <a:pt x="69057" y="3870"/>
                </a:lnTo>
                <a:lnTo>
                  <a:pt x="75010" y="3870"/>
                </a:lnTo>
                <a:lnTo>
                  <a:pt x="75010" y="2977"/>
                </a:lnTo>
                <a:lnTo>
                  <a:pt x="77986" y="2977"/>
                </a:lnTo>
                <a:lnTo>
                  <a:pt x="77986" y="3870"/>
                </a:lnTo>
                <a:lnTo>
                  <a:pt x="78879" y="3870"/>
                </a:lnTo>
                <a:lnTo>
                  <a:pt x="78879" y="4911"/>
                </a:lnTo>
                <a:lnTo>
                  <a:pt x="81856" y="4911"/>
                </a:lnTo>
                <a:lnTo>
                  <a:pt x="81856" y="5804"/>
                </a:lnTo>
                <a:lnTo>
                  <a:pt x="84684" y="5804"/>
                </a:lnTo>
                <a:lnTo>
                  <a:pt x="84684" y="6846"/>
                </a:lnTo>
                <a:lnTo>
                  <a:pt x="88702" y="6846"/>
                </a:lnTo>
                <a:lnTo>
                  <a:pt x="88702" y="9674"/>
                </a:lnTo>
                <a:lnTo>
                  <a:pt x="91530" y="9674"/>
                </a:lnTo>
                <a:lnTo>
                  <a:pt x="91530" y="10716"/>
                </a:lnTo>
                <a:lnTo>
                  <a:pt x="92571" y="10716"/>
                </a:lnTo>
                <a:lnTo>
                  <a:pt x="92571" y="11609"/>
                </a:lnTo>
                <a:lnTo>
                  <a:pt x="93464" y="11609"/>
                </a:lnTo>
                <a:lnTo>
                  <a:pt x="93464" y="14585"/>
                </a:lnTo>
                <a:lnTo>
                  <a:pt x="94506" y="14585"/>
                </a:lnTo>
                <a:lnTo>
                  <a:pt x="94506" y="16520"/>
                </a:lnTo>
                <a:lnTo>
                  <a:pt x="95399" y="16520"/>
                </a:lnTo>
                <a:lnTo>
                  <a:pt x="95399" y="20390"/>
                </a:lnTo>
                <a:lnTo>
                  <a:pt x="96441" y="20390"/>
                </a:lnTo>
                <a:lnTo>
                  <a:pt x="96441" y="24259"/>
                </a:lnTo>
                <a:lnTo>
                  <a:pt x="97334" y="24259"/>
                </a:lnTo>
                <a:lnTo>
                  <a:pt x="97334" y="25301"/>
                </a:lnTo>
                <a:lnTo>
                  <a:pt x="99269" y="25301"/>
                </a:lnTo>
                <a:lnTo>
                  <a:pt x="99269" y="24259"/>
                </a:lnTo>
                <a:lnTo>
                  <a:pt x="99418" y="24259"/>
                </a:lnTo>
                <a:lnTo>
                  <a:pt x="99418" y="25301"/>
                </a:lnTo>
                <a:lnTo>
                  <a:pt x="101203" y="25301"/>
                </a:lnTo>
                <a:lnTo>
                  <a:pt x="101203" y="24259"/>
                </a:lnTo>
                <a:lnTo>
                  <a:pt x="109984" y="24259"/>
                </a:lnTo>
                <a:lnTo>
                  <a:pt x="109984" y="23366"/>
                </a:lnTo>
                <a:lnTo>
                  <a:pt x="111919" y="23366"/>
                </a:lnTo>
                <a:lnTo>
                  <a:pt x="111919" y="22324"/>
                </a:lnTo>
                <a:lnTo>
                  <a:pt x="112961" y="22324"/>
                </a:lnTo>
                <a:lnTo>
                  <a:pt x="112961" y="21431"/>
                </a:lnTo>
                <a:lnTo>
                  <a:pt x="113854" y="21431"/>
                </a:lnTo>
                <a:lnTo>
                  <a:pt x="113854" y="20390"/>
                </a:lnTo>
                <a:lnTo>
                  <a:pt x="114896" y="20390"/>
                </a:lnTo>
                <a:lnTo>
                  <a:pt x="114896" y="19497"/>
                </a:lnTo>
                <a:lnTo>
                  <a:pt x="115789" y="19497"/>
                </a:lnTo>
                <a:lnTo>
                  <a:pt x="115789" y="17562"/>
                </a:lnTo>
                <a:lnTo>
                  <a:pt x="116830" y="17562"/>
                </a:lnTo>
                <a:lnTo>
                  <a:pt x="116830" y="16520"/>
                </a:lnTo>
                <a:lnTo>
                  <a:pt x="117723" y="16520"/>
                </a:lnTo>
                <a:lnTo>
                  <a:pt x="117723" y="15627"/>
                </a:lnTo>
                <a:lnTo>
                  <a:pt x="120700" y="15627"/>
                </a:lnTo>
                <a:lnTo>
                  <a:pt x="120700" y="14585"/>
                </a:lnTo>
                <a:lnTo>
                  <a:pt x="124718" y="14585"/>
                </a:lnTo>
                <a:lnTo>
                  <a:pt x="124718" y="15627"/>
                </a:lnTo>
                <a:lnTo>
                  <a:pt x="126653" y="15627"/>
                </a:lnTo>
                <a:lnTo>
                  <a:pt x="126653" y="16520"/>
                </a:lnTo>
                <a:lnTo>
                  <a:pt x="128588" y="16520"/>
                </a:lnTo>
                <a:lnTo>
                  <a:pt x="128588" y="19497"/>
                </a:lnTo>
                <a:lnTo>
                  <a:pt x="129481" y="19497"/>
                </a:lnTo>
                <a:lnTo>
                  <a:pt x="129481" y="21431"/>
                </a:lnTo>
                <a:lnTo>
                  <a:pt x="130523" y="21431"/>
                </a:lnTo>
                <a:lnTo>
                  <a:pt x="130523" y="23366"/>
                </a:lnTo>
                <a:lnTo>
                  <a:pt x="131416" y="23366"/>
                </a:lnTo>
                <a:lnTo>
                  <a:pt x="131416" y="24259"/>
                </a:lnTo>
                <a:lnTo>
                  <a:pt x="133350" y="24259"/>
                </a:lnTo>
                <a:lnTo>
                  <a:pt x="133350" y="25301"/>
                </a:lnTo>
                <a:lnTo>
                  <a:pt x="134392" y="25301"/>
                </a:lnTo>
                <a:lnTo>
                  <a:pt x="134392" y="27682"/>
                </a:lnTo>
                <a:lnTo>
                  <a:pt x="133350" y="27682"/>
                </a:lnTo>
                <a:lnTo>
                  <a:pt x="133350" y="28575"/>
                </a:lnTo>
                <a:lnTo>
                  <a:pt x="132457" y="28575"/>
                </a:lnTo>
                <a:lnTo>
                  <a:pt x="132457" y="31552"/>
                </a:lnTo>
                <a:lnTo>
                  <a:pt x="131416" y="31552"/>
                </a:lnTo>
                <a:lnTo>
                  <a:pt x="131416" y="32445"/>
                </a:lnTo>
                <a:lnTo>
                  <a:pt x="130523" y="32445"/>
                </a:lnTo>
                <a:lnTo>
                  <a:pt x="130523" y="33486"/>
                </a:lnTo>
                <a:lnTo>
                  <a:pt x="129481" y="33486"/>
                </a:lnTo>
                <a:lnTo>
                  <a:pt x="129481" y="32445"/>
                </a:lnTo>
                <a:lnTo>
                  <a:pt x="127546" y="32445"/>
                </a:lnTo>
                <a:lnTo>
                  <a:pt x="127546" y="31552"/>
                </a:lnTo>
                <a:lnTo>
                  <a:pt x="120700" y="31552"/>
                </a:lnTo>
                <a:lnTo>
                  <a:pt x="120700" y="32445"/>
                </a:lnTo>
                <a:lnTo>
                  <a:pt x="111919" y="32445"/>
                </a:lnTo>
                <a:lnTo>
                  <a:pt x="111919" y="31552"/>
                </a:lnTo>
                <a:lnTo>
                  <a:pt x="108943" y="31552"/>
                </a:lnTo>
                <a:lnTo>
                  <a:pt x="108943" y="30510"/>
                </a:lnTo>
                <a:lnTo>
                  <a:pt x="103138" y="30510"/>
                </a:lnTo>
                <a:lnTo>
                  <a:pt x="103138" y="29617"/>
                </a:lnTo>
                <a:lnTo>
                  <a:pt x="99418" y="29617"/>
                </a:lnTo>
                <a:lnTo>
                  <a:pt x="99418" y="31552"/>
                </a:lnTo>
                <a:lnTo>
                  <a:pt x="98376" y="31552"/>
                </a:lnTo>
                <a:lnTo>
                  <a:pt x="98376" y="32445"/>
                </a:lnTo>
                <a:lnTo>
                  <a:pt x="97334" y="32445"/>
                </a:lnTo>
                <a:lnTo>
                  <a:pt x="97334" y="33486"/>
                </a:lnTo>
                <a:lnTo>
                  <a:pt x="96292" y="33486"/>
                </a:lnTo>
                <a:lnTo>
                  <a:pt x="96292" y="32445"/>
                </a:lnTo>
                <a:lnTo>
                  <a:pt x="93464" y="32445"/>
                </a:lnTo>
                <a:lnTo>
                  <a:pt x="93464" y="34379"/>
                </a:lnTo>
                <a:lnTo>
                  <a:pt x="92571" y="34379"/>
                </a:lnTo>
                <a:lnTo>
                  <a:pt x="92571" y="40332"/>
                </a:lnTo>
                <a:lnTo>
                  <a:pt x="91530" y="40332"/>
                </a:lnTo>
                <a:lnTo>
                  <a:pt x="91530" y="39291"/>
                </a:lnTo>
                <a:lnTo>
                  <a:pt x="89595" y="39291"/>
                </a:lnTo>
                <a:lnTo>
                  <a:pt x="89595" y="40332"/>
                </a:lnTo>
                <a:lnTo>
                  <a:pt x="88702" y="40332"/>
                </a:lnTo>
                <a:lnTo>
                  <a:pt x="88702" y="41225"/>
                </a:lnTo>
                <a:lnTo>
                  <a:pt x="86767" y="41225"/>
                </a:lnTo>
                <a:lnTo>
                  <a:pt x="86767" y="42267"/>
                </a:lnTo>
                <a:lnTo>
                  <a:pt x="85725" y="42267"/>
                </a:lnTo>
                <a:lnTo>
                  <a:pt x="85725" y="44202"/>
                </a:lnTo>
                <a:lnTo>
                  <a:pt x="84684" y="44202"/>
                </a:lnTo>
                <a:lnTo>
                  <a:pt x="84684" y="45095"/>
                </a:lnTo>
                <a:lnTo>
                  <a:pt x="82749" y="45095"/>
                </a:lnTo>
                <a:lnTo>
                  <a:pt x="82749" y="47030"/>
                </a:lnTo>
                <a:lnTo>
                  <a:pt x="81856" y="47030"/>
                </a:lnTo>
                <a:lnTo>
                  <a:pt x="81856" y="48965"/>
                </a:lnTo>
                <a:lnTo>
                  <a:pt x="80814" y="48965"/>
                </a:lnTo>
                <a:lnTo>
                  <a:pt x="80814" y="50006"/>
                </a:lnTo>
                <a:lnTo>
                  <a:pt x="79921" y="50006"/>
                </a:lnTo>
                <a:lnTo>
                  <a:pt x="79921" y="51048"/>
                </a:lnTo>
                <a:lnTo>
                  <a:pt x="78879" y="51048"/>
                </a:lnTo>
                <a:lnTo>
                  <a:pt x="78879" y="51941"/>
                </a:lnTo>
                <a:lnTo>
                  <a:pt x="77986" y="51941"/>
                </a:lnTo>
                <a:lnTo>
                  <a:pt x="77986" y="55811"/>
                </a:lnTo>
                <a:lnTo>
                  <a:pt x="75903" y="55811"/>
                </a:lnTo>
                <a:lnTo>
                  <a:pt x="75903" y="54918"/>
                </a:lnTo>
                <a:lnTo>
                  <a:pt x="74117" y="54918"/>
                </a:lnTo>
                <a:lnTo>
                  <a:pt x="74117" y="55811"/>
                </a:lnTo>
                <a:lnTo>
                  <a:pt x="73075" y="55811"/>
                </a:lnTo>
                <a:lnTo>
                  <a:pt x="73075" y="58787"/>
                </a:lnTo>
                <a:lnTo>
                  <a:pt x="72033" y="58787"/>
                </a:lnTo>
                <a:lnTo>
                  <a:pt x="72033" y="59680"/>
                </a:lnTo>
                <a:lnTo>
                  <a:pt x="71140" y="59680"/>
                </a:lnTo>
                <a:lnTo>
                  <a:pt x="71140" y="66229"/>
                </a:lnTo>
                <a:lnTo>
                  <a:pt x="75010" y="66229"/>
                </a:lnTo>
                <a:lnTo>
                  <a:pt x="75010" y="67122"/>
                </a:lnTo>
                <a:lnTo>
                  <a:pt x="77837" y="67122"/>
                </a:lnTo>
                <a:lnTo>
                  <a:pt x="77837" y="66229"/>
                </a:lnTo>
                <a:lnTo>
                  <a:pt x="80814" y="66229"/>
                </a:lnTo>
                <a:lnTo>
                  <a:pt x="80814" y="65187"/>
                </a:lnTo>
                <a:lnTo>
                  <a:pt x="83642" y="65187"/>
                </a:lnTo>
                <a:lnTo>
                  <a:pt x="83642" y="64294"/>
                </a:lnTo>
                <a:lnTo>
                  <a:pt x="86618" y="64294"/>
                </a:lnTo>
                <a:lnTo>
                  <a:pt x="86618" y="62210"/>
                </a:lnTo>
                <a:lnTo>
                  <a:pt x="87660" y="62210"/>
                </a:lnTo>
                <a:lnTo>
                  <a:pt x="88702" y="62210"/>
                </a:lnTo>
                <a:lnTo>
                  <a:pt x="88702" y="63252"/>
                </a:lnTo>
                <a:lnTo>
                  <a:pt x="89595" y="63252"/>
                </a:lnTo>
                <a:lnTo>
                  <a:pt x="89595" y="65187"/>
                </a:lnTo>
                <a:lnTo>
                  <a:pt x="92423" y="65187"/>
                </a:lnTo>
                <a:lnTo>
                  <a:pt x="92423" y="64294"/>
                </a:lnTo>
                <a:lnTo>
                  <a:pt x="96292" y="64294"/>
                </a:lnTo>
                <a:lnTo>
                  <a:pt x="96292" y="61317"/>
                </a:lnTo>
                <a:lnTo>
                  <a:pt x="97334" y="61317"/>
                </a:lnTo>
                <a:lnTo>
                  <a:pt x="97334" y="63252"/>
                </a:lnTo>
                <a:lnTo>
                  <a:pt x="100310" y="63252"/>
                </a:lnTo>
                <a:lnTo>
                  <a:pt x="101352" y="63252"/>
                </a:lnTo>
                <a:lnTo>
                  <a:pt x="101352" y="66229"/>
                </a:lnTo>
                <a:lnTo>
                  <a:pt x="102245" y="66229"/>
                </a:lnTo>
                <a:lnTo>
                  <a:pt x="102245" y="67568"/>
                </a:lnTo>
                <a:lnTo>
                  <a:pt x="101352" y="67568"/>
                </a:lnTo>
                <a:lnTo>
                  <a:pt x="101352" y="68461"/>
                </a:lnTo>
                <a:lnTo>
                  <a:pt x="100310" y="68461"/>
                </a:lnTo>
                <a:lnTo>
                  <a:pt x="100310" y="70098"/>
                </a:lnTo>
                <a:lnTo>
                  <a:pt x="101352" y="70098"/>
                </a:lnTo>
                <a:lnTo>
                  <a:pt x="101352" y="70991"/>
                </a:lnTo>
                <a:lnTo>
                  <a:pt x="102245" y="70991"/>
                </a:lnTo>
                <a:lnTo>
                  <a:pt x="102245" y="72331"/>
                </a:lnTo>
                <a:lnTo>
                  <a:pt x="101352" y="72331"/>
                </a:lnTo>
                <a:lnTo>
                  <a:pt x="101352" y="74414"/>
                </a:lnTo>
                <a:lnTo>
                  <a:pt x="100310" y="74414"/>
                </a:lnTo>
                <a:lnTo>
                  <a:pt x="100310" y="76349"/>
                </a:lnTo>
                <a:lnTo>
                  <a:pt x="99418" y="76349"/>
                </a:lnTo>
                <a:lnTo>
                  <a:pt x="99418" y="79177"/>
                </a:lnTo>
                <a:lnTo>
                  <a:pt x="97334" y="79177"/>
                </a:lnTo>
                <a:lnTo>
                  <a:pt x="97334" y="84683"/>
                </a:lnTo>
                <a:lnTo>
                  <a:pt x="98376" y="84683"/>
                </a:lnTo>
                <a:lnTo>
                  <a:pt x="98376" y="85576"/>
                </a:lnTo>
                <a:lnTo>
                  <a:pt x="99418" y="85576"/>
                </a:lnTo>
                <a:lnTo>
                  <a:pt x="99418" y="93464"/>
                </a:lnTo>
                <a:lnTo>
                  <a:pt x="100310" y="93464"/>
                </a:lnTo>
                <a:lnTo>
                  <a:pt x="100310" y="93762"/>
                </a:lnTo>
                <a:lnTo>
                  <a:pt x="99418" y="93762"/>
                </a:lnTo>
                <a:lnTo>
                  <a:pt x="99418" y="103138"/>
                </a:lnTo>
                <a:lnTo>
                  <a:pt x="100310" y="103138"/>
                </a:lnTo>
                <a:lnTo>
                  <a:pt x="100310" y="107454"/>
                </a:lnTo>
                <a:lnTo>
                  <a:pt x="99418" y="107454"/>
                </a:lnTo>
                <a:lnTo>
                  <a:pt x="99418" y="113854"/>
                </a:lnTo>
                <a:lnTo>
                  <a:pt x="100310" y="113854"/>
                </a:lnTo>
                <a:lnTo>
                  <a:pt x="100310" y="117723"/>
                </a:lnTo>
                <a:lnTo>
                  <a:pt x="104180" y="117723"/>
                </a:lnTo>
                <a:lnTo>
                  <a:pt x="104180" y="118765"/>
                </a:lnTo>
                <a:lnTo>
                  <a:pt x="105222" y="118765"/>
                </a:lnTo>
                <a:lnTo>
                  <a:pt x="105222" y="122634"/>
                </a:lnTo>
                <a:lnTo>
                  <a:pt x="108943" y="122634"/>
                </a:lnTo>
                <a:lnTo>
                  <a:pt x="108943" y="121593"/>
                </a:lnTo>
                <a:lnTo>
                  <a:pt x="110877" y="121593"/>
                </a:lnTo>
                <a:lnTo>
                  <a:pt x="110877" y="120700"/>
                </a:lnTo>
                <a:lnTo>
                  <a:pt x="111919" y="120700"/>
                </a:lnTo>
                <a:lnTo>
                  <a:pt x="111919" y="119658"/>
                </a:lnTo>
                <a:lnTo>
                  <a:pt x="115789" y="119658"/>
                </a:lnTo>
                <a:lnTo>
                  <a:pt x="115789" y="118765"/>
                </a:lnTo>
                <a:lnTo>
                  <a:pt x="118765" y="118765"/>
                </a:lnTo>
                <a:lnTo>
                  <a:pt x="118765" y="117723"/>
                </a:lnTo>
                <a:lnTo>
                  <a:pt x="121593" y="117723"/>
                </a:lnTo>
                <a:lnTo>
                  <a:pt x="121593" y="116830"/>
                </a:lnTo>
                <a:lnTo>
                  <a:pt x="122635" y="116830"/>
                </a:lnTo>
                <a:lnTo>
                  <a:pt x="122635" y="115193"/>
                </a:lnTo>
                <a:lnTo>
                  <a:pt x="121593" y="115193"/>
                </a:lnTo>
                <a:lnTo>
                  <a:pt x="121593" y="113854"/>
                </a:lnTo>
                <a:lnTo>
                  <a:pt x="122635" y="113854"/>
                </a:lnTo>
                <a:lnTo>
                  <a:pt x="122635" y="108347"/>
                </a:lnTo>
                <a:lnTo>
                  <a:pt x="121593" y="108347"/>
                </a:lnTo>
                <a:lnTo>
                  <a:pt x="121593" y="107007"/>
                </a:lnTo>
                <a:lnTo>
                  <a:pt x="122635" y="107007"/>
                </a:lnTo>
                <a:lnTo>
                  <a:pt x="122635" y="105073"/>
                </a:lnTo>
                <a:lnTo>
                  <a:pt x="123528" y="105073"/>
                </a:lnTo>
                <a:lnTo>
                  <a:pt x="123528" y="101203"/>
                </a:lnTo>
                <a:lnTo>
                  <a:pt x="124569" y="101203"/>
                </a:lnTo>
                <a:lnTo>
                  <a:pt x="124569" y="100310"/>
                </a:lnTo>
                <a:lnTo>
                  <a:pt x="125611" y="100310"/>
                </a:lnTo>
                <a:lnTo>
                  <a:pt x="125611" y="99268"/>
                </a:lnTo>
                <a:lnTo>
                  <a:pt x="129481" y="99268"/>
                </a:lnTo>
                <a:lnTo>
                  <a:pt x="129481" y="100310"/>
                </a:lnTo>
                <a:lnTo>
                  <a:pt x="131416" y="100310"/>
                </a:lnTo>
                <a:lnTo>
                  <a:pt x="131416" y="103138"/>
                </a:lnTo>
                <a:lnTo>
                  <a:pt x="132457" y="103138"/>
                </a:lnTo>
                <a:lnTo>
                  <a:pt x="132457" y="108049"/>
                </a:lnTo>
                <a:lnTo>
                  <a:pt x="133350" y="108049"/>
                </a:lnTo>
                <a:lnTo>
                  <a:pt x="133350" y="109389"/>
                </a:lnTo>
                <a:lnTo>
                  <a:pt x="132457" y="109389"/>
                </a:lnTo>
                <a:lnTo>
                  <a:pt x="132457" y="111919"/>
                </a:lnTo>
                <a:lnTo>
                  <a:pt x="133350" y="111919"/>
                </a:lnTo>
                <a:lnTo>
                  <a:pt x="133350" y="114300"/>
                </a:lnTo>
                <a:lnTo>
                  <a:pt x="132457" y="114300"/>
                </a:lnTo>
                <a:lnTo>
                  <a:pt x="132457" y="115788"/>
                </a:lnTo>
                <a:lnTo>
                  <a:pt x="133350" y="115788"/>
                </a:lnTo>
                <a:lnTo>
                  <a:pt x="133350" y="117723"/>
                </a:lnTo>
                <a:lnTo>
                  <a:pt x="134392" y="117723"/>
                </a:lnTo>
                <a:lnTo>
                  <a:pt x="134392" y="118765"/>
                </a:lnTo>
                <a:lnTo>
                  <a:pt x="135285" y="118765"/>
                </a:lnTo>
                <a:lnTo>
                  <a:pt x="135285" y="121593"/>
                </a:lnTo>
                <a:lnTo>
                  <a:pt x="136327" y="121593"/>
                </a:lnTo>
                <a:lnTo>
                  <a:pt x="136327" y="122634"/>
                </a:lnTo>
                <a:lnTo>
                  <a:pt x="137369" y="122634"/>
                </a:lnTo>
                <a:lnTo>
                  <a:pt x="137369" y="125016"/>
                </a:lnTo>
                <a:lnTo>
                  <a:pt x="136327" y="125016"/>
                </a:lnTo>
                <a:lnTo>
                  <a:pt x="136327" y="126950"/>
                </a:lnTo>
                <a:lnTo>
                  <a:pt x="135285" y="126950"/>
                </a:lnTo>
                <a:lnTo>
                  <a:pt x="135285" y="127843"/>
                </a:lnTo>
                <a:lnTo>
                  <a:pt x="133350" y="127843"/>
                </a:lnTo>
                <a:lnTo>
                  <a:pt x="133350" y="129778"/>
                </a:lnTo>
                <a:lnTo>
                  <a:pt x="132457" y="129778"/>
                </a:lnTo>
                <a:lnTo>
                  <a:pt x="132457" y="130820"/>
                </a:lnTo>
                <a:lnTo>
                  <a:pt x="129481" y="130820"/>
                </a:lnTo>
                <a:lnTo>
                  <a:pt x="129481" y="131713"/>
                </a:lnTo>
                <a:lnTo>
                  <a:pt x="126653" y="131713"/>
                </a:lnTo>
                <a:lnTo>
                  <a:pt x="126653" y="132755"/>
                </a:lnTo>
                <a:lnTo>
                  <a:pt x="124718" y="132755"/>
                </a:lnTo>
                <a:lnTo>
                  <a:pt x="124718" y="133648"/>
                </a:lnTo>
                <a:lnTo>
                  <a:pt x="121742" y="133648"/>
                </a:lnTo>
                <a:lnTo>
                  <a:pt x="121742" y="134689"/>
                </a:lnTo>
                <a:lnTo>
                  <a:pt x="119807" y="134689"/>
                </a:lnTo>
                <a:lnTo>
                  <a:pt x="119807" y="135582"/>
                </a:lnTo>
                <a:lnTo>
                  <a:pt x="109984" y="135582"/>
                </a:lnTo>
                <a:lnTo>
                  <a:pt x="109984" y="136624"/>
                </a:lnTo>
                <a:lnTo>
                  <a:pt x="107008" y="136624"/>
                </a:lnTo>
                <a:lnTo>
                  <a:pt x="107008" y="135582"/>
                </a:lnTo>
                <a:lnTo>
                  <a:pt x="106115" y="135582"/>
                </a:lnTo>
                <a:lnTo>
                  <a:pt x="106115" y="134689"/>
                </a:lnTo>
                <a:lnTo>
                  <a:pt x="105073" y="134689"/>
                </a:lnTo>
                <a:lnTo>
                  <a:pt x="105073" y="133648"/>
                </a:lnTo>
                <a:lnTo>
                  <a:pt x="100310" y="133648"/>
                </a:lnTo>
                <a:lnTo>
                  <a:pt x="100310" y="132755"/>
                </a:lnTo>
                <a:lnTo>
                  <a:pt x="94357" y="132755"/>
                </a:lnTo>
                <a:lnTo>
                  <a:pt x="94357" y="130820"/>
                </a:lnTo>
                <a:lnTo>
                  <a:pt x="93464" y="130820"/>
                </a:lnTo>
                <a:lnTo>
                  <a:pt x="93464" y="129778"/>
                </a:lnTo>
                <a:lnTo>
                  <a:pt x="92423" y="129778"/>
                </a:lnTo>
                <a:lnTo>
                  <a:pt x="92423" y="128885"/>
                </a:lnTo>
                <a:lnTo>
                  <a:pt x="91530" y="128885"/>
                </a:lnTo>
                <a:lnTo>
                  <a:pt x="91530" y="127843"/>
                </a:lnTo>
                <a:lnTo>
                  <a:pt x="89595" y="127843"/>
                </a:lnTo>
                <a:lnTo>
                  <a:pt x="89595" y="126950"/>
                </a:lnTo>
                <a:lnTo>
                  <a:pt x="87660" y="126950"/>
                </a:lnTo>
                <a:lnTo>
                  <a:pt x="87660" y="125016"/>
                </a:lnTo>
                <a:lnTo>
                  <a:pt x="86618" y="125016"/>
                </a:lnTo>
                <a:lnTo>
                  <a:pt x="86618" y="122932"/>
                </a:lnTo>
                <a:lnTo>
                  <a:pt x="85576" y="122932"/>
                </a:lnTo>
                <a:lnTo>
                  <a:pt x="85576" y="122634"/>
                </a:lnTo>
                <a:lnTo>
                  <a:pt x="86618" y="122634"/>
                </a:lnTo>
                <a:lnTo>
                  <a:pt x="86618" y="113854"/>
                </a:lnTo>
                <a:lnTo>
                  <a:pt x="87660" y="113854"/>
                </a:lnTo>
                <a:lnTo>
                  <a:pt x="87660" y="108942"/>
                </a:lnTo>
                <a:lnTo>
                  <a:pt x="88553" y="108942"/>
                </a:lnTo>
                <a:lnTo>
                  <a:pt x="88553" y="108049"/>
                </a:lnTo>
                <a:lnTo>
                  <a:pt x="89595" y="108049"/>
                </a:lnTo>
                <a:lnTo>
                  <a:pt x="89595" y="106412"/>
                </a:lnTo>
                <a:lnTo>
                  <a:pt x="88553" y="106412"/>
                </a:lnTo>
                <a:lnTo>
                  <a:pt x="88553" y="105519"/>
                </a:lnTo>
                <a:lnTo>
                  <a:pt x="87660" y="105519"/>
                </a:lnTo>
                <a:lnTo>
                  <a:pt x="87660" y="99268"/>
                </a:lnTo>
                <a:lnTo>
                  <a:pt x="88553" y="99268"/>
                </a:lnTo>
                <a:lnTo>
                  <a:pt x="88553" y="94804"/>
                </a:lnTo>
                <a:lnTo>
                  <a:pt x="87660" y="94804"/>
                </a:lnTo>
                <a:lnTo>
                  <a:pt x="87660" y="83641"/>
                </a:lnTo>
                <a:lnTo>
                  <a:pt x="88553" y="83641"/>
                </a:lnTo>
                <a:lnTo>
                  <a:pt x="88553" y="82748"/>
                </a:lnTo>
                <a:lnTo>
                  <a:pt x="90488" y="82748"/>
                </a:lnTo>
                <a:lnTo>
                  <a:pt x="90488" y="80218"/>
                </a:lnTo>
                <a:lnTo>
                  <a:pt x="89595" y="80218"/>
                </a:lnTo>
                <a:lnTo>
                  <a:pt x="89595" y="76944"/>
                </a:lnTo>
                <a:lnTo>
                  <a:pt x="90488" y="76944"/>
                </a:lnTo>
                <a:lnTo>
                  <a:pt x="90488" y="73372"/>
                </a:lnTo>
                <a:lnTo>
                  <a:pt x="85576" y="73372"/>
                </a:lnTo>
                <a:lnTo>
                  <a:pt x="85576" y="72331"/>
                </a:lnTo>
                <a:lnTo>
                  <a:pt x="83791" y="72331"/>
                </a:lnTo>
                <a:lnTo>
                  <a:pt x="83791" y="74414"/>
                </a:lnTo>
                <a:lnTo>
                  <a:pt x="82749" y="74414"/>
                </a:lnTo>
                <a:lnTo>
                  <a:pt x="82749" y="76349"/>
                </a:lnTo>
                <a:lnTo>
                  <a:pt x="80814" y="76349"/>
                </a:lnTo>
                <a:lnTo>
                  <a:pt x="80814" y="74414"/>
                </a:lnTo>
                <a:lnTo>
                  <a:pt x="79772" y="74414"/>
                </a:lnTo>
                <a:lnTo>
                  <a:pt x="79772" y="73372"/>
                </a:lnTo>
                <a:lnTo>
                  <a:pt x="77986" y="73372"/>
                </a:lnTo>
                <a:lnTo>
                  <a:pt x="77986" y="74414"/>
                </a:lnTo>
                <a:lnTo>
                  <a:pt x="76944" y="74414"/>
                </a:lnTo>
                <a:lnTo>
                  <a:pt x="76944" y="76944"/>
                </a:lnTo>
                <a:lnTo>
                  <a:pt x="77986" y="76944"/>
                </a:lnTo>
                <a:lnTo>
                  <a:pt x="77986" y="79772"/>
                </a:lnTo>
                <a:lnTo>
                  <a:pt x="78879" y="79772"/>
                </a:lnTo>
                <a:lnTo>
                  <a:pt x="78879" y="82153"/>
                </a:lnTo>
                <a:lnTo>
                  <a:pt x="77986" y="82153"/>
                </a:lnTo>
                <a:lnTo>
                  <a:pt x="77986" y="83641"/>
                </a:lnTo>
                <a:lnTo>
                  <a:pt x="78879" y="83641"/>
                </a:lnTo>
                <a:lnTo>
                  <a:pt x="78879" y="84683"/>
                </a:lnTo>
                <a:lnTo>
                  <a:pt x="80814" y="84683"/>
                </a:lnTo>
                <a:lnTo>
                  <a:pt x="80814" y="87065"/>
                </a:lnTo>
                <a:lnTo>
                  <a:pt x="76944" y="87065"/>
                </a:lnTo>
                <a:lnTo>
                  <a:pt x="76944" y="87957"/>
                </a:lnTo>
                <a:lnTo>
                  <a:pt x="76051" y="87957"/>
                </a:lnTo>
                <a:lnTo>
                  <a:pt x="76051" y="91529"/>
                </a:lnTo>
                <a:lnTo>
                  <a:pt x="76944" y="91529"/>
                </a:lnTo>
                <a:lnTo>
                  <a:pt x="76944" y="93762"/>
                </a:lnTo>
                <a:lnTo>
                  <a:pt x="76051" y="93762"/>
                </a:lnTo>
                <a:lnTo>
                  <a:pt x="76051" y="95697"/>
                </a:lnTo>
                <a:lnTo>
                  <a:pt x="75010" y="95697"/>
                </a:lnTo>
                <a:lnTo>
                  <a:pt x="75010" y="97631"/>
                </a:lnTo>
                <a:lnTo>
                  <a:pt x="74117" y="97631"/>
                </a:lnTo>
                <a:lnTo>
                  <a:pt x="74117" y="99715"/>
                </a:lnTo>
                <a:lnTo>
                  <a:pt x="73075" y="99715"/>
                </a:lnTo>
                <a:lnTo>
                  <a:pt x="73075" y="100608"/>
                </a:lnTo>
                <a:lnTo>
                  <a:pt x="72033" y="100608"/>
                </a:lnTo>
                <a:lnTo>
                  <a:pt x="72033" y="101650"/>
                </a:lnTo>
                <a:lnTo>
                  <a:pt x="71140" y="101650"/>
                </a:lnTo>
                <a:lnTo>
                  <a:pt x="71140" y="105519"/>
                </a:lnTo>
                <a:lnTo>
                  <a:pt x="70098" y="105519"/>
                </a:lnTo>
                <a:lnTo>
                  <a:pt x="70098" y="107454"/>
                </a:lnTo>
                <a:lnTo>
                  <a:pt x="69205" y="107454"/>
                </a:lnTo>
                <a:lnTo>
                  <a:pt x="69205" y="108347"/>
                </a:lnTo>
                <a:lnTo>
                  <a:pt x="68164" y="108347"/>
                </a:lnTo>
                <a:lnTo>
                  <a:pt x="68164" y="110282"/>
                </a:lnTo>
                <a:lnTo>
                  <a:pt x="67271" y="110282"/>
                </a:lnTo>
                <a:lnTo>
                  <a:pt x="67271" y="111323"/>
                </a:lnTo>
                <a:lnTo>
                  <a:pt x="66229" y="111323"/>
                </a:lnTo>
                <a:lnTo>
                  <a:pt x="66229" y="113258"/>
                </a:lnTo>
                <a:lnTo>
                  <a:pt x="65336" y="113258"/>
                </a:lnTo>
                <a:lnTo>
                  <a:pt x="65336" y="114300"/>
                </a:lnTo>
                <a:lnTo>
                  <a:pt x="64294" y="114300"/>
                </a:lnTo>
                <a:lnTo>
                  <a:pt x="64294" y="115193"/>
                </a:lnTo>
                <a:lnTo>
                  <a:pt x="61318" y="115193"/>
                </a:lnTo>
                <a:lnTo>
                  <a:pt x="61318" y="116235"/>
                </a:lnTo>
                <a:lnTo>
                  <a:pt x="60425" y="116235"/>
                </a:lnTo>
                <a:lnTo>
                  <a:pt x="60425" y="117128"/>
                </a:lnTo>
                <a:lnTo>
                  <a:pt x="59383" y="117128"/>
                </a:lnTo>
                <a:lnTo>
                  <a:pt x="59383" y="118170"/>
                </a:lnTo>
                <a:lnTo>
                  <a:pt x="58490" y="118170"/>
                </a:lnTo>
                <a:lnTo>
                  <a:pt x="58490" y="119063"/>
                </a:lnTo>
                <a:lnTo>
                  <a:pt x="57448" y="119063"/>
                </a:lnTo>
                <a:lnTo>
                  <a:pt x="57448" y="120997"/>
                </a:lnTo>
                <a:lnTo>
                  <a:pt x="56555" y="120997"/>
                </a:lnTo>
                <a:lnTo>
                  <a:pt x="56555" y="122039"/>
                </a:lnTo>
                <a:lnTo>
                  <a:pt x="55513" y="122039"/>
                </a:lnTo>
                <a:lnTo>
                  <a:pt x="55513" y="123974"/>
                </a:lnTo>
                <a:lnTo>
                  <a:pt x="53578" y="123974"/>
                </a:lnTo>
                <a:lnTo>
                  <a:pt x="53578" y="125016"/>
                </a:lnTo>
                <a:lnTo>
                  <a:pt x="52685" y="125016"/>
                </a:lnTo>
                <a:lnTo>
                  <a:pt x="52685" y="125909"/>
                </a:lnTo>
                <a:lnTo>
                  <a:pt x="51644" y="125909"/>
                </a:lnTo>
                <a:lnTo>
                  <a:pt x="51644" y="126950"/>
                </a:lnTo>
                <a:lnTo>
                  <a:pt x="48667" y="126950"/>
                </a:lnTo>
                <a:lnTo>
                  <a:pt x="48667" y="127843"/>
                </a:lnTo>
                <a:lnTo>
                  <a:pt x="47774" y="127843"/>
                </a:lnTo>
                <a:lnTo>
                  <a:pt x="47774" y="128885"/>
                </a:lnTo>
                <a:lnTo>
                  <a:pt x="44798" y="128885"/>
                </a:lnTo>
                <a:lnTo>
                  <a:pt x="44798" y="129778"/>
                </a:lnTo>
                <a:lnTo>
                  <a:pt x="43905" y="129778"/>
                </a:lnTo>
                <a:lnTo>
                  <a:pt x="43905" y="130820"/>
                </a:lnTo>
                <a:lnTo>
                  <a:pt x="40035" y="130820"/>
                </a:lnTo>
                <a:lnTo>
                  <a:pt x="40035" y="131713"/>
                </a:lnTo>
                <a:lnTo>
                  <a:pt x="38993" y="131713"/>
                </a:lnTo>
                <a:lnTo>
                  <a:pt x="38993" y="132755"/>
                </a:lnTo>
                <a:lnTo>
                  <a:pt x="38100" y="132755"/>
                </a:lnTo>
                <a:lnTo>
                  <a:pt x="38100" y="133648"/>
                </a:lnTo>
                <a:lnTo>
                  <a:pt x="30212" y="133648"/>
                </a:lnTo>
                <a:lnTo>
                  <a:pt x="30212" y="132755"/>
                </a:lnTo>
                <a:lnTo>
                  <a:pt x="28278" y="132755"/>
                </a:lnTo>
                <a:lnTo>
                  <a:pt x="28278" y="131713"/>
                </a:lnTo>
                <a:lnTo>
                  <a:pt x="27236" y="131713"/>
                </a:lnTo>
                <a:lnTo>
                  <a:pt x="27236" y="130820"/>
                </a:lnTo>
                <a:lnTo>
                  <a:pt x="26343" y="130820"/>
                </a:lnTo>
                <a:lnTo>
                  <a:pt x="26343" y="128439"/>
                </a:lnTo>
                <a:lnTo>
                  <a:pt x="27236" y="128439"/>
                </a:lnTo>
                <a:lnTo>
                  <a:pt x="27236" y="125611"/>
                </a:lnTo>
                <a:lnTo>
                  <a:pt x="29171" y="125611"/>
                </a:lnTo>
                <a:lnTo>
                  <a:pt x="29171" y="124569"/>
                </a:lnTo>
                <a:lnTo>
                  <a:pt x="30212" y="124569"/>
                </a:lnTo>
                <a:lnTo>
                  <a:pt x="30212" y="123527"/>
                </a:lnTo>
                <a:lnTo>
                  <a:pt x="33040" y="123527"/>
                </a:lnTo>
                <a:lnTo>
                  <a:pt x="33040" y="122634"/>
                </a:lnTo>
                <a:lnTo>
                  <a:pt x="34975" y="122634"/>
                </a:lnTo>
                <a:lnTo>
                  <a:pt x="34975" y="121593"/>
                </a:lnTo>
                <a:lnTo>
                  <a:pt x="36910" y="121593"/>
                </a:lnTo>
                <a:lnTo>
                  <a:pt x="36910" y="120700"/>
                </a:lnTo>
                <a:lnTo>
                  <a:pt x="39886" y="120700"/>
                </a:lnTo>
                <a:lnTo>
                  <a:pt x="39886" y="119658"/>
                </a:lnTo>
                <a:lnTo>
                  <a:pt x="42863" y="119658"/>
                </a:lnTo>
                <a:lnTo>
                  <a:pt x="42863" y="117723"/>
                </a:lnTo>
                <a:lnTo>
                  <a:pt x="43756" y="117723"/>
                </a:lnTo>
                <a:lnTo>
                  <a:pt x="43756" y="116830"/>
                </a:lnTo>
                <a:lnTo>
                  <a:pt x="44798" y="116830"/>
                </a:lnTo>
                <a:lnTo>
                  <a:pt x="44798" y="115788"/>
                </a:lnTo>
                <a:lnTo>
                  <a:pt x="46732" y="115788"/>
                </a:lnTo>
                <a:lnTo>
                  <a:pt x="46732" y="114895"/>
                </a:lnTo>
                <a:lnTo>
                  <a:pt x="50602" y="114895"/>
                </a:lnTo>
                <a:lnTo>
                  <a:pt x="50602" y="113854"/>
                </a:lnTo>
                <a:lnTo>
                  <a:pt x="52537" y="113854"/>
                </a:lnTo>
                <a:lnTo>
                  <a:pt x="52537" y="112961"/>
                </a:lnTo>
                <a:lnTo>
                  <a:pt x="53578" y="112961"/>
                </a:lnTo>
                <a:lnTo>
                  <a:pt x="53578" y="111919"/>
                </a:lnTo>
                <a:lnTo>
                  <a:pt x="54471" y="111919"/>
                </a:lnTo>
                <a:lnTo>
                  <a:pt x="54471" y="110877"/>
                </a:lnTo>
                <a:lnTo>
                  <a:pt x="56406" y="110877"/>
                </a:lnTo>
                <a:lnTo>
                  <a:pt x="56406" y="108942"/>
                </a:lnTo>
                <a:lnTo>
                  <a:pt x="57448" y="108942"/>
                </a:lnTo>
                <a:lnTo>
                  <a:pt x="57448" y="108049"/>
                </a:lnTo>
                <a:lnTo>
                  <a:pt x="58341" y="108049"/>
                </a:lnTo>
                <a:lnTo>
                  <a:pt x="58341" y="107007"/>
                </a:lnTo>
                <a:lnTo>
                  <a:pt x="59383" y="107007"/>
                </a:lnTo>
                <a:lnTo>
                  <a:pt x="59383" y="105073"/>
                </a:lnTo>
                <a:lnTo>
                  <a:pt x="60276" y="105073"/>
                </a:lnTo>
                <a:lnTo>
                  <a:pt x="60276" y="103138"/>
                </a:lnTo>
                <a:lnTo>
                  <a:pt x="61318" y="103138"/>
                </a:lnTo>
                <a:lnTo>
                  <a:pt x="61318" y="102245"/>
                </a:lnTo>
                <a:lnTo>
                  <a:pt x="62210" y="102245"/>
                </a:lnTo>
                <a:lnTo>
                  <a:pt x="62210" y="100310"/>
                </a:lnTo>
                <a:lnTo>
                  <a:pt x="63252" y="100310"/>
                </a:lnTo>
                <a:lnTo>
                  <a:pt x="63252" y="99268"/>
                </a:lnTo>
                <a:lnTo>
                  <a:pt x="64294" y="99268"/>
                </a:lnTo>
                <a:lnTo>
                  <a:pt x="64294" y="98227"/>
                </a:lnTo>
                <a:lnTo>
                  <a:pt x="66229" y="98227"/>
                </a:lnTo>
                <a:lnTo>
                  <a:pt x="66229" y="97334"/>
                </a:lnTo>
                <a:lnTo>
                  <a:pt x="67122" y="97334"/>
                </a:lnTo>
                <a:lnTo>
                  <a:pt x="67122" y="92869"/>
                </a:lnTo>
                <a:lnTo>
                  <a:pt x="66229" y="92869"/>
                </a:lnTo>
                <a:lnTo>
                  <a:pt x="66229" y="91827"/>
                </a:lnTo>
                <a:lnTo>
                  <a:pt x="65187" y="91827"/>
                </a:lnTo>
                <a:lnTo>
                  <a:pt x="65187" y="90934"/>
                </a:lnTo>
                <a:lnTo>
                  <a:pt x="64294" y="90934"/>
                </a:lnTo>
                <a:lnTo>
                  <a:pt x="64294" y="90488"/>
                </a:lnTo>
                <a:lnTo>
                  <a:pt x="65187" y="90488"/>
                </a:lnTo>
                <a:lnTo>
                  <a:pt x="65187" y="89595"/>
                </a:lnTo>
                <a:lnTo>
                  <a:pt x="66229" y="89595"/>
                </a:lnTo>
                <a:lnTo>
                  <a:pt x="66229" y="88553"/>
                </a:lnTo>
                <a:lnTo>
                  <a:pt x="67122" y="88553"/>
                </a:lnTo>
                <a:lnTo>
                  <a:pt x="67122" y="87660"/>
                </a:lnTo>
                <a:lnTo>
                  <a:pt x="68164" y="87660"/>
                </a:lnTo>
                <a:lnTo>
                  <a:pt x="68164" y="83046"/>
                </a:lnTo>
                <a:lnTo>
                  <a:pt x="67122" y="83046"/>
                </a:lnTo>
                <a:lnTo>
                  <a:pt x="67122" y="77837"/>
                </a:lnTo>
                <a:lnTo>
                  <a:pt x="67271" y="77837"/>
                </a:lnTo>
                <a:lnTo>
                  <a:pt x="67271" y="78879"/>
                </a:lnTo>
                <a:lnTo>
                  <a:pt x="69057" y="78879"/>
                </a:lnTo>
                <a:lnTo>
                  <a:pt x="69057" y="77837"/>
                </a:lnTo>
                <a:lnTo>
                  <a:pt x="70098" y="77837"/>
                </a:lnTo>
                <a:lnTo>
                  <a:pt x="70098" y="76349"/>
                </a:lnTo>
                <a:lnTo>
                  <a:pt x="64294" y="76349"/>
                </a:lnTo>
                <a:lnTo>
                  <a:pt x="64294" y="75307"/>
                </a:lnTo>
                <a:lnTo>
                  <a:pt x="63252" y="75307"/>
                </a:lnTo>
                <a:lnTo>
                  <a:pt x="63252" y="73372"/>
                </a:lnTo>
                <a:lnTo>
                  <a:pt x="61318" y="73372"/>
                </a:lnTo>
                <a:lnTo>
                  <a:pt x="61318" y="74414"/>
                </a:lnTo>
                <a:lnTo>
                  <a:pt x="60425" y="74414"/>
                </a:lnTo>
                <a:lnTo>
                  <a:pt x="60425" y="75307"/>
                </a:lnTo>
                <a:lnTo>
                  <a:pt x="59383" y="75307"/>
                </a:lnTo>
                <a:lnTo>
                  <a:pt x="59383" y="76349"/>
                </a:lnTo>
                <a:lnTo>
                  <a:pt x="56555" y="76349"/>
                </a:lnTo>
                <a:lnTo>
                  <a:pt x="56555" y="77242"/>
                </a:lnTo>
                <a:lnTo>
                  <a:pt x="55513" y="77242"/>
                </a:lnTo>
                <a:lnTo>
                  <a:pt x="55513" y="78284"/>
                </a:lnTo>
                <a:lnTo>
                  <a:pt x="52685" y="78284"/>
                </a:lnTo>
                <a:lnTo>
                  <a:pt x="52685" y="79177"/>
                </a:lnTo>
                <a:lnTo>
                  <a:pt x="51644" y="79177"/>
                </a:lnTo>
                <a:lnTo>
                  <a:pt x="51644" y="78284"/>
                </a:lnTo>
                <a:lnTo>
                  <a:pt x="50602" y="78284"/>
                </a:lnTo>
                <a:lnTo>
                  <a:pt x="50602" y="76349"/>
                </a:lnTo>
                <a:lnTo>
                  <a:pt x="49560" y="76349"/>
                </a:lnTo>
                <a:lnTo>
                  <a:pt x="49560" y="75307"/>
                </a:lnTo>
                <a:lnTo>
                  <a:pt x="45839" y="75307"/>
                </a:lnTo>
                <a:lnTo>
                  <a:pt x="45839" y="79177"/>
                </a:lnTo>
                <a:lnTo>
                  <a:pt x="40035" y="79177"/>
                </a:lnTo>
                <a:lnTo>
                  <a:pt x="40035" y="80218"/>
                </a:lnTo>
                <a:lnTo>
                  <a:pt x="35124" y="80218"/>
                </a:lnTo>
                <a:lnTo>
                  <a:pt x="35124" y="81111"/>
                </a:lnTo>
                <a:lnTo>
                  <a:pt x="33189" y="81111"/>
                </a:lnTo>
                <a:lnTo>
                  <a:pt x="33189" y="82153"/>
                </a:lnTo>
                <a:lnTo>
                  <a:pt x="30212" y="82153"/>
                </a:lnTo>
                <a:lnTo>
                  <a:pt x="30212" y="83046"/>
                </a:lnTo>
                <a:lnTo>
                  <a:pt x="29319" y="83046"/>
                </a:lnTo>
                <a:lnTo>
                  <a:pt x="29319" y="84088"/>
                </a:lnTo>
                <a:lnTo>
                  <a:pt x="26343" y="84088"/>
                </a:lnTo>
                <a:lnTo>
                  <a:pt x="26343" y="84981"/>
                </a:lnTo>
                <a:lnTo>
                  <a:pt x="24408" y="84981"/>
                </a:lnTo>
                <a:lnTo>
                  <a:pt x="24408" y="86023"/>
                </a:lnTo>
                <a:lnTo>
                  <a:pt x="23366" y="86023"/>
                </a:lnTo>
                <a:lnTo>
                  <a:pt x="23366" y="87065"/>
                </a:lnTo>
                <a:lnTo>
                  <a:pt x="17562" y="87065"/>
                </a:lnTo>
                <a:lnTo>
                  <a:pt x="17562" y="87957"/>
                </a:lnTo>
                <a:lnTo>
                  <a:pt x="14734" y="87957"/>
                </a:lnTo>
                <a:lnTo>
                  <a:pt x="14734" y="88999"/>
                </a:lnTo>
                <a:lnTo>
                  <a:pt x="13693" y="88999"/>
                </a:lnTo>
                <a:lnTo>
                  <a:pt x="13693" y="89892"/>
                </a:lnTo>
                <a:lnTo>
                  <a:pt x="11758" y="89892"/>
                </a:lnTo>
                <a:lnTo>
                  <a:pt x="11758" y="90934"/>
                </a:lnTo>
                <a:lnTo>
                  <a:pt x="10716" y="90934"/>
                </a:lnTo>
                <a:lnTo>
                  <a:pt x="10716" y="91827"/>
                </a:lnTo>
                <a:lnTo>
                  <a:pt x="6846" y="91827"/>
                </a:lnTo>
                <a:lnTo>
                  <a:pt x="6846" y="90934"/>
                </a:lnTo>
                <a:lnTo>
                  <a:pt x="4912" y="90934"/>
                </a:lnTo>
                <a:lnTo>
                  <a:pt x="4912" y="89892"/>
                </a:lnTo>
                <a:lnTo>
                  <a:pt x="3870" y="89892"/>
                </a:lnTo>
                <a:lnTo>
                  <a:pt x="3870" y="87065"/>
                </a:lnTo>
                <a:lnTo>
                  <a:pt x="2977" y="87065"/>
                </a:lnTo>
                <a:lnTo>
                  <a:pt x="2977" y="86023"/>
                </a:lnTo>
                <a:lnTo>
                  <a:pt x="1042" y="86023"/>
                </a:lnTo>
                <a:lnTo>
                  <a:pt x="1042" y="84981"/>
                </a:lnTo>
                <a:lnTo>
                  <a:pt x="0" y="84981"/>
                </a:lnTo>
                <a:lnTo>
                  <a:pt x="0" y="77837"/>
                </a:lnTo>
                <a:lnTo>
                  <a:pt x="1042" y="77837"/>
                </a:lnTo>
                <a:lnTo>
                  <a:pt x="1042" y="76944"/>
                </a:lnTo>
                <a:lnTo>
                  <a:pt x="1935" y="76944"/>
                </a:lnTo>
                <a:lnTo>
                  <a:pt x="1935" y="75009"/>
                </a:lnTo>
                <a:lnTo>
                  <a:pt x="2977" y="75009"/>
                </a:lnTo>
                <a:lnTo>
                  <a:pt x="2977" y="73968"/>
                </a:lnTo>
                <a:lnTo>
                  <a:pt x="7888" y="73968"/>
                </a:lnTo>
                <a:lnTo>
                  <a:pt x="7888" y="75009"/>
                </a:lnTo>
                <a:lnTo>
                  <a:pt x="10716" y="75009"/>
                </a:lnTo>
                <a:lnTo>
                  <a:pt x="10716" y="73968"/>
                </a:lnTo>
                <a:lnTo>
                  <a:pt x="14585" y="73968"/>
                </a:lnTo>
                <a:lnTo>
                  <a:pt x="14585" y="70991"/>
                </a:lnTo>
                <a:lnTo>
                  <a:pt x="15627" y="70991"/>
                </a:lnTo>
                <a:lnTo>
                  <a:pt x="15627" y="67122"/>
                </a:lnTo>
                <a:lnTo>
                  <a:pt x="16520" y="67122"/>
                </a:lnTo>
                <a:lnTo>
                  <a:pt x="16520" y="66229"/>
                </a:lnTo>
                <a:lnTo>
                  <a:pt x="18455" y="66229"/>
                </a:lnTo>
                <a:lnTo>
                  <a:pt x="18455" y="65187"/>
                </a:lnTo>
                <a:lnTo>
                  <a:pt x="19497" y="65187"/>
                </a:lnTo>
                <a:lnTo>
                  <a:pt x="19497" y="64294"/>
                </a:lnTo>
                <a:lnTo>
                  <a:pt x="21432" y="64294"/>
                </a:lnTo>
                <a:lnTo>
                  <a:pt x="21432" y="63252"/>
                </a:lnTo>
                <a:lnTo>
                  <a:pt x="22325" y="63252"/>
                </a:lnTo>
                <a:lnTo>
                  <a:pt x="22325" y="62210"/>
                </a:lnTo>
                <a:lnTo>
                  <a:pt x="23366" y="62210"/>
                </a:lnTo>
                <a:lnTo>
                  <a:pt x="23366" y="60275"/>
                </a:lnTo>
                <a:lnTo>
                  <a:pt x="24259" y="60275"/>
                </a:lnTo>
                <a:lnTo>
                  <a:pt x="24259" y="58787"/>
                </a:lnTo>
                <a:lnTo>
                  <a:pt x="23366" y="58787"/>
                </a:lnTo>
                <a:lnTo>
                  <a:pt x="23366" y="57745"/>
                </a:lnTo>
                <a:lnTo>
                  <a:pt x="17562" y="57745"/>
                </a:lnTo>
                <a:lnTo>
                  <a:pt x="17562" y="56852"/>
                </a:lnTo>
                <a:lnTo>
                  <a:pt x="16520" y="56852"/>
                </a:lnTo>
                <a:lnTo>
                  <a:pt x="16520" y="55811"/>
                </a:lnTo>
                <a:lnTo>
                  <a:pt x="13693" y="55811"/>
                </a:lnTo>
                <a:lnTo>
                  <a:pt x="13693" y="56852"/>
                </a:lnTo>
                <a:lnTo>
                  <a:pt x="9823" y="56852"/>
                </a:lnTo>
                <a:lnTo>
                  <a:pt x="9823" y="57745"/>
                </a:lnTo>
                <a:lnTo>
                  <a:pt x="4912" y="57745"/>
                </a:lnTo>
                <a:lnTo>
                  <a:pt x="4912" y="56852"/>
                </a:lnTo>
                <a:lnTo>
                  <a:pt x="3870" y="56852"/>
                </a:lnTo>
                <a:lnTo>
                  <a:pt x="3870" y="54918"/>
                </a:lnTo>
                <a:lnTo>
                  <a:pt x="2977" y="54918"/>
                </a:lnTo>
                <a:lnTo>
                  <a:pt x="2977" y="51941"/>
                </a:lnTo>
                <a:lnTo>
                  <a:pt x="1935" y="51941"/>
                </a:lnTo>
                <a:lnTo>
                  <a:pt x="1935" y="50006"/>
                </a:lnTo>
                <a:lnTo>
                  <a:pt x="1042" y="50006"/>
                </a:lnTo>
                <a:lnTo>
                  <a:pt x="1042" y="46732"/>
                </a:lnTo>
                <a:lnTo>
                  <a:pt x="1935" y="46732"/>
                </a:lnTo>
                <a:lnTo>
                  <a:pt x="1935" y="44797"/>
                </a:lnTo>
                <a:lnTo>
                  <a:pt x="3870" y="44797"/>
                </a:lnTo>
                <a:lnTo>
                  <a:pt x="3870" y="43756"/>
                </a:lnTo>
                <a:lnTo>
                  <a:pt x="4912" y="43756"/>
                </a:lnTo>
                <a:lnTo>
                  <a:pt x="4912" y="42863"/>
                </a:lnTo>
                <a:lnTo>
                  <a:pt x="6846" y="42863"/>
                </a:lnTo>
                <a:lnTo>
                  <a:pt x="6846" y="41821"/>
                </a:lnTo>
                <a:lnTo>
                  <a:pt x="8781" y="41821"/>
                </a:lnTo>
                <a:lnTo>
                  <a:pt x="8781" y="40928"/>
                </a:lnTo>
                <a:lnTo>
                  <a:pt x="9674" y="40928"/>
                </a:lnTo>
                <a:lnTo>
                  <a:pt x="9674" y="39886"/>
                </a:lnTo>
                <a:lnTo>
                  <a:pt x="10716" y="39886"/>
                </a:lnTo>
                <a:lnTo>
                  <a:pt x="10716" y="36909"/>
                </a:lnTo>
                <a:lnTo>
                  <a:pt x="11609" y="36909"/>
                </a:lnTo>
                <a:lnTo>
                  <a:pt x="11609" y="36016"/>
                </a:lnTo>
                <a:lnTo>
                  <a:pt x="12651" y="36016"/>
                </a:lnTo>
                <a:lnTo>
                  <a:pt x="12651" y="33040"/>
                </a:lnTo>
                <a:lnTo>
                  <a:pt x="13693" y="33040"/>
                </a:lnTo>
                <a:lnTo>
                  <a:pt x="13693" y="31105"/>
                </a:lnTo>
                <a:lnTo>
                  <a:pt x="14585" y="31105"/>
                </a:lnTo>
                <a:lnTo>
                  <a:pt x="14585" y="29170"/>
                </a:lnTo>
                <a:lnTo>
                  <a:pt x="15627" y="29170"/>
                </a:lnTo>
                <a:lnTo>
                  <a:pt x="15627" y="27236"/>
                </a:lnTo>
                <a:lnTo>
                  <a:pt x="16520" y="27236"/>
                </a:lnTo>
                <a:lnTo>
                  <a:pt x="16520" y="25301"/>
                </a:lnTo>
                <a:lnTo>
                  <a:pt x="17562" y="25301"/>
                </a:lnTo>
                <a:lnTo>
                  <a:pt x="17562" y="23366"/>
                </a:lnTo>
                <a:lnTo>
                  <a:pt x="18455" y="23366"/>
                </a:lnTo>
                <a:lnTo>
                  <a:pt x="18455" y="21431"/>
                </a:lnTo>
                <a:lnTo>
                  <a:pt x="19497" y="21431"/>
                </a:lnTo>
                <a:lnTo>
                  <a:pt x="19497" y="20390"/>
                </a:lnTo>
                <a:lnTo>
                  <a:pt x="20390" y="20390"/>
                </a:lnTo>
                <a:lnTo>
                  <a:pt x="20390" y="18455"/>
                </a:lnTo>
                <a:lnTo>
                  <a:pt x="21432" y="18455"/>
                </a:lnTo>
                <a:lnTo>
                  <a:pt x="21432" y="16520"/>
                </a:lnTo>
                <a:lnTo>
                  <a:pt x="22325" y="16520"/>
                </a:lnTo>
                <a:lnTo>
                  <a:pt x="22325" y="14585"/>
                </a:lnTo>
                <a:lnTo>
                  <a:pt x="23366" y="14585"/>
                </a:lnTo>
                <a:lnTo>
                  <a:pt x="23366" y="13692"/>
                </a:lnTo>
                <a:lnTo>
                  <a:pt x="24259" y="13692"/>
                </a:lnTo>
                <a:lnTo>
                  <a:pt x="24259" y="11609"/>
                </a:lnTo>
                <a:lnTo>
                  <a:pt x="25301" y="11609"/>
                </a:lnTo>
                <a:lnTo>
                  <a:pt x="25301" y="10716"/>
                </a:lnTo>
                <a:lnTo>
                  <a:pt x="26343" y="10716"/>
                </a:lnTo>
                <a:lnTo>
                  <a:pt x="26343" y="8781"/>
                </a:lnTo>
                <a:lnTo>
                  <a:pt x="27236" y="8781"/>
                </a:lnTo>
                <a:lnTo>
                  <a:pt x="27236" y="7739"/>
                </a:lnTo>
                <a:lnTo>
                  <a:pt x="28278" y="7739"/>
                </a:lnTo>
                <a:lnTo>
                  <a:pt x="28278" y="5804"/>
                </a:lnTo>
                <a:lnTo>
                  <a:pt x="29171" y="58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4E1488AB-5166-FB08-D70D-CA675A7D8BE1}"/>
              </a:ext>
            </a:extLst>
          </p:cNvPr>
          <p:cNvSpPr txBox="1"/>
          <p:nvPr/>
        </p:nvSpPr>
        <p:spPr>
          <a:xfrm>
            <a:off x="4665944" y="1924445"/>
            <a:ext cx="136624" cy="134095"/>
          </a:xfrm>
          <a:custGeom>
            <a:avLst/>
            <a:gdLst/>
            <a:ahLst/>
            <a:cxnLst/>
            <a:rect l="l" t="t" r="r" b="b"/>
            <a:pathLst>
              <a:path w="136624" h="134095">
                <a:moveTo>
                  <a:pt x="102096" y="99566"/>
                </a:moveTo>
                <a:lnTo>
                  <a:pt x="102096" y="101204"/>
                </a:lnTo>
                <a:lnTo>
                  <a:pt x="102840" y="101204"/>
                </a:lnTo>
                <a:lnTo>
                  <a:pt x="102840" y="103734"/>
                </a:lnTo>
                <a:lnTo>
                  <a:pt x="103733" y="103734"/>
                </a:lnTo>
                <a:lnTo>
                  <a:pt x="103733" y="99566"/>
                </a:lnTo>
                <a:close/>
                <a:moveTo>
                  <a:pt x="46434" y="15181"/>
                </a:moveTo>
                <a:lnTo>
                  <a:pt x="46434" y="16074"/>
                </a:lnTo>
                <a:lnTo>
                  <a:pt x="47178" y="16074"/>
                </a:lnTo>
                <a:lnTo>
                  <a:pt x="47178" y="15181"/>
                </a:lnTo>
                <a:close/>
                <a:moveTo>
                  <a:pt x="45541" y="7591"/>
                </a:moveTo>
                <a:lnTo>
                  <a:pt x="45541" y="8484"/>
                </a:lnTo>
                <a:lnTo>
                  <a:pt x="44648" y="8484"/>
                </a:lnTo>
                <a:lnTo>
                  <a:pt x="44648" y="9228"/>
                </a:lnTo>
                <a:lnTo>
                  <a:pt x="46434" y="9228"/>
                </a:lnTo>
                <a:lnTo>
                  <a:pt x="46434" y="7591"/>
                </a:lnTo>
                <a:close/>
                <a:moveTo>
                  <a:pt x="85130" y="0"/>
                </a:moveTo>
                <a:lnTo>
                  <a:pt x="86023" y="0"/>
                </a:lnTo>
                <a:lnTo>
                  <a:pt x="86023" y="893"/>
                </a:lnTo>
                <a:lnTo>
                  <a:pt x="93613" y="893"/>
                </a:lnTo>
                <a:lnTo>
                  <a:pt x="93613" y="1637"/>
                </a:lnTo>
                <a:lnTo>
                  <a:pt x="94506" y="1637"/>
                </a:lnTo>
                <a:lnTo>
                  <a:pt x="94506" y="3423"/>
                </a:lnTo>
                <a:lnTo>
                  <a:pt x="95250" y="3423"/>
                </a:lnTo>
                <a:lnTo>
                  <a:pt x="95250" y="5954"/>
                </a:lnTo>
                <a:lnTo>
                  <a:pt x="94506" y="5954"/>
                </a:lnTo>
                <a:lnTo>
                  <a:pt x="94506" y="7591"/>
                </a:lnTo>
                <a:lnTo>
                  <a:pt x="93613" y="7591"/>
                </a:lnTo>
                <a:lnTo>
                  <a:pt x="93613" y="9228"/>
                </a:lnTo>
                <a:lnTo>
                  <a:pt x="92720" y="9228"/>
                </a:lnTo>
                <a:lnTo>
                  <a:pt x="92720" y="14288"/>
                </a:lnTo>
                <a:lnTo>
                  <a:pt x="91976" y="14288"/>
                </a:lnTo>
                <a:lnTo>
                  <a:pt x="91976" y="16074"/>
                </a:lnTo>
                <a:lnTo>
                  <a:pt x="92720" y="16074"/>
                </a:lnTo>
                <a:lnTo>
                  <a:pt x="92720" y="21878"/>
                </a:lnTo>
                <a:lnTo>
                  <a:pt x="93613" y="21878"/>
                </a:lnTo>
                <a:lnTo>
                  <a:pt x="93613" y="22771"/>
                </a:lnTo>
                <a:lnTo>
                  <a:pt x="96143" y="22771"/>
                </a:lnTo>
                <a:lnTo>
                  <a:pt x="96143" y="23664"/>
                </a:lnTo>
                <a:lnTo>
                  <a:pt x="101203" y="23664"/>
                </a:lnTo>
                <a:lnTo>
                  <a:pt x="101203" y="24408"/>
                </a:lnTo>
                <a:lnTo>
                  <a:pt x="104626" y="24408"/>
                </a:lnTo>
                <a:lnTo>
                  <a:pt x="104626" y="23664"/>
                </a:lnTo>
                <a:lnTo>
                  <a:pt x="107156" y="23664"/>
                </a:lnTo>
                <a:lnTo>
                  <a:pt x="107156" y="22771"/>
                </a:lnTo>
                <a:lnTo>
                  <a:pt x="108793" y="22771"/>
                </a:lnTo>
                <a:lnTo>
                  <a:pt x="108793" y="23664"/>
                </a:lnTo>
                <a:lnTo>
                  <a:pt x="112216" y="23664"/>
                </a:lnTo>
                <a:lnTo>
                  <a:pt x="112216" y="22771"/>
                </a:lnTo>
                <a:lnTo>
                  <a:pt x="113853" y="22771"/>
                </a:lnTo>
                <a:lnTo>
                  <a:pt x="113853" y="21134"/>
                </a:lnTo>
                <a:lnTo>
                  <a:pt x="114746" y="21134"/>
                </a:lnTo>
                <a:lnTo>
                  <a:pt x="114746" y="20241"/>
                </a:lnTo>
                <a:lnTo>
                  <a:pt x="116384" y="20241"/>
                </a:lnTo>
                <a:lnTo>
                  <a:pt x="116384" y="19348"/>
                </a:lnTo>
                <a:lnTo>
                  <a:pt x="118021" y="19348"/>
                </a:lnTo>
                <a:lnTo>
                  <a:pt x="118021" y="18604"/>
                </a:lnTo>
                <a:lnTo>
                  <a:pt x="119807" y="18604"/>
                </a:lnTo>
                <a:lnTo>
                  <a:pt x="119807" y="17711"/>
                </a:lnTo>
                <a:lnTo>
                  <a:pt x="123974" y="17711"/>
                </a:lnTo>
                <a:lnTo>
                  <a:pt x="123974" y="18604"/>
                </a:lnTo>
                <a:lnTo>
                  <a:pt x="124867" y="18604"/>
                </a:lnTo>
                <a:lnTo>
                  <a:pt x="124867" y="17711"/>
                </a:lnTo>
                <a:lnTo>
                  <a:pt x="126504" y="17711"/>
                </a:lnTo>
                <a:lnTo>
                  <a:pt x="126504" y="18604"/>
                </a:lnTo>
                <a:lnTo>
                  <a:pt x="128141" y="18604"/>
                </a:lnTo>
                <a:lnTo>
                  <a:pt x="128141" y="19348"/>
                </a:lnTo>
                <a:lnTo>
                  <a:pt x="129034" y="19348"/>
                </a:lnTo>
                <a:lnTo>
                  <a:pt x="129034" y="21878"/>
                </a:lnTo>
                <a:lnTo>
                  <a:pt x="129927" y="21878"/>
                </a:lnTo>
                <a:lnTo>
                  <a:pt x="129927" y="22771"/>
                </a:lnTo>
                <a:lnTo>
                  <a:pt x="133201" y="22771"/>
                </a:lnTo>
                <a:lnTo>
                  <a:pt x="133201" y="23664"/>
                </a:lnTo>
                <a:lnTo>
                  <a:pt x="134987" y="23664"/>
                </a:lnTo>
                <a:lnTo>
                  <a:pt x="134987" y="24408"/>
                </a:lnTo>
                <a:lnTo>
                  <a:pt x="136624" y="24408"/>
                </a:lnTo>
                <a:lnTo>
                  <a:pt x="136624" y="26938"/>
                </a:lnTo>
                <a:lnTo>
                  <a:pt x="135731" y="26938"/>
                </a:lnTo>
                <a:lnTo>
                  <a:pt x="135731" y="27831"/>
                </a:lnTo>
                <a:lnTo>
                  <a:pt x="134987" y="27831"/>
                </a:lnTo>
                <a:lnTo>
                  <a:pt x="134987" y="28724"/>
                </a:lnTo>
                <a:lnTo>
                  <a:pt x="134094" y="28724"/>
                </a:lnTo>
                <a:lnTo>
                  <a:pt x="134094" y="31998"/>
                </a:lnTo>
                <a:lnTo>
                  <a:pt x="133201" y="31998"/>
                </a:lnTo>
                <a:lnTo>
                  <a:pt x="133201" y="32891"/>
                </a:lnTo>
                <a:lnTo>
                  <a:pt x="129034" y="32891"/>
                </a:lnTo>
                <a:lnTo>
                  <a:pt x="129034" y="31998"/>
                </a:lnTo>
                <a:lnTo>
                  <a:pt x="125611" y="31998"/>
                </a:lnTo>
                <a:lnTo>
                  <a:pt x="125611" y="32891"/>
                </a:lnTo>
                <a:lnTo>
                  <a:pt x="124867" y="32891"/>
                </a:lnTo>
                <a:lnTo>
                  <a:pt x="124867" y="31998"/>
                </a:lnTo>
                <a:lnTo>
                  <a:pt x="119807" y="31998"/>
                </a:lnTo>
                <a:lnTo>
                  <a:pt x="119807" y="31254"/>
                </a:lnTo>
                <a:lnTo>
                  <a:pt x="116384" y="31254"/>
                </a:lnTo>
                <a:lnTo>
                  <a:pt x="116384" y="30361"/>
                </a:lnTo>
                <a:lnTo>
                  <a:pt x="114746" y="30361"/>
                </a:lnTo>
                <a:lnTo>
                  <a:pt x="114746" y="31254"/>
                </a:lnTo>
                <a:lnTo>
                  <a:pt x="108793" y="31254"/>
                </a:lnTo>
                <a:lnTo>
                  <a:pt x="108793" y="30361"/>
                </a:lnTo>
                <a:lnTo>
                  <a:pt x="96143" y="30361"/>
                </a:lnTo>
                <a:lnTo>
                  <a:pt x="96143" y="31254"/>
                </a:lnTo>
                <a:lnTo>
                  <a:pt x="93613" y="31254"/>
                </a:lnTo>
                <a:lnTo>
                  <a:pt x="93613" y="31998"/>
                </a:lnTo>
                <a:lnTo>
                  <a:pt x="92720" y="31998"/>
                </a:lnTo>
                <a:lnTo>
                  <a:pt x="92720" y="32891"/>
                </a:lnTo>
                <a:lnTo>
                  <a:pt x="91976" y="32891"/>
                </a:lnTo>
                <a:lnTo>
                  <a:pt x="91976" y="39589"/>
                </a:lnTo>
                <a:lnTo>
                  <a:pt x="92720" y="39589"/>
                </a:lnTo>
                <a:lnTo>
                  <a:pt x="92720" y="43012"/>
                </a:lnTo>
                <a:lnTo>
                  <a:pt x="93613" y="43012"/>
                </a:lnTo>
                <a:lnTo>
                  <a:pt x="93613" y="46435"/>
                </a:lnTo>
                <a:lnTo>
                  <a:pt x="92720" y="46435"/>
                </a:lnTo>
                <a:lnTo>
                  <a:pt x="92720" y="48072"/>
                </a:lnTo>
                <a:lnTo>
                  <a:pt x="89446" y="48072"/>
                </a:lnTo>
                <a:lnTo>
                  <a:pt x="89446" y="48965"/>
                </a:lnTo>
                <a:lnTo>
                  <a:pt x="86023" y="48965"/>
                </a:lnTo>
                <a:lnTo>
                  <a:pt x="86023" y="49709"/>
                </a:lnTo>
                <a:lnTo>
                  <a:pt x="80070" y="49709"/>
                </a:lnTo>
                <a:lnTo>
                  <a:pt x="80070" y="48965"/>
                </a:lnTo>
                <a:lnTo>
                  <a:pt x="79325" y="48965"/>
                </a:lnTo>
                <a:lnTo>
                  <a:pt x="79325" y="37059"/>
                </a:lnTo>
                <a:lnTo>
                  <a:pt x="80070" y="37059"/>
                </a:lnTo>
                <a:lnTo>
                  <a:pt x="80070" y="34529"/>
                </a:lnTo>
                <a:lnTo>
                  <a:pt x="79325" y="34529"/>
                </a:lnTo>
                <a:lnTo>
                  <a:pt x="79325" y="30361"/>
                </a:lnTo>
                <a:lnTo>
                  <a:pt x="78432" y="30361"/>
                </a:lnTo>
                <a:lnTo>
                  <a:pt x="78432" y="27831"/>
                </a:lnTo>
                <a:lnTo>
                  <a:pt x="61615" y="27831"/>
                </a:lnTo>
                <a:lnTo>
                  <a:pt x="61615" y="28724"/>
                </a:lnTo>
                <a:lnTo>
                  <a:pt x="59085" y="28724"/>
                </a:lnTo>
                <a:lnTo>
                  <a:pt x="59085" y="29468"/>
                </a:lnTo>
                <a:lnTo>
                  <a:pt x="55662" y="29468"/>
                </a:lnTo>
                <a:lnTo>
                  <a:pt x="55662" y="30361"/>
                </a:lnTo>
                <a:lnTo>
                  <a:pt x="54769" y="30361"/>
                </a:lnTo>
                <a:lnTo>
                  <a:pt x="54769" y="31254"/>
                </a:lnTo>
                <a:lnTo>
                  <a:pt x="54025" y="31254"/>
                </a:lnTo>
                <a:lnTo>
                  <a:pt x="54025" y="31998"/>
                </a:lnTo>
                <a:lnTo>
                  <a:pt x="55662" y="31998"/>
                </a:lnTo>
                <a:lnTo>
                  <a:pt x="55662" y="32891"/>
                </a:lnTo>
                <a:lnTo>
                  <a:pt x="56555" y="32891"/>
                </a:lnTo>
                <a:lnTo>
                  <a:pt x="56555" y="37952"/>
                </a:lnTo>
                <a:lnTo>
                  <a:pt x="57299" y="37952"/>
                </a:lnTo>
                <a:lnTo>
                  <a:pt x="57299" y="42119"/>
                </a:lnTo>
                <a:lnTo>
                  <a:pt x="56555" y="42119"/>
                </a:lnTo>
                <a:lnTo>
                  <a:pt x="56555" y="43012"/>
                </a:lnTo>
                <a:lnTo>
                  <a:pt x="57299" y="43012"/>
                </a:lnTo>
                <a:lnTo>
                  <a:pt x="57299" y="46435"/>
                </a:lnTo>
                <a:lnTo>
                  <a:pt x="56555" y="46435"/>
                </a:lnTo>
                <a:lnTo>
                  <a:pt x="56555" y="49709"/>
                </a:lnTo>
                <a:lnTo>
                  <a:pt x="57299" y="49709"/>
                </a:lnTo>
                <a:lnTo>
                  <a:pt x="57299" y="50602"/>
                </a:lnTo>
                <a:lnTo>
                  <a:pt x="59829" y="50602"/>
                </a:lnTo>
                <a:lnTo>
                  <a:pt x="59829" y="51495"/>
                </a:lnTo>
                <a:lnTo>
                  <a:pt x="61615" y="51495"/>
                </a:lnTo>
                <a:lnTo>
                  <a:pt x="61615" y="52239"/>
                </a:lnTo>
                <a:lnTo>
                  <a:pt x="70842" y="52239"/>
                </a:lnTo>
                <a:lnTo>
                  <a:pt x="70842" y="53132"/>
                </a:lnTo>
                <a:lnTo>
                  <a:pt x="71735" y="53132"/>
                </a:lnTo>
                <a:lnTo>
                  <a:pt x="71735" y="54025"/>
                </a:lnTo>
                <a:lnTo>
                  <a:pt x="73372" y="54025"/>
                </a:lnTo>
                <a:lnTo>
                  <a:pt x="73372" y="53132"/>
                </a:lnTo>
                <a:lnTo>
                  <a:pt x="74265" y="53132"/>
                </a:lnTo>
                <a:lnTo>
                  <a:pt x="74265" y="52239"/>
                </a:lnTo>
                <a:lnTo>
                  <a:pt x="79325" y="52239"/>
                </a:lnTo>
                <a:lnTo>
                  <a:pt x="79325" y="51495"/>
                </a:lnTo>
                <a:lnTo>
                  <a:pt x="80962" y="51495"/>
                </a:lnTo>
                <a:lnTo>
                  <a:pt x="80962" y="52239"/>
                </a:lnTo>
                <a:lnTo>
                  <a:pt x="82600" y="52239"/>
                </a:lnTo>
                <a:lnTo>
                  <a:pt x="82600" y="53132"/>
                </a:lnTo>
                <a:lnTo>
                  <a:pt x="86023" y="53132"/>
                </a:lnTo>
                <a:lnTo>
                  <a:pt x="86023" y="54025"/>
                </a:lnTo>
                <a:lnTo>
                  <a:pt x="86916" y="54025"/>
                </a:lnTo>
                <a:lnTo>
                  <a:pt x="86916" y="54769"/>
                </a:lnTo>
                <a:lnTo>
                  <a:pt x="88553" y="54769"/>
                </a:lnTo>
                <a:lnTo>
                  <a:pt x="88553" y="54025"/>
                </a:lnTo>
                <a:lnTo>
                  <a:pt x="89446" y="54025"/>
                </a:lnTo>
                <a:lnTo>
                  <a:pt x="89446" y="53132"/>
                </a:lnTo>
                <a:lnTo>
                  <a:pt x="91976" y="53132"/>
                </a:lnTo>
                <a:lnTo>
                  <a:pt x="91976" y="54025"/>
                </a:lnTo>
                <a:lnTo>
                  <a:pt x="97036" y="54025"/>
                </a:lnTo>
                <a:lnTo>
                  <a:pt x="97036" y="54769"/>
                </a:lnTo>
                <a:lnTo>
                  <a:pt x="97780" y="54769"/>
                </a:lnTo>
                <a:lnTo>
                  <a:pt x="97780" y="54025"/>
                </a:lnTo>
                <a:lnTo>
                  <a:pt x="99566" y="54025"/>
                </a:lnTo>
                <a:lnTo>
                  <a:pt x="99566" y="53132"/>
                </a:lnTo>
                <a:lnTo>
                  <a:pt x="100310" y="53132"/>
                </a:lnTo>
                <a:lnTo>
                  <a:pt x="100310" y="51495"/>
                </a:lnTo>
                <a:lnTo>
                  <a:pt x="101203" y="51495"/>
                </a:lnTo>
                <a:lnTo>
                  <a:pt x="101203" y="50602"/>
                </a:lnTo>
                <a:lnTo>
                  <a:pt x="102096" y="50602"/>
                </a:lnTo>
                <a:lnTo>
                  <a:pt x="102096" y="49709"/>
                </a:lnTo>
                <a:lnTo>
                  <a:pt x="102840" y="49709"/>
                </a:lnTo>
                <a:lnTo>
                  <a:pt x="102840" y="48072"/>
                </a:lnTo>
                <a:lnTo>
                  <a:pt x="103733" y="48072"/>
                </a:lnTo>
                <a:lnTo>
                  <a:pt x="103733" y="47179"/>
                </a:lnTo>
                <a:lnTo>
                  <a:pt x="105370" y="47179"/>
                </a:lnTo>
                <a:lnTo>
                  <a:pt x="105370" y="45542"/>
                </a:lnTo>
                <a:lnTo>
                  <a:pt x="107900" y="45542"/>
                </a:lnTo>
                <a:lnTo>
                  <a:pt x="107900" y="46435"/>
                </a:lnTo>
                <a:lnTo>
                  <a:pt x="111323" y="46435"/>
                </a:lnTo>
                <a:lnTo>
                  <a:pt x="111323" y="47179"/>
                </a:lnTo>
                <a:lnTo>
                  <a:pt x="112216" y="47179"/>
                </a:lnTo>
                <a:lnTo>
                  <a:pt x="112216" y="48072"/>
                </a:lnTo>
                <a:lnTo>
                  <a:pt x="113853" y="48072"/>
                </a:lnTo>
                <a:lnTo>
                  <a:pt x="113853" y="48965"/>
                </a:lnTo>
                <a:lnTo>
                  <a:pt x="116384" y="48965"/>
                </a:lnTo>
                <a:lnTo>
                  <a:pt x="116384" y="49709"/>
                </a:lnTo>
                <a:lnTo>
                  <a:pt x="118021" y="49709"/>
                </a:lnTo>
                <a:lnTo>
                  <a:pt x="118021" y="50602"/>
                </a:lnTo>
                <a:lnTo>
                  <a:pt x="118914" y="50602"/>
                </a:lnTo>
                <a:lnTo>
                  <a:pt x="118914" y="51495"/>
                </a:lnTo>
                <a:lnTo>
                  <a:pt x="120551" y="51495"/>
                </a:lnTo>
                <a:lnTo>
                  <a:pt x="120551" y="52239"/>
                </a:lnTo>
                <a:lnTo>
                  <a:pt x="121444" y="52239"/>
                </a:lnTo>
                <a:lnTo>
                  <a:pt x="121444" y="53132"/>
                </a:lnTo>
                <a:lnTo>
                  <a:pt x="122337" y="53132"/>
                </a:lnTo>
                <a:lnTo>
                  <a:pt x="122337" y="54025"/>
                </a:lnTo>
                <a:lnTo>
                  <a:pt x="123081" y="54025"/>
                </a:lnTo>
                <a:lnTo>
                  <a:pt x="123081" y="59829"/>
                </a:lnTo>
                <a:lnTo>
                  <a:pt x="122337" y="59829"/>
                </a:lnTo>
                <a:lnTo>
                  <a:pt x="122337" y="60722"/>
                </a:lnTo>
                <a:lnTo>
                  <a:pt x="121444" y="60722"/>
                </a:lnTo>
                <a:lnTo>
                  <a:pt x="121444" y="61615"/>
                </a:lnTo>
                <a:lnTo>
                  <a:pt x="120551" y="61615"/>
                </a:lnTo>
                <a:lnTo>
                  <a:pt x="120551" y="62359"/>
                </a:lnTo>
                <a:lnTo>
                  <a:pt x="119807" y="62359"/>
                </a:lnTo>
                <a:lnTo>
                  <a:pt x="119807" y="63252"/>
                </a:lnTo>
                <a:lnTo>
                  <a:pt x="118914" y="63252"/>
                </a:lnTo>
                <a:lnTo>
                  <a:pt x="118914" y="64145"/>
                </a:lnTo>
                <a:lnTo>
                  <a:pt x="118021" y="64145"/>
                </a:lnTo>
                <a:lnTo>
                  <a:pt x="118021" y="64889"/>
                </a:lnTo>
                <a:lnTo>
                  <a:pt x="117277" y="64889"/>
                </a:lnTo>
                <a:lnTo>
                  <a:pt x="117277" y="69950"/>
                </a:lnTo>
                <a:lnTo>
                  <a:pt x="118021" y="69950"/>
                </a:lnTo>
                <a:lnTo>
                  <a:pt x="118021" y="71736"/>
                </a:lnTo>
                <a:lnTo>
                  <a:pt x="118914" y="71736"/>
                </a:lnTo>
                <a:lnTo>
                  <a:pt x="118914" y="80963"/>
                </a:lnTo>
                <a:lnTo>
                  <a:pt x="118021" y="80963"/>
                </a:lnTo>
                <a:lnTo>
                  <a:pt x="118021" y="85130"/>
                </a:lnTo>
                <a:lnTo>
                  <a:pt x="117277" y="85130"/>
                </a:lnTo>
                <a:lnTo>
                  <a:pt x="117277" y="86023"/>
                </a:lnTo>
                <a:lnTo>
                  <a:pt x="116384" y="86023"/>
                </a:lnTo>
                <a:lnTo>
                  <a:pt x="116384" y="86916"/>
                </a:lnTo>
                <a:lnTo>
                  <a:pt x="117277" y="86916"/>
                </a:lnTo>
                <a:lnTo>
                  <a:pt x="117277" y="93613"/>
                </a:lnTo>
                <a:lnTo>
                  <a:pt x="116384" y="93613"/>
                </a:lnTo>
                <a:lnTo>
                  <a:pt x="116384" y="97036"/>
                </a:lnTo>
                <a:lnTo>
                  <a:pt x="115491" y="97036"/>
                </a:lnTo>
                <a:lnTo>
                  <a:pt x="115491" y="98673"/>
                </a:lnTo>
                <a:lnTo>
                  <a:pt x="116384" y="98673"/>
                </a:lnTo>
                <a:lnTo>
                  <a:pt x="116384" y="102096"/>
                </a:lnTo>
                <a:lnTo>
                  <a:pt x="115491" y="102096"/>
                </a:lnTo>
                <a:lnTo>
                  <a:pt x="115491" y="103734"/>
                </a:lnTo>
                <a:lnTo>
                  <a:pt x="114746" y="103734"/>
                </a:lnTo>
                <a:lnTo>
                  <a:pt x="114746" y="104627"/>
                </a:lnTo>
                <a:lnTo>
                  <a:pt x="113853" y="104627"/>
                </a:lnTo>
                <a:lnTo>
                  <a:pt x="113853" y="105371"/>
                </a:lnTo>
                <a:lnTo>
                  <a:pt x="112961" y="105371"/>
                </a:lnTo>
                <a:lnTo>
                  <a:pt x="112961" y="107157"/>
                </a:lnTo>
                <a:lnTo>
                  <a:pt x="112216" y="107157"/>
                </a:lnTo>
                <a:lnTo>
                  <a:pt x="112216" y="107901"/>
                </a:lnTo>
                <a:lnTo>
                  <a:pt x="111323" y="107901"/>
                </a:lnTo>
                <a:lnTo>
                  <a:pt x="111323" y="108794"/>
                </a:lnTo>
                <a:lnTo>
                  <a:pt x="110430" y="108794"/>
                </a:lnTo>
                <a:lnTo>
                  <a:pt x="110430" y="109687"/>
                </a:lnTo>
                <a:lnTo>
                  <a:pt x="107900" y="109687"/>
                </a:lnTo>
                <a:lnTo>
                  <a:pt x="107900" y="110431"/>
                </a:lnTo>
                <a:lnTo>
                  <a:pt x="106263" y="110431"/>
                </a:lnTo>
                <a:lnTo>
                  <a:pt x="106263" y="111324"/>
                </a:lnTo>
                <a:lnTo>
                  <a:pt x="105370" y="111324"/>
                </a:lnTo>
                <a:lnTo>
                  <a:pt x="105370" y="112217"/>
                </a:lnTo>
                <a:lnTo>
                  <a:pt x="104626" y="112217"/>
                </a:lnTo>
                <a:lnTo>
                  <a:pt x="104626" y="113854"/>
                </a:lnTo>
                <a:lnTo>
                  <a:pt x="102840" y="113854"/>
                </a:lnTo>
                <a:lnTo>
                  <a:pt x="102840" y="114747"/>
                </a:lnTo>
                <a:lnTo>
                  <a:pt x="100310" y="114747"/>
                </a:lnTo>
                <a:lnTo>
                  <a:pt x="100310" y="113854"/>
                </a:lnTo>
                <a:lnTo>
                  <a:pt x="99566" y="113854"/>
                </a:lnTo>
                <a:lnTo>
                  <a:pt x="99566" y="114747"/>
                </a:lnTo>
                <a:lnTo>
                  <a:pt x="97780" y="114747"/>
                </a:lnTo>
                <a:lnTo>
                  <a:pt x="97780" y="115491"/>
                </a:lnTo>
                <a:lnTo>
                  <a:pt x="97036" y="115491"/>
                </a:lnTo>
                <a:lnTo>
                  <a:pt x="97036" y="116384"/>
                </a:lnTo>
                <a:lnTo>
                  <a:pt x="94506" y="116384"/>
                </a:lnTo>
                <a:lnTo>
                  <a:pt x="94506" y="117277"/>
                </a:lnTo>
                <a:lnTo>
                  <a:pt x="89446" y="117277"/>
                </a:lnTo>
                <a:lnTo>
                  <a:pt x="89446" y="116384"/>
                </a:lnTo>
                <a:lnTo>
                  <a:pt x="88553" y="116384"/>
                </a:lnTo>
                <a:lnTo>
                  <a:pt x="88553" y="115491"/>
                </a:lnTo>
                <a:lnTo>
                  <a:pt x="87660" y="115491"/>
                </a:lnTo>
                <a:lnTo>
                  <a:pt x="87660" y="114747"/>
                </a:lnTo>
                <a:lnTo>
                  <a:pt x="86916" y="114747"/>
                </a:lnTo>
                <a:lnTo>
                  <a:pt x="86916" y="113854"/>
                </a:lnTo>
                <a:lnTo>
                  <a:pt x="85130" y="113854"/>
                </a:lnTo>
                <a:lnTo>
                  <a:pt x="85130" y="112961"/>
                </a:lnTo>
                <a:lnTo>
                  <a:pt x="84386" y="112961"/>
                </a:lnTo>
                <a:lnTo>
                  <a:pt x="84386" y="112217"/>
                </a:lnTo>
                <a:lnTo>
                  <a:pt x="82600" y="112217"/>
                </a:lnTo>
                <a:lnTo>
                  <a:pt x="82600" y="111324"/>
                </a:lnTo>
                <a:lnTo>
                  <a:pt x="81855" y="111324"/>
                </a:lnTo>
                <a:lnTo>
                  <a:pt x="81855" y="110431"/>
                </a:lnTo>
                <a:lnTo>
                  <a:pt x="80962" y="110431"/>
                </a:lnTo>
                <a:lnTo>
                  <a:pt x="80962" y="109687"/>
                </a:lnTo>
                <a:lnTo>
                  <a:pt x="76795" y="109687"/>
                </a:lnTo>
                <a:lnTo>
                  <a:pt x="76795" y="108794"/>
                </a:lnTo>
                <a:lnTo>
                  <a:pt x="75902" y="108794"/>
                </a:lnTo>
                <a:lnTo>
                  <a:pt x="75902" y="107901"/>
                </a:lnTo>
                <a:lnTo>
                  <a:pt x="75009" y="107901"/>
                </a:lnTo>
                <a:lnTo>
                  <a:pt x="75009" y="106264"/>
                </a:lnTo>
                <a:lnTo>
                  <a:pt x="75902" y="106264"/>
                </a:lnTo>
                <a:lnTo>
                  <a:pt x="75902" y="105371"/>
                </a:lnTo>
                <a:lnTo>
                  <a:pt x="76795" y="105371"/>
                </a:lnTo>
                <a:lnTo>
                  <a:pt x="76795" y="104627"/>
                </a:lnTo>
                <a:lnTo>
                  <a:pt x="77539" y="104627"/>
                </a:lnTo>
                <a:lnTo>
                  <a:pt x="77539" y="103734"/>
                </a:lnTo>
                <a:lnTo>
                  <a:pt x="80070" y="103734"/>
                </a:lnTo>
                <a:lnTo>
                  <a:pt x="80070" y="102841"/>
                </a:lnTo>
                <a:lnTo>
                  <a:pt x="81855" y="102841"/>
                </a:lnTo>
                <a:lnTo>
                  <a:pt x="81855" y="102096"/>
                </a:lnTo>
                <a:lnTo>
                  <a:pt x="82600" y="102096"/>
                </a:lnTo>
                <a:lnTo>
                  <a:pt x="82600" y="102841"/>
                </a:lnTo>
                <a:lnTo>
                  <a:pt x="86916" y="102841"/>
                </a:lnTo>
                <a:lnTo>
                  <a:pt x="86916" y="102096"/>
                </a:lnTo>
                <a:lnTo>
                  <a:pt x="87660" y="102096"/>
                </a:lnTo>
                <a:lnTo>
                  <a:pt x="87660" y="101204"/>
                </a:lnTo>
                <a:lnTo>
                  <a:pt x="88553" y="101204"/>
                </a:lnTo>
                <a:lnTo>
                  <a:pt x="88553" y="102096"/>
                </a:lnTo>
                <a:lnTo>
                  <a:pt x="90190" y="102096"/>
                </a:lnTo>
                <a:lnTo>
                  <a:pt x="90190" y="102841"/>
                </a:lnTo>
                <a:lnTo>
                  <a:pt x="97036" y="102841"/>
                </a:lnTo>
                <a:lnTo>
                  <a:pt x="97036" y="100311"/>
                </a:lnTo>
                <a:lnTo>
                  <a:pt x="97780" y="100311"/>
                </a:lnTo>
                <a:lnTo>
                  <a:pt x="97780" y="99566"/>
                </a:lnTo>
                <a:lnTo>
                  <a:pt x="99566" y="99566"/>
                </a:lnTo>
                <a:lnTo>
                  <a:pt x="99566" y="98673"/>
                </a:lnTo>
                <a:lnTo>
                  <a:pt x="100310" y="98673"/>
                </a:lnTo>
                <a:lnTo>
                  <a:pt x="100310" y="97780"/>
                </a:lnTo>
                <a:lnTo>
                  <a:pt x="101203" y="97780"/>
                </a:lnTo>
                <a:lnTo>
                  <a:pt x="101203" y="97036"/>
                </a:lnTo>
                <a:lnTo>
                  <a:pt x="102096" y="97036"/>
                </a:lnTo>
                <a:lnTo>
                  <a:pt x="102096" y="95250"/>
                </a:lnTo>
                <a:lnTo>
                  <a:pt x="102840" y="95250"/>
                </a:lnTo>
                <a:lnTo>
                  <a:pt x="102840" y="94506"/>
                </a:lnTo>
                <a:lnTo>
                  <a:pt x="103733" y="94506"/>
                </a:lnTo>
                <a:lnTo>
                  <a:pt x="103733" y="91083"/>
                </a:lnTo>
                <a:lnTo>
                  <a:pt x="104626" y="91083"/>
                </a:lnTo>
                <a:lnTo>
                  <a:pt x="104626" y="90190"/>
                </a:lnTo>
                <a:lnTo>
                  <a:pt x="105370" y="90190"/>
                </a:lnTo>
                <a:lnTo>
                  <a:pt x="105370" y="83493"/>
                </a:lnTo>
                <a:lnTo>
                  <a:pt x="106263" y="83493"/>
                </a:lnTo>
                <a:lnTo>
                  <a:pt x="106263" y="81856"/>
                </a:lnTo>
                <a:lnTo>
                  <a:pt x="107156" y="81856"/>
                </a:lnTo>
                <a:lnTo>
                  <a:pt x="107156" y="78433"/>
                </a:lnTo>
                <a:lnTo>
                  <a:pt x="107900" y="78433"/>
                </a:lnTo>
                <a:lnTo>
                  <a:pt x="107900" y="76796"/>
                </a:lnTo>
                <a:lnTo>
                  <a:pt x="107156" y="76796"/>
                </a:lnTo>
                <a:lnTo>
                  <a:pt x="107156" y="75010"/>
                </a:lnTo>
                <a:lnTo>
                  <a:pt x="106263" y="75010"/>
                </a:lnTo>
                <a:lnTo>
                  <a:pt x="106263" y="74266"/>
                </a:lnTo>
                <a:lnTo>
                  <a:pt x="105370" y="74266"/>
                </a:lnTo>
                <a:lnTo>
                  <a:pt x="105370" y="64889"/>
                </a:lnTo>
                <a:lnTo>
                  <a:pt x="106263" y="64889"/>
                </a:lnTo>
                <a:lnTo>
                  <a:pt x="106263" y="62359"/>
                </a:lnTo>
                <a:lnTo>
                  <a:pt x="105370" y="62359"/>
                </a:lnTo>
                <a:lnTo>
                  <a:pt x="105370" y="60722"/>
                </a:lnTo>
                <a:lnTo>
                  <a:pt x="104626" y="60722"/>
                </a:lnTo>
                <a:lnTo>
                  <a:pt x="104626" y="59829"/>
                </a:lnTo>
                <a:lnTo>
                  <a:pt x="103733" y="59829"/>
                </a:lnTo>
                <a:lnTo>
                  <a:pt x="103733" y="59085"/>
                </a:lnTo>
                <a:lnTo>
                  <a:pt x="102096" y="59085"/>
                </a:lnTo>
                <a:lnTo>
                  <a:pt x="102096" y="58192"/>
                </a:lnTo>
                <a:lnTo>
                  <a:pt x="100310" y="58192"/>
                </a:lnTo>
                <a:lnTo>
                  <a:pt x="100310" y="57299"/>
                </a:lnTo>
                <a:lnTo>
                  <a:pt x="98673" y="57299"/>
                </a:lnTo>
                <a:lnTo>
                  <a:pt x="98673" y="58192"/>
                </a:lnTo>
                <a:lnTo>
                  <a:pt x="97036" y="58192"/>
                </a:lnTo>
                <a:lnTo>
                  <a:pt x="97036" y="59085"/>
                </a:lnTo>
                <a:lnTo>
                  <a:pt x="96143" y="59085"/>
                </a:lnTo>
                <a:lnTo>
                  <a:pt x="96143" y="58192"/>
                </a:lnTo>
                <a:lnTo>
                  <a:pt x="86023" y="58192"/>
                </a:lnTo>
                <a:lnTo>
                  <a:pt x="86023" y="57299"/>
                </a:lnTo>
                <a:lnTo>
                  <a:pt x="84386" y="57299"/>
                </a:lnTo>
                <a:lnTo>
                  <a:pt x="84386" y="58192"/>
                </a:lnTo>
                <a:lnTo>
                  <a:pt x="81855" y="58192"/>
                </a:lnTo>
                <a:lnTo>
                  <a:pt x="81855" y="59085"/>
                </a:lnTo>
                <a:lnTo>
                  <a:pt x="76795" y="59085"/>
                </a:lnTo>
                <a:lnTo>
                  <a:pt x="76795" y="59829"/>
                </a:lnTo>
                <a:lnTo>
                  <a:pt x="75009" y="59829"/>
                </a:lnTo>
                <a:lnTo>
                  <a:pt x="75009" y="61615"/>
                </a:lnTo>
                <a:lnTo>
                  <a:pt x="74265" y="61615"/>
                </a:lnTo>
                <a:lnTo>
                  <a:pt x="74265" y="64145"/>
                </a:lnTo>
                <a:lnTo>
                  <a:pt x="72479" y="64145"/>
                </a:lnTo>
                <a:lnTo>
                  <a:pt x="72479" y="65782"/>
                </a:lnTo>
                <a:lnTo>
                  <a:pt x="71735" y="65782"/>
                </a:lnTo>
                <a:lnTo>
                  <a:pt x="71735" y="66675"/>
                </a:lnTo>
                <a:lnTo>
                  <a:pt x="70842" y="66675"/>
                </a:lnTo>
                <a:lnTo>
                  <a:pt x="70842" y="68312"/>
                </a:lnTo>
                <a:lnTo>
                  <a:pt x="69949" y="68312"/>
                </a:lnTo>
                <a:lnTo>
                  <a:pt x="69949" y="71736"/>
                </a:lnTo>
                <a:lnTo>
                  <a:pt x="69205" y="71736"/>
                </a:lnTo>
                <a:lnTo>
                  <a:pt x="69205" y="73373"/>
                </a:lnTo>
                <a:lnTo>
                  <a:pt x="68312" y="73373"/>
                </a:lnTo>
                <a:lnTo>
                  <a:pt x="68312" y="76796"/>
                </a:lnTo>
                <a:lnTo>
                  <a:pt x="69205" y="76796"/>
                </a:lnTo>
                <a:lnTo>
                  <a:pt x="69205" y="77540"/>
                </a:lnTo>
                <a:lnTo>
                  <a:pt x="69949" y="77540"/>
                </a:lnTo>
                <a:lnTo>
                  <a:pt x="69949" y="81856"/>
                </a:lnTo>
                <a:lnTo>
                  <a:pt x="69205" y="81856"/>
                </a:lnTo>
                <a:lnTo>
                  <a:pt x="69205" y="84386"/>
                </a:lnTo>
                <a:lnTo>
                  <a:pt x="69949" y="84386"/>
                </a:lnTo>
                <a:lnTo>
                  <a:pt x="69949" y="91976"/>
                </a:lnTo>
                <a:lnTo>
                  <a:pt x="69205" y="91976"/>
                </a:lnTo>
                <a:lnTo>
                  <a:pt x="69205" y="94506"/>
                </a:lnTo>
                <a:lnTo>
                  <a:pt x="69949" y="94506"/>
                </a:lnTo>
                <a:lnTo>
                  <a:pt x="69949" y="101204"/>
                </a:lnTo>
                <a:lnTo>
                  <a:pt x="69205" y="101204"/>
                </a:lnTo>
                <a:lnTo>
                  <a:pt x="69205" y="104627"/>
                </a:lnTo>
                <a:lnTo>
                  <a:pt x="69949" y="104627"/>
                </a:lnTo>
                <a:lnTo>
                  <a:pt x="69949" y="106264"/>
                </a:lnTo>
                <a:lnTo>
                  <a:pt x="69205" y="106264"/>
                </a:lnTo>
                <a:lnTo>
                  <a:pt x="69205" y="108794"/>
                </a:lnTo>
                <a:lnTo>
                  <a:pt x="69949" y="108794"/>
                </a:lnTo>
                <a:lnTo>
                  <a:pt x="69949" y="109687"/>
                </a:lnTo>
                <a:lnTo>
                  <a:pt x="70842" y="109687"/>
                </a:lnTo>
                <a:lnTo>
                  <a:pt x="70842" y="112217"/>
                </a:lnTo>
                <a:lnTo>
                  <a:pt x="69949" y="112217"/>
                </a:lnTo>
                <a:lnTo>
                  <a:pt x="69949" y="125611"/>
                </a:lnTo>
                <a:lnTo>
                  <a:pt x="70842" y="125611"/>
                </a:lnTo>
                <a:lnTo>
                  <a:pt x="70842" y="128141"/>
                </a:lnTo>
                <a:lnTo>
                  <a:pt x="69949" y="128141"/>
                </a:lnTo>
                <a:lnTo>
                  <a:pt x="69949" y="131564"/>
                </a:lnTo>
                <a:lnTo>
                  <a:pt x="69205" y="131564"/>
                </a:lnTo>
                <a:lnTo>
                  <a:pt x="69205" y="132457"/>
                </a:lnTo>
                <a:lnTo>
                  <a:pt x="66675" y="132457"/>
                </a:lnTo>
                <a:lnTo>
                  <a:pt x="66675" y="133202"/>
                </a:lnTo>
                <a:lnTo>
                  <a:pt x="59829" y="133202"/>
                </a:lnTo>
                <a:lnTo>
                  <a:pt x="59829" y="134095"/>
                </a:lnTo>
                <a:lnTo>
                  <a:pt x="57299" y="134095"/>
                </a:lnTo>
                <a:lnTo>
                  <a:pt x="57299" y="133202"/>
                </a:lnTo>
                <a:lnTo>
                  <a:pt x="55662" y="133202"/>
                </a:lnTo>
                <a:lnTo>
                  <a:pt x="55662" y="132457"/>
                </a:lnTo>
                <a:lnTo>
                  <a:pt x="54769" y="132457"/>
                </a:lnTo>
                <a:lnTo>
                  <a:pt x="54769" y="131564"/>
                </a:lnTo>
                <a:lnTo>
                  <a:pt x="54025" y="131564"/>
                </a:lnTo>
                <a:lnTo>
                  <a:pt x="54025" y="129927"/>
                </a:lnTo>
                <a:lnTo>
                  <a:pt x="53132" y="129927"/>
                </a:lnTo>
                <a:lnTo>
                  <a:pt x="53132" y="129034"/>
                </a:lnTo>
                <a:lnTo>
                  <a:pt x="54025" y="129034"/>
                </a:lnTo>
                <a:lnTo>
                  <a:pt x="54025" y="124867"/>
                </a:lnTo>
                <a:lnTo>
                  <a:pt x="53132" y="124867"/>
                </a:lnTo>
                <a:lnTo>
                  <a:pt x="53132" y="121444"/>
                </a:lnTo>
                <a:lnTo>
                  <a:pt x="54025" y="121444"/>
                </a:lnTo>
                <a:lnTo>
                  <a:pt x="54025" y="118914"/>
                </a:lnTo>
                <a:lnTo>
                  <a:pt x="53132" y="118914"/>
                </a:lnTo>
                <a:lnTo>
                  <a:pt x="53132" y="112217"/>
                </a:lnTo>
                <a:lnTo>
                  <a:pt x="54025" y="112217"/>
                </a:lnTo>
                <a:lnTo>
                  <a:pt x="54025" y="110431"/>
                </a:lnTo>
                <a:lnTo>
                  <a:pt x="54769" y="110431"/>
                </a:lnTo>
                <a:lnTo>
                  <a:pt x="54769" y="107901"/>
                </a:lnTo>
                <a:lnTo>
                  <a:pt x="55662" y="107901"/>
                </a:lnTo>
                <a:lnTo>
                  <a:pt x="55662" y="101204"/>
                </a:lnTo>
                <a:lnTo>
                  <a:pt x="54769" y="101204"/>
                </a:lnTo>
                <a:lnTo>
                  <a:pt x="54769" y="91083"/>
                </a:lnTo>
                <a:lnTo>
                  <a:pt x="55662" y="91083"/>
                </a:lnTo>
                <a:lnTo>
                  <a:pt x="55662" y="86916"/>
                </a:lnTo>
                <a:lnTo>
                  <a:pt x="56555" y="86916"/>
                </a:lnTo>
                <a:lnTo>
                  <a:pt x="56555" y="80070"/>
                </a:lnTo>
                <a:lnTo>
                  <a:pt x="57299" y="80070"/>
                </a:lnTo>
                <a:lnTo>
                  <a:pt x="57299" y="79326"/>
                </a:lnTo>
                <a:lnTo>
                  <a:pt x="56555" y="79326"/>
                </a:lnTo>
                <a:lnTo>
                  <a:pt x="56555" y="77540"/>
                </a:lnTo>
                <a:lnTo>
                  <a:pt x="55662" y="77540"/>
                </a:lnTo>
                <a:lnTo>
                  <a:pt x="55662" y="75903"/>
                </a:lnTo>
                <a:lnTo>
                  <a:pt x="56555" y="75903"/>
                </a:lnTo>
                <a:lnTo>
                  <a:pt x="56555" y="74266"/>
                </a:lnTo>
                <a:lnTo>
                  <a:pt x="55662" y="74266"/>
                </a:lnTo>
                <a:lnTo>
                  <a:pt x="55662" y="72480"/>
                </a:lnTo>
                <a:lnTo>
                  <a:pt x="56555" y="72480"/>
                </a:lnTo>
                <a:lnTo>
                  <a:pt x="56555" y="69950"/>
                </a:lnTo>
                <a:lnTo>
                  <a:pt x="57299" y="69950"/>
                </a:lnTo>
                <a:lnTo>
                  <a:pt x="57299" y="63252"/>
                </a:lnTo>
                <a:lnTo>
                  <a:pt x="56555" y="63252"/>
                </a:lnTo>
                <a:lnTo>
                  <a:pt x="56555" y="62359"/>
                </a:lnTo>
                <a:lnTo>
                  <a:pt x="55662" y="62359"/>
                </a:lnTo>
                <a:lnTo>
                  <a:pt x="55662" y="60722"/>
                </a:lnTo>
                <a:lnTo>
                  <a:pt x="54769" y="60722"/>
                </a:lnTo>
                <a:lnTo>
                  <a:pt x="54769" y="59829"/>
                </a:lnTo>
                <a:lnTo>
                  <a:pt x="48964" y="59829"/>
                </a:lnTo>
                <a:lnTo>
                  <a:pt x="48964" y="60722"/>
                </a:lnTo>
                <a:lnTo>
                  <a:pt x="48071" y="60722"/>
                </a:lnTo>
                <a:lnTo>
                  <a:pt x="48071" y="59829"/>
                </a:lnTo>
                <a:lnTo>
                  <a:pt x="45541" y="59829"/>
                </a:lnTo>
                <a:lnTo>
                  <a:pt x="45541" y="60722"/>
                </a:lnTo>
                <a:lnTo>
                  <a:pt x="42118" y="60722"/>
                </a:lnTo>
                <a:lnTo>
                  <a:pt x="42118" y="59829"/>
                </a:lnTo>
                <a:lnTo>
                  <a:pt x="37951" y="59829"/>
                </a:lnTo>
                <a:lnTo>
                  <a:pt x="37951" y="60722"/>
                </a:lnTo>
                <a:lnTo>
                  <a:pt x="36314" y="60722"/>
                </a:lnTo>
                <a:lnTo>
                  <a:pt x="36314" y="59829"/>
                </a:lnTo>
                <a:lnTo>
                  <a:pt x="31998" y="59829"/>
                </a:lnTo>
                <a:lnTo>
                  <a:pt x="31998" y="60722"/>
                </a:lnTo>
                <a:lnTo>
                  <a:pt x="26938" y="60722"/>
                </a:lnTo>
                <a:lnTo>
                  <a:pt x="26938" y="61615"/>
                </a:lnTo>
                <a:lnTo>
                  <a:pt x="25301" y="61615"/>
                </a:lnTo>
                <a:lnTo>
                  <a:pt x="25301" y="60722"/>
                </a:lnTo>
                <a:lnTo>
                  <a:pt x="21878" y="60722"/>
                </a:lnTo>
                <a:lnTo>
                  <a:pt x="21878" y="61615"/>
                </a:lnTo>
                <a:lnTo>
                  <a:pt x="17711" y="61615"/>
                </a:lnTo>
                <a:lnTo>
                  <a:pt x="17711" y="62359"/>
                </a:lnTo>
                <a:lnTo>
                  <a:pt x="11757" y="62359"/>
                </a:lnTo>
                <a:lnTo>
                  <a:pt x="11757" y="63252"/>
                </a:lnTo>
                <a:lnTo>
                  <a:pt x="8483" y="63252"/>
                </a:lnTo>
                <a:lnTo>
                  <a:pt x="8483" y="62359"/>
                </a:lnTo>
                <a:lnTo>
                  <a:pt x="7590" y="62359"/>
                </a:lnTo>
                <a:lnTo>
                  <a:pt x="7590" y="60722"/>
                </a:lnTo>
                <a:lnTo>
                  <a:pt x="6697" y="60722"/>
                </a:lnTo>
                <a:lnTo>
                  <a:pt x="6697" y="59829"/>
                </a:lnTo>
                <a:lnTo>
                  <a:pt x="5953" y="59829"/>
                </a:lnTo>
                <a:lnTo>
                  <a:pt x="5953" y="59085"/>
                </a:lnTo>
                <a:lnTo>
                  <a:pt x="5060" y="59085"/>
                </a:lnTo>
                <a:lnTo>
                  <a:pt x="5060" y="58192"/>
                </a:lnTo>
                <a:lnTo>
                  <a:pt x="4167" y="58192"/>
                </a:lnTo>
                <a:lnTo>
                  <a:pt x="4167" y="56555"/>
                </a:lnTo>
                <a:lnTo>
                  <a:pt x="3423" y="56555"/>
                </a:lnTo>
                <a:lnTo>
                  <a:pt x="3423" y="55662"/>
                </a:lnTo>
                <a:lnTo>
                  <a:pt x="2530" y="55662"/>
                </a:lnTo>
                <a:lnTo>
                  <a:pt x="2530" y="54769"/>
                </a:lnTo>
                <a:lnTo>
                  <a:pt x="1637" y="54769"/>
                </a:lnTo>
                <a:lnTo>
                  <a:pt x="1637" y="53132"/>
                </a:lnTo>
                <a:lnTo>
                  <a:pt x="893" y="53132"/>
                </a:lnTo>
                <a:lnTo>
                  <a:pt x="893" y="48965"/>
                </a:lnTo>
                <a:lnTo>
                  <a:pt x="7590" y="48965"/>
                </a:lnTo>
                <a:lnTo>
                  <a:pt x="7590" y="49709"/>
                </a:lnTo>
                <a:lnTo>
                  <a:pt x="15180" y="49709"/>
                </a:lnTo>
                <a:lnTo>
                  <a:pt x="15180" y="50602"/>
                </a:lnTo>
                <a:lnTo>
                  <a:pt x="18603" y="50602"/>
                </a:lnTo>
                <a:lnTo>
                  <a:pt x="18603" y="51495"/>
                </a:lnTo>
                <a:lnTo>
                  <a:pt x="31254" y="51495"/>
                </a:lnTo>
                <a:lnTo>
                  <a:pt x="31254" y="52239"/>
                </a:lnTo>
                <a:lnTo>
                  <a:pt x="32891" y="52239"/>
                </a:lnTo>
                <a:lnTo>
                  <a:pt x="32891" y="51495"/>
                </a:lnTo>
                <a:lnTo>
                  <a:pt x="34528" y="51495"/>
                </a:lnTo>
                <a:lnTo>
                  <a:pt x="34528" y="52239"/>
                </a:lnTo>
                <a:lnTo>
                  <a:pt x="39588" y="52239"/>
                </a:lnTo>
                <a:lnTo>
                  <a:pt x="39588" y="53132"/>
                </a:lnTo>
                <a:lnTo>
                  <a:pt x="41374" y="53132"/>
                </a:lnTo>
                <a:lnTo>
                  <a:pt x="41374" y="52239"/>
                </a:lnTo>
                <a:lnTo>
                  <a:pt x="42118" y="52239"/>
                </a:lnTo>
                <a:lnTo>
                  <a:pt x="42118" y="51495"/>
                </a:lnTo>
                <a:lnTo>
                  <a:pt x="43011" y="51495"/>
                </a:lnTo>
                <a:lnTo>
                  <a:pt x="43011" y="50602"/>
                </a:lnTo>
                <a:lnTo>
                  <a:pt x="43904" y="50602"/>
                </a:lnTo>
                <a:lnTo>
                  <a:pt x="43904" y="49709"/>
                </a:lnTo>
                <a:lnTo>
                  <a:pt x="44648" y="49709"/>
                </a:lnTo>
                <a:lnTo>
                  <a:pt x="44648" y="48965"/>
                </a:lnTo>
                <a:lnTo>
                  <a:pt x="43904" y="48965"/>
                </a:lnTo>
                <a:lnTo>
                  <a:pt x="43904" y="45542"/>
                </a:lnTo>
                <a:lnTo>
                  <a:pt x="44648" y="45542"/>
                </a:lnTo>
                <a:lnTo>
                  <a:pt x="44648" y="44649"/>
                </a:lnTo>
                <a:lnTo>
                  <a:pt x="45541" y="44649"/>
                </a:lnTo>
                <a:lnTo>
                  <a:pt x="45541" y="43905"/>
                </a:lnTo>
                <a:lnTo>
                  <a:pt x="44648" y="43905"/>
                </a:lnTo>
                <a:lnTo>
                  <a:pt x="44648" y="40482"/>
                </a:lnTo>
                <a:lnTo>
                  <a:pt x="43904" y="40482"/>
                </a:lnTo>
                <a:lnTo>
                  <a:pt x="43904" y="37952"/>
                </a:lnTo>
                <a:lnTo>
                  <a:pt x="43011" y="37952"/>
                </a:lnTo>
                <a:lnTo>
                  <a:pt x="43011" y="37059"/>
                </a:lnTo>
                <a:lnTo>
                  <a:pt x="42118" y="37059"/>
                </a:lnTo>
                <a:lnTo>
                  <a:pt x="42118" y="35421"/>
                </a:lnTo>
                <a:lnTo>
                  <a:pt x="43011" y="35421"/>
                </a:lnTo>
                <a:lnTo>
                  <a:pt x="43011" y="32891"/>
                </a:lnTo>
                <a:lnTo>
                  <a:pt x="42118" y="32891"/>
                </a:lnTo>
                <a:lnTo>
                  <a:pt x="42118" y="31254"/>
                </a:lnTo>
                <a:lnTo>
                  <a:pt x="41374" y="31254"/>
                </a:lnTo>
                <a:lnTo>
                  <a:pt x="41374" y="30361"/>
                </a:lnTo>
                <a:lnTo>
                  <a:pt x="38844" y="30361"/>
                </a:lnTo>
                <a:lnTo>
                  <a:pt x="38844" y="31254"/>
                </a:lnTo>
                <a:lnTo>
                  <a:pt x="37058" y="31254"/>
                </a:lnTo>
                <a:lnTo>
                  <a:pt x="37058" y="30361"/>
                </a:lnTo>
                <a:lnTo>
                  <a:pt x="28724" y="30361"/>
                </a:lnTo>
                <a:lnTo>
                  <a:pt x="28724" y="31254"/>
                </a:lnTo>
                <a:lnTo>
                  <a:pt x="22771" y="31254"/>
                </a:lnTo>
                <a:lnTo>
                  <a:pt x="22771" y="30361"/>
                </a:lnTo>
                <a:lnTo>
                  <a:pt x="20241" y="30361"/>
                </a:lnTo>
                <a:lnTo>
                  <a:pt x="20241" y="31254"/>
                </a:lnTo>
                <a:lnTo>
                  <a:pt x="12650" y="31254"/>
                </a:lnTo>
                <a:lnTo>
                  <a:pt x="12650" y="30361"/>
                </a:lnTo>
                <a:lnTo>
                  <a:pt x="9227" y="30361"/>
                </a:lnTo>
                <a:lnTo>
                  <a:pt x="9227" y="31254"/>
                </a:lnTo>
                <a:lnTo>
                  <a:pt x="5953" y="31254"/>
                </a:lnTo>
                <a:lnTo>
                  <a:pt x="5953" y="30361"/>
                </a:lnTo>
                <a:lnTo>
                  <a:pt x="4167" y="30361"/>
                </a:lnTo>
                <a:lnTo>
                  <a:pt x="4167" y="29468"/>
                </a:lnTo>
                <a:lnTo>
                  <a:pt x="1637" y="29468"/>
                </a:lnTo>
                <a:lnTo>
                  <a:pt x="1637" y="28724"/>
                </a:lnTo>
                <a:lnTo>
                  <a:pt x="893" y="28724"/>
                </a:lnTo>
                <a:lnTo>
                  <a:pt x="893" y="27831"/>
                </a:lnTo>
                <a:lnTo>
                  <a:pt x="0" y="27831"/>
                </a:lnTo>
                <a:lnTo>
                  <a:pt x="0" y="22771"/>
                </a:lnTo>
                <a:lnTo>
                  <a:pt x="893" y="22771"/>
                </a:lnTo>
                <a:lnTo>
                  <a:pt x="893" y="21878"/>
                </a:lnTo>
                <a:lnTo>
                  <a:pt x="1637" y="21878"/>
                </a:lnTo>
                <a:lnTo>
                  <a:pt x="1637" y="21134"/>
                </a:lnTo>
                <a:lnTo>
                  <a:pt x="3423" y="21134"/>
                </a:lnTo>
                <a:lnTo>
                  <a:pt x="3423" y="22771"/>
                </a:lnTo>
                <a:lnTo>
                  <a:pt x="4167" y="22771"/>
                </a:lnTo>
                <a:lnTo>
                  <a:pt x="4167" y="23664"/>
                </a:lnTo>
                <a:lnTo>
                  <a:pt x="5060" y="23664"/>
                </a:lnTo>
                <a:lnTo>
                  <a:pt x="5060" y="22771"/>
                </a:lnTo>
                <a:lnTo>
                  <a:pt x="5953" y="22771"/>
                </a:lnTo>
                <a:lnTo>
                  <a:pt x="5953" y="21878"/>
                </a:lnTo>
                <a:lnTo>
                  <a:pt x="6697" y="21878"/>
                </a:lnTo>
                <a:lnTo>
                  <a:pt x="6697" y="21134"/>
                </a:lnTo>
                <a:lnTo>
                  <a:pt x="9227" y="21134"/>
                </a:lnTo>
                <a:lnTo>
                  <a:pt x="9227" y="21878"/>
                </a:lnTo>
                <a:lnTo>
                  <a:pt x="12650" y="21878"/>
                </a:lnTo>
                <a:lnTo>
                  <a:pt x="12650" y="22771"/>
                </a:lnTo>
                <a:lnTo>
                  <a:pt x="13543" y="22771"/>
                </a:lnTo>
                <a:lnTo>
                  <a:pt x="13543" y="21878"/>
                </a:lnTo>
                <a:lnTo>
                  <a:pt x="17711" y="21878"/>
                </a:lnTo>
                <a:lnTo>
                  <a:pt x="17711" y="22771"/>
                </a:lnTo>
                <a:lnTo>
                  <a:pt x="20241" y="22771"/>
                </a:lnTo>
                <a:lnTo>
                  <a:pt x="20241" y="21878"/>
                </a:lnTo>
                <a:lnTo>
                  <a:pt x="26938" y="21878"/>
                </a:lnTo>
                <a:lnTo>
                  <a:pt x="26938" y="22771"/>
                </a:lnTo>
                <a:lnTo>
                  <a:pt x="28724" y="22771"/>
                </a:lnTo>
                <a:lnTo>
                  <a:pt x="28724" y="21878"/>
                </a:lnTo>
                <a:lnTo>
                  <a:pt x="29468" y="21878"/>
                </a:lnTo>
                <a:lnTo>
                  <a:pt x="29468" y="22771"/>
                </a:lnTo>
                <a:lnTo>
                  <a:pt x="32891" y="22771"/>
                </a:lnTo>
                <a:lnTo>
                  <a:pt x="32891" y="21878"/>
                </a:lnTo>
                <a:lnTo>
                  <a:pt x="34528" y="21878"/>
                </a:lnTo>
                <a:lnTo>
                  <a:pt x="34528" y="22771"/>
                </a:lnTo>
                <a:lnTo>
                  <a:pt x="37951" y="22771"/>
                </a:lnTo>
                <a:lnTo>
                  <a:pt x="37951" y="21878"/>
                </a:lnTo>
                <a:lnTo>
                  <a:pt x="40481" y="21878"/>
                </a:lnTo>
                <a:lnTo>
                  <a:pt x="40481" y="21134"/>
                </a:lnTo>
                <a:lnTo>
                  <a:pt x="41374" y="21134"/>
                </a:lnTo>
                <a:lnTo>
                  <a:pt x="41374" y="20241"/>
                </a:lnTo>
                <a:lnTo>
                  <a:pt x="42118" y="20241"/>
                </a:lnTo>
                <a:lnTo>
                  <a:pt x="42118" y="19348"/>
                </a:lnTo>
                <a:lnTo>
                  <a:pt x="43011" y="19348"/>
                </a:lnTo>
                <a:lnTo>
                  <a:pt x="43011" y="16074"/>
                </a:lnTo>
                <a:lnTo>
                  <a:pt x="42118" y="16074"/>
                </a:lnTo>
                <a:lnTo>
                  <a:pt x="42118" y="2530"/>
                </a:lnTo>
                <a:lnTo>
                  <a:pt x="43011" y="2530"/>
                </a:lnTo>
                <a:lnTo>
                  <a:pt x="43011" y="1637"/>
                </a:lnTo>
                <a:lnTo>
                  <a:pt x="47178" y="1637"/>
                </a:lnTo>
                <a:lnTo>
                  <a:pt x="47178" y="893"/>
                </a:lnTo>
                <a:lnTo>
                  <a:pt x="52239" y="893"/>
                </a:lnTo>
                <a:lnTo>
                  <a:pt x="52239" y="1637"/>
                </a:lnTo>
                <a:lnTo>
                  <a:pt x="55662" y="1637"/>
                </a:lnTo>
                <a:lnTo>
                  <a:pt x="55662" y="893"/>
                </a:lnTo>
                <a:lnTo>
                  <a:pt x="59085" y="893"/>
                </a:lnTo>
                <a:lnTo>
                  <a:pt x="59085" y="1637"/>
                </a:lnTo>
                <a:lnTo>
                  <a:pt x="61615" y="1637"/>
                </a:lnTo>
                <a:lnTo>
                  <a:pt x="61615" y="2530"/>
                </a:lnTo>
                <a:lnTo>
                  <a:pt x="62359" y="2530"/>
                </a:lnTo>
                <a:lnTo>
                  <a:pt x="62359" y="5954"/>
                </a:lnTo>
                <a:lnTo>
                  <a:pt x="61615" y="5954"/>
                </a:lnTo>
                <a:lnTo>
                  <a:pt x="61615" y="6698"/>
                </a:lnTo>
                <a:lnTo>
                  <a:pt x="59829" y="6698"/>
                </a:lnTo>
                <a:lnTo>
                  <a:pt x="59829" y="8484"/>
                </a:lnTo>
                <a:lnTo>
                  <a:pt x="59085" y="8484"/>
                </a:lnTo>
                <a:lnTo>
                  <a:pt x="59085" y="10121"/>
                </a:lnTo>
                <a:lnTo>
                  <a:pt x="58192" y="10121"/>
                </a:lnTo>
                <a:lnTo>
                  <a:pt x="58192" y="12651"/>
                </a:lnTo>
                <a:lnTo>
                  <a:pt x="57299" y="12651"/>
                </a:lnTo>
                <a:lnTo>
                  <a:pt x="57299" y="13544"/>
                </a:lnTo>
                <a:lnTo>
                  <a:pt x="56555" y="13544"/>
                </a:lnTo>
                <a:lnTo>
                  <a:pt x="56555" y="14288"/>
                </a:lnTo>
                <a:lnTo>
                  <a:pt x="55662" y="14288"/>
                </a:lnTo>
                <a:lnTo>
                  <a:pt x="55662" y="16818"/>
                </a:lnTo>
                <a:lnTo>
                  <a:pt x="56555" y="16818"/>
                </a:lnTo>
                <a:lnTo>
                  <a:pt x="56555" y="19348"/>
                </a:lnTo>
                <a:lnTo>
                  <a:pt x="57299" y="19348"/>
                </a:lnTo>
                <a:lnTo>
                  <a:pt x="57299" y="21134"/>
                </a:lnTo>
                <a:lnTo>
                  <a:pt x="58192" y="21134"/>
                </a:lnTo>
                <a:lnTo>
                  <a:pt x="58192" y="21878"/>
                </a:lnTo>
                <a:lnTo>
                  <a:pt x="59829" y="21878"/>
                </a:lnTo>
                <a:lnTo>
                  <a:pt x="59829" y="22771"/>
                </a:lnTo>
                <a:lnTo>
                  <a:pt x="61615" y="22771"/>
                </a:lnTo>
                <a:lnTo>
                  <a:pt x="61615" y="23664"/>
                </a:lnTo>
                <a:lnTo>
                  <a:pt x="64889" y="23664"/>
                </a:lnTo>
                <a:lnTo>
                  <a:pt x="64889" y="22771"/>
                </a:lnTo>
                <a:lnTo>
                  <a:pt x="66675" y="22771"/>
                </a:lnTo>
                <a:lnTo>
                  <a:pt x="66675" y="21878"/>
                </a:lnTo>
                <a:lnTo>
                  <a:pt x="72479" y="21878"/>
                </a:lnTo>
                <a:lnTo>
                  <a:pt x="72479" y="22771"/>
                </a:lnTo>
                <a:lnTo>
                  <a:pt x="73372" y="22771"/>
                </a:lnTo>
                <a:lnTo>
                  <a:pt x="73372" y="23664"/>
                </a:lnTo>
                <a:lnTo>
                  <a:pt x="75009" y="23664"/>
                </a:lnTo>
                <a:lnTo>
                  <a:pt x="75009" y="22771"/>
                </a:lnTo>
                <a:lnTo>
                  <a:pt x="75902" y="22771"/>
                </a:lnTo>
                <a:lnTo>
                  <a:pt x="75902" y="21878"/>
                </a:lnTo>
                <a:lnTo>
                  <a:pt x="77539" y="21878"/>
                </a:lnTo>
                <a:lnTo>
                  <a:pt x="77539" y="21134"/>
                </a:lnTo>
                <a:lnTo>
                  <a:pt x="78432" y="21134"/>
                </a:lnTo>
                <a:lnTo>
                  <a:pt x="78432" y="16818"/>
                </a:lnTo>
                <a:lnTo>
                  <a:pt x="79325" y="16818"/>
                </a:lnTo>
                <a:lnTo>
                  <a:pt x="79325" y="10121"/>
                </a:lnTo>
                <a:lnTo>
                  <a:pt x="78432" y="10121"/>
                </a:lnTo>
                <a:lnTo>
                  <a:pt x="78432" y="9228"/>
                </a:lnTo>
                <a:lnTo>
                  <a:pt x="77539" y="9228"/>
                </a:lnTo>
                <a:lnTo>
                  <a:pt x="77539" y="7591"/>
                </a:lnTo>
                <a:lnTo>
                  <a:pt x="76795" y="7591"/>
                </a:lnTo>
                <a:lnTo>
                  <a:pt x="76795" y="5061"/>
                </a:lnTo>
                <a:lnTo>
                  <a:pt x="77539" y="5061"/>
                </a:lnTo>
                <a:lnTo>
                  <a:pt x="77539" y="3423"/>
                </a:lnTo>
                <a:lnTo>
                  <a:pt x="78432" y="3423"/>
                </a:lnTo>
                <a:lnTo>
                  <a:pt x="78432" y="2530"/>
                </a:lnTo>
                <a:lnTo>
                  <a:pt x="80070" y="2530"/>
                </a:lnTo>
                <a:lnTo>
                  <a:pt x="80070" y="3423"/>
                </a:lnTo>
                <a:lnTo>
                  <a:pt x="80962" y="3423"/>
                </a:lnTo>
                <a:lnTo>
                  <a:pt x="80962" y="1637"/>
                </a:lnTo>
                <a:lnTo>
                  <a:pt x="81855" y="1637"/>
                </a:lnTo>
                <a:lnTo>
                  <a:pt x="81855" y="893"/>
                </a:lnTo>
                <a:lnTo>
                  <a:pt x="85130" y="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C6DD504-C26B-1CA9-EE64-35977DFD73CC}"/>
              </a:ext>
            </a:extLst>
          </p:cNvPr>
          <p:cNvSpPr txBox="1"/>
          <p:nvPr/>
        </p:nvSpPr>
        <p:spPr>
          <a:xfrm>
            <a:off x="4664010" y="2078185"/>
            <a:ext cx="134987" cy="132159"/>
          </a:xfrm>
          <a:custGeom>
            <a:avLst/>
            <a:gdLst/>
            <a:ahLst/>
            <a:cxnLst/>
            <a:rect l="l" t="t" r="r" b="b"/>
            <a:pathLst>
              <a:path w="134987" h="132159">
                <a:moveTo>
                  <a:pt x="98971" y="32593"/>
                </a:moveTo>
                <a:lnTo>
                  <a:pt x="99566" y="32593"/>
                </a:lnTo>
                <a:cubicBezTo>
                  <a:pt x="101848" y="32593"/>
                  <a:pt x="105271" y="34330"/>
                  <a:pt x="109835" y="37802"/>
                </a:cubicBezTo>
                <a:cubicBezTo>
                  <a:pt x="112812" y="41076"/>
                  <a:pt x="114300" y="42962"/>
                  <a:pt x="114300" y="43458"/>
                </a:cubicBezTo>
                <a:cubicBezTo>
                  <a:pt x="113705" y="45244"/>
                  <a:pt x="112564" y="46583"/>
                  <a:pt x="110877" y="47476"/>
                </a:cubicBezTo>
                <a:lnTo>
                  <a:pt x="109240" y="47476"/>
                </a:lnTo>
                <a:cubicBezTo>
                  <a:pt x="107653" y="47476"/>
                  <a:pt x="105569" y="47327"/>
                  <a:pt x="102989" y="47030"/>
                </a:cubicBezTo>
                <a:cubicBezTo>
                  <a:pt x="102196" y="47327"/>
                  <a:pt x="101600" y="47476"/>
                  <a:pt x="101203" y="47476"/>
                </a:cubicBezTo>
                <a:cubicBezTo>
                  <a:pt x="100410" y="46583"/>
                  <a:pt x="100013" y="45641"/>
                  <a:pt x="100013" y="44648"/>
                </a:cubicBezTo>
                <a:lnTo>
                  <a:pt x="98971" y="44648"/>
                </a:lnTo>
                <a:cubicBezTo>
                  <a:pt x="98475" y="45244"/>
                  <a:pt x="96193" y="45839"/>
                  <a:pt x="92125" y="46434"/>
                </a:cubicBezTo>
                <a:cubicBezTo>
                  <a:pt x="92125" y="46831"/>
                  <a:pt x="91926" y="47030"/>
                  <a:pt x="91530" y="47030"/>
                </a:cubicBezTo>
                <a:lnTo>
                  <a:pt x="88702" y="47030"/>
                </a:lnTo>
                <a:cubicBezTo>
                  <a:pt x="87313" y="47030"/>
                  <a:pt x="85775" y="46236"/>
                  <a:pt x="84088" y="44648"/>
                </a:cubicBezTo>
                <a:lnTo>
                  <a:pt x="83493" y="44648"/>
                </a:lnTo>
                <a:cubicBezTo>
                  <a:pt x="82005" y="46236"/>
                  <a:pt x="79524" y="47030"/>
                  <a:pt x="76051" y="47030"/>
                </a:cubicBezTo>
                <a:lnTo>
                  <a:pt x="76051" y="46434"/>
                </a:lnTo>
                <a:lnTo>
                  <a:pt x="74861" y="47030"/>
                </a:lnTo>
                <a:lnTo>
                  <a:pt x="71438" y="47030"/>
                </a:lnTo>
                <a:lnTo>
                  <a:pt x="72033" y="44053"/>
                </a:lnTo>
                <a:cubicBezTo>
                  <a:pt x="71636" y="44053"/>
                  <a:pt x="69156" y="44847"/>
                  <a:pt x="64592" y="46434"/>
                </a:cubicBezTo>
                <a:lnTo>
                  <a:pt x="62359" y="46434"/>
                </a:lnTo>
                <a:cubicBezTo>
                  <a:pt x="58887" y="46434"/>
                  <a:pt x="55612" y="46037"/>
                  <a:pt x="52537" y="45244"/>
                </a:cubicBezTo>
                <a:cubicBezTo>
                  <a:pt x="51842" y="45244"/>
                  <a:pt x="50552" y="45641"/>
                  <a:pt x="48667" y="46434"/>
                </a:cubicBezTo>
                <a:lnTo>
                  <a:pt x="47476" y="45839"/>
                </a:lnTo>
                <a:cubicBezTo>
                  <a:pt x="44797" y="46633"/>
                  <a:pt x="42515" y="47030"/>
                  <a:pt x="40630" y="47030"/>
                </a:cubicBezTo>
                <a:cubicBezTo>
                  <a:pt x="37158" y="47030"/>
                  <a:pt x="34280" y="46633"/>
                  <a:pt x="31998" y="45839"/>
                </a:cubicBezTo>
                <a:lnTo>
                  <a:pt x="28575" y="46434"/>
                </a:lnTo>
                <a:cubicBezTo>
                  <a:pt x="24011" y="45144"/>
                  <a:pt x="21729" y="44003"/>
                  <a:pt x="21729" y="43011"/>
                </a:cubicBezTo>
                <a:lnTo>
                  <a:pt x="21729" y="41821"/>
                </a:lnTo>
                <a:cubicBezTo>
                  <a:pt x="22324" y="40332"/>
                  <a:pt x="23664" y="39588"/>
                  <a:pt x="25747" y="39588"/>
                </a:cubicBezTo>
                <a:cubicBezTo>
                  <a:pt x="27732" y="39886"/>
                  <a:pt x="28873" y="40035"/>
                  <a:pt x="29171" y="40035"/>
                </a:cubicBezTo>
                <a:lnTo>
                  <a:pt x="30361" y="39588"/>
                </a:lnTo>
                <a:cubicBezTo>
                  <a:pt x="32643" y="40283"/>
                  <a:pt x="33784" y="41225"/>
                  <a:pt x="33784" y="42416"/>
                </a:cubicBezTo>
                <a:cubicBezTo>
                  <a:pt x="35868" y="40630"/>
                  <a:pt x="38348" y="39687"/>
                  <a:pt x="41226" y="39588"/>
                </a:cubicBezTo>
                <a:lnTo>
                  <a:pt x="59531" y="41225"/>
                </a:lnTo>
                <a:cubicBezTo>
                  <a:pt x="59829" y="41225"/>
                  <a:pt x="59978" y="41027"/>
                  <a:pt x="59978" y="40630"/>
                </a:cubicBezTo>
                <a:lnTo>
                  <a:pt x="65782" y="41225"/>
                </a:lnTo>
                <a:lnTo>
                  <a:pt x="66378" y="41225"/>
                </a:lnTo>
                <a:cubicBezTo>
                  <a:pt x="71338" y="41225"/>
                  <a:pt x="77788" y="40828"/>
                  <a:pt x="85725" y="40035"/>
                </a:cubicBezTo>
                <a:cubicBezTo>
                  <a:pt x="85924" y="40828"/>
                  <a:pt x="86321" y="41225"/>
                  <a:pt x="86916" y="41225"/>
                </a:cubicBezTo>
                <a:cubicBezTo>
                  <a:pt x="93365" y="40233"/>
                  <a:pt x="96590" y="39092"/>
                  <a:pt x="96590" y="37802"/>
                </a:cubicBezTo>
                <a:cubicBezTo>
                  <a:pt x="96590" y="34826"/>
                  <a:pt x="97383" y="33089"/>
                  <a:pt x="98971" y="32593"/>
                </a:cubicBezTo>
                <a:close/>
                <a:moveTo>
                  <a:pt x="30361" y="0"/>
                </a:moveTo>
                <a:cubicBezTo>
                  <a:pt x="37803" y="3472"/>
                  <a:pt x="42367" y="5209"/>
                  <a:pt x="44053" y="5209"/>
                </a:cubicBezTo>
                <a:lnTo>
                  <a:pt x="45690" y="7441"/>
                </a:lnTo>
                <a:cubicBezTo>
                  <a:pt x="45690" y="8334"/>
                  <a:pt x="42267" y="11956"/>
                  <a:pt x="35421" y="18306"/>
                </a:cubicBezTo>
                <a:cubicBezTo>
                  <a:pt x="33933" y="20389"/>
                  <a:pt x="33189" y="22126"/>
                  <a:pt x="33189" y="23515"/>
                </a:cubicBezTo>
                <a:lnTo>
                  <a:pt x="34380" y="24110"/>
                </a:lnTo>
                <a:cubicBezTo>
                  <a:pt x="38646" y="23316"/>
                  <a:pt x="41672" y="22919"/>
                  <a:pt x="43458" y="22919"/>
                </a:cubicBezTo>
                <a:lnTo>
                  <a:pt x="44649" y="22919"/>
                </a:lnTo>
                <a:cubicBezTo>
                  <a:pt x="46236" y="22919"/>
                  <a:pt x="50403" y="23316"/>
                  <a:pt x="57150" y="24110"/>
                </a:cubicBezTo>
                <a:cubicBezTo>
                  <a:pt x="59432" y="22919"/>
                  <a:pt x="61367" y="22324"/>
                  <a:pt x="62955" y="22324"/>
                </a:cubicBezTo>
                <a:lnTo>
                  <a:pt x="62955" y="22919"/>
                </a:lnTo>
                <a:cubicBezTo>
                  <a:pt x="63252" y="22919"/>
                  <a:pt x="63401" y="22721"/>
                  <a:pt x="63401" y="22324"/>
                </a:cubicBezTo>
                <a:lnTo>
                  <a:pt x="67419" y="22919"/>
                </a:lnTo>
                <a:lnTo>
                  <a:pt x="72628" y="22919"/>
                </a:lnTo>
                <a:lnTo>
                  <a:pt x="76051" y="22324"/>
                </a:lnTo>
                <a:lnTo>
                  <a:pt x="77242" y="22919"/>
                </a:lnTo>
                <a:cubicBezTo>
                  <a:pt x="79028" y="22126"/>
                  <a:pt x="87213" y="21580"/>
                  <a:pt x="101799" y="21282"/>
                </a:cubicBezTo>
                <a:cubicBezTo>
                  <a:pt x="105569" y="20191"/>
                  <a:pt x="107454" y="17909"/>
                  <a:pt x="107454" y="14436"/>
                </a:cubicBezTo>
                <a:cubicBezTo>
                  <a:pt x="108347" y="12055"/>
                  <a:pt x="109141" y="10864"/>
                  <a:pt x="109835" y="10864"/>
                </a:cubicBezTo>
                <a:lnTo>
                  <a:pt x="112663" y="10864"/>
                </a:lnTo>
                <a:cubicBezTo>
                  <a:pt x="114449" y="12749"/>
                  <a:pt x="118467" y="15230"/>
                  <a:pt x="124718" y="18306"/>
                </a:cubicBezTo>
                <a:lnTo>
                  <a:pt x="126951" y="26342"/>
                </a:lnTo>
                <a:cubicBezTo>
                  <a:pt x="125760" y="28625"/>
                  <a:pt x="123875" y="29766"/>
                  <a:pt x="121295" y="29766"/>
                </a:cubicBezTo>
                <a:cubicBezTo>
                  <a:pt x="120303" y="29766"/>
                  <a:pt x="118765" y="29567"/>
                  <a:pt x="116681" y="29170"/>
                </a:cubicBezTo>
                <a:lnTo>
                  <a:pt x="113258" y="29766"/>
                </a:lnTo>
                <a:cubicBezTo>
                  <a:pt x="112465" y="29766"/>
                  <a:pt x="110728" y="29021"/>
                  <a:pt x="108049" y="27533"/>
                </a:cubicBezTo>
                <a:cubicBezTo>
                  <a:pt x="107256" y="28128"/>
                  <a:pt x="104428" y="28674"/>
                  <a:pt x="99566" y="29170"/>
                </a:cubicBezTo>
                <a:cubicBezTo>
                  <a:pt x="97483" y="28873"/>
                  <a:pt x="95548" y="28724"/>
                  <a:pt x="93762" y="28724"/>
                </a:cubicBezTo>
                <a:cubicBezTo>
                  <a:pt x="92472" y="29418"/>
                  <a:pt x="91331" y="29766"/>
                  <a:pt x="90339" y="29766"/>
                </a:cubicBezTo>
                <a:lnTo>
                  <a:pt x="85130" y="29766"/>
                </a:lnTo>
                <a:cubicBezTo>
                  <a:pt x="82550" y="29766"/>
                  <a:pt x="81260" y="29418"/>
                  <a:pt x="81260" y="28724"/>
                </a:cubicBezTo>
                <a:lnTo>
                  <a:pt x="72033" y="29766"/>
                </a:lnTo>
                <a:cubicBezTo>
                  <a:pt x="67568" y="28674"/>
                  <a:pt x="64542" y="28128"/>
                  <a:pt x="62955" y="28128"/>
                </a:cubicBezTo>
                <a:lnTo>
                  <a:pt x="60573" y="29170"/>
                </a:lnTo>
                <a:cubicBezTo>
                  <a:pt x="58490" y="28873"/>
                  <a:pt x="56803" y="28724"/>
                  <a:pt x="55513" y="28724"/>
                </a:cubicBezTo>
                <a:cubicBezTo>
                  <a:pt x="54819" y="28724"/>
                  <a:pt x="53678" y="29071"/>
                  <a:pt x="52090" y="29766"/>
                </a:cubicBezTo>
                <a:cubicBezTo>
                  <a:pt x="45442" y="29369"/>
                  <a:pt x="39688" y="28625"/>
                  <a:pt x="34826" y="27533"/>
                </a:cubicBezTo>
                <a:lnTo>
                  <a:pt x="33784" y="28128"/>
                </a:lnTo>
                <a:cubicBezTo>
                  <a:pt x="32197" y="27732"/>
                  <a:pt x="30857" y="27533"/>
                  <a:pt x="29766" y="27533"/>
                </a:cubicBezTo>
                <a:cubicBezTo>
                  <a:pt x="28079" y="27533"/>
                  <a:pt x="26541" y="28476"/>
                  <a:pt x="25152" y="30361"/>
                </a:cubicBezTo>
                <a:lnTo>
                  <a:pt x="25747" y="31551"/>
                </a:lnTo>
                <a:lnTo>
                  <a:pt x="25747" y="32147"/>
                </a:lnTo>
                <a:cubicBezTo>
                  <a:pt x="25747" y="34032"/>
                  <a:pt x="23813" y="36512"/>
                  <a:pt x="19943" y="39588"/>
                </a:cubicBezTo>
                <a:cubicBezTo>
                  <a:pt x="19943" y="42466"/>
                  <a:pt x="16917" y="45492"/>
                  <a:pt x="10865" y="48667"/>
                </a:cubicBezTo>
                <a:cubicBezTo>
                  <a:pt x="10865" y="49659"/>
                  <a:pt x="8980" y="51544"/>
                  <a:pt x="5209" y="54322"/>
                </a:cubicBezTo>
                <a:lnTo>
                  <a:pt x="5209" y="56703"/>
                </a:lnTo>
                <a:lnTo>
                  <a:pt x="8037" y="57299"/>
                </a:lnTo>
                <a:cubicBezTo>
                  <a:pt x="8831" y="57299"/>
                  <a:pt x="9575" y="57100"/>
                  <a:pt x="10269" y="56703"/>
                </a:cubicBezTo>
                <a:cubicBezTo>
                  <a:pt x="11658" y="57795"/>
                  <a:pt x="16074" y="58539"/>
                  <a:pt x="23515" y="58936"/>
                </a:cubicBezTo>
                <a:lnTo>
                  <a:pt x="23515" y="59531"/>
                </a:lnTo>
                <a:lnTo>
                  <a:pt x="26343" y="58936"/>
                </a:lnTo>
                <a:cubicBezTo>
                  <a:pt x="27037" y="58936"/>
                  <a:pt x="28922" y="59333"/>
                  <a:pt x="31998" y="60126"/>
                </a:cubicBezTo>
                <a:cubicBezTo>
                  <a:pt x="33288" y="59333"/>
                  <a:pt x="34429" y="58936"/>
                  <a:pt x="35421" y="58936"/>
                </a:cubicBezTo>
                <a:lnTo>
                  <a:pt x="38249" y="58936"/>
                </a:lnTo>
                <a:cubicBezTo>
                  <a:pt x="39539" y="58936"/>
                  <a:pt x="40531" y="59134"/>
                  <a:pt x="41226" y="59531"/>
                </a:cubicBezTo>
                <a:cubicBezTo>
                  <a:pt x="44599" y="59035"/>
                  <a:pt x="46683" y="58638"/>
                  <a:pt x="47476" y="58341"/>
                </a:cubicBezTo>
                <a:lnTo>
                  <a:pt x="50304" y="59531"/>
                </a:lnTo>
                <a:cubicBezTo>
                  <a:pt x="52586" y="58440"/>
                  <a:pt x="56009" y="57894"/>
                  <a:pt x="60573" y="57894"/>
                </a:cubicBezTo>
                <a:cubicBezTo>
                  <a:pt x="60672" y="58589"/>
                  <a:pt x="61069" y="58936"/>
                  <a:pt x="61764" y="58936"/>
                </a:cubicBezTo>
                <a:lnTo>
                  <a:pt x="66378" y="58936"/>
                </a:lnTo>
                <a:cubicBezTo>
                  <a:pt x="67965" y="58936"/>
                  <a:pt x="70049" y="59134"/>
                  <a:pt x="72628" y="59531"/>
                </a:cubicBezTo>
                <a:lnTo>
                  <a:pt x="73819" y="58936"/>
                </a:lnTo>
                <a:cubicBezTo>
                  <a:pt x="75803" y="59333"/>
                  <a:pt x="77490" y="59531"/>
                  <a:pt x="78879" y="59531"/>
                </a:cubicBezTo>
                <a:lnTo>
                  <a:pt x="84088" y="59531"/>
                </a:lnTo>
                <a:cubicBezTo>
                  <a:pt x="86866" y="59531"/>
                  <a:pt x="88950" y="57249"/>
                  <a:pt x="90339" y="52685"/>
                </a:cubicBezTo>
                <a:lnTo>
                  <a:pt x="92125" y="51494"/>
                </a:lnTo>
                <a:cubicBezTo>
                  <a:pt x="98276" y="54173"/>
                  <a:pt x="101898" y="55513"/>
                  <a:pt x="102989" y="55513"/>
                </a:cubicBezTo>
                <a:cubicBezTo>
                  <a:pt x="107553" y="57696"/>
                  <a:pt x="110183" y="59432"/>
                  <a:pt x="110877" y="60722"/>
                </a:cubicBezTo>
                <a:lnTo>
                  <a:pt x="110877" y="61317"/>
                </a:lnTo>
                <a:cubicBezTo>
                  <a:pt x="108694" y="63798"/>
                  <a:pt x="105668" y="65683"/>
                  <a:pt x="101799" y="66973"/>
                </a:cubicBezTo>
                <a:lnTo>
                  <a:pt x="102394" y="69800"/>
                </a:lnTo>
                <a:lnTo>
                  <a:pt x="102394" y="72182"/>
                </a:lnTo>
                <a:cubicBezTo>
                  <a:pt x="102394" y="74265"/>
                  <a:pt x="102196" y="76894"/>
                  <a:pt x="101799" y="80069"/>
                </a:cubicBezTo>
                <a:cubicBezTo>
                  <a:pt x="103188" y="86419"/>
                  <a:pt x="104527" y="90438"/>
                  <a:pt x="105817" y="92125"/>
                </a:cubicBezTo>
                <a:lnTo>
                  <a:pt x="104626" y="93910"/>
                </a:lnTo>
                <a:lnTo>
                  <a:pt x="104626" y="94357"/>
                </a:lnTo>
                <a:cubicBezTo>
                  <a:pt x="107305" y="96738"/>
                  <a:pt x="108645" y="100360"/>
                  <a:pt x="108645" y="105221"/>
                </a:cubicBezTo>
                <a:cubicBezTo>
                  <a:pt x="109637" y="105221"/>
                  <a:pt x="110381" y="107355"/>
                  <a:pt x="110877" y="111621"/>
                </a:cubicBezTo>
                <a:cubicBezTo>
                  <a:pt x="112365" y="111621"/>
                  <a:pt x="115044" y="113903"/>
                  <a:pt x="118914" y="118467"/>
                </a:cubicBezTo>
                <a:lnTo>
                  <a:pt x="120105" y="118467"/>
                </a:lnTo>
                <a:cubicBezTo>
                  <a:pt x="120997" y="118467"/>
                  <a:pt x="121742" y="116532"/>
                  <a:pt x="122337" y="112663"/>
                </a:cubicBezTo>
                <a:cubicBezTo>
                  <a:pt x="124817" y="112663"/>
                  <a:pt x="127298" y="109041"/>
                  <a:pt x="129778" y="101798"/>
                </a:cubicBezTo>
                <a:lnTo>
                  <a:pt x="132160" y="100161"/>
                </a:lnTo>
                <a:lnTo>
                  <a:pt x="133201" y="100161"/>
                </a:lnTo>
                <a:cubicBezTo>
                  <a:pt x="133797" y="100161"/>
                  <a:pt x="134392" y="100707"/>
                  <a:pt x="134987" y="101798"/>
                </a:cubicBezTo>
                <a:lnTo>
                  <a:pt x="134987" y="111621"/>
                </a:lnTo>
                <a:cubicBezTo>
                  <a:pt x="131912" y="114300"/>
                  <a:pt x="130374" y="117525"/>
                  <a:pt x="130374" y="121295"/>
                </a:cubicBezTo>
                <a:cubicBezTo>
                  <a:pt x="131564" y="124271"/>
                  <a:pt x="132160" y="126157"/>
                  <a:pt x="132160" y="126950"/>
                </a:cubicBezTo>
                <a:cubicBezTo>
                  <a:pt x="132160" y="130423"/>
                  <a:pt x="130622" y="132159"/>
                  <a:pt x="127546" y="132159"/>
                </a:cubicBezTo>
                <a:cubicBezTo>
                  <a:pt x="124669" y="131366"/>
                  <a:pt x="122932" y="130969"/>
                  <a:pt x="122337" y="130969"/>
                </a:cubicBezTo>
                <a:lnTo>
                  <a:pt x="120105" y="131564"/>
                </a:lnTo>
                <a:cubicBezTo>
                  <a:pt x="116136" y="131564"/>
                  <a:pt x="113060" y="129877"/>
                  <a:pt x="110877" y="126504"/>
                </a:cubicBezTo>
                <a:cubicBezTo>
                  <a:pt x="110282" y="126504"/>
                  <a:pt x="108794" y="125363"/>
                  <a:pt x="106412" y="123081"/>
                </a:cubicBezTo>
                <a:cubicBezTo>
                  <a:pt x="102146" y="118814"/>
                  <a:pt x="100013" y="115342"/>
                  <a:pt x="100013" y="112663"/>
                </a:cubicBezTo>
                <a:cubicBezTo>
                  <a:pt x="97433" y="110282"/>
                  <a:pt x="96094" y="108396"/>
                  <a:pt x="95994" y="107007"/>
                </a:cubicBezTo>
                <a:lnTo>
                  <a:pt x="96590" y="104180"/>
                </a:lnTo>
                <a:cubicBezTo>
                  <a:pt x="94308" y="104180"/>
                  <a:pt x="92819" y="100360"/>
                  <a:pt x="92125" y="92720"/>
                </a:cubicBezTo>
                <a:cubicBezTo>
                  <a:pt x="92422" y="92025"/>
                  <a:pt x="92571" y="91281"/>
                  <a:pt x="92571" y="90487"/>
                </a:cubicBezTo>
                <a:cubicBezTo>
                  <a:pt x="91678" y="90487"/>
                  <a:pt x="91133" y="89694"/>
                  <a:pt x="90934" y="88106"/>
                </a:cubicBezTo>
                <a:cubicBezTo>
                  <a:pt x="90934" y="85328"/>
                  <a:pt x="91331" y="82848"/>
                  <a:pt x="92125" y="80665"/>
                </a:cubicBezTo>
                <a:lnTo>
                  <a:pt x="90339" y="77837"/>
                </a:lnTo>
                <a:lnTo>
                  <a:pt x="90339" y="75009"/>
                </a:lnTo>
                <a:cubicBezTo>
                  <a:pt x="90339" y="74612"/>
                  <a:pt x="90537" y="74414"/>
                  <a:pt x="90934" y="74414"/>
                </a:cubicBezTo>
                <a:lnTo>
                  <a:pt x="90339" y="73223"/>
                </a:lnTo>
                <a:lnTo>
                  <a:pt x="90339" y="71586"/>
                </a:lnTo>
                <a:cubicBezTo>
                  <a:pt x="90339" y="69602"/>
                  <a:pt x="90537" y="66725"/>
                  <a:pt x="90934" y="62954"/>
                </a:cubicBezTo>
                <a:lnTo>
                  <a:pt x="89744" y="62359"/>
                </a:lnTo>
                <a:lnTo>
                  <a:pt x="86916" y="63550"/>
                </a:lnTo>
                <a:lnTo>
                  <a:pt x="84088" y="61764"/>
                </a:lnTo>
                <a:cubicBezTo>
                  <a:pt x="83592" y="63748"/>
                  <a:pt x="82997" y="64740"/>
                  <a:pt x="82302" y="64740"/>
                </a:cubicBezTo>
                <a:lnTo>
                  <a:pt x="80665" y="64740"/>
                </a:lnTo>
                <a:lnTo>
                  <a:pt x="78879" y="63550"/>
                </a:lnTo>
                <a:cubicBezTo>
                  <a:pt x="72827" y="64641"/>
                  <a:pt x="63897" y="65187"/>
                  <a:pt x="52090" y="65187"/>
                </a:cubicBezTo>
                <a:lnTo>
                  <a:pt x="49113" y="65187"/>
                </a:lnTo>
                <a:lnTo>
                  <a:pt x="45244" y="64145"/>
                </a:lnTo>
                <a:cubicBezTo>
                  <a:pt x="45244" y="65137"/>
                  <a:pt x="43706" y="65881"/>
                  <a:pt x="40630" y="66377"/>
                </a:cubicBezTo>
                <a:lnTo>
                  <a:pt x="40035" y="66377"/>
                </a:lnTo>
                <a:cubicBezTo>
                  <a:pt x="39539" y="66377"/>
                  <a:pt x="36463" y="65633"/>
                  <a:pt x="30808" y="64145"/>
                </a:cubicBezTo>
                <a:cubicBezTo>
                  <a:pt x="29419" y="65236"/>
                  <a:pt x="28129" y="65782"/>
                  <a:pt x="26938" y="65782"/>
                </a:cubicBezTo>
                <a:cubicBezTo>
                  <a:pt x="24755" y="65087"/>
                  <a:pt x="22275" y="64542"/>
                  <a:pt x="19497" y="64145"/>
                </a:cubicBezTo>
                <a:cubicBezTo>
                  <a:pt x="17413" y="64542"/>
                  <a:pt x="15478" y="64740"/>
                  <a:pt x="13692" y="64740"/>
                </a:cubicBezTo>
                <a:lnTo>
                  <a:pt x="11460" y="64145"/>
                </a:lnTo>
                <a:cubicBezTo>
                  <a:pt x="10170" y="64839"/>
                  <a:pt x="9029" y="65187"/>
                  <a:pt x="8037" y="65187"/>
                </a:cubicBezTo>
                <a:lnTo>
                  <a:pt x="6251" y="65187"/>
                </a:lnTo>
                <a:cubicBezTo>
                  <a:pt x="5457" y="65187"/>
                  <a:pt x="4713" y="65038"/>
                  <a:pt x="4019" y="64740"/>
                </a:cubicBezTo>
                <a:cubicBezTo>
                  <a:pt x="3324" y="65038"/>
                  <a:pt x="2580" y="65187"/>
                  <a:pt x="1786" y="65187"/>
                </a:cubicBezTo>
                <a:cubicBezTo>
                  <a:pt x="992" y="63798"/>
                  <a:pt x="596" y="62309"/>
                  <a:pt x="596" y="60722"/>
                </a:cubicBezTo>
                <a:lnTo>
                  <a:pt x="596" y="60126"/>
                </a:lnTo>
                <a:lnTo>
                  <a:pt x="4019" y="56703"/>
                </a:lnTo>
                <a:lnTo>
                  <a:pt x="4019" y="56108"/>
                </a:lnTo>
                <a:cubicBezTo>
                  <a:pt x="1340" y="56108"/>
                  <a:pt x="0" y="55513"/>
                  <a:pt x="0" y="54322"/>
                </a:cubicBezTo>
                <a:lnTo>
                  <a:pt x="0" y="53280"/>
                </a:lnTo>
                <a:cubicBezTo>
                  <a:pt x="1191" y="46434"/>
                  <a:pt x="3473" y="43011"/>
                  <a:pt x="6846" y="43011"/>
                </a:cubicBezTo>
                <a:cubicBezTo>
                  <a:pt x="6846" y="42714"/>
                  <a:pt x="8186" y="40432"/>
                  <a:pt x="10865" y="36165"/>
                </a:cubicBezTo>
                <a:cubicBezTo>
                  <a:pt x="14139" y="30807"/>
                  <a:pt x="16619" y="27930"/>
                  <a:pt x="18306" y="27533"/>
                </a:cubicBezTo>
                <a:lnTo>
                  <a:pt x="17711" y="24705"/>
                </a:lnTo>
                <a:lnTo>
                  <a:pt x="17711" y="24110"/>
                </a:lnTo>
                <a:cubicBezTo>
                  <a:pt x="20092" y="21927"/>
                  <a:pt x="21431" y="19447"/>
                  <a:pt x="21729" y="16669"/>
                </a:cubicBezTo>
                <a:cubicBezTo>
                  <a:pt x="22721" y="16669"/>
                  <a:pt x="23862" y="14932"/>
                  <a:pt x="25152" y="11460"/>
                </a:cubicBezTo>
                <a:cubicBezTo>
                  <a:pt x="24358" y="11460"/>
                  <a:pt x="23962" y="11112"/>
                  <a:pt x="23962" y="10418"/>
                </a:cubicBezTo>
                <a:cubicBezTo>
                  <a:pt x="23962" y="3472"/>
                  <a:pt x="26095" y="0"/>
                  <a:pt x="3036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71" name="Arc 12++">
            <a:extLst>
              <a:ext uri="{FF2B5EF4-FFF2-40B4-BE49-F238E27FC236}">
                <a16:creationId xmlns:a16="http://schemas.microsoft.com/office/drawing/2014/main" id="{941CC00A-1835-7E5D-144B-EE78D98C5BE1}"/>
              </a:ext>
            </a:extLst>
          </p:cNvPr>
          <p:cNvSpPr/>
          <p:nvPr/>
        </p:nvSpPr>
        <p:spPr>
          <a:xfrm>
            <a:off x="3067050" y="400050"/>
            <a:ext cx="6057900" cy="6057900"/>
          </a:xfrm>
          <a:prstGeom prst="arc">
            <a:avLst>
              <a:gd name="adj1" fmla="val 14620097"/>
              <a:gd name="adj2" fmla="val 184891"/>
            </a:avLst>
          </a:prstGeom>
          <a:ln w="1016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5E94B90C-27E0-AECE-D1B5-A865E1696666}"/>
              </a:ext>
            </a:extLst>
          </p:cNvPr>
          <p:cNvSpPr/>
          <p:nvPr/>
        </p:nvSpPr>
        <p:spPr>
          <a:xfrm>
            <a:off x="6912077" y="3789649"/>
            <a:ext cx="1156248" cy="1594675"/>
          </a:xfrm>
          <a:custGeom>
            <a:avLst/>
            <a:gdLst>
              <a:gd name="csX0" fmla="*/ 937676 w 1156248"/>
              <a:gd name="csY0" fmla="*/ 154952 h 1594675"/>
              <a:gd name="csX1" fmla="*/ 846879 w 1156248"/>
              <a:gd name="csY1" fmla="*/ 160989 h 1594675"/>
              <a:gd name="csX2" fmla="*/ 672515 w 1156248"/>
              <a:gd name="csY2" fmla="*/ 206092 h 1594675"/>
              <a:gd name="csX3" fmla="*/ 503637 w 1156248"/>
              <a:gd name="csY3" fmla="*/ 290836 h 1594675"/>
              <a:gd name="csX4" fmla="*/ 402786 w 1156248"/>
              <a:gd name="csY4" fmla="*/ 401316 h 1594675"/>
              <a:gd name="csX5" fmla="*/ 334708 w 1156248"/>
              <a:gd name="csY5" fmla="*/ 578167 h 1594675"/>
              <a:gd name="csX6" fmla="*/ 288166 w 1156248"/>
              <a:gd name="csY6" fmla="*/ 811816 h 1594675"/>
              <a:gd name="csX7" fmla="*/ 250221 w 1156248"/>
              <a:gd name="csY7" fmla="*/ 1052817 h 1594675"/>
              <a:gd name="csX8" fmla="*/ 209455 w 1156248"/>
              <a:gd name="csY8" fmla="*/ 1258271 h 1594675"/>
              <a:gd name="csX9" fmla="*/ 161604 w 1156248"/>
              <a:gd name="csY9" fmla="*/ 1415986 h 1594675"/>
              <a:gd name="csX10" fmla="*/ 123828 w 1156248"/>
              <a:gd name="csY10" fmla="*/ 1501151 h 1594675"/>
              <a:gd name="csX11" fmla="*/ 102671 w 1156248"/>
              <a:gd name="csY11" fmla="*/ 1550746 h 1594675"/>
              <a:gd name="csX12" fmla="*/ 52319 w 1156248"/>
              <a:gd name="csY12" fmla="*/ 1479041 h 1594675"/>
              <a:gd name="csX13" fmla="*/ 82006 w 1156248"/>
              <a:gd name="csY13" fmla="*/ 1464194 h 1594675"/>
              <a:gd name="csX14" fmla="*/ 187219 w 1156248"/>
              <a:gd name="csY14" fmla="*/ 1361058 h 1594675"/>
              <a:gd name="csX15" fmla="*/ 343219 w 1156248"/>
              <a:gd name="csY15" fmla="*/ 1217735 h 1594675"/>
              <a:gd name="csX16" fmla="*/ 500448 w 1156248"/>
              <a:gd name="csY16" fmla="*/ 1102597 h 1594675"/>
              <a:gd name="csX17" fmla="*/ 673184 w 1156248"/>
              <a:gd name="csY17" fmla="*/ 977276 h 1594675"/>
              <a:gd name="csX18" fmla="*/ 860151 w 1156248"/>
              <a:gd name="csY18" fmla="*/ 764440 h 1594675"/>
              <a:gd name="csX19" fmla="*/ 977041 w 1156248"/>
              <a:gd name="csY19" fmla="*/ 528430 h 1594675"/>
              <a:gd name="csX20" fmla="*/ 1054205 w 1156248"/>
              <a:gd name="csY20" fmla="*/ 322385 h 1594675"/>
              <a:gd name="csX21" fmla="*/ 1086319 w 1156248"/>
              <a:gd name="csY21" fmla="*/ 227343 h 1594675"/>
              <a:gd name="csX22" fmla="*/ 1113172 w 1156248"/>
              <a:gd name="csY22" fmla="*/ 222921 h 1594675"/>
              <a:gd name="csX23" fmla="*/ 1156065 w 1156248"/>
              <a:gd name="csY23" fmla="*/ 336783 h 1594675"/>
              <a:gd name="csX24" fmla="*/ 1094450 w 1156248"/>
              <a:gd name="csY24" fmla="*/ 581814 h 1594675"/>
              <a:gd name="csX25" fmla="*/ 952814 w 1156248"/>
              <a:gd name="csY25" fmla="*/ 830636 h 1594675"/>
              <a:gd name="csX26" fmla="*/ 755951 w 1156248"/>
              <a:gd name="csY26" fmla="*/ 1065979 h 1594675"/>
              <a:gd name="csX27" fmla="*/ 579376 w 1156248"/>
              <a:gd name="csY27" fmla="*/ 1220856 h 1594675"/>
              <a:gd name="csX28" fmla="*/ 424833 w 1156248"/>
              <a:gd name="csY28" fmla="*/ 1321668 h 1594675"/>
              <a:gd name="csX29" fmla="*/ 279977 w 1156248"/>
              <a:gd name="csY29" fmla="*/ 1454657 h 1594675"/>
              <a:gd name="csX30" fmla="*/ 139922 w 1156248"/>
              <a:gd name="csY30" fmla="*/ 1559193 h 1594675"/>
              <a:gd name="csX31" fmla="*/ 63704 w 1156248"/>
              <a:gd name="csY31" fmla="*/ 1594676 h 1594675"/>
              <a:gd name="csX32" fmla="*/ 8748 w 1156248"/>
              <a:gd name="csY32" fmla="*/ 1500767 h 1594675"/>
              <a:gd name="csX33" fmla="*/ 32515 w 1156248"/>
              <a:gd name="csY33" fmla="*/ 1460101 h 1594675"/>
              <a:gd name="csX34" fmla="*/ 64734 w 1156248"/>
              <a:gd name="csY34" fmla="*/ 1377029 h 1594675"/>
              <a:gd name="csX35" fmla="*/ 124653 w 1156248"/>
              <a:gd name="csY35" fmla="*/ 1234278 h 1594675"/>
              <a:gd name="csX36" fmla="*/ 174553 w 1156248"/>
              <a:gd name="csY36" fmla="*/ 1038568 h 1594675"/>
              <a:gd name="csX37" fmla="*/ 216903 w 1156248"/>
              <a:gd name="csY37" fmla="*/ 799805 h 1594675"/>
              <a:gd name="csX38" fmla="*/ 263393 w 1156248"/>
              <a:gd name="csY38" fmla="*/ 559242 h 1594675"/>
              <a:gd name="csX39" fmla="*/ 332730 w 1156248"/>
              <a:gd name="csY39" fmla="*/ 359760 h 1594675"/>
              <a:gd name="csX40" fmla="*/ 454193 w 1156248"/>
              <a:gd name="csY40" fmla="*/ 219056 h 1594675"/>
              <a:gd name="csX41" fmla="*/ 635559 w 1156248"/>
              <a:gd name="csY41" fmla="*/ 113796 h 1594675"/>
              <a:gd name="csX42" fmla="*/ 814210 w 1156248"/>
              <a:gd name="csY42" fmla="*/ 38743 h 1594675"/>
              <a:gd name="csX43" fmla="*/ 929967 w 1156248"/>
              <a:gd name="csY43" fmla="*/ 2965 h 1594675"/>
              <a:gd name="csX44" fmla="*/ 937675 w 1156248"/>
              <a:gd name="csY44" fmla="*/ 154926 h 15946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1156248" h="1594675">
                <a:moveTo>
                  <a:pt x="937676" y="154952"/>
                </a:moveTo>
                <a:cubicBezTo>
                  <a:pt x="907428" y="146657"/>
                  <a:pt x="877163" y="155933"/>
                  <a:pt x="846879" y="160989"/>
                </a:cubicBezTo>
                <a:cubicBezTo>
                  <a:pt x="787950" y="172912"/>
                  <a:pt x="730522" y="190499"/>
                  <a:pt x="672515" y="206092"/>
                </a:cubicBezTo>
                <a:cubicBezTo>
                  <a:pt x="610857" y="223395"/>
                  <a:pt x="557567" y="257356"/>
                  <a:pt x="503637" y="290836"/>
                </a:cubicBezTo>
                <a:cubicBezTo>
                  <a:pt x="462054" y="321302"/>
                  <a:pt x="431335" y="359528"/>
                  <a:pt x="402786" y="401316"/>
                </a:cubicBezTo>
                <a:cubicBezTo>
                  <a:pt x="369657" y="455729"/>
                  <a:pt x="351450" y="517179"/>
                  <a:pt x="334708" y="578167"/>
                </a:cubicBezTo>
                <a:cubicBezTo>
                  <a:pt x="312098" y="654415"/>
                  <a:pt x="301124" y="733472"/>
                  <a:pt x="288166" y="811816"/>
                </a:cubicBezTo>
                <a:cubicBezTo>
                  <a:pt x="277054" y="892466"/>
                  <a:pt x="263223" y="972559"/>
                  <a:pt x="250221" y="1052817"/>
                </a:cubicBezTo>
                <a:cubicBezTo>
                  <a:pt x="242167" y="1122399"/>
                  <a:pt x="227251" y="1190624"/>
                  <a:pt x="209455" y="1258271"/>
                </a:cubicBezTo>
                <a:cubicBezTo>
                  <a:pt x="194513" y="1311100"/>
                  <a:pt x="176598" y="1363075"/>
                  <a:pt x="161604" y="1415986"/>
                </a:cubicBezTo>
                <a:cubicBezTo>
                  <a:pt x="148340" y="1444222"/>
                  <a:pt x="136312" y="1473344"/>
                  <a:pt x="123828" y="1501151"/>
                </a:cubicBezTo>
                <a:cubicBezTo>
                  <a:pt x="118367" y="1518468"/>
                  <a:pt x="109684" y="1534713"/>
                  <a:pt x="102671" y="1550746"/>
                </a:cubicBezTo>
                <a:cubicBezTo>
                  <a:pt x="119995" y="1508103"/>
                  <a:pt x="96471" y="1491967"/>
                  <a:pt x="52319" y="1479041"/>
                </a:cubicBezTo>
                <a:cubicBezTo>
                  <a:pt x="50090" y="1484553"/>
                  <a:pt x="75216" y="1467589"/>
                  <a:pt x="82006" y="1464194"/>
                </a:cubicBezTo>
                <a:cubicBezTo>
                  <a:pt x="118432" y="1431129"/>
                  <a:pt x="154238" y="1397512"/>
                  <a:pt x="187219" y="1361058"/>
                </a:cubicBezTo>
                <a:cubicBezTo>
                  <a:pt x="234185" y="1308136"/>
                  <a:pt x="288355" y="1262130"/>
                  <a:pt x="343219" y="1217735"/>
                </a:cubicBezTo>
                <a:cubicBezTo>
                  <a:pt x="393729" y="1176937"/>
                  <a:pt x="447547" y="1140021"/>
                  <a:pt x="500448" y="1102597"/>
                </a:cubicBezTo>
                <a:cubicBezTo>
                  <a:pt x="559817" y="1063318"/>
                  <a:pt x="618616" y="1023166"/>
                  <a:pt x="673184" y="977276"/>
                </a:cubicBezTo>
                <a:cubicBezTo>
                  <a:pt x="744987" y="914367"/>
                  <a:pt x="802991" y="840192"/>
                  <a:pt x="860151" y="764440"/>
                </a:cubicBezTo>
                <a:cubicBezTo>
                  <a:pt x="908137" y="690228"/>
                  <a:pt x="944503" y="610297"/>
                  <a:pt x="977041" y="528430"/>
                </a:cubicBezTo>
                <a:cubicBezTo>
                  <a:pt x="1005153" y="460641"/>
                  <a:pt x="1029798" y="391574"/>
                  <a:pt x="1054205" y="322385"/>
                </a:cubicBezTo>
                <a:cubicBezTo>
                  <a:pt x="1085054" y="291985"/>
                  <a:pt x="1078411" y="260172"/>
                  <a:pt x="1086319" y="227343"/>
                </a:cubicBezTo>
                <a:cubicBezTo>
                  <a:pt x="1090826" y="208635"/>
                  <a:pt x="1105805" y="205143"/>
                  <a:pt x="1113172" y="222921"/>
                </a:cubicBezTo>
                <a:cubicBezTo>
                  <a:pt x="1128436" y="259758"/>
                  <a:pt x="1140224" y="298699"/>
                  <a:pt x="1156065" y="336783"/>
                </a:cubicBezTo>
                <a:cubicBezTo>
                  <a:pt x="1158665" y="424089"/>
                  <a:pt x="1133409" y="504014"/>
                  <a:pt x="1094450" y="581814"/>
                </a:cubicBezTo>
                <a:cubicBezTo>
                  <a:pt x="1050972" y="666691"/>
                  <a:pt x="1008836" y="753169"/>
                  <a:pt x="952814" y="830636"/>
                </a:cubicBezTo>
                <a:cubicBezTo>
                  <a:pt x="895372" y="915174"/>
                  <a:pt x="827398" y="993008"/>
                  <a:pt x="755951" y="1065979"/>
                </a:cubicBezTo>
                <a:cubicBezTo>
                  <a:pt x="701129" y="1122230"/>
                  <a:pt x="646833" y="1179441"/>
                  <a:pt x="579376" y="1220856"/>
                </a:cubicBezTo>
                <a:cubicBezTo>
                  <a:pt x="527266" y="1253389"/>
                  <a:pt x="474449" y="1285122"/>
                  <a:pt x="424833" y="1321668"/>
                </a:cubicBezTo>
                <a:cubicBezTo>
                  <a:pt x="374025" y="1363616"/>
                  <a:pt x="325088" y="1406679"/>
                  <a:pt x="279977" y="1454657"/>
                </a:cubicBezTo>
                <a:cubicBezTo>
                  <a:pt x="235768" y="1492541"/>
                  <a:pt x="194105" y="1534566"/>
                  <a:pt x="139922" y="1559193"/>
                </a:cubicBezTo>
                <a:cubicBezTo>
                  <a:pt x="115644" y="1572969"/>
                  <a:pt x="91310" y="1589385"/>
                  <a:pt x="63704" y="1594676"/>
                </a:cubicBezTo>
                <a:cubicBezTo>
                  <a:pt x="2014" y="1579322"/>
                  <a:pt x="-11491" y="1555190"/>
                  <a:pt x="8748" y="1500767"/>
                </a:cubicBezTo>
                <a:cubicBezTo>
                  <a:pt x="16197" y="1488021"/>
                  <a:pt x="24346" y="1473496"/>
                  <a:pt x="32515" y="1460101"/>
                </a:cubicBezTo>
                <a:cubicBezTo>
                  <a:pt x="43244" y="1433008"/>
                  <a:pt x="56127" y="1405576"/>
                  <a:pt x="64734" y="1377029"/>
                </a:cubicBezTo>
                <a:cubicBezTo>
                  <a:pt x="88822" y="1331015"/>
                  <a:pt x="108821" y="1283802"/>
                  <a:pt x="124653" y="1234278"/>
                </a:cubicBezTo>
                <a:cubicBezTo>
                  <a:pt x="143098" y="1169458"/>
                  <a:pt x="161381" y="1104701"/>
                  <a:pt x="174553" y="1038568"/>
                </a:cubicBezTo>
                <a:cubicBezTo>
                  <a:pt x="190455" y="959312"/>
                  <a:pt x="203580" y="879577"/>
                  <a:pt x="216903" y="799805"/>
                </a:cubicBezTo>
                <a:cubicBezTo>
                  <a:pt x="230674" y="719241"/>
                  <a:pt x="247598" y="639395"/>
                  <a:pt x="263393" y="559242"/>
                </a:cubicBezTo>
                <a:cubicBezTo>
                  <a:pt x="282886" y="491332"/>
                  <a:pt x="300007" y="422901"/>
                  <a:pt x="332730" y="359760"/>
                </a:cubicBezTo>
                <a:cubicBezTo>
                  <a:pt x="365732" y="305569"/>
                  <a:pt x="397604" y="251965"/>
                  <a:pt x="454193" y="219056"/>
                </a:cubicBezTo>
                <a:cubicBezTo>
                  <a:pt x="512309" y="179589"/>
                  <a:pt x="572608" y="145090"/>
                  <a:pt x="635559" y="113796"/>
                </a:cubicBezTo>
                <a:cubicBezTo>
                  <a:pt x="693454" y="84710"/>
                  <a:pt x="752373" y="58599"/>
                  <a:pt x="814210" y="38743"/>
                </a:cubicBezTo>
                <a:cubicBezTo>
                  <a:pt x="852529" y="25836"/>
                  <a:pt x="891208" y="14283"/>
                  <a:pt x="929967" y="2965"/>
                </a:cubicBezTo>
                <a:cubicBezTo>
                  <a:pt x="1033246" y="-27196"/>
                  <a:pt x="1041438" y="183387"/>
                  <a:pt x="937675" y="15492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65698678-57F0-4BBE-F4F9-FE1FC76D5BD7}"/>
              </a:ext>
            </a:extLst>
          </p:cNvPr>
          <p:cNvSpPr/>
          <p:nvPr/>
        </p:nvSpPr>
        <p:spPr>
          <a:xfrm>
            <a:off x="7991559" y="3554265"/>
            <a:ext cx="1053170" cy="461119"/>
          </a:xfrm>
          <a:custGeom>
            <a:avLst/>
            <a:gdLst>
              <a:gd name="csX0" fmla="*/ 50599 w 1053170"/>
              <a:gd name="csY0" fmla="*/ 316231 h 461119"/>
              <a:gd name="csX1" fmla="*/ 123124 w 1053170"/>
              <a:gd name="csY1" fmla="*/ 333626 h 461119"/>
              <a:gd name="csX2" fmla="*/ 259532 w 1053170"/>
              <a:gd name="csY2" fmla="*/ 361879 h 461119"/>
              <a:gd name="csX3" fmla="*/ 429515 w 1053170"/>
              <a:gd name="csY3" fmla="*/ 381342 h 461119"/>
              <a:gd name="csX4" fmla="*/ 580515 w 1053170"/>
              <a:gd name="csY4" fmla="*/ 368971 h 461119"/>
              <a:gd name="csX5" fmla="*/ 746507 w 1053170"/>
              <a:gd name="csY5" fmla="*/ 306524 h 461119"/>
              <a:gd name="csX6" fmla="*/ 884515 w 1053170"/>
              <a:gd name="csY6" fmla="*/ 207236 h 461119"/>
              <a:gd name="csX7" fmla="*/ 936550 w 1053170"/>
              <a:gd name="csY7" fmla="*/ 134192 h 461119"/>
              <a:gd name="csX8" fmla="*/ 943221 w 1053170"/>
              <a:gd name="csY8" fmla="*/ 98760 h 461119"/>
              <a:gd name="csX9" fmla="*/ 940162 w 1053170"/>
              <a:gd name="csY9" fmla="*/ 86192 h 461119"/>
              <a:gd name="csX10" fmla="*/ 944156 w 1053170"/>
              <a:gd name="csY10" fmla="*/ 97294 h 461119"/>
              <a:gd name="csX11" fmla="*/ 960898 w 1053170"/>
              <a:gd name="csY11" fmla="*/ 101979 h 461119"/>
              <a:gd name="csX12" fmla="*/ 855170 w 1053170"/>
              <a:gd name="csY12" fmla="*/ 117932 h 461119"/>
              <a:gd name="csX13" fmla="*/ 667766 w 1053170"/>
              <a:gd name="csY13" fmla="*/ 166190 h 461119"/>
              <a:gd name="csX14" fmla="*/ 484257 w 1053170"/>
              <a:gd name="csY14" fmla="*/ 208179 h 461119"/>
              <a:gd name="csX15" fmla="*/ 295233 w 1053170"/>
              <a:gd name="csY15" fmla="*/ 234657 h 461119"/>
              <a:gd name="csX16" fmla="*/ 92923 w 1053170"/>
              <a:gd name="csY16" fmla="*/ 266502 h 461119"/>
              <a:gd name="csX17" fmla="*/ 89893 w 1053170"/>
              <a:gd name="csY17" fmla="*/ 239456 h 461119"/>
              <a:gd name="csX18" fmla="*/ 289108 w 1053170"/>
              <a:gd name="csY18" fmla="*/ 208141 h 461119"/>
              <a:gd name="csX19" fmla="*/ 468121 w 1053170"/>
              <a:gd name="csY19" fmla="*/ 142685 h 461119"/>
              <a:gd name="csX20" fmla="*/ 652363 w 1053170"/>
              <a:gd name="csY20" fmla="*/ 102301 h 461119"/>
              <a:gd name="csX21" fmla="*/ 832919 w 1053170"/>
              <a:gd name="csY21" fmla="*/ 46635 h 461119"/>
              <a:gd name="csX22" fmla="*/ 949133 w 1053170"/>
              <a:gd name="csY22" fmla="*/ 4585 h 461119"/>
              <a:gd name="csX23" fmla="*/ 1025737 w 1053170"/>
              <a:gd name="csY23" fmla="*/ 15471 h 461119"/>
              <a:gd name="csX24" fmla="*/ 1048434 w 1053170"/>
              <a:gd name="csY24" fmla="*/ 60227 h 461119"/>
              <a:gd name="csX25" fmla="*/ 1052584 w 1053170"/>
              <a:gd name="csY25" fmla="*/ 106887 h 461119"/>
              <a:gd name="csX26" fmla="*/ 1030457 w 1053170"/>
              <a:gd name="csY26" fmla="*/ 181423 h 461119"/>
              <a:gd name="csX27" fmla="*/ 940307 w 1053170"/>
              <a:gd name="csY27" fmla="*/ 275475 h 461119"/>
              <a:gd name="csX28" fmla="*/ 780286 w 1053170"/>
              <a:gd name="csY28" fmla="*/ 371916 h 461119"/>
              <a:gd name="csX29" fmla="*/ 596568 w 1053170"/>
              <a:gd name="csY29" fmla="*/ 453611 h 461119"/>
              <a:gd name="csX30" fmla="*/ 425890 w 1053170"/>
              <a:gd name="csY30" fmla="*/ 456959 h 461119"/>
              <a:gd name="csX31" fmla="*/ 245219 w 1053170"/>
              <a:gd name="csY31" fmla="*/ 440588 h 461119"/>
              <a:gd name="csX32" fmla="*/ 105345 w 1053170"/>
              <a:gd name="csY32" fmla="*/ 411966 h 461119"/>
              <a:gd name="csX33" fmla="*/ 23560 w 1053170"/>
              <a:gd name="csY33" fmla="*/ 384679 h 461119"/>
              <a:gd name="csX34" fmla="*/ 50594 w 1053170"/>
              <a:gd name="csY34" fmla="*/ 316234 h 4611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53170" h="461119">
                <a:moveTo>
                  <a:pt x="50599" y="316231"/>
                </a:moveTo>
                <a:cubicBezTo>
                  <a:pt x="75064" y="317211"/>
                  <a:pt x="99473" y="326198"/>
                  <a:pt x="123124" y="333626"/>
                </a:cubicBezTo>
                <a:cubicBezTo>
                  <a:pt x="168224" y="345301"/>
                  <a:pt x="213505" y="354566"/>
                  <a:pt x="259532" y="361879"/>
                </a:cubicBezTo>
                <a:cubicBezTo>
                  <a:pt x="315014" y="376768"/>
                  <a:pt x="372660" y="379252"/>
                  <a:pt x="429515" y="381342"/>
                </a:cubicBezTo>
                <a:cubicBezTo>
                  <a:pt x="480672" y="383028"/>
                  <a:pt x="530432" y="377665"/>
                  <a:pt x="580515" y="368971"/>
                </a:cubicBezTo>
                <a:cubicBezTo>
                  <a:pt x="639512" y="358806"/>
                  <a:pt x="692786" y="331634"/>
                  <a:pt x="746507" y="306524"/>
                </a:cubicBezTo>
                <a:cubicBezTo>
                  <a:pt x="797462" y="279727"/>
                  <a:pt x="841663" y="245089"/>
                  <a:pt x="884515" y="207236"/>
                </a:cubicBezTo>
                <a:cubicBezTo>
                  <a:pt x="908876" y="187294"/>
                  <a:pt x="921700" y="158957"/>
                  <a:pt x="936550" y="134192"/>
                </a:cubicBezTo>
                <a:cubicBezTo>
                  <a:pt x="946957" y="123635"/>
                  <a:pt x="941129" y="109875"/>
                  <a:pt x="943221" y="98760"/>
                </a:cubicBezTo>
                <a:cubicBezTo>
                  <a:pt x="942991" y="93979"/>
                  <a:pt x="941303" y="90879"/>
                  <a:pt x="940162" y="86192"/>
                </a:cubicBezTo>
                <a:cubicBezTo>
                  <a:pt x="938375" y="82688"/>
                  <a:pt x="942825" y="93593"/>
                  <a:pt x="944156" y="97294"/>
                </a:cubicBezTo>
                <a:cubicBezTo>
                  <a:pt x="949148" y="100238"/>
                  <a:pt x="955318" y="100418"/>
                  <a:pt x="960898" y="101979"/>
                </a:cubicBezTo>
                <a:cubicBezTo>
                  <a:pt x="925655" y="100344"/>
                  <a:pt x="889746" y="110429"/>
                  <a:pt x="855170" y="117932"/>
                </a:cubicBezTo>
                <a:cubicBezTo>
                  <a:pt x="793000" y="135140"/>
                  <a:pt x="730155" y="149576"/>
                  <a:pt x="667766" y="166190"/>
                </a:cubicBezTo>
                <a:cubicBezTo>
                  <a:pt x="606667" y="180642"/>
                  <a:pt x="545617" y="194953"/>
                  <a:pt x="484257" y="208179"/>
                </a:cubicBezTo>
                <a:cubicBezTo>
                  <a:pt x="420835" y="231554"/>
                  <a:pt x="358403" y="239252"/>
                  <a:pt x="295233" y="234657"/>
                </a:cubicBezTo>
                <a:cubicBezTo>
                  <a:pt x="228635" y="250297"/>
                  <a:pt x="160740" y="258450"/>
                  <a:pt x="92923" y="266502"/>
                </a:cubicBezTo>
                <a:cubicBezTo>
                  <a:pt x="73813" y="268770"/>
                  <a:pt x="70783" y="241723"/>
                  <a:pt x="89893" y="239456"/>
                </a:cubicBezTo>
                <a:cubicBezTo>
                  <a:pt x="156671" y="231536"/>
                  <a:pt x="223529" y="223532"/>
                  <a:pt x="289108" y="208141"/>
                </a:cubicBezTo>
                <a:cubicBezTo>
                  <a:pt x="342477" y="176375"/>
                  <a:pt x="402456" y="153410"/>
                  <a:pt x="468121" y="142685"/>
                </a:cubicBezTo>
                <a:cubicBezTo>
                  <a:pt x="529096" y="127192"/>
                  <a:pt x="590746" y="115417"/>
                  <a:pt x="652363" y="102301"/>
                </a:cubicBezTo>
                <a:cubicBezTo>
                  <a:pt x="713982" y="87984"/>
                  <a:pt x="774273" y="70534"/>
                  <a:pt x="832919" y="46635"/>
                </a:cubicBezTo>
                <a:cubicBezTo>
                  <a:pt x="871439" y="31865"/>
                  <a:pt x="910169" y="17672"/>
                  <a:pt x="949133" y="4585"/>
                </a:cubicBezTo>
                <a:cubicBezTo>
                  <a:pt x="979779" y="118"/>
                  <a:pt x="999130" y="-6638"/>
                  <a:pt x="1025737" y="15471"/>
                </a:cubicBezTo>
                <a:cubicBezTo>
                  <a:pt x="1033532" y="29982"/>
                  <a:pt x="1049077" y="42285"/>
                  <a:pt x="1048434" y="60227"/>
                </a:cubicBezTo>
                <a:cubicBezTo>
                  <a:pt x="1049805" y="75639"/>
                  <a:pt x="1054876" y="90722"/>
                  <a:pt x="1052584" y="106887"/>
                </a:cubicBezTo>
                <a:cubicBezTo>
                  <a:pt x="1046830" y="132242"/>
                  <a:pt x="1041739" y="157742"/>
                  <a:pt x="1030457" y="181423"/>
                </a:cubicBezTo>
                <a:cubicBezTo>
                  <a:pt x="1003776" y="216416"/>
                  <a:pt x="979899" y="253021"/>
                  <a:pt x="940307" y="275475"/>
                </a:cubicBezTo>
                <a:cubicBezTo>
                  <a:pt x="889357" y="311343"/>
                  <a:pt x="837093" y="345866"/>
                  <a:pt x="780286" y="371916"/>
                </a:cubicBezTo>
                <a:cubicBezTo>
                  <a:pt x="721157" y="403688"/>
                  <a:pt x="661681" y="435743"/>
                  <a:pt x="596568" y="453611"/>
                </a:cubicBezTo>
                <a:cubicBezTo>
                  <a:pt x="539706" y="460926"/>
                  <a:pt x="483144" y="464434"/>
                  <a:pt x="425890" y="456959"/>
                </a:cubicBezTo>
                <a:cubicBezTo>
                  <a:pt x="365887" y="452360"/>
                  <a:pt x="305399" y="447236"/>
                  <a:pt x="245219" y="440588"/>
                </a:cubicBezTo>
                <a:cubicBezTo>
                  <a:pt x="198763" y="430078"/>
                  <a:pt x="152304" y="420107"/>
                  <a:pt x="105345" y="411966"/>
                </a:cubicBezTo>
                <a:cubicBezTo>
                  <a:pt x="76764" y="405857"/>
                  <a:pt x="47677" y="402514"/>
                  <a:pt x="23560" y="384679"/>
                </a:cubicBezTo>
                <a:cubicBezTo>
                  <a:pt x="-18277" y="353737"/>
                  <a:pt x="-1400" y="314151"/>
                  <a:pt x="50594" y="31623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D2F942C7-6279-F30B-8850-FEC91AD4FA3A}"/>
              </a:ext>
            </a:extLst>
          </p:cNvPr>
          <p:cNvSpPr/>
          <p:nvPr/>
        </p:nvSpPr>
        <p:spPr>
          <a:xfrm>
            <a:off x="9117420" y="3574548"/>
            <a:ext cx="1424884" cy="588274"/>
          </a:xfrm>
          <a:custGeom>
            <a:avLst/>
            <a:gdLst>
              <a:gd name="csX0" fmla="*/ 37543 w 1424884"/>
              <a:gd name="csY0" fmla="*/ 6960 h 588274"/>
              <a:gd name="csX1" fmla="*/ 198125 w 1424884"/>
              <a:gd name="csY1" fmla="*/ 104 h 588274"/>
              <a:gd name="csX2" fmla="*/ 486609 w 1424884"/>
              <a:gd name="csY2" fmla="*/ 36390 h 588274"/>
              <a:gd name="csX3" fmla="*/ 815774 w 1424884"/>
              <a:gd name="csY3" fmla="*/ 142831 h 588274"/>
              <a:gd name="csX4" fmla="*/ 1108658 w 1424884"/>
              <a:gd name="csY4" fmla="*/ 269438 h 588274"/>
              <a:gd name="csX5" fmla="*/ 1287880 w 1424884"/>
              <a:gd name="csY5" fmla="*/ 357330 h 588274"/>
              <a:gd name="csX6" fmla="*/ 1379522 w 1424884"/>
              <a:gd name="csY6" fmla="*/ 416909 h 588274"/>
              <a:gd name="csX7" fmla="*/ 1423203 w 1424884"/>
              <a:gd name="csY7" fmla="*/ 540982 h 588274"/>
              <a:gd name="csX8" fmla="*/ 1302236 w 1424884"/>
              <a:gd name="csY8" fmla="*/ 573510 h 588274"/>
              <a:gd name="csX9" fmla="*/ 1285696 w 1424884"/>
              <a:gd name="csY9" fmla="*/ 551898 h 588274"/>
              <a:gd name="csX10" fmla="*/ 1247569 w 1424884"/>
              <a:gd name="csY10" fmla="*/ 500143 h 588274"/>
              <a:gd name="csX11" fmla="*/ 1253984 w 1424884"/>
              <a:gd name="csY11" fmla="*/ 540188 h 588274"/>
              <a:gd name="csX12" fmla="*/ 1201685 w 1424884"/>
              <a:gd name="csY12" fmla="*/ 486101 h 588274"/>
              <a:gd name="csX13" fmla="*/ 1055485 w 1424884"/>
              <a:gd name="csY13" fmla="*/ 372353 h 588274"/>
              <a:gd name="csX14" fmla="*/ 777574 w 1424884"/>
              <a:gd name="csY14" fmla="*/ 235660 h 588274"/>
              <a:gd name="csX15" fmla="*/ 468050 w 1424884"/>
              <a:gd name="csY15" fmla="*/ 123598 h 588274"/>
              <a:gd name="csX16" fmla="*/ 194416 w 1424884"/>
              <a:gd name="csY16" fmla="*/ 91167 h 588274"/>
              <a:gd name="csX17" fmla="*/ 41635 w 1424884"/>
              <a:gd name="csY17" fmla="*/ 82571 h 588274"/>
              <a:gd name="csX18" fmla="*/ 37530 w 1424884"/>
              <a:gd name="csY18" fmla="*/ 6954 h 5882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1424884" h="588274">
                <a:moveTo>
                  <a:pt x="37543" y="6960"/>
                </a:moveTo>
                <a:cubicBezTo>
                  <a:pt x="93442" y="13249"/>
                  <a:pt x="141042" y="-1361"/>
                  <a:pt x="198125" y="104"/>
                </a:cubicBezTo>
                <a:cubicBezTo>
                  <a:pt x="294461" y="11490"/>
                  <a:pt x="390549" y="23311"/>
                  <a:pt x="486609" y="36390"/>
                </a:cubicBezTo>
                <a:cubicBezTo>
                  <a:pt x="599957" y="60180"/>
                  <a:pt x="706370" y="106196"/>
                  <a:pt x="815774" y="142831"/>
                </a:cubicBezTo>
                <a:cubicBezTo>
                  <a:pt x="913081" y="185872"/>
                  <a:pt x="1012408" y="224093"/>
                  <a:pt x="1108658" y="269438"/>
                </a:cubicBezTo>
                <a:cubicBezTo>
                  <a:pt x="1171731" y="291760"/>
                  <a:pt x="1228483" y="327206"/>
                  <a:pt x="1287880" y="357330"/>
                </a:cubicBezTo>
                <a:cubicBezTo>
                  <a:pt x="1323832" y="368565"/>
                  <a:pt x="1351231" y="393340"/>
                  <a:pt x="1379522" y="416909"/>
                </a:cubicBezTo>
                <a:cubicBezTo>
                  <a:pt x="1418353" y="453678"/>
                  <a:pt x="1429592" y="486357"/>
                  <a:pt x="1423203" y="540982"/>
                </a:cubicBezTo>
                <a:cubicBezTo>
                  <a:pt x="1392434" y="602096"/>
                  <a:pt x="1364019" y="593327"/>
                  <a:pt x="1302236" y="573510"/>
                </a:cubicBezTo>
                <a:cubicBezTo>
                  <a:pt x="1283911" y="567633"/>
                  <a:pt x="1290770" y="570461"/>
                  <a:pt x="1285696" y="551898"/>
                </a:cubicBezTo>
                <a:cubicBezTo>
                  <a:pt x="1282655" y="540777"/>
                  <a:pt x="1266254" y="453829"/>
                  <a:pt x="1247569" y="500143"/>
                </a:cubicBezTo>
                <a:cubicBezTo>
                  <a:pt x="1248302" y="507040"/>
                  <a:pt x="1259026" y="574765"/>
                  <a:pt x="1253984" y="540188"/>
                </a:cubicBezTo>
                <a:cubicBezTo>
                  <a:pt x="1236559" y="522572"/>
                  <a:pt x="1220243" y="502966"/>
                  <a:pt x="1201685" y="486101"/>
                </a:cubicBezTo>
                <a:cubicBezTo>
                  <a:pt x="1154701" y="445859"/>
                  <a:pt x="1105082" y="409401"/>
                  <a:pt x="1055485" y="372353"/>
                </a:cubicBezTo>
                <a:cubicBezTo>
                  <a:pt x="965478" y="321405"/>
                  <a:pt x="874729" y="272198"/>
                  <a:pt x="777574" y="235660"/>
                </a:cubicBezTo>
                <a:cubicBezTo>
                  <a:pt x="678924" y="186811"/>
                  <a:pt x="574902" y="150102"/>
                  <a:pt x="468050" y="123598"/>
                </a:cubicBezTo>
                <a:cubicBezTo>
                  <a:pt x="378259" y="96872"/>
                  <a:pt x="288447" y="85988"/>
                  <a:pt x="194416" y="91167"/>
                </a:cubicBezTo>
                <a:cubicBezTo>
                  <a:pt x="140125" y="89201"/>
                  <a:pt x="94299" y="70229"/>
                  <a:pt x="41635" y="82571"/>
                </a:cubicBezTo>
                <a:cubicBezTo>
                  <a:pt x="-10501" y="94790"/>
                  <a:pt x="-15683" y="966"/>
                  <a:pt x="37530" y="695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E01A0E43-710C-7F2B-4184-778FAB8956AF}"/>
              </a:ext>
            </a:extLst>
          </p:cNvPr>
          <p:cNvSpPr/>
          <p:nvPr/>
        </p:nvSpPr>
        <p:spPr>
          <a:xfrm>
            <a:off x="7466635" y="2573941"/>
            <a:ext cx="811458" cy="1203497"/>
          </a:xfrm>
          <a:custGeom>
            <a:avLst/>
            <a:gdLst>
              <a:gd name="csX0" fmla="*/ 615623 w 811458"/>
              <a:gd name="csY0" fmla="*/ 1049192 h 1203497"/>
              <a:gd name="csX1" fmla="*/ 660413 w 811458"/>
              <a:gd name="csY1" fmla="*/ 987364 h 1203497"/>
              <a:gd name="csX2" fmla="*/ 698188 w 811458"/>
              <a:gd name="csY2" fmla="*/ 911382 h 1203497"/>
              <a:gd name="csX3" fmla="*/ 718757 w 811458"/>
              <a:gd name="csY3" fmla="*/ 834642 h 1203497"/>
              <a:gd name="csX4" fmla="*/ 719135 w 811458"/>
              <a:gd name="csY4" fmla="*/ 753393 h 1203497"/>
              <a:gd name="csX5" fmla="*/ 684980 w 811458"/>
              <a:gd name="csY5" fmla="*/ 646246 h 1203497"/>
              <a:gd name="csX6" fmla="*/ 620323 w 811458"/>
              <a:gd name="csY6" fmla="*/ 512020 h 1203497"/>
              <a:gd name="csX7" fmla="*/ 527986 w 811458"/>
              <a:gd name="csY7" fmla="*/ 382289 h 1203497"/>
              <a:gd name="csX8" fmla="*/ 406790 w 811458"/>
              <a:gd name="csY8" fmla="*/ 270370 h 1203497"/>
              <a:gd name="csX9" fmla="*/ 290775 w 811458"/>
              <a:gd name="csY9" fmla="*/ 178893 h 1203497"/>
              <a:gd name="csX10" fmla="*/ 210184 w 811458"/>
              <a:gd name="csY10" fmla="*/ 125992 h 1203497"/>
              <a:gd name="csX11" fmla="*/ 167842 w 811458"/>
              <a:gd name="csY11" fmla="*/ 101079 h 1203497"/>
              <a:gd name="csX12" fmla="*/ 146476 w 811458"/>
              <a:gd name="csY12" fmla="*/ 96269 h 1203497"/>
              <a:gd name="csX13" fmla="*/ 123767 w 811458"/>
              <a:gd name="csY13" fmla="*/ 82256 h 1203497"/>
              <a:gd name="csX14" fmla="*/ 91258 w 811458"/>
              <a:gd name="csY14" fmla="*/ 116553 h 1203497"/>
              <a:gd name="csX15" fmla="*/ 57750 w 811458"/>
              <a:gd name="csY15" fmla="*/ 190145 h 1203497"/>
              <a:gd name="csX16" fmla="*/ 36738 w 811458"/>
              <a:gd name="csY16" fmla="*/ 288481 h 1203497"/>
              <a:gd name="csX17" fmla="*/ 33454 w 811458"/>
              <a:gd name="csY17" fmla="*/ 409563 h 1203497"/>
              <a:gd name="csX18" fmla="*/ 53608 w 811458"/>
              <a:gd name="csY18" fmla="*/ 558762 h 1203497"/>
              <a:gd name="csX19" fmla="*/ 99557 w 811458"/>
              <a:gd name="csY19" fmla="*/ 715734 h 1203497"/>
              <a:gd name="csX20" fmla="*/ 167565 w 811458"/>
              <a:gd name="csY20" fmla="*/ 865067 h 1203497"/>
              <a:gd name="csX21" fmla="*/ 249392 w 811458"/>
              <a:gd name="csY21" fmla="*/ 995693 h 1203497"/>
              <a:gd name="csX22" fmla="*/ 366568 w 811458"/>
              <a:gd name="csY22" fmla="*/ 1117423 h 1203497"/>
              <a:gd name="csX23" fmla="*/ 454003 w 811458"/>
              <a:gd name="csY23" fmla="*/ 1190574 h 1203497"/>
              <a:gd name="csX24" fmla="*/ 447228 w 811458"/>
              <a:gd name="csY24" fmla="*/ 1202374 h 1203497"/>
              <a:gd name="csX25" fmla="*/ 343243 w 811458"/>
              <a:gd name="csY25" fmla="*/ 1145301 h 1203497"/>
              <a:gd name="csX26" fmla="*/ 214227 w 811458"/>
              <a:gd name="csY26" fmla="*/ 1021181 h 1203497"/>
              <a:gd name="csX27" fmla="*/ 133466 w 811458"/>
              <a:gd name="csY27" fmla="*/ 882430 h 1203497"/>
              <a:gd name="csX28" fmla="*/ 67237 w 811458"/>
              <a:gd name="csY28" fmla="*/ 726877 h 1203497"/>
              <a:gd name="csX29" fmla="*/ 24646 w 811458"/>
              <a:gd name="csY29" fmla="*/ 564819 h 1203497"/>
              <a:gd name="csX30" fmla="*/ 645 w 811458"/>
              <a:gd name="csY30" fmla="*/ 410419 h 1203497"/>
              <a:gd name="csX31" fmla="*/ 5641 w 811458"/>
              <a:gd name="csY31" fmla="*/ 284641 h 1203497"/>
              <a:gd name="csX32" fmla="*/ 27157 w 811458"/>
              <a:gd name="csY32" fmla="*/ 179257 h 1203497"/>
              <a:gd name="csX33" fmla="*/ 60758 w 811458"/>
              <a:gd name="csY33" fmla="*/ 99411 h 1203497"/>
              <a:gd name="csX34" fmla="*/ 96830 w 811458"/>
              <a:gd name="csY34" fmla="*/ 43801 h 1203497"/>
              <a:gd name="csX35" fmla="*/ 148248 w 811458"/>
              <a:gd name="csY35" fmla="*/ 0 h 1203497"/>
              <a:gd name="csX36" fmla="*/ 206474 w 811458"/>
              <a:gd name="csY36" fmla="*/ 10105 h 1203497"/>
              <a:gd name="csX37" fmla="*/ 265731 w 811458"/>
              <a:gd name="csY37" fmla="*/ 43812 h 1203497"/>
              <a:gd name="csX38" fmla="*/ 346753 w 811458"/>
              <a:gd name="csY38" fmla="*/ 109083 h 1203497"/>
              <a:gd name="csX39" fmla="*/ 459195 w 811458"/>
              <a:gd name="csY39" fmla="*/ 211743 h 1203497"/>
              <a:gd name="csX40" fmla="*/ 582087 w 811458"/>
              <a:gd name="csY40" fmla="*/ 335654 h 1203497"/>
              <a:gd name="csX41" fmla="*/ 687224 w 811458"/>
              <a:gd name="csY41" fmla="*/ 474395 h 1203497"/>
              <a:gd name="csX42" fmla="*/ 757255 w 811458"/>
              <a:gd name="csY42" fmla="*/ 615270 h 1203497"/>
              <a:gd name="csX43" fmla="*/ 804305 w 811458"/>
              <a:gd name="csY43" fmla="*/ 738009 h 1203497"/>
              <a:gd name="csX44" fmla="*/ 806367 w 811458"/>
              <a:gd name="csY44" fmla="*/ 852090 h 1203497"/>
              <a:gd name="csX45" fmla="*/ 775614 w 811458"/>
              <a:gd name="csY45" fmla="*/ 947579 h 1203497"/>
              <a:gd name="csX46" fmla="*/ 719870 w 811458"/>
              <a:gd name="csY46" fmla="*/ 1030791 h 1203497"/>
              <a:gd name="csX47" fmla="*/ 670986 w 811458"/>
              <a:gd name="csY47" fmla="*/ 1090419 h 1203497"/>
              <a:gd name="csX48" fmla="*/ 615622 w 811458"/>
              <a:gd name="csY48" fmla="*/ 1049185 h 12034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11458" h="1203497">
                <a:moveTo>
                  <a:pt x="615623" y="1049192"/>
                </a:moveTo>
                <a:cubicBezTo>
                  <a:pt x="628126" y="1027284"/>
                  <a:pt x="646433" y="1009090"/>
                  <a:pt x="660413" y="987364"/>
                </a:cubicBezTo>
                <a:cubicBezTo>
                  <a:pt x="677084" y="964084"/>
                  <a:pt x="687585" y="937708"/>
                  <a:pt x="698188" y="911382"/>
                </a:cubicBezTo>
                <a:cubicBezTo>
                  <a:pt x="706591" y="886219"/>
                  <a:pt x="712244" y="860409"/>
                  <a:pt x="718757" y="834642"/>
                </a:cubicBezTo>
                <a:cubicBezTo>
                  <a:pt x="724821" y="807580"/>
                  <a:pt x="721954" y="780608"/>
                  <a:pt x="719135" y="753393"/>
                </a:cubicBezTo>
                <a:cubicBezTo>
                  <a:pt x="711808" y="716480"/>
                  <a:pt x="697414" y="681637"/>
                  <a:pt x="684980" y="646246"/>
                </a:cubicBezTo>
                <a:cubicBezTo>
                  <a:pt x="663649" y="601235"/>
                  <a:pt x="645443" y="555184"/>
                  <a:pt x="620323" y="512020"/>
                </a:cubicBezTo>
                <a:cubicBezTo>
                  <a:pt x="597387" y="463802"/>
                  <a:pt x="561861" y="423125"/>
                  <a:pt x="527986" y="382289"/>
                </a:cubicBezTo>
                <a:cubicBezTo>
                  <a:pt x="492572" y="339686"/>
                  <a:pt x="447076" y="307694"/>
                  <a:pt x="406790" y="270370"/>
                </a:cubicBezTo>
                <a:cubicBezTo>
                  <a:pt x="369285" y="238365"/>
                  <a:pt x="330816" y="207631"/>
                  <a:pt x="290775" y="178893"/>
                </a:cubicBezTo>
                <a:cubicBezTo>
                  <a:pt x="265193" y="159319"/>
                  <a:pt x="237042" y="143555"/>
                  <a:pt x="210184" y="125992"/>
                </a:cubicBezTo>
                <a:cubicBezTo>
                  <a:pt x="195070" y="119217"/>
                  <a:pt x="182044" y="109426"/>
                  <a:pt x="167842" y="101079"/>
                </a:cubicBezTo>
                <a:cubicBezTo>
                  <a:pt x="160642" y="99353"/>
                  <a:pt x="153623" y="97878"/>
                  <a:pt x="146476" y="96269"/>
                </a:cubicBezTo>
                <a:cubicBezTo>
                  <a:pt x="142523" y="77357"/>
                  <a:pt x="137444" y="85852"/>
                  <a:pt x="123767" y="82256"/>
                </a:cubicBezTo>
                <a:cubicBezTo>
                  <a:pt x="110465" y="91196"/>
                  <a:pt x="100498" y="103630"/>
                  <a:pt x="91258" y="116553"/>
                </a:cubicBezTo>
                <a:cubicBezTo>
                  <a:pt x="77713" y="140006"/>
                  <a:pt x="67684" y="165119"/>
                  <a:pt x="57750" y="190145"/>
                </a:cubicBezTo>
                <a:cubicBezTo>
                  <a:pt x="44968" y="221411"/>
                  <a:pt x="40737" y="255141"/>
                  <a:pt x="36738" y="288481"/>
                </a:cubicBezTo>
                <a:cubicBezTo>
                  <a:pt x="33830" y="328589"/>
                  <a:pt x="32353" y="369304"/>
                  <a:pt x="33454" y="409563"/>
                </a:cubicBezTo>
                <a:cubicBezTo>
                  <a:pt x="36023" y="459675"/>
                  <a:pt x="44075" y="509499"/>
                  <a:pt x="53608" y="558762"/>
                </a:cubicBezTo>
                <a:cubicBezTo>
                  <a:pt x="65909" y="611968"/>
                  <a:pt x="83288" y="663671"/>
                  <a:pt x="99557" y="715734"/>
                </a:cubicBezTo>
                <a:cubicBezTo>
                  <a:pt x="120619" y="766376"/>
                  <a:pt x="141802" y="816575"/>
                  <a:pt x="167565" y="865067"/>
                </a:cubicBezTo>
                <a:cubicBezTo>
                  <a:pt x="194994" y="908682"/>
                  <a:pt x="217941" y="954687"/>
                  <a:pt x="249392" y="995693"/>
                </a:cubicBezTo>
                <a:cubicBezTo>
                  <a:pt x="283407" y="1040239"/>
                  <a:pt x="322810" y="1082315"/>
                  <a:pt x="366568" y="1117423"/>
                </a:cubicBezTo>
                <a:cubicBezTo>
                  <a:pt x="397866" y="1140747"/>
                  <a:pt x="420079" y="1171110"/>
                  <a:pt x="454003" y="1190574"/>
                </a:cubicBezTo>
                <a:cubicBezTo>
                  <a:pt x="462349" y="1195362"/>
                  <a:pt x="455570" y="1207168"/>
                  <a:pt x="447228" y="1202374"/>
                </a:cubicBezTo>
                <a:cubicBezTo>
                  <a:pt x="412697" y="1182533"/>
                  <a:pt x="372771" y="1173549"/>
                  <a:pt x="343243" y="1145301"/>
                </a:cubicBezTo>
                <a:cubicBezTo>
                  <a:pt x="298117" y="1106030"/>
                  <a:pt x="251157" y="1068910"/>
                  <a:pt x="214227" y="1021181"/>
                </a:cubicBezTo>
                <a:cubicBezTo>
                  <a:pt x="183912" y="977083"/>
                  <a:pt x="154299" y="931933"/>
                  <a:pt x="133466" y="882430"/>
                </a:cubicBezTo>
                <a:cubicBezTo>
                  <a:pt x="108775" y="831864"/>
                  <a:pt x="83615" y="780799"/>
                  <a:pt x="67237" y="726877"/>
                </a:cubicBezTo>
                <a:cubicBezTo>
                  <a:pt x="47518" y="674485"/>
                  <a:pt x="34425" y="619893"/>
                  <a:pt x="24646" y="564819"/>
                </a:cubicBezTo>
                <a:cubicBezTo>
                  <a:pt x="13186" y="513792"/>
                  <a:pt x="2597" y="462883"/>
                  <a:pt x="645" y="410419"/>
                </a:cubicBezTo>
                <a:cubicBezTo>
                  <a:pt x="-395" y="368204"/>
                  <a:pt x="-1011" y="326566"/>
                  <a:pt x="5641" y="284641"/>
                </a:cubicBezTo>
                <a:cubicBezTo>
                  <a:pt x="11251" y="249080"/>
                  <a:pt x="16330" y="213796"/>
                  <a:pt x="27157" y="179257"/>
                </a:cubicBezTo>
                <a:cubicBezTo>
                  <a:pt x="36747" y="151990"/>
                  <a:pt x="46385" y="124641"/>
                  <a:pt x="60758" y="99411"/>
                </a:cubicBezTo>
                <a:cubicBezTo>
                  <a:pt x="70569" y="79021"/>
                  <a:pt x="77980" y="58530"/>
                  <a:pt x="96830" y="43801"/>
                </a:cubicBezTo>
                <a:cubicBezTo>
                  <a:pt x="113198" y="27908"/>
                  <a:pt x="129282" y="12607"/>
                  <a:pt x="148248" y="0"/>
                </a:cubicBezTo>
                <a:cubicBezTo>
                  <a:pt x="168529" y="405"/>
                  <a:pt x="187943" y="40"/>
                  <a:pt x="206474" y="10105"/>
                </a:cubicBezTo>
                <a:cubicBezTo>
                  <a:pt x="228359" y="18295"/>
                  <a:pt x="248499" y="27568"/>
                  <a:pt x="265731" y="43812"/>
                </a:cubicBezTo>
                <a:cubicBezTo>
                  <a:pt x="294007" y="63992"/>
                  <a:pt x="320345" y="86462"/>
                  <a:pt x="346753" y="109083"/>
                </a:cubicBezTo>
                <a:cubicBezTo>
                  <a:pt x="384708" y="142806"/>
                  <a:pt x="422304" y="176855"/>
                  <a:pt x="459195" y="211743"/>
                </a:cubicBezTo>
                <a:cubicBezTo>
                  <a:pt x="503181" y="249714"/>
                  <a:pt x="542371" y="293220"/>
                  <a:pt x="582087" y="335654"/>
                </a:cubicBezTo>
                <a:cubicBezTo>
                  <a:pt x="620902" y="379119"/>
                  <a:pt x="654527" y="426269"/>
                  <a:pt x="687224" y="474395"/>
                </a:cubicBezTo>
                <a:cubicBezTo>
                  <a:pt x="712280" y="520390"/>
                  <a:pt x="738588" y="566258"/>
                  <a:pt x="757255" y="615270"/>
                </a:cubicBezTo>
                <a:cubicBezTo>
                  <a:pt x="777030" y="654472"/>
                  <a:pt x="794279" y="695143"/>
                  <a:pt x="804305" y="738009"/>
                </a:cubicBezTo>
                <a:cubicBezTo>
                  <a:pt x="811061" y="776130"/>
                  <a:pt x="815326" y="813592"/>
                  <a:pt x="806367" y="852090"/>
                </a:cubicBezTo>
                <a:cubicBezTo>
                  <a:pt x="800073" y="885388"/>
                  <a:pt x="792577" y="917738"/>
                  <a:pt x="775614" y="947579"/>
                </a:cubicBezTo>
                <a:cubicBezTo>
                  <a:pt x="759182" y="976598"/>
                  <a:pt x="741553" y="1005071"/>
                  <a:pt x="719870" y="1030791"/>
                </a:cubicBezTo>
                <a:cubicBezTo>
                  <a:pt x="703164" y="1050320"/>
                  <a:pt x="689671" y="1073888"/>
                  <a:pt x="670986" y="1090419"/>
                </a:cubicBezTo>
                <a:cubicBezTo>
                  <a:pt x="634428" y="1122765"/>
                  <a:pt x="591426" y="1091579"/>
                  <a:pt x="615622" y="104918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21D54A22-8FDF-5215-3ABB-0F01F5BB938B}"/>
              </a:ext>
            </a:extLst>
          </p:cNvPr>
          <p:cNvSpPr/>
          <p:nvPr/>
        </p:nvSpPr>
        <p:spPr>
          <a:xfrm>
            <a:off x="8381130" y="2155529"/>
            <a:ext cx="706066" cy="1559411"/>
          </a:xfrm>
          <a:custGeom>
            <a:avLst/>
            <a:gdLst>
              <a:gd name="csX0" fmla="*/ 171663 w 706066"/>
              <a:gd name="csY0" fmla="*/ 1457793 h 1559411"/>
              <a:gd name="csX1" fmla="*/ 231527 w 706066"/>
              <a:gd name="csY1" fmla="*/ 1442465 h 1559411"/>
              <a:gd name="csX2" fmla="*/ 360467 w 706066"/>
              <a:gd name="csY2" fmla="*/ 1327232 h 1559411"/>
              <a:gd name="csX3" fmla="*/ 489007 w 706066"/>
              <a:gd name="csY3" fmla="*/ 1078172 h 1559411"/>
              <a:gd name="csX4" fmla="*/ 574545 w 706066"/>
              <a:gd name="csY4" fmla="*/ 804252 h 1559411"/>
              <a:gd name="csX5" fmla="*/ 619813 w 706066"/>
              <a:gd name="csY5" fmla="*/ 575243 h 1559411"/>
              <a:gd name="csX6" fmla="*/ 632196 w 706066"/>
              <a:gd name="csY6" fmla="*/ 392667 h 1559411"/>
              <a:gd name="csX7" fmla="*/ 616989 w 706066"/>
              <a:gd name="csY7" fmla="*/ 257165 h 1559411"/>
              <a:gd name="csX8" fmla="*/ 588590 w 706066"/>
              <a:gd name="csY8" fmla="*/ 156104 h 1559411"/>
              <a:gd name="csX9" fmla="*/ 561610 w 706066"/>
              <a:gd name="csY9" fmla="*/ 104586 h 1559411"/>
              <a:gd name="csX10" fmla="*/ 547968 w 706066"/>
              <a:gd name="csY10" fmla="*/ 89340 h 1559411"/>
              <a:gd name="csX11" fmla="*/ 517130 w 706066"/>
              <a:gd name="csY11" fmla="*/ 96564 h 1559411"/>
              <a:gd name="csX12" fmla="*/ 411812 w 706066"/>
              <a:gd name="csY12" fmla="*/ 204415 h 1559411"/>
              <a:gd name="csX13" fmla="*/ 295255 w 706066"/>
              <a:gd name="csY13" fmla="*/ 416671 h 1559411"/>
              <a:gd name="csX14" fmla="*/ 174392 w 706066"/>
              <a:gd name="csY14" fmla="*/ 698601 h 1559411"/>
              <a:gd name="csX15" fmla="*/ 75761 w 706066"/>
              <a:gd name="csY15" fmla="*/ 1016193 h 1559411"/>
              <a:gd name="csX16" fmla="*/ 21365 w 706066"/>
              <a:gd name="csY16" fmla="*/ 1326584 h 1559411"/>
              <a:gd name="csX17" fmla="*/ 17077 w 706066"/>
              <a:gd name="csY17" fmla="*/ 1455696 h 1559411"/>
              <a:gd name="csX18" fmla="*/ 3487 w 706066"/>
              <a:gd name="csY18" fmla="*/ 1456382 h 1559411"/>
              <a:gd name="csX19" fmla="*/ 0 w 706066"/>
              <a:gd name="csY19" fmla="*/ 1324489 h 1559411"/>
              <a:gd name="csX20" fmla="*/ 60747 w 706066"/>
              <a:gd name="csY20" fmla="*/ 1012031 h 1559411"/>
              <a:gd name="csX21" fmla="*/ 161664 w 706066"/>
              <a:gd name="csY21" fmla="*/ 693772 h 1559411"/>
              <a:gd name="csX22" fmla="*/ 282555 w 706066"/>
              <a:gd name="csY22" fmla="*/ 410413 h 1559411"/>
              <a:gd name="csX23" fmla="*/ 390674 w 706066"/>
              <a:gd name="csY23" fmla="*/ 190843 h 1559411"/>
              <a:gd name="csX24" fmla="*/ 484133 w 706066"/>
              <a:gd name="csY24" fmla="*/ 56607 h 1559411"/>
              <a:gd name="csX25" fmla="*/ 584460 w 706066"/>
              <a:gd name="csY25" fmla="*/ 1141 h 1559411"/>
              <a:gd name="csX26" fmla="*/ 644550 w 706066"/>
              <a:gd name="csY26" fmla="*/ 50698 h 1559411"/>
              <a:gd name="csX27" fmla="*/ 675822 w 706066"/>
              <a:gd name="csY27" fmla="*/ 131566 h 1559411"/>
              <a:gd name="csX28" fmla="*/ 696882 w 706066"/>
              <a:gd name="csY28" fmla="*/ 244189 h 1559411"/>
              <a:gd name="csX29" fmla="*/ 705380 w 706066"/>
              <a:gd name="csY29" fmla="*/ 393484 h 1559411"/>
              <a:gd name="csX30" fmla="*/ 683468 w 706066"/>
              <a:gd name="csY30" fmla="*/ 587204 h 1559411"/>
              <a:gd name="csX31" fmla="*/ 620910 w 706066"/>
              <a:gd name="csY31" fmla="*/ 817137 h 1559411"/>
              <a:gd name="csX32" fmla="*/ 530203 w 706066"/>
              <a:gd name="csY32" fmla="*/ 1094372 h 1559411"/>
              <a:gd name="csX33" fmla="*/ 407930 w 706066"/>
              <a:gd name="csY33" fmla="*/ 1359995 h 1559411"/>
              <a:gd name="csX34" fmla="*/ 273456 w 706066"/>
              <a:gd name="csY34" fmla="*/ 1517682 h 1559411"/>
              <a:gd name="csX35" fmla="*/ 191433 w 706066"/>
              <a:gd name="csY35" fmla="*/ 1558375 h 1559411"/>
              <a:gd name="csX36" fmla="*/ 171672 w 706066"/>
              <a:gd name="csY36" fmla="*/ 1457782 h 15594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706066" h="1559411">
                <a:moveTo>
                  <a:pt x="171663" y="1457793"/>
                </a:moveTo>
                <a:cubicBezTo>
                  <a:pt x="192018" y="1456780"/>
                  <a:pt x="211718" y="1449420"/>
                  <a:pt x="231527" y="1442465"/>
                </a:cubicBezTo>
                <a:cubicBezTo>
                  <a:pt x="285337" y="1418312"/>
                  <a:pt x="323948" y="1371894"/>
                  <a:pt x="360467" y="1327232"/>
                </a:cubicBezTo>
                <a:cubicBezTo>
                  <a:pt x="416010" y="1251154"/>
                  <a:pt x="454262" y="1165192"/>
                  <a:pt x="489007" y="1078172"/>
                </a:cubicBezTo>
                <a:cubicBezTo>
                  <a:pt x="523645" y="988869"/>
                  <a:pt x="550029" y="896750"/>
                  <a:pt x="574545" y="804252"/>
                </a:cubicBezTo>
                <a:cubicBezTo>
                  <a:pt x="594055" y="728812"/>
                  <a:pt x="607708" y="652148"/>
                  <a:pt x="619813" y="575243"/>
                </a:cubicBezTo>
                <a:cubicBezTo>
                  <a:pt x="629265" y="514867"/>
                  <a:pt x="633765" y="453751"/>
                  <a:pt x="632196" y="392667"/>
                </a:cubicBezTo>
                <a:cubicBezTo>
                  <a:pt x="632208" y="346902"/>
                  <a:pt x="624527" y="302083"/>
                  <a:pt x="616989" y="257165"/>
                </a:cubicBezTo>
                <a:cubicBezTo>
                  <a:pt x="609681" y="222895"/>
                  <a:pt x="599365" y="189304"/>
                  <a:pt x="588590" y="156104"/>
                </a:cubicBezTo>
                <a:cubicBezTo>
                  <a:pt x="584451" y="136066"/>
                  <a:pt x="573313" y="120513"/>
                  <a:pt x="561610" y="104586"/>
                </a:cubicBezTo>
                <a:cubicBezTo>
                  <a:pt x="558129" y="98722"/>
                  <a:pt x="552516" y="94422"/>
                  <a:pt x="547968" y="89340"/>
                </a:cubicBezTo>
                <a:cubicBezTo>
                  <a:pt x="567806" y="75999"/>
                  <a:pt x="522887" y="93825"/>
                  <a:pt x="517130" y="96564"/>
                </a:cubicBezTo>
                <a:cubicBezTo>
                  <a:pt x="475369" y="125690"/>
                  <a:pt x="442497" y="164158"/>
                  <a:pt x="411812" y="204415"/>
                </a:cubicBezTo>
                <a:cubicBezTo>
                  <a:pt x="365074" y="270742"/>
                  <a:pt x="330461" y="343900"/>
                  <a:pt x="295255" y="416671"/>
                </a:cubicBezTo>
                <a:cubicBezTo>
                  <a:pt x="250172" y="508565"/>
                  <a:pt x="210585" y="602904"/>
                  <a:pt x="174392" y="698601"/>
                </a:cubicBezTo>
                <a:cubicBezTo>
                  <a:pt x="135890" y="802633"/>
                  <a:pt x="103408" y="908799"/>
                  <a:pt x="75761" y="1016193"/>
                </a:cubicBezTo>
                <a:cubicBezTo>
                  <a:pt x="50804" y="1118330"/>
                  <a:pt x="31518" y="1221914"/>
                  <a:pt x="21365" y="1326584"/>
                </a:cubicBezTo>
                <a:cubicBezTo>
                  <a:pt x="12713" y="1369342"/>
                  <a:pt x="14889" y="1412535"/>
                  <a:pt x="17077" y="1455696"/>
                </a:cubicBezTo>
                <a:cubicBezTo>
                  <a:pt x="17564" y="1465306"/>
                  <a:pt x="3970" y="1465991"/>
                  <a:pt x="3487" y="1456382"/>
                </a:cubicBezTo>
                <a:cubicBezTo>
                  <a:pt x="1279" y="1412430"/>
                  <a:pt x="338" y="1368501"/>
                  <a:pt x="0" y="1324489"/>
                </a:cubicBezTo>
                <a:cubicBezTo>
                  <a:pt x="10456" y="1218514"/>
                  <a:pt x="28698" y="1113872"/>
                  <a:pt x="60747" y="1012031"/>
                </a:cubicBezTo>
                <a:cubicBezTo>
                  <a:pt x="92316" y="905303"/>
                  <a:pt x="122009" y="797909"/>
                  <a:pt x="161664" y="693772"/>
                </a:cubicBezTo>
                <a:cubicBezTo>
                  <a:pt x="198014" y="597674"/>
                  <a:pt x="235595" y="501920"/>
                  <a:pt x="282555" y="410413"/>
                </a:cubicBezTo>
                <a:cubicBezTo>
                  <a:pt x="318973" y="337390"/>
                  <a:pt x="353823" y="263595"/>
                  <a:pt x="390674" y="190843"/>
                </a:cubicBezTo>
                <a:cubicBezTo>
                  <a:pt x="416633" y="142482"/>
                  <a:pt x="445320" y="95824"/>
                  <a:pt x="484133" y="56607"/>
                </a:cubicBezTo>
                <a:cubicBezTo>
                  <a:pt x="511916" y="25713"/>
                  <a:pt x="538636" y="-6512"/>
                  <a:pt x="584460" y="1141"/>
                </a:cubicBezTo>
                <a:cubicBezTo>
                  <a:pt x="609233" y="13719"/>
                  <a:pt x="628536" y="26945"/>
                  <a:pt x="644550" y="50698"/>
                </a:cubicBezTo>
                <a:cubicBezTo>
                  <a:pt x="657617" y="76664"/>
                  <a:pt x="668905" y="103106"/>
                  <a:pt x="675822" y="131566"/>
                </a:cubicBezTo>
                <a:cubicBezTo>
                  <a:pt x="683713" y="168928"/>
                  <a:pt x="691273" y="206386"/>
                  <a:pt x="696882" y="244189"/>
                </a:cubicBezTo>
                <a:cubicBezTo>
                  <a:pt x="703642" y="293644"/>
                  <a:pt x="707778" y="343487"/>
                  <a:pt x="705380" y="393484"/>
                </a:cubicBezTo>
                <a:cubicBezTo>
                  <a:pt x="702425" y="458503"/>
                  <a:pt x="697145" y="523405"/>
                  <a:pt x="683468" y="587204"/>
                </a:cubicBezTo>
                <a:cubicBezTo>
                  <a:pt x="666535" y="664864"/>
                  <a:pt x="643945" y="741099"/>
                  <a:pt x="620910" y="817137"/>
                </a:cubicBezTo>
                <a:cubicBezTo>
                  <a:pt x="593689" y="910585"/>
                  <a:pt x="565181" y="1003446"/>
                  <a:pt x="530203" y="1094372"/>
                </a:cubicBezTo>
                <a:cubicBezTo>
                  <a:pt x="494924" y="1185241"/>
                  <a:pt x="457058" y="1275633"/>
                  <a:pt x="407930" y="1359995"/>
                </a:cubicBezTo>
                <a:cubicBezTo>
                  <a:pt x="372244" y="1420749"/>
                  <a:pt x="332206" y="1476982"/>
                  <a:pt x="273456" y="1517682"/>
                </a:cubicBezTo>
                <a:cubicBezTo>
                  <a:pt x="247890" y="1534089"/>
                  <a:pt x="220904" y="1553094"/>
                  <a:pt x="191433" y="1558375"/>
                </a:cubicBezTo>
                <a:cubicBezTo>
                  <a:pt x="120081" y="1571163"/>
                  <a:pt x="99272" y="1461382"/>
                  <a:pt x="171672" y="1457782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8C5A058F-5D89-F389-8FED-B5C7160CAF6B}"/>
              </a:ext>
            </a:extLst>
          </p:cNvPr>
          <p:cNvSpPr/>
          <p:nvPr/>
        </p:nvSpPr>
        <p:spPr>
          <a:xfrm>
            <a:off x="8812551" y="2806612"/>
            <a:ext cx="600087" cy="840122"/>
          </a:xfrm>
          <a:custGeom>
            <a:avLst/>
            <a:gdLst>
              <a:gd name="csX0" fmla="*/ 22468 w 600087"/>
              <a:gd name="csY0" fmla="*/ 758989 h 840122"/>
              <a:gd name="csX1" fmla="*/ 95765 w 600087"/>
              <a:gd name="csY1" fmla="*/ 712523 h 840122"/>
              <a:gd name="csX2" fmla="*/ 246727 w 600087"/>
              <a:gd name="csY2" fmla="*/ 566885 h 840122"/>
              <a:gd name="csX3" fmla="*/ 384516 w 600087"/>
              <a:gd name="csY3" fmla="*/ 385491 h 840122"/>
              <a:gd name="csX4" fmla="*/ 494719 w 600087"/>
              <a:gd name="csY4" fmla="*/ 203945 h 840122"/>
              <a:gd name="csX5" fmla="*/ 578261 w 600087"/>
              <a:gd name="csY5" fmla="*/ 34066 h 840122"/>
              <a:gd name="csX6" fmla="*/ 586660 w 600087"/>
              <a:gd name="csY6" fmla="*/ 5307 h 840122"/>
              <a:gd name="csX7" fmla="*/ 599722 w 600087"/>
              <a:gd name="csY7" fmla="*/ 9122 h 840122"/>
              <a:gd name="csX8" fmla="*/ 591198 w 600087"/>
              <a:gd name="csY8" fmla="*/ 38285 h 840122"/>
              <a:gd name="csX9" fmla="*/ 525282 w 600087"/>
              <a:gd name="csY9" fmla="*/ 220432 h 840122"/>
              <a:gd name="csX10" fmla="*/ 413811 w 600087"/>
              <a:gd name="csY10" fmla="*/ 405483 h 840122"/>
              <a:gd name="csX11" fmla="*/ 275375 w 600087"/>
              <a:gd name="csY11" fmla="*/ 592240 h 840122"/>
              <a:gd name="csX12" fmla="*/ 133272 w 600087"/>
              <a:gd name="csY12" fmla="*/ 751917 h 840122"/>
              <a:gd name="csX13" fmla="*/ 65177 w 600087"/>
              <a:gd name="csY13" fmla="*/ 829797 h 840122"/>
              <a:gd name="csX14" fmla="*/ 22467 w 600087"/>
              <a:gd name="csY14" fmla="*/ 758995 h 840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600087" h="840122">
                <a:moveTo>
                  <a:pt x="22468" y="758989"/>
                </a:moveTo>
                <a:cubicBezTo>
                  <a:pt x="48467" y="747628"/>
                  <a:pt x="72772" y="729570"/>
                  <a:pt x="95765" y="712523"/>
                </a:cubicBezTo>
                <a:cubicBezTo>
                  <a:pt x="150448" y="668753"/>
                  <a:pt x="199092" y="618063"/>
                  <a:pt x="246727" y="566885"/>
                </a:cubicBezTo>
                <a:cubicBezTo>
                  <a:pt x="297206" y="509940"/>
                  <a:pt x="342386" y="448775"/>
                  <a:pt x="384516" y="385491"/>
                </a:cubicBezTo>
                <a:cubicBezTo>
                  <a:pt x="422240" y="325490"/>
                  <a:pt x="459610" y="265515"/>
                  <a:pt x="494719" y="203945"/>
                </a:cubicBezTo>
                <a:cubicBezTo>
                  <a:pt x="527212" y="149396"/>
                  <a:pt x="558423" y="94922"/>
                  <a:pt x="578261" y="34066"/>
                </a:cubicBezTo>
                <a:cubicBezTo>
                  <a:pt x="581061" y="24480"/>
                  <a:pt x="583861" y="14894"/>
                  <a:pt x="586660" y="5307"/>
                </a:cubicBezTo>
                <a:cubicBezTo>
                  <a:pt x="589358" y="-3929"/>
                  <a:pt x="602420" y="-113"/>
                  <a:pt x="599722" y="9122"/>
                </a:cubicBezTo>
                <a:cubicBezTo>
                  <a:pt x="596881" y="18844"/>
                  <a:pt x="594039" y="28564"/>
                  <a:pt x="591198" y="38285"/>
                </a:cubicBezTo>
                <a:cubicBezTo>
                  <a:pt x="571192" y="99596"/>
                  <a:pt x="554392" y="162977"/>
                  <a:pt x="525282" y="220432"/>
                </a:cubicBezTo>
                <a:cubicBezTo>
                  <a:pt x="492587" y="284460"/>
                  <a:pt x="456397" y="347505"/>
                  <a:pt x="413811" y="405483"/>
                </a:cubicBezTo>
                <a:cubicBezTo>
                  <a:pt x="369394" y="468979"/>
                  <a:pt x="326410" y="533747"/>
                  <a:pt x="275375" y="592240"/>
                </a:cubicBezTo>
                <a:cubicBezTo>
                  <a:pt x="229433" y="646751"/>
                  <a:pt x="179506" y="697663"/>
                  <a:pt x="133272" y="751917"/>
                </a:cubicBezTo>
                <a:cubicBezTo>
                  <a:pt x="111247" y="778443"/>
                  <a:pt x="90413" y="806155"/>
                  <a:pt x="65177" y="829797"/>
                </a:cubicBezTo>
                <a:cubicBezTo>
                  <a:pt x="22509" y="869772"/>
                  <a:pt x="-31111" y="782408"/>
                  <a:pt x="22467" y="75899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11E8B837-7E9D-5543-5377-AFBA05A4FD92}"/>
              </a:ext>
            </a:extLst>
          </p:cNvPr>
          <p:cNvSpPr/>
          <p:nvPr/>
        </p:nvSpPr>
        <p:spPr>
          <a:xfrm>
            <a:off x="8951989" y="2107506"/>
            <a:ext cx="579866" cy="821256"/>
          </a:xfrm>
          <a:custGeom>
            <a:avLst/>
            <a:gdLst>
              <a:gd name="csX0" fmla="*/ 524157 w 579866"/>
              <a:gd name="csY0" fmla="*/ 242038 h 821256"/>
              <a:gd name="csX1" fmla="*/ 531629 w 579866"/>
              <a:gd name="csY1" fmla="*/ 195381 h 821256"/>
              <a:gd name="csX2" fmla="*/ 536382 w 579866"/>
              <a:gd name="csY2" fmla="*/ 122180 h 821256"/>
              <a:gd name="csX3" fmla="*/ 532125 w 579866"/>
              <a:gd name="csY3" fmla="*/ 62173 h 821256"/>
              <a:gd name="csX4" fmla="*/ 526167 w 579866"/>
              <a:gd name="csY4" fmla="*/ 41098 h 821256"/>
              <a:gd name="csX5" fmla="*/ 524517 w 579866"/>
              <a:gd name="csY5" fmla="*/ 49658 h 821256"/>
              <a:gd name="csX6" fmla="*/ 441930 w 579866"/>
              <a:gd name="csY6" fmla="*/ 153909 h 821256"/>
              <a:gd name="csX7" fmla="*/ 306780 w 579866"/>
              <a:gd name="csY7" fmla="*/ 361716 h 821256"/>
              <a:gd name="csX8" fmla="*/ 153951 w 579866"/>
              <a:gd name="csY8" fmla="*/ 586458 h 821256"/>
              <a:gd name="csX9" fmla="*/ 12962 w 579866"/>
              <a:gd name="csY9" fmla="*/ 817363 h 821256"/>
              <a:gd name="csX10" fmla="*/ 1069 w 579866"/>
              <a:gd name="csY10" fmla="*/ 810752 h 821256"/>
              <a:gd name="csX11" fmla="*/ 142611 w 579866"/>
              <a:gd name="csY11" fmla="*/ 578942 h 821256"/>
              <a:gd name="csX12" fmla="*/ 295468 w 579866"/>
              <a:gd name="csY12" fmla="*/ 354152 h 821256"/>
              <a:gd name="csX13" fmla="*/ 430275 w 579866"/>
              <a:gd name="csY13" fmla="*/ 146888 h 821256"/>
              <a:gd name="csX14" fmla="*/ 500831 w 579866"/>
              <a:gd name="csY14" fmla="*/ 22815 h 821256"/>
              <a:gd name="csX15" fmla="*/ 564862 w 579866"/>
              <a:gd name="csY15" fmla="*/ 10814 h 821256"/>
              <a:gd name="csX16" fmla="*/ 579576 w 579866"/>
              <a:gd name="csY16" fmla="*/ 58900 h 821256"/>
              <a:gd name="csX17" fmla="*/ 578384 w 579866"/>
              <a:gd name="csY17" fmla="*/ 123851 h 821256"/>
              <a:gd name="csX18" fmla="*/ 569886 w 579866"/>
              <a:gd name="csY18" fmla="*/ 201051 h 821256"/>
              <a:gd name="csX19" fmla="*/ 562260 w 579866"/>
              <a:gd name="csY19" fmla="*/ 251638 h 821256"/>
              <a:gd name="csX20" fmla="*/ 524159 w 579866"/>
              <a:gd name="csY20" fmla="*/ 242033 h 8212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79866" h="821256">
                <a:moveTo>
                  <a:pt x="524157" y="242038"/>
                </a:moveTo>
                <a:cubicBezTo>
                  <a:pt x="521088" y="229310"/>
                  <a:pt x="527929" y="210189"/>
                  <a:pt x="531629" y="195381"/>
                </a:cubicBezTo>
                <a:cubicBezTo>
                  <a:pt x="537265" y="171228"/>
                  <a:pt x="537669" y="146765"/>
                  <a:pt x="536382" y="122180"/>
                </a:cubicBezTo>
                <a:cubicBezTo>
                  <a:pt x="537937" y="102022"/>
                  <a:pt x="534379" y="82073"/>
                  <a:pt x="532125" y="62173"/>
                </a:cubicBezTo>
                <a:cubicBezTo>
                  <a:pt x="533053" y="55495"/>
                  <a:pt x="526875" y="43605"/>
                  <a:pt x="526167" y="41098"/>
                </a:cubicBezTo>
                <a:cubicBezTo>
                  <a:pt x="543747" y="52035"/>
                  <a:pt x="526348" y="40158"/>
                  <a:pt x="524517" y="49658"/>
                </a:cubicBezTo>
                <a:cubicBezTo>
                  <a:pt x="488839" y="77027"/>
                  <a:pt x="464821" y="115900"/>
                  <a:pt x="441930" y="153909"/>
                </a:cubicBezTo>
                <a:cubicBezTo>
                  <a:pt x="398793" y="224405"/>
                  <a:pt x="352720" y="293031"/>
                  <a:pt x="306780" y="361716"/>
                </a:cubicBezTo>
                <a:cubicBezTo>
                  <a:pt x="255871" y="436661"/>
                  <a:pt x="204005" y="510934"/>
                  <a:pt x="153951" y="586458"/>
                </a:cubicBezTo>
                <a:cubicBezTo>
                  <a:pt x="103943" y="661567"/>
                  <a:pt x="56796" y="738506"/>
                  <a:pt x="12962" y="817363"/>
                </a:cubicBezTo>
                <a:cubicBezTo>
                  <a:pt x="8287" y="825773"/>
                  <a:pt x="-3606" y="819161"/>
                  <a:pt x="1069" y="810752"/>
                </a:cubicBezTo>
                <a:cubicBezTo>
                  <a:pt x="45083" y="731585"/>
                  <a:pt x="92405" y="654342"/>
                  <a:pt x="142611" y="578942"/>
                </a:cubicBezTo>
                <a:cubicBezTo>
                  <a:pt x="192673" y="503401"/>
                  <a:pt x="244547" y="429104"/>
                  <a:pt x="295468" y="354152"/>
                </a:cubicBezTo>
                <a:cubicBezTo>
                  <a:pt x="341288" y="285649"/>
                  <a:pt x="387244" y="217201"/>
                  <a:pt x="430275" y="146888"/>
                </a:cubicBezTo>
                <a:cubicBezTo>
                  <a:pt x="454863" y="106064"/>
                  <a:pt x="473981" y="62208"/>
                  <a:pt x="500831" y="22815"/>
                </a:cubicBezTo>
                <a:cubicBezTo>
                  <a:pt x="521922" y="866"/>
                  <a:pt x="537780" y="-9265"/>
                  <a:pt x="564862" y="10814"/>
                </a:cubicBezTo>
                <a:cubicBezTo>
                  <a:pt x="573182" y="26251"/>
                  <a:pt x="581546" y="39425"/>
                  <a:pt x="579576" y="58900"/>
                </a:cubicBezTo>
                <a:cubicBezTo>
                  <a:pt x="579397" y="80562"/>
                  <a:pt x="578373" y="102178"/>
                  <a:pt x="578384" y="123851"/>
                </a:cubicBezTo>
                <a:cubicBezTo>
                  <a:pt x="574574" y="149539"/>
                  <a:pt x="571814" y="175166"/>
                  <a:pt x="569886" y="201051"/>
                </a:cubicBezTo>
                <a:cubicBezTo>
                  <a:pt x="568973" y="217778"/>
                  <a:pt x="570379" y="238874"/>
                  <a:pt x="562260" y="251638"/>
                </a:cubicBezTo>
                <a:cubicBezTo>
                  <a:pt x="547348" y="275081"/>
                  <a:pt x="530672" y="269043"/>
                  <a:pt x="524159" y="242033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7B5A3402-B1AE-D217-5F99-7D075594886D}"/>
              </a:ext>
            </a:extLst>
          </p:cNvPr>
          <p:cNvSpPr/>
          <p:nvPr/>
        </p:nvSpPr>
        <p:spPr>
          <a:xfrm>
            <a:off x="9175602" y="1645294"/>
            <a:ext cx="874831" cy="1760874"/>
          </a:xfrm>
          <a:custGeom>
            <a:avLst/>
            <a:gdLst>
              <a:gd name="csX0" fmla="*/ 4222 w 874831"/>
              <a:gd name="csY0" fmla="*/ 1720853 h 1760874"/>
              <a:gd name="csX1" fmla="*/ 76151 w 874831"/>
              <a:gd name="csY1" fmla="*/ 1631727 h 1760874"/>
              <a:gd name="csX2" fmla="*/ 236828 w 874831"/>
              <a:gd name="csY2" fmla="*/ 1419129 h 1760874"/>
              <a:gd name="csX3" fmla="*/ 438234 w 874831"/>
              <a:gd name="csY3" fmla="*/ 1157496 h 1760874"/>
              <a:gd name="csX4" fmla="*/ 629792 w 874831"/>
              <a:gd name="csY4" fmla="*/ 851439 h 1760874"/>
              <a:gd name="csX5" fmla="*/ 725585 w 874831"/>
              <a:gd name="csY5" fmla="*/ 583263 h 1760874"/>
              <a:gd name="csX6" fmla="*/ 781722 w 874831"/>
              <a:gd name="csY6" fmla="*/ 360797 h 1760874"/>
              <a:gd name="csX7" fmla="*/ 801658 w 874831"/>
              <a:gd name="csY7" fmla="*/ 192995 h 1760874"/>
              <a:gd name="csX8" fmla="*/ 790311 w 874831"/>
              <a:gd name="csY8" fmla="*/ 107831 h 1760874"/>
              <a:gd name="csX9" fmla="*/ 769938 w 874831"/>
              <a:gd name="csY9" fmla="*/ 89490 h 1760874"/>
              <a:gd name="csX10" fmla="*/ 750898 w 874831"/>
              <a:gd name="csY10" fmla="*/ 93555 h 1760874"/>
              <a:gd name="csX11" fmla="*/ 597050 w 874831"/>
              <a:gd name="csY11" fmla="*/ 203130 h 1760874"/>
              <a:gd name="csX12" fmla="*/ 537537 w 874831"/>
              <a:gd name="csY12" fmla="*/ 286484 h 1760874"/>
              <a:gd name="csX13" fmla="*/ 526284 w 874831"/>
              <a:gd name="csY13" fmla="*/ 278835 h 1760874"/>
              <a:gd name="csX14" fmla="*/ 586598 w 874831"/>
              <a:gd name="csY14" fmla="*/ 194419 h 1760874"/>
              <a:gd name="csX15" fmla="*/ 712461 w 874831"/>
              <a:gd name="csY15" fmla="*/ 26208 h 1760874"/>
              <a:gd name="csX16" fmla="*/ 828818 w 874831"/>
              <a:gd name="csY16" fmla="*/ 14517 h 1760874"/>
              <a:gd name="csX17" fmla="*/ 874028 w 874831"/>
              <a:gd name="csY17" fmla="*/ 88384 h 1760874"/>
              <a:gd name="csX18" fmla="*/ 864523 w 874831"/>
              <a:gd name="csY18" fmla="*/ 201675 h 1760874"/>
              <a:gd name="csX19" fmla="*/ 819628 w 874831"/>
              <a:gd name="csY19" fmla="*/ 370000 h 1760874"/>
              <a:gd name="csX20" fmla="*/ 759868 w 874831"/>
              <a:gd name="csY20" fmla="*/ 593657 h 1760874"/>
              <a:gd name="csX21" fmla="*/ 645701 w 874831"/>
              <a:gd name="csY21" fmla="*/ 859652 h 1760874"/>
              <a:gd name="csX22" fmla="*/ 467003 w 874831"/>
              <a:gd name="csY22" fmla="*/ 1177149 h 1760874"/>
              <a:gd name="csX23" fmla="*/ 273121 w 874831"/>
              <a:gd name="csY23" fmla="*/ 1446983 h 1760874"/>
              <a:gd name="csX24" fmla="*/ 113682 w 874831"/>
              <a:gd name="csY24" fmla="*/ 1660771 h 1760874"/>
              <a:gd name="csX25" fmla="*/ 42390 w 874831"/>
              <a:gd name="csY25" fmla="*/ 1752400 h 1760874"/>
              <a:gd name="csX26" fmla="*/ 4232 w 874831"/>
              <a:gd name="csY26" fmla="*/ 1720861 h 17608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74831" h="1760874">
                <a:moveTo>
                  <a:pt x="4222" y="1720853"/>
                </a:moveTo>
                <a:cubicBezTo>
                  <a:pt x="20362" y="1684888"/>
                  <a:pt x="49929" y="1659996"/>
                  <a:pt x="76151" y="1631727"/>
                </a:cubicBezTo>
                <a:cubicBezTo>
                  <a:pt x="137340" y="1566796"/>
                  <a:pt x="182336" y="1489423"/>
                  <a:pt x="236828" y="1419129"/>
                </a:cubicBezTo>
                <a:cubicBezTo>
                  <a:pt x="307350" y="1334506"/>
                  <a:pt x="374331" y="1247184"/>
                  <a:pt x="438234" y="1157496"/>
                </a:cubicBezTo>
                <a:cubicBezTo>
                  <a:pt x="505893" y="1058160"/>
                  <a:pt x="577756" y="960071"/>
                  <a:pt x="629792" y="851439"/>
                </a:cubicBezTo>
                <a:cubicBezTo>
                  <a:pt x="671377" y="765523"/>
                  <a:pt x="700822" y="675160"/>
                  <a:pt x="725585" y="583263"/>
                </a:cubicBezTo>
                <a:cubicBezTo>
                  <a:pt x="748035" y="510098"/>
                  <a:pt x="764357" y="435282"/>
                  <a:pt x="781722" y="360797"/>
                </a:cubicBezTo>
                <a:cubicBezTo>
                  <a:pt x="791472" y="305176"/>
                  <a:pt x="799126" y="249402"/>
                  <a:pt x="801658" y="192995"/>
                </a:cubicBezTo>
                <a:cubicBezTo>
                  <a:pt x="806610" y="163105"/>
                  <a:pt x="797698" y="135300"/>
                  <a:pt x="790311" y="107831"/>
                </a:cubicBezTo>
                <a:cubicBezTo>
                  <a:pt x="786310" y="98345"/>
                  <a:pt x="777268" y="95222"/>
                  <a:pt x="769938" y="89490"/>
                </a:cubicBezTo>
                <a:cubicBezTo>
                  <a:pt x="768984" y="86262"/>
                  <a:pt x="756670" y="92323"/>
                  <a:pt x="750898" y="93555"/>
                </a:cubicBezTo>
                <a:cubicBezTo>
                  <a:pt x="686684" y="114925"/>
                  <a:pt x="639894" y="151711"/>
                  <a:pt x="597050" y="203130"/>
                </a:cubicBezTo>
                <a:cubicBezTo>
                  <a:pt x="557022" y="256247"/>
                  <a:pt x="576931" y="228513"/>
                  <a:pt x="537537" y="286484"/>
                </a:cubicBezTo>
                <a:cubicBezTo>
                  <a:pt x="532129" y="294442"/>
                  <a:pt x="520874" y="286791"/>
                  <a:pt x="526284" y="278835"/>
                </a:cubicBezTo>
                <a:cubicBezTo>
                  <a:pt x="566195" y="220142"/>
                  <a:pt x="546018" y="248230"/>
                  <a:pt x="586598" y="194419"/>
                </a:cubicBezTo>
                <a:cubicBezTo>
                  <a:pt x="631894" y="140081"/>
                  <a:pt x="664650" y="77700"/>
                  <a:pt x="712461" y="26208"/>
                </a:cubicBezTo>
                <a:cubicBezTo>
                  <a:pt x="750255" y="-1237"/>
                  <a:pt x="787139" y="-10314"/>
                  <a:pt x="828818" y="14517"/>
                </a:cubicBezTo>
                <a:cubicBezTo>
                  <a:pt x="850478" y="35680"/>
                  <a:pt x="868697" y="57238"/>
                  <a:pt x="874028" y="88384"/>
                </a:cubicBezTo>
                <a:cubicBezTo>
                  <a:pt x="876201" y="127115"/>
                  <a:pt x="874262" y="163757"/>
                  <a:pt x="864523" y="201675"/>
                </a:cubicBezTo>
                <a:cubicBezTo>
                  <a:pt x="851581" y="258309"/>
                  <a:pt x="836845" y="314431"/>
                  <a:pt x="819628" y="370000"/>
                </a:cubicBezTo>
                <a:cubicBezTo>
                  <a:pt x="800734" y="444828"/>
                  <a:pt x="778785" y="518857"/>
                  <a:pt x="759868" y="593657"/>
                </a:cubicBezTo>
                <a:cubicBezTo>
                  <a:pt x="729023" y="685190"/>
                  <a:pt x="691955" y="774746"/>
                  <a:pt x="645701" y="859652"/>
                </a:cubicBezTo>
                <a:cubicBezTo>
                  <a:pt x="586780" y="965799"/>
                  <a:pt x="535297" y="1076222"/>
                  <a:pt x="467003" y="1177149"/>
                </a:cubicBezTo>
                <a:cubicBezTo>
                  <a:pt x="406238" y="1269912"/>
                  <a:pt x="340406" y="1358867"/>
                  <a:pt x="273121" y="1446983"/>
                </a:cubicBezTo>
                <a:cubicBezTo>
                  <a:pt x="219329" y="1517789"/>
                  <a:pt x="159450" y="1584181"/>
                  <a:pt x="113682" y="1660771"/>
                </a:cubicBezTo>
                <a:cubicBezTo>
                  <a:pt x="92459" y="1693801"/>
                  <a:pt x="74607" y="1728425"/>
                  <a:pt x="42390" y="1752400"/>
                </a:cubicBezTo>
                <a:cubicBezTo>
                  <a:pt x="14307" y="1773298"/>
                  <a:pt x="-10099" y="1752797"/>
                  <a:pt x="4232" y="172086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92C3E325-F6A1-034A-00B9-BE48E622412E}"/>
              </a:ext>
            </a:extLst>
          </p:cNvPr>
          <p:cNvSpPr/>
          <p:nvPr/>
        </p:nvSpPr>
        <p:spPr>
          <a:xfrm>
            <a:off x="6556623" y="2684045"/>
            <a:ext cx="1308942" cy="1142169"/>
          </a:xfrm>
          <a:custGeom>
            <a:avLst/>
            <a:gdLst>
              <a:gd name="csX0" fmla="*/ 1265126 w 1308942"/>
              <a:gd name="csY0" fmla="*/ 1140160 h 1142169"/>
              <a:gd name="csX1" fmla="*/ 1170852 w 1308942"/>
              <a:gd name="csY1" fmla="*/ 1111350 h 1142169"/>
              <a:gd name="csX2" fmla="*/ 921421 w 1308942"/>
              <a:gd name="csY2" fmla="*/ 1022181 h 1142169"/>
              <a:gd name="csX3" fmla="*/ 593980 w 1308942"/>
              <a:gd name="csY3" fmla="*/ 864180 h 1142169"/>
              <a:gd name="csX4" fmla="*/ 315193 w 1308942"/>
              <a:gd name="csY4" fmla="*/ 592089 h 1142169"/>
              <a:gd name="csX5" fmla="*/ 130817 w 1308942"/>
              <a:gd name="csY5" fmla="*/ 328761 h 1142169"/>
              <a:gd name="csX6" fmla="*/ 54251 w 1308942"/>
              <a:gd name="csY6" fmla="*/ 160511 h 1142169"/>
              <a:gd name="csX7" fmla="*/ 20673 w 1308942"/>
              <a:gd name="csY7" fmla="*/ 84043 h 1142169"/>
              <a:gd name="csX8" fmla="*/ 1467 w 1308942"/>
              <a:gd name="csY8" fmla="*/ 49166 h 1142169"/>
              <a:gd name="csX9" fmla="*/ 51244 w 1308942"/>
              <a:gd name="csY9" fmla="*/ 62 h 1142169"/>
              <a:gd name="csX10" fmla="*/ 148999 w 1308942"/>
              <a:gd name="csY10" fmla="*/ 42823 h 1142169"/>
              <a:gd name="csX11" fmla="*/ 342661 w 1308942"/>
              <a:gd name="csY11" fmla="*/ 112206 h 1142169"/>
              <a:gd name="csX12" fmla="*/ 604675 w 1308942"/>
              <a:gd name="csY12" fmla="*/ 256615 h 1142169"/>
              <a:gd name="csX13" fmla="*/ 839828 w 1308942"/>
              <a:gd name="csY13" fmla="*/ 431446 h 1142169"/>
              <a:gd name="csX14" fmla="*/ 942412 w 1308942"/>
              <a:gd name="csY14" fmla="*/ 554871 h 1142169"/>
              <a:gd name="csX15" fmla="*/ 932162 w 1308942"/>
              <a:gd name="csY15" fmla="*/ 563820 h 1142169"/>
              <a:gd name="csX16" fmla="*/ 815548 w 1308942"/>
              <a:gd name="csY16" fmla="*/ 458625 h 1142169"/>
              <a:gd name="csX17" fmla="*/ 590786 w 1308942"/>
              <a:gd name="csY17" fmla="*/ 277993 h 1142169"/>
              <a:gd name="csX18" fmla="*/ 333240 w 1308942"/>
              <a:gd name="csY18" fmla="*/ 138824 h 1142169"/>
              <a:gd name="csX19" fmla="*/ 134653 w 1308942"/>
              <a:gd name="csY19" fmla="*/ 84426 h 1142169"/>
              <a:gd name="csX20" fmla="*/ 40533 w 1308942"/>
              <a:gd name="csY20" fmla="*/ 63207 h 1142169"/>
              <a:gd name="csX21" fmla="*/ 65866 w 1308942"/>
              <a:gd name="csY21" fmla="*/ 28037 h 1142169"/>
              <a:gd name="csX22" fmla="*/ 76475 w 1308942"/>
              <a:gd name="csY22" fmla="*/ 62606 h 1142169"/>
              <a:gd name="csX23" fmla="*/ 94131 w 1308942"/>
              <a:gd name="csY23" fmla="*/ 148215 h 1142169"/>
              <a:gd name="csX24" fmla="*/ 151868 w 1308942"/>
              <a:gd name="csY24" fmla="*/ 317322 h 1142169"/>
              <a:gd name="csX25" fmla="*/ 325709 w 1308942"/>
              <a:gd name="csY25" fmla="*/ 583460 h 1142169"/>
              <a:gd name="csX26" fmla="*/ 601449 w 1308942"/>
              <a:gd name="csY26" fmla="*/ 852818 h 1142169"/>
              <a:gd name="csX27" fmla="*/ 925956 w 1308942"/>
              <a:gd name="csY27" fmla="*/ 1007990 h 1142169"/>
              <a:gd name="csX28" fmla="*/ 1181559 w 1308942"/>
              <a:gd name="csY28" fmla="*/ 1053665 h 1142169"/>
              <a:gd name="csX29" fmla="*/ 1266577 w 1308942"/>
              <a:gd name="csY29" fmla="*/ 1056051 h 1142169"/>
              <a:gd name="csX30" fmla="*/ 1265131 w 1308942"/>
              <a:gd name="csY30" fmla="*/ 1140174 h 11421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1308942" h="1142169">
                <a:moveTo>
                  <a:pt x="1265126" y="1140160"/>
                </a:moveTo>
                <a:cubicBezTo>
                  <a:pt x="1233832" y="1130014"/>
                  <a:pt x="1202587" y="1120260"/>
                  <a:pt x="1170852" y="1111350"/>
                </a:cubicBezTo>
                <a:cubicBezTo>
                  <a:pt x="1086076" y="1086242"/>
                  <a:pt x="1003508" y="1054996"/>
                  <a:pt x="921421" y="1022181"/>
                </a:cubicBezTo>
                <a:cubicBezTo>
                  <a:pt x="804749" y="985158"/>
                  <a:pt x="696079" y="931103"/>
                  <a:pt x="593980" y="864180"/>
                </a:cubicBezTo>
                <a:cubicBezTo>
                  <a:pt x="485976" y="789795"/>
                  <a:pt x="397965" y="692701"/>
                  <a:pt x="315193" y="592089"/>
                </a:cubicBezTo>
                <a:cubicBezTo>
                  <a:pt x="247300" y="508917"/>
                  <a:pt x="188082" y="419391"/>
                  <a:pt x="130817" y="328761"/>
                </a:cubicBezTo>
                <a:cubicBezTo>
                  <a:pt x="99187" y="275508"/>
                  <a:pt x="78002" y="217413"/>
                  <a:pt x="54251" y="160511"/>
                </a:cubicBezTo>
                <a:cubicBezTo>
                  <a:pt x="42218" y="135414"/>
                  <a:pt x="31858" y="109542"/>
                  <a:pt x="20673" y="84043"/>
                </a:cubicBezTo>
                <a:cubicBezTo>
                  <a:pt x="14441" y="72156"/>
                  <a:pt x="8220" y="60767"/>
                  <a:pt x="1467" y="49166"/>
                </a:cubicBezTo>
                <a:cubicBezTo>
                  <a:pt x="-6130" y="10725"/>
                  <a:pt x="16573" y="-975"/>
                  <a:pt x="51244" y="62"/>
                </a:cubicBezTo>
                <a:cubicBezTo>
                  <a:pt x="84408" y="13178"/>
                  <a:pt x="115221" y="31332"/>
                  <a:pt x="148999" y="42823"/>
                </a:cubicBezTo>
                <a:cubicBezTo>
                  <a:pt x="211502" y="71122"/>
                  <a:pt x="277529" y="90928"/>
                  <a:pt x="342661" y="112206"/>
                </a:cubicBezTo>
                <a:cubicBezTo>
                  <a:pt x="434740" y="151001"/>
                  <a:pt x="521893" y="200811"/>
                  <a:pt x="604675" y="256615"/>
                </a:cubicBezTo>
                <a:cubicBezTo>
                  <a:pt x="689075" y="306914"/>
                  <a:pt x="766647" y="366162"/>
                  <a:pt x="839828" y="431446"/>
                </a:cubicBezTo>
                <a:cubicBezTo>
                  <a:pt x="875914" y="471155"/>
                  <a:pt x="907023" y="514340"/>
                  <a:pt x="942412" y="554871"/>
                </a:cubicBezTo>
                <a:cubicBezTo>
                  <a:pt x="948741" y="562119"/>
                  <a:pt x="938489" y="571068"/>
                  <a:pt x="932162" y="563820"/>
                </a:cubicBezTo>
                <a:cubicBezTo>
                  <a:pt x="897046" y="523589"/>
                  <a:pt x="858365" y="490489"/>
                  <a:pt x="815548" y="458625"/>
                </a:cubicBezTo>
                <a:cubicBezTo>
                  <a:pt x="743941" y="394503"/>
                  <a:pt x="668444" y="334610"/>
                  <a:pt x="590786" y="277993"/>
                </a:cubicBezTo>
                <a:cubicBezTo>
                  <a:pt x="507985" y="226159"/>
                  <a:pt x="426480" y="170685"/>
                  <a:pt x="333240" y="138824"/>
                </a:cubicBezTo>
                <a:cubicBezTo>
                  <a:pt x="268933" y="114208"/>
                  <a:pt x="201871" y="99062"/>
                  <a:pt x="134653" y="84426"/>
                </a:cubicBezTo>
                <a:cubicBezTo>
                  <a:pt x="104343" y="73835"/>
                  <a:pt x="72652" y="65324"/>
                  <a:pt x="40533" y="63207"/>
                </a:cubicBezTo>
                <a:cubicBezTo>
                  <a:pt x="49762" y="56515"/>
                  <a:pt x="73237" y="50061"/>
                  <a:pt x="65866" y="28037"/>
                </a:cubicBezTo>
                <a:cubicBezTo>
                  <a:pt x="69083" y="37709"/>
                  <a:pt x="71738" y="51980"/>
                  <a:pt x="76475" y="62606"/>
                </a:cubicBezTo>
                <a:cubicBezTo>
                  <a:pt x="84694" y="90555"/>
                  <a:pt x="91870" y="118996"/>
                  <a:pt x="94131" y="148215"/>
                </a:cubicBezTo>
                <a:cubicBezTo>
                  <a:pt x="105983" y="206852"/>
                  <a:pt x="126963" y="262934"/>
                  <a:pt x="151868" y="317322"/>
                </a:cubicBezTo>
                <a:cubicBezTo>
                  <a:pt x="196521" y="414230"/>
                  <a:pt x="258692" y="500726"/>
                  <a:pt x="325709" y="583460"/>
                </a:cubicBezTo>
                <a:cubicBezTo>
                  <a:pt x="407590" y="683025"/>
                  <a:pt x="494616" y="779161"/>
                  <a:pt x="601449" y="852818"/>
                </a:cubicBezTo>
                <a:cubicBezTo>
                  <a:pt x="702347" y="919013"/>
                  <a:pt x="809818" y="973566"/>
                  <a:pt x="925956" y="1007990"/>
                </a:cubicBezTo>
                <a:cubicBezTo>
                  <a:pt x="1009983" y="1028263"/>
                  <a:pt x="1095101" y="1048229"/>
                  <a:pt x="1181559" y="1053665"/>
                </a:cubicBezTo>
                <a:cubicBezTo>
                  <a:pt x="1209576" y="1056277"/>
                  <a:pt x="1238898" y="1061766"/>
                  <a:pt x="1266577" y="1056051"/>
                </a:cubicBezTo>
                <a:cubicBezTo>
                  <a:pt x="1324841" y="1044021"/>
                  <a:pt x="1321724" y="1158521"/>
                  <a:pt x="1265131" y="114017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6" name="任意多边形: 形状 85">
            <a:extLst>
              <a:ext uri="{FF2B5EF4-FFF2-40B4-BE49-F238E27FC236}">
                <a16:creationId xmlns:a16="http://schemas.microsoft.com/office/drawing/2014/main" id="{A4653D4F-FB3D-F9A8-9735-2BC03BE058D2}"/>
              </a:ext>
            </a:extLst>
          </p:cNvPr>
          <p:cNvSpPr/>
          <p:nvPr/>
        </p:nvSpPr>
        <p:spPr>
          <a:xfrm>
            <a:off x="5348579" y="3118732"/>
            <a:ext cx="2427372" cy="727780"/>
          </a:xfrm>
          <a:custGeom>
            <a:avLst/>
            <a:gdLst>
              <a:gd name="csX0" fmla="*/ 2396589 w 2427372"/>
              <a:gd name="csY0" fmla="*/ 700806 h 727780"/>
              <a:gd name="csX1" fmla="*/ 2326783 w 2427372"/>
              <a:gd name="csY1" fmla="*/ 716880 h 727780"/>
              <a:gd name="csX2" fmla="*/ 2150837 w 2427372"/>
              <a:gd name="csY2" fmla="*/ 727777 h 727780"/>
              <a:gd name="csX3" fmla="*/ 1859886 w 2427372"/>
              <a:gd name="csY3" fmla="*/ 726334 h 727780"/>
              <a:gd name="csX4" fmla="*/ 1492059 w 2427372"/>
              <a:gd name="csY4" fmla="*/ 711264 h 727780"/>
              <a:gd name="csX5" fmla="*/ 1087037 w 2427372"/>
              <a:gd name="csY5" fmla="*/ 653473 h 727780"/>
              <a:gd name="csX6" fmla="*/ 693436 w 2427372"/>
              <a:gd name="csY6" fmla="*/ 539620 h 727780"/>
              <a:gd name="csX7" fmla="*/ 381006 w 2427372"/>
              <a:gd name="csY7" fmla="*/ 411195 h 727780"/>
              <a:gd name="csX8" fmla="*/ 183686 w 2427372"/>
              <a:gd name="csY8" fmla="*/ 308925 h 727780"/>
              <a:gd name="csX9" fmla="*/ 80835 w 2427372"/>
              <a:gd name="csY9" fmla="*/ 241513 h 727780"/>
              <a:gd name="csX10" fmla="*/ 24722 w 2427372"/>
              <a:gd name="csY10" fmla="*/ 175288 h 727780"/>
              <a:gd name="csX11" fmla="*/ 3705 w 2427372"/>
              <a:gd name="csY11" fmla="*/ 110366 h 727780"/>
              <a:gd name="csX12" fmla="*/ 238 w 2427372"/>
              <a:gd name="csY12" fmla="*/ 65193 h 727780"/>
              <a:gd name="csX13" fmla="*/ 29131 w 2427372"/>
              <a:gd name="csY13" fmla="*/ 9226 h 727780"/>
              <a:gd name="csX14" fmla="*/ 106439 w 2427372"/>
              <a:gd name="csY14" fmla="*/ 1885 h 727780"/>
              <a:gd name="csX15" fmla="*/ 224882 w 2427372"/>
              <a:gd name="csY15" fmla="*/ 2747 h 727780"/>
              <a:gd name="csX16" fmla="*/ 411801 w 2427372"/>
              <a:gd name="csY16" fmla="*/ 17559 h 727780"/>
              <a:gd name="csX17" fmla="*/ 630952 w 2427372"/>
              <a:gd name="csY17" fmla="*/ 44529 h 727780"/>
              <a:gd name="csX18" fmla="*/ 854342 w 2427372"/>
              <a:gd name="csY18" fmla="*/ 94500 h 727780"/>
              <a:gd name="csX19" fmla="*/ 1087057 w 2427372"/>
              <a:gd name="csY19" fmla="*/ 164794 h 727780"/>
              <a:gd name="csX20" fmla="*/ 1305113 w 2427372"/>
              <a:gd name="csY20" fmla="*/ 250901 h 727780"/>
              <a:gd name="csX21" fmla="*/ 1300168 w 2427372"/>
              <a:gd name="csY21" fmla="*/ 263579 h 727780"/>
              <a:gd name="csX22" fmla="*/ 1075826 w 2427372"/>
              <a:gd name="csY22" fmla="*/ 203703 h 727780"/>
              <a:gd name="csX23" fmla="*/ 842530 w 2427372"/>
              <a:gd name="csY23" fmla="*/ 136073 h 727780"/>
              <a:gd name="csX24" fmla="*/ 624789 w 2427372"/>
              <a:gd name="csY24" fmla="*/ 88266 h 727780"/>
              <a:gd name="csX25" fmla="*/ 407485 w 2427372"/>
              <a:gd name="csY25" fmla="*/ 64906 h 727780"/>
              <a:gd name="csX26" fmla="*/ 226587 w 2427372"/>
              <a:gd name="csY26" fmla="*/ 61377 h 727780"/>
              <a:gd name="csX27" fmla="*/ 113915 w 2427372"/>
              <a:gd name="csY27" fmla="*/ 76854 h 727780"/>
              <a:gd name="csX28" fmla="*/ 90956 w 2427372"/>
              <a:gd name="csY28" fmla="*/ 87106 h 727780"/>
              <a:gd name="csX29" fmla="*/ 101638 w 2427372"/>
              <a:gd name="csY29" fmla="*/ 69944 h 727780"/>
              <a:gd name="csX30" fmla="*/ 104286 w 2427372"/>
              <a:gd name="csY30" fmla="*/ 92126 h 727780"/>
              <a:gd name="csX31" fmla="*/ 113998 w 2427372"/>
              <a:gd name="csY31" fmla="*/ 124290 h 727780"/>
              <a:gd name="csX32" fmla="*/ 145342 w 2427372"/>
              <a:gd name="csY32" fmla="*/ 160144 h 727780"/>
              <a:gd name="csX33" fmla="*/ 235136 w 2427372"/>
              <a:gd name="csY33" fmla="*/ 229503 h 727780"/>
              <a:gd name="csX34" fmla="*/ 413225 w 2427372"/>
              <a:gd name="csY34" fmla="*/ 350347 h 727780"/>
              <a:gd name="csX35" fmla="*/ 707681 w 2427372"/>
              <a:gd name="csY35" fmla="*/ 499442 h 727780"/>
              <a:gd name="csX36" fmla="*/ 1095482 w 2427372"/>
              <a:gd name="csY36" fmla="*/ 611389 h 727780"/>
              <a:gd name="csX37" fmla="*/ 1495056 w 2427372"/>
              <a:gd name="csY37" fmla="*/ 662748 h 727780"/>
              <a:gd name="csX38" fmla="*/ 1858530 w 2427372"/>
              <a:gd name="csY38" fmla="*/ 662734 h 727780"/>
              <a:gd name="csX39" fmla="*/ 2145985 w 2427372"/>
              <a:gd name="csY39" fmla="*/ 643273 h 727780"/>
              <a:gd name="csX40" fmla="*/ 2317540 w 2427372"/>
              <a:gd name="csY40" fmla="*/ 626729 h 727780"/>
              <a:gd name="csX41" fmla="*/ 2387465 w 2427372"/>
              <a:gd name="csY41" fmla="*/ 630032 h 727780"/>
              <a:gd name="csX42" fmla="*/ 2396590 w 2427372"/>
              <a:gd name="csY42" fmla="*/ 700815 h 7277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2427372" h="727780">
                <a:moveTo>
                  <a:pt x="2396589" y="700806"/>
                </a:moveTo>
                <a:cubicBezTo>
                  <a:pt x="2374843" y="710817"/>
                  <a:pt x="2350615" y="714034"/>
                  <a:pt x="2326783" y="716880"/>
                </a:cubicBezTo>
                <a:cubicBezTo>
                  <a:pt x="2268243" y="722268"/>
                  <a:pt x="2209682" y="727285"/>
                  <a:pt x="2150837" y="727777"/>
                </a:cubicBezTo>
                <a:cubicBezTo>
                  <a:pt x="2053863" y="727879"/>
                  <a:pt x="1956879" y="725885"/>
                  <a:pt x="1859886" y="726334"/>
                </a:cubicBezTo>
                <a:cubicBezTo>
                  <a:pt x="1736928" y="728030"/>
                  <a:pt x="1614665" y="718873"/>
                  <a:pt x="1492059" y="711264"/>
                </a:cubicBezTo>
                <a:cubicBezTo>
                  <a:pt x="1355680" y="701483"/>
                  <a:pt x="1220711" y="681898"/>
                  <a:pt x="1087037" y="653473"/>
                </a:cubicBezTo>
                <a:cubicBezTo>
                  <a:pt x="953030" y="625225"/>
                  <a:pt x="822938" y="583451"/>
                  <a:pt x="693436" y="539620"/>
                </a:cubicBezTo>
                <a:cubicBezTo>
                  <a:pt x="586279" y="504231"/>
                  <a:pt x="482914" y="459313"/>
                  <a:pt x="381006" y="411195"/>
                </a:cubicBezTo>
                <a:cubicBezTo>
                  <a:pt x="315254" y="377335"/>
                  <a:pt x="247732" y="346091"/>
                  <a:pt x="183686" y="308925"/>
                </a:cubicBezTo>
                <a:cubicBezTo>
                  <a:pt x="147261" y="290161"/>
                  <a:pt x="113763" y="265782"/>
                  <a:pt x="80835" y="241513"/>
                </a:cubicBezTo>
                <a:cubicBezTo>
                  <a:pt x="56665" y="223490"/>
                  <a:pt x="39371" y="201039"/>
                  <a:pt x="24722" y="175288"/>
                </a:cubicBezTo>
                <a:cubicBezTo>
                  <a:pt x="13550" y="154943"/>
                  <a:pt x="8853" y="132591"/>
                  <a:pt x="3705" y="110366"/>
                </a:cubicBezTo>
                <a:cubicBezTo>
                  <a:pt x="-320" y="95398"/>
                  <a:pt x="-265" y="80457"/>
                  <a:pt x="238" y="65193"/>
                </a:cubicBezTo>
                <a:cubicBezTo>
                  <a:pt x="1171" y="40712"/>
                  <a:pt x="13969" y="26637"/>
                  <a:pt x="29131" y="9226"/>
                </a:cubicBezTo>
                <a:cubicBezTo>
                  <a:pt x="54255" y="-3630"/>
                  <a:pt x="79697" y="156"/>
                  <a:pt x="106439" y="1885"/>
                </a:cubicBezTo>
                <a:cubicBezTo>
                  <a:pt x="145888" y="48"/>
                  <a:pt x="185384" y="2721"/>
                  <a:pt x="224882" y="2747"/>
                </a:cubicBezTo>
                <a:cubicBezTo>
                  <a:pt x="287282" y="7084"/>
                  <a:pt x="349641" y="10273"/>
                  <a:pt x="411801" y="17559"/>
                </a:cubicBezTo>
                <a:cubicBezTo>
                  <a:pt x="484921" y="26017"/>
                  <a:pt x="557848" y="35896"/>
                  <a:pt x="630952" y="44529"/>
                </a:cubicBezTo>
                <a:cubicBezTo>
                  <a:pt x="707254" y="52100"/>
                  <a:pt x="780895" y="73604"/>
                  <a:pt x="854342" y="94500"/>
                </a:cubicBezTo>
                <a:cubicBezTo>
                  <a:pt x="931783" y="118330"/>
                  <a:pt x="1009190" y="142383"/>
                  <a:pt x="1087057" y="164794"/>
                </a:cubicBezTo>
                <a:cubicBezTo>
                  <a:pt x="1162730" y="186242"/>
                  <a:pt x="1232123" y="222445"/>
                  <a:pt x="1305113" y="250901"/>
                </a:cubicBezTo>
                <a:cubicBezTo>
                  <a:pt x="1314077" y="254396"/>
                  <a:pt x="1309132" y="267074"/>
                  <a:pt x="1300168" y="263579"/>
                </a:cubicBezTo>
                <a:cubicBezTo>
                  <a:pt x="1227106" y="235081"/>
                  <a:pt x="1151283" y="224828"/>
                  <a:pt x="1075826" y="203703"/>
                </a:cubicBezTo>
                <a:cubicBezTo>
                  <a:pt x="998004" y="181171"/>
                  <a:pt x="920273" y="158833"/>
                  <a:pt x="842530" y="136073"/>
                </a:cubicBezTo>
                <a:cubicBezTo>
                  <a:pt x="770919" y="115768"/>
                  <a:pt x="698293" y="100153"/>
                  <a:pt x="624789" y="88266"/>
                </a:cubicBezTo>
                <a:cubicBezTo>
                  <a:pt x="552746" y="76459"/>
                  <a:pt x="480304" y="69822"/>
                  <a:pt x="407485" y="64906"/>
                </a:cubicBezTo>
                <a:cubicBezTo>
                  <a:pt x="347213" y="61028"/>
                  <a:pt x="286927" y="55380"/>
                  <a:pt x="226587" y="61377"/>
                </a:cubicBezTo>
                <a:cubicBezTo>
                  <a:pt x="188573" y="63680"/>
                  <a:pt x="151415" y="70672"/>
                  <a:pt x="113915" y="76854"/>
                </a:cubicBezTo>
                <a:cubicBezTo>
                  <a:pt x="110674" y="77827"/>
                  <a:pt x="68898" y="91125"/>
                  <a:pt x="90956" y="87106"/>
                </a:cubicBezTo>
                <a:cubicBezTo>
                  <a:pt x="93280" y="83299"/>
                  <a:pt x="103334" y="72055"/>
                  <a:pt x="101638" y="69944"/>
                </a:cubicBezTo>
                <a:cubicBezTo>
                  <a:pt x="101893" y="72079"/>
                  <a:pt x="104937" y="85595"/>
                  <a:pt x="104286" y="92126"/>
                </a:cubicBezTo>
                <a:cubicBezTo>
                  <a:pt x="106444" y="103309"/>
                  <a:pt x="107571" y="114566"/>
                  <a:pt x="113998" y="124290"/>
                </a:cubicBezTo>
                <a:cubicBezTo>
                  <a:pt x="123478" y="137228"/>
                  <a:pt x="132289" y="150380"/>
                  <a:pt x="145342" y="160144"/>
                </a:cubicBezTo>
                <a:cubicBezTo>
                  <a:pt x="174738" y="183848"/>
                  <a:pt x="205247" y="206311"/>
                  <a:pt x="235136" y="229503"/>
                </a:cubicBezTo>
                <a:cubicBezTo>
                  <a:pt x="293345" y="271649"/>
                  <a:pt x="350608" y="314761"/>
                  <a:pt x="413225" y="350347"/>
                </a:cubicBezTo>
                <a:cubicBezTo>
                  <a:pt x="507980" y="406371"/>
                  <a:pt x="605316" y="458560"/>
                  <a:pt x="707681" y="499442"/>
                </a:cubicBezTo>
                <a:cubicBezTo>
                  <a:pt x="833887" y="546266"/>
                  <a:pt x="963675" y="583910"/>
                  <a:pt x="1095482" y="611389"/>
                </a:cubicBezTo>
                <a:cubicBezTo>
                  <a:pt x="1227460" y="636296"/>
                  <a:pt x="1360925" y="654891"/>
                  <a:pt x="1495056" y="662748"/>
                </a:cubicBezTo>
                <a:cubicBezTo>
                  <a:pt x="1616061" y="670240"/>
                  <a:pt x="1737457" y="668422"/>
                  <a:pt x="1858530" y="662734"/>
                </a:cubicBezTo>
                <a:cubicBezTo>
                  <a:pt x="1954503" y="659108"/>
                  <a:pt x="2050458" y="652915"/>
                  <a:pt x="2145985" y="643273"/>
                </a:cubicBezTo>
                <a:cubicBezTo>
                  <a:pt x="2203154" y="637085"/>
                  <a:pt x="2260418" y="633143"/>
                  <a:pt x="2317540" y="626729"/>
                </a:cubicBezTo>
                <a:cubicBezTo>
                  <a:pt x="2340963" y="624887"/>
                  <a:pt x="2365093" y="622298"/>
                  <a:pt x="2387465" y="630032"/>
                </a:cubicBezTo>
                <a:cubicBezTo>
                  <a:pt x="2435162" y="646520"/>
                  <a:pt x="2442432" y="679713"/>
                  <a:pt x="2396590" y="70081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A419378B-D0BA-221C-F959-85E9A4916260}"/>
              </a:ext>
            </a:extLst>
          </p:cNvPr>
          <p:cNvSpPr/>
          <p:nvPr/>
        </p:nvSpPr>
        <p:spPr>
          <a:xfrm>
            <a:off x="8041257" y="2409368"/>
            <a:ext cx="597236" cy="455778"/>
          </a:xfrm>
          <a:custGeom>
            <a:avLst/>
            <a:gdLst>
              <a:gd name="csX0" fmla="*/ 1758 w 597236"/>
              <a:gd name="csY0" fmla="*/ 422618 h 455778"/>
              <a:gd name="csX1" fmla="*/ 46687 w 597236"/>
              <a:gd name="csY1" fmla="*/ 352986 h 455778"/>
              <a:gd name="csX2" fmla="*/ 144175 w 597236"/>
              <a:gd name="csY2" fmla="*/ 213655 h 455778"/>
              <a:gd name="csX3" fmla="*/ 251170 w 597236"/>
              <a:gd name="csY3" fmla="*/ 73504 h 455778"/>
              <a:gd name="csX4" fmla="*/ 365936 w 597236"/>
              <a:gd name="csY4" fmla="*/ 1891 h 455778"/>
              <a:gd name="csX5" fmla="*/ 491943 w 597236"/>
              <a:gd name="csY5" fmla="*/ 43867 h 455778"/>
              <a:gd name="csX6" fmla="*/ 584530 w 597236"/>
              <a:gd name="csY6" fmla="*/ 162700 h 455778"/>
              <a:gd name="csX7" fmla="*/ 596081 w 597236"/>
              <a:gd name="csY7" fmla="*/ 182426 h 455778"/>
              <a:gd name="csX8" fmla="*/ 584336 w 597236"/>
              <a:gd name="csY8" fmla="*/ 189296 h 455778"/>
              <a:gd name="csX9" fmla="*/ 573195 w 597236"/>
              <a:gd name="csY9" fmla="*/ 170227 h 455778"/>
              <a:gd name="csX10" fmla="*/ 471401 w 597236"/>
              <a:gd name="csY10" fmla="*/ 73434 h 455778"/>
              <a:gd name="csX11" fmla="*/ 373122 w 597236"/>
              <a:gd name="csY11" fmla="*/ 39580 h 455778"/>
              <a:gd name="csX12" fmla="*/ 269881 w 597236"/>
              <a:gd name="csY12" fmla="*/ 91352 h 455778"/>
              <a:gd name="csX13" fmla="*/ 159781 w 597236"/>
              <a:gd name="csY13" fmla="*/ 224274 h 455778"/>
              <a:gd name="csX14" fmla="*/ 73689 w 597236"/>
              <a:gd name="csY14" fmla="*/ 368397 h 455778"/>
              <a:gd name="csX15" fmla="*/ 55008 w 597236"/>
              <a:gd name="csY15" fmla="*/ 432285 h 455778"/>
              <a:gd name="csX16" fmla="*/ 1763 w 597236"/>
              <a:gd name="csY16" fmla="*/ 422604 h 4557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597236" h="455778">
                <a:moveTo>
                  <a:pt x="1758" y="422618"/>
                </a:moveTo>
                <a:cubicBezTo>
                  <a:pt x="11196" y="396198"/>
                  <a:pt x="28323" y="373927"/>
                  <a:pt x="46687" y="352986"/>
                </a:cubicBezTo>
                <a:cubicBezTo>
                  <a:pt x="78632" y="306201"/>
                  <a:pt x="110709" y="259393"/>
                  <a:pt x="144175" y="213655"/>
                </a:cubicBezTo>
                <a:cubicBezTo>
                  <a:pt x="177427" y="165032"/>
                  <a:pt x="212111" y="117633"/>
                  <a:pt x="251170" y="73504"/>
                </a:cubicBezTo>
                <a:cubicBezTo>
                  <a:pt x="282430" y="37556"/>
                  <a:pt x="320141" y="13764"/>
                  <a:pt x="365936" y="1891"/>
                </a:cubicBezTo>
                <a:cubicBezTo>
                  <a:pt x="414329" y="-6626"/>
                  <a:pt x="455165" y="14732"/>
                  <a:pt x="491943" y="43867"/>
                </a:cubicBezTo>
                <a:cubicBezTo>
                  <a:pt x="538043" y="72476"/>
                  <a:pt x="556262" y="120168"/>
                  <a:pt x="584530" y="162700"/>
                </a:cubicBezTo>
                <a:cubicBezTo>
                  <a:pt x="588381" y="169275"/>
                  <a:pt x="592231" y="175851"/>
                  <a:pt x="596081" y="182426"/>
                </a:cubicBezTo>
                <a:cubicBezTo>
                  <a:pt x="600943" y="190729"/>
                  <a:pt x="589190" y="197604"/>
                  <a:pt x="584336" y="189296"/>
                </a:cubicBezTo>
                <a:cubicBezTo>
                  <a:pt x="580622" y="182940"/>
                  <a:pt x="576909" y="176583"/>
                  <a:pt x="573195" y="170227"/>
                </a:cubicBezTo>
                <a:cubicBezTo>
                  <a:pt x="547548" y="131563"/>
                  <a:pt x="505231" y="104864"/>
                  <a:pt x="471401" y="73434"/>
                </a:cubicBezTo>
                <a:cubicBezTo>
                  <a:pt x="440625" y="55256"/>
                  <a:pt x="409875" y="38392"/>
                  <a:pt x="373122" y="39580"/>
                </a:cubicBezTo>
                <a:cubicBezTo>
                  <a:pt x="333585" y="47334"/>
                  <a:pt x="298985" y="61451"/>
                  <a:pt x="269881" y="91352"/>
                </a:cubicBezTo>
                <a:cubicBezTo>
                  <a:pt x="228449" y="131505"/>
                  <a:pt x="191982" y="176391"/>
                  <a:pt x="159781" y="224274"/>
                </a:cubicBezTo>
                <a:cubicBezTo>
                  <a:pt x="129848" y="271600"/>
                  <a:pt x="99370" y="318553"/>
                  <a:pt x="73689" y="368397"/>
                </a:cubicBezTo>
                <a:cubicBezTo>
                  <a:pt x="66959" y="389687"/>
                  <a:pt x="57578" y="410211"/>
                  <a:pt x="55008" y="432285"/>
                </a:cubicBezTo>
                <a:cubicBezTo>
                  <a:pt x="50582" y="470294"/>
                  <a:pt x="-11110" y="458641"/>
                  <a:pt x="1763" y="42260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293C7195-9F6A-7D1B-85A5-F8DAC7391D99}"/>
              </a:ext>
            </a:extLst>
          </p:cNvPr>
          <p:cNvSpPr/>
          <p:nvPr/>
        </p:nvSpPr>
        <p:spPr>
          <a:xfrm>
            <a:off x="7780724" y="2522268"/>
            <a:ext cx="413494" cy="188045"/>
          </a:xfrm>
          <a:custGeom>
            <a:avLst/>
            <a:gdLst>
              <a:gd name="csX0" fmla="*/ 384306 w 413494"/>
              <a:gd name="csY0" fmla="*/ 113217 h 188045"/>
              <a:gd name="csX1" fmla="*/ 359807 w 413494"/>
              <a:gd name="csY1" fmla="*/ 90265 h 188045"/>
              <a:gd name="csX2" fmla="*/ 313230 w 413494"/>
              <a:gd name="csY2" fmla="*/ 53173 h 188045"/>
              <a:gd name="csX3" fmla="*/ 257905 w 413494"/>
              <a:gd name="csY3" fmla="*/ 33596 h 188045"/>
              <a:gd name="csX4" fmla="*/ 192971 w 413494"/>
              <a:gd name="csY4" fmla="*/ 28948 h 188045"/>
              <a:gd name="csX5" fmla="*/ 133282 w 413494"/>
              <a:gd name="csY5" fmla="*/ 41010 h 188045"/>
              <a:gd name="csX6" fmla="*/ 86479 w 413494"/>
              <a:gd name="csY6" fmla="*/ 71342 h 188045"/>
              <a:gd name="csX7" fmla="*/ 45280 w 413494"/>
              <a:gd name="csY7" fmla="*/ 121428 h 188045"/>
              <a:gd name="csX8" fmla="*/ 17260 w 413494"/>
              <a:gd name="csY8" fmla="*/ 174766 h 188045"/>
              <a:gd name="csX9" fmla="*/ 13107 w 413494"/>
              <a:gd name="csY9" fmla="*/ 183165 h 188045"/>
              <a:gd name="csX10" fmla="*/ 241 w 413494"/>
              <a:gd name="csY10" fmla="*/ 178734 h 188045"/>
              <a:gd name="csX11" fmla="*/ 2180 w 413494"/>
              <a:gd name="csY11" fmla="*/ 169445 h 188045"/>
              <a:gd name="csX12" fmla="*/ 23939 w 413494"/>
              <a:gd name="csY12" fmla="*/ 107523 h 188045"/>
              <a:gd name="csX13" fmla="*/ 67051 w 413494"/>
              <a:gd name="csY13" fmla="*/ 50825 h 188045"/>
              <a:gd name="csX14" fmla="*/ 124124 w 413494"/>
              <a:gd name="csY14" fmla="*/ 12006 h 188045"/>
              <a:gd name="csX15" fmla="*/ 192241 w 413494"/>
              <a:gd name="csY15" fmla="*/ 91 h 188045"/>
              <a:gd name="csX16" fmla="*/ 263627 w 413494"/>
              <a:gd name="csY16" fmla="*/ 6427 h 188045"/>
              <a:gd name="csX17" fmla="*/ 327646 w 413494"/>
              <a:gd name="csY17" fmla="*/ 30027 h 188045"/>
              <a:gd name="csX18" fmla="*/ 380035 w 413494"/>
              <a:gd name="csY18" fmla="*/ 66014 h 188045"/>
              <a:gd name="csX19" fmla="*/ 409758 w 413494"/>
              <a:gd name="csY19" fmla="*/ 95001 h 188045"/>
              <a:gd name="csX20" fmla="*/ 384306 w 413494"/>
              <a:gd name="csY20" fmla="*/ 113216 h 1880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13494" h="188045">
                <a:moveTo>
                  <a:pt x="384306" y="113217"/>
                </a:moveTo>
                <a:cubicBezTo>
                  <a:pt x="378567" y="104317"/>
                  <a:pt x="368157" y="97459"/>
                  <a:pt x="359807" y="90265"/>
                </a:cubicBezTo>
                <a:cubicBezTo>
                  <a:pt x="346458" y="75291"/>
                  <a:pt x="329332" y="64733"/>
                  <a:pt x="313230" y="53173"/>
                </a:cubicBezTo>
                <a:cubicBezTo>
                  <a:pt x="296052" y="43320"/>
                  <a:pt x="276936" y="38406"/>
                  <a:pt x="257905" y="33596"/>
                </a:cubicBezTo>
                <a:cubicBezTo>
                  <a:pt x="236391" y="29502"/>
                  <a:pt x="214709" y="29428"/>
                  <a:pt x="192971" y="28948"/>
                </a:cubicBezTo>
                <a:cubicBezTo>
                  <a:pt x="172374" y="29438"/>
                  <a:pt x="152866" y="35440"/>
                  <a:pt x="133282" y="41010"/>
                </a:cubicBezTo>
                <a:cubicBezTo>
                  <a:pt x="115389" y="47370"/>
                  <a:pt x="101337" y="60084"/>
                  <a:pt x="86479" y="71342"/>
                </a:cubicBezTo>
                <a:cubicBezTo>
                  <a:pt x="70283" y="85930"/>
                  <a:pt x="57485" y="103561"/>
                  <a:pt x="45280" y="121428"/>
                </a:cubicBezTo>
                <a:cubicBezTo>
                  <a:pt x="33729" y="138009"/>
                  <a:pt x="26105" y="156620"/>
                  <a:pt x="17260" y="174766"/>
                </a:cubicBezTo>
                <a:cubicBezTo>
                  <a:pt x="15876" y="177566"/>
                  <a:pt x="14491" y="180365"/>
                  <a:pt x="13107" y="183165"/>
                </a:cubicBezTo>
                <a:cubicBezTo>
                  <a:pt x="8842" y="191790"/>
                  <a:pt x="-1725" y="188153"/>
                  <a:pt x="241" y="178734"/>
                </a:cubicBezTo>
                <a:cubicBezTo>
                  <a:pt x="887" y="175638"/>
                  <a:pt x="1534" y="172541"/>
                  <a:pt x="2180" y="169445"/>
                </a:cubicBezTo>
                <a:cubicBezTo>
                  <a:pt x="7369" y="148184"/>
                  <a:pt x="12526" y="126420"/>
                  <a:pt x="23939" y="107523"/>
                </a:cubicBezTo>
                <a:cubicBezTo>
                  <a:pt x="37097" y="87788"/>
                  <a:pt x="50329" y="67974"/>
                  <a:pt x="67051" y="50825"/>
                </a:cubicBezTo>
                <a:cubicBezTo>
                  <a:pt x="84141" y="34398"/>
                  <a:pt x="100394" y="18490"/>
                  <a:pt x="124124" y="12006"/>
                </a:cubicBezTo>
                <a:cubicBezTo>
                  <a:pt x="146377" y="5362"/>
                  <a:pt x="168957" y="1415"/>
                  <a:pt x="192241" y="91"/>
                </a:cubicBezTo>
                <a:cubicBezTo>
                  <a:pt x="216240" y="-359"/>
                  <a:pt x="240177" y="724"/>
                  <a:pt x="263627" y="6427"/>
                </a:cubicBezTo>
                <a:cubicBezTo>
                  <a:pt x="286239" y="11338"/>
                  <a:pt x="308314" y="16453"/>
                  <a:pt x="327646" y="30027"/>
                </a:cubicBezTo>
                <a:cubicBezTo>
                  <a:pt x="345348" y="41762"/>
                  <a:pt x="363110" y="53266"/>
                  <a:pt x="380035" y="66014"/>
                </a:cubicBezTo>
                <a:cubicBezTo>
                  <a:pt x="390642" y="75205"/>
                  <a:pt x="401148" y="83963"/>
                  <a:pt x="409758" y="95001"/>
                </a:cubicBezTo>
                <a:cubicBezTo>
                  <a:pt x="423371" y="112451"/>
                  <a:pt x="396301" y="131816"/>
                  <a:pt x="384306" y="11321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B9845CFF-AFEA-C735-59B4-6356EB480AE9}"/>
              </a:ext>
            </a:extLst>
          </p:cNvPr>
          <p:cNvSpPr/>
          <p:nvPr/>
        </p:nvSpPr>
        <p:spPr>
          <a:xfrm>
            <a:off x="7258212" y="2288766"/>
            <a:ext cx="339604" cy="784079"/>
          </a:xfrm>
          <a:custGeom>
            <a:avLst/>
            <a:gdLst>
              <a:gd name="csX0" fmla="*/ 82335 w 339604"/>
              <a:gd name="csY0" fmla="*/ 758104 h 784079"/>
              <a:gd name="csX1" fmla="*/ 76006 w 339604"/>
              <a:gd name="csY1" fmla="*/ 715059 h 784079"/>
              <a:gd name="csX2" fmla="*/ 49540 w 339604"/>
              <a:gd name="csY2" fmla="*/ 604311 h 784079"/>
              <a:gd name="csX3" fmla="*/ 15999 w 339604"/>
              <a:gd name="csY3" fmla="*/ 450549 h 784079"/>
              <a:gd name="csX4" fmla="*/ 246 w 339604"/>
              <a:gd name="csY4" fmla="*/ 295625 h 784079"/>
              <a:gd name="csX5" fmla="*/ 16546 w 339604"/>
              <a:gd name="csY5" fmla="*/ 156027 h 784079"/>
              <a:gd name="csX6" fmla="*/ 35125 w 339604"/>
              <a:gd name="csY6" fmla="*/ 57252 h 784079"/>
              <a:gd name="csX7" fmla="*/ 74496 w 339604"/>
              <a:gd name="csY7" fmla="*/ 4322 h 784079"/>
              <a:gd name="csX8" fmla="*/ 149396 w 339604"/>
              <a:gd name="csY8" fmla="*/ 26170 h 784079"/>
              <a:gd name="csX9" fmla="*/ 242403 w 339604"/>
              <a:gd name="csY9" fmla="*/ 126182 h 784079"/>
              <a:gd name="csX10" fmla="*/ 338234 w 339604"/>
              <a:gd name="csY10" fmla="*/ 251074 h 784079"/>
              <a:gd name="csX11" fmla="*/ 326869 w 339604"/>
              <a:gd name="csY11" fmla="*/ 258556 h 784079"/>
              <a:gd name="csX12" fmla="*/ 232464 w 339604"/>
              <a:gd name="csY12" fmla="*/ 135474 h 784079"/>
              <a:gd name="csX13" fmla="*/ 135433 w 339604"/>
              <a:gd name="csY13" fmla="*/ 45608 h 784079"/>
              <a:gd name="csX14" fmla="*/ 89835 w 339604"/>
              <a:gd name="csY14" fmla="*/ 33213 h 784079"/>
              <a:gd name="csX15" fmla="*/ 61037 w 339604"/>
              <a:gd name="csY15" fmla="*/ 65986 h 784079"/>
              <a:gd name="csX16" fmla="*/ 31192 w 339604"/>
              <a:gd name="csY16" fmla="*/ 158897 h 784079"/>
              <a:gd name="csX17" fmla="*/ 17672 w 339604"/>
              <a:gd name="csY17" fmla="*/ 295171 h 784079"/>
              <a:gd name="csX18" fmla="*/ 34429 w 339604"/>
              <a:gd name="csY18" fmla="*/ 446866 h 784079"/>
              <a:gd name="csX19" fmla="*/ 73607 w 339604"/>
              <a:gd name="csY19" fmla="*/ 597237 h 784079"/>
              <a:gd name="csX20" fmla="*/ 119964 w 339604"/>
              <a:gd name="csY20" fmla="*/ 698878 h 784079"/>
              <a:gd name="csX21" fmla="*/ 142593 w 339604"/>
              <a:gd name="csY21" fmla="*/ 745810 h 784079"/>
              <a:gd name="csX22" fmla="*/ 82333 w 339604"/>
              <a:gd name="csY22" fmla="*/ 758111 h 7840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339604" h="784079">
                <a:moveTo>
                  <a:pt x="82335" y="758104"/>
                </a:moveTo>
                <a:cubicBezTo>
                  <a:pt x="83250" y="743592"/>
                  <a:pt x="78817" y="729222"/>
                  <a:pt x="76006" y="715059"/>
                </a:cubicBezTo>
                <a:cubicBezTo>
                  <a:pt x="66406" y="678389"/>
                  <a:pt x="58373" y="641335"/>
                  <a:pt x="49540" y="604311"/>
                </a:cubicBezTo>
                <a:cubicBezTo>
                  <a:pt x="40170" y="552704"/>
                  <a:pt x="26280" y="502041"/>
                  <a:pt x="15999" y="450549"/>
                </a:cubicBezTo>
                <a:cubicBezTo>
                  <a:pt x="8590" y="399054"/>
                  <a:pt x="2250" y="347708"/>
                  <a:pt x="246" y="295625"/>
                </a:cubicBezTo>
                <a:cubicBezTo>
                  <a:pt x="-1740" y="248421"/>
                  <a:pt x="8696" y="202224"/>
                  <a:pt x="16546" y="156027"/>
                </a:cubicBezTo>
                <a:cubicBezTo>
                  <a:pt x="22270" y="122952"/>
                  <a:pt x="27219" y="89802"/>
                  <a:pt x="35125" y="57252"/>
                </a:cubicBezTo>
                <a:cubicBezTo>
                  <a:pt x="39836" y="31576"/>
                  <a:pt x="53959" y="17758"/>
                  <a:pt x="74496" y="4322"/>
                </a:cubicBezTo>
                <a:cubicBezTo>
                  <a:pt x="105870" y="-7304"/>
                  <a:pt x="125934" y="6058"/>
                  <a:pt x="149396" y="26170"/>
                </a:cubicBezTo>
                <a:cubicBezTo>
                  <a:pt x="180217" y="59572"/>
                  <a:pt x="211310" y="92912"/>
                  <a:pt x="242403" y="126182"/>
                </a:cubicBezTo>
                <a:cubicBezTo>
                  <a:pt x="279145" y="164019"/>
                  <a:pt x="309329" y="207171"/>
                  <a:pt x="338234" y="251074"/>
                </a:cubicBezTo>
                <a:cubicBezTo>
                  <a:pt x="343525" y="259110"/>
                  <a:pt x="332159" y="266593"/>
                  <a:pt x="326869" y="258556"/>
                </a:cubicBezTo>
                <a:cubicBezTo>
                  <a:pt x="298391" y="215292"/>
                  <a:pt x="268682" y="172748"/>
                  <a:pt x="232464" y="135474"/>
                </a:cubicBezTo>
                <a:cubicBezTo>
                  <a:pt x="202323" y="103218"/>
                  <a:pt x="172454" y="70183"/>
                  <a:pt x="135433" y="45608"/>
                </a:cubicBezTo>
                <a:cubicBezTo>
                  <a:pt x="120003" y="39372"/>
                  <a:pt x="107194" y="30023"/>
                  <a:pt x="89835" y="33213"/>
                </a:cubicBezTo>
                <a:cubicBezTo>
                  <a:pt x="78459" y="43283"/>
                  <a:pt x="66560" y="50188"/>
                  <a:pt x="61037" y="65986"/>
                </a:cubicBezTo>
                <a:cubicBezTo>
                  <a:pt x="49356" y="96438"/>
                  <a:pt x="37862" y="126822"/>
                  <a:pt x="31192" y="158897"/>
                </a:cubicBezTo>
                <a:cubicBezTo>
                  <a:pt x="21242" y="203598"/>
                  <a:pt x="17648" y="249430"/>
                  <a:pt x="17672" y="295171"/>
                </a:cubicBezTo>
                <a:cubicBezTo>
                  <a:pt x="18353" y="345975"/>
                  <a:pt x="21824" y="397555"/>
                  <a:pt x="34429" y="446866"/>
                </a:cubicBezTo>
                <a:cubicBezTo>
                  <a:pt x="44542" y="497576"/>
                  <a:pt x="54418" y="549126"/>
                  <a:pt x="73607" y="597237"/>
                </a:cubicBezTo>
                <a:cubicBezTo>
                  <a:pt x="86138" y="632745"/>
                  <a:pt x="101914" y="666010"/>
                  <a:pt x="119964" y="698878"/>
                </a:cubicBezTo>
                <a:cubicBezTo>
                  <a:pt x="128095" y="714272"/>
                  <a:pt x="135704" y="729820"/>
                  <a:pt x="142593" y="745810"/>
                </a:cubicBezTo>
                <a:cubicBezTo>
                  <a:pt x="159800" y="785750"/>
                  <a:pt x="79597" y="801513"/>
                  <a:pt x="82333" y="7581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191AD745-00CF-3B2F-56A3-57DBA0D8254D}"/>
              </a:ext>
            </a:extLst>
          </p:cNvPr>
          <p:cNvSpPr/>
          <p:nvPr/>
        </p:nvSpPr>
        <p:spPr>
          <a:xfrm>
            <a:off x="6765785" y="2124328"/>
            <a:ext cx="506534" cy="821353"/>
          </a:xfrm>
          <a:custGeom>
            <a:avLst/>
            <a:gdLst>
              <a:gd name="csX0" fmla="*/ 118038 w 506534"/>
              <a:gd name="csY0" fmla="*/ 656795 h 821353"/>
              <a:gd name="csX1" fmla="*/ 104832 w 506534"/>
              <a:gd name="csY1" fmla="*/ 607997 h 821353"/>
              <a:gd name="csX2" fmla="*/ 83271 w 506534"/>
              <a:gd name="csY2" fmla="*/ 502508 h 821353"/>
              <a:gd name="csX3" fmla="*/ 54483 w 506534"/>
              <a:gd name="csY3" fmla="*/ 347212 h 821353"/>
              <a:gd name="csX4" fmla="*/ 27309 w 506534"/>
              <a:gd name="csY4" fmla="*/ 212024 h 821353"/>
              <a:gd name="csX5" fmla="*/ 9556 w 506534"/>
              <a:gd name="csY5" fmla="*/ 104382 h 821353"/>
              <a:gd name="csX6" fmla="*/ 0 w 506534"/>
              <a:gd name="csY6" fmla="*/ 44405 h 821353"/>
              <a:gd name="csX7" fmla="*/ 38868 w 506534"/>
              <a:gd name="csY7" fmla="*/ 0 h 821353"/>
              <a:gd name="csX8" fmla="*/ 89386 w 506534"/>
              <a:gd name="csY8" fmla="*/ 40796 h 821353"/>
              <a:gd name="csX9" fmla="*/ 159853 w 506534"/>
              <a:gd name="csY9" fmla="*/ 124619 h 821353"/>
              <a:gd name="csX10" fmla="*/ 246494 w 506534"/>
              <a:gd name="csY10" fmla="*/ 236852 h 821353"/>
              <a:gd name="csX11" fmla="*/ 332618 w 506534"/>
              <a:gd name="csY11" fmla="*/ 367821 h 821353"/>
              <a:gd name="csX12" fmla="*/ 406109 w 506534"/>
              <a:gd name="csY12" fmla="*/ 490017 h 821353"/>
              <a:gd name="csX13" fmla="*/ 455434 w 506534"/>
              <a:gd name="csY13" fmla="*/ 612004 h 821353"/>
              <a:gd name="csX14" fmla="*/ 491255 w 506534"/>
              <a:gd name="csY14" fmla="*/ 724228 h 821353"/>
              <a:gd name="csX15" fmla="*/ 506339 w 506534"/>
              <a:gd name="csY15" fmla="*/ 812417 h 821353"/>
              <a:gd name="csX16" fmla="*/ 493193 w 506534"/>
              <a:gd name="csY16" fmla="*/ 815927 h 821353"/>
              <a:gd name="csX17" fmla="*/ 461587 w 506534"/>
              <a:gd name="csY17" fmla="*/ 732826 h 821353"/>
              <a:gd name="csX18" fmla="*/ 428315 w 506534"/>
              <a:gd name="csY18" fmla="*/ 621098 h 821353"/>
              <a:gd name="csX19" fmla="*/ 381812 w 506534"/>
              <a:gd name="csY19" fmla="*/ 502359 h 821353"/>
              <a:gd name="csX20" fmla="*/ 314579 w 506534"/>
              <a:gd name="csY20" fmla="*/ 379191 h 821353"/>
              <a:gd name="csX21" fmla="*/ 228427 w 506534"/>
              <a:gd name="csY21" fmla="*/ 249823 h 821353"/>
              <a:gd name="csX22" fmla="*/ 142620 w 506534"/>
              <a:gd name="csY22" fmla="*/ 139523 h 821353"/>
              <a:gd name="csX23" fmla="*/ 65289 w 506534"/>
              <a:gd name="csY23" fmla="*/ 68620 h 821353"/>
              <a:gd name="csX24" fmla="*/ 39332 w 506534"/>
              <a:gd name="csY24" fmla="*/ 55422 h 821353"/>
              <a:gd name="csX25" fmla="*/ 56968 w 506534"/>
              <a:gd name="csY25" fmla="*/ 44293 h 821353"/>
              <a:gd name="csX26" fmla="*/ 55903 w 506534"/>
              <a:gd name="csY26" fmla="*/ 99152 h 821353"/>
              <a:gd name="csX27" fmla="*/ 65652 w 506534"/>
              <a:gd name="csY27" fmla="*/ 205898 h 821353"/>
              <a:gd name="csX28" fmla="*/ 87968 w 506534"/>
              <a:gd name="csY28" fmla="*/ 340506 h 821353"/>
              <a:gd name="csX29" fmla="*/ 122789 w 506534"/>
              <a:gd name="csY29" fmla="*/ 492325 h 821353"/>
              <a:gd name="csX30" fmla="*/ 160523 w 506534"/>
              <a:gd name="csY30" fmla="*/ 589956 h 821353"/>
              <a:gd name="csX31" fmla="*/ 178794 w 506534"/>
              <a:gd name="csY31" fmla="*/ 637142 h 821353"/>
              <a:gd name="csX32" fmla="*/ 118037 w 506534"/>
              <a:gd name="csY32" fmla="*/ 656779 h 8213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506534" h="821353">
                <a:moveTo>
                  <a:pt x="118038" y="656795"/>
                </a:moveTo>
                <a:cubicBezTo>
                  <a:pt x="110864" y="641547"/>
                  <a:pt x="108516" y="624344"/>
                  <a:pt x="104832" y="607997"/>
                </a:cubicBezTo>
                <a:cubicBezTo>
                  <a:pt x="96601" y="572997"/>
                  <a:pt x="88887" y="538083"/>
                  <a:pt x="83271" y="502508"/>
                </a:cubicBezTo>
                <a:cubicBezTo>
                  <a:pt x="75088" y="450500"/>
                  <a:pt x="66219" y="398552"/>
                  <a:pt x="54483" y="347212"/>
                </a:cubicBezTo>
                <a:cubicBezTo>
                  <a:pt x="46022" y="302035"/>
                  <a:pt x="33887" y="257513"/>
                  <a:pt x="27309" y="212024"/>
                </a:cubicBezTo>
                <a:cubicBezTo>
                  <a:pt x="20717" y="176249"/>
                  <a:pt x="14846" y="140374"/>
                  <a:pt x="9556" y="104382"/>
                </a:cubicBezTo>
                <a:cubicBezTo>
                  <a:pt x="5718" y="84368"/>
                  <a:pt x="2284" y="64616"/>
                  <a:pt x="0" y="44405"/>
                </a:cubicBezTo>
                <a:cubicBezTo>
                  <a:pt x="913" y="15327"/>
                  <a:pt x="13860" y="8805"/>
                  <a:pt x="38868" y="0"/>
                </a:cubicBezTo>
                <a:cubicBezTo>
                  <a:pt x="60309" y="7088"/>
                  <a:pt x="74304" y="24866"/>
                  <a:pt x="89386" y="40796"/>
                </a:cubicBezTo>
                <a:cubicBezTo>
                  <a:pt x="114669" y="67205"/>
                  <a:pt x="136900" y="96224"/>
                  <a:pt x="159853" y="124619"/>
                </a:cubicBezTo>
                <a:cubicBezTo>
                  <a:pt x="191740" y="159811"/>
                  <a:pt x="219400" y="197889"/>
                  <a:pt x="246494" y="236852"/>
                </a:cubicBezTo>
                <a:cubicBezTo>
                  <a:pt x="276140" y="279909"/>
                  <a:pt x="304183" y="323984"/>
                  <a:pt x="332618" y="367821"/>
                </a:cubicBezTo>
                <a:cubicBezTo>
                  <a:pt x="360149" y="406837"/>
                  <a:pt x="383022" y="448362"/>
                  <a:pt x="406109" y="490017"/>
                </a:cubicBezTo>
                <a:cubicBezTo>
                  <a:pt x="422370" y="530803"/>
                  <a:pt x="440707" y="570561"/>
                  <a:pt x="455434" y="612004"/>
                </a:cubicBezTo>
                <a:cubicBezTo>
                  <a:pt x="469179" y="648835"/>
                  <a:pt x="479754" y="686674"/>
                  <a:pt x="491255" y="724228"/>
                </a:cubicBezTo>
                <a:cubicBezTo>
                  <a:pt x="496158" y="753681"/>
                  <a:pt x="500581" y="783128"/>
                  <a:pt x="506339" y="812417"/>
                </a:cubicBezTo>
                <a:cubicBezTo>
                  <a:pt x="508196" y="821858"/>
                  <a:pt x="496270" y="825043"/>
                  <a:pt x="493193" y="815927"/>
                </a:cubicBezTo>
                <a:cubicBezTo>
                  <a:pt x="483700" y="787795"/>
                  <a:pt x="473244" y="760198"/>
                  <a:pt x="461587" y="732826"/>
                </a:cubicBezTo>
                <a:cubicBezTo>
                  <a:pt x="451054" y="695425"/>
                  <a:pt x="439285" y="658391"/>
                  <a:pt x="428315" y="621098"/>
                </a:cubicBezTo>
                <a:cubicBezTo>
                  <a:pt x="414948" y="580723"/>
                  <a:pt x="404163" y="538971"/>
                  <a:pt x="381812" y="502359"/>
                </a:cubicBezTo>
                <a:cubicBezTo>
                  <a:pt x="362192" y="459928"/>
                  <a:pt x="338370" y="419392"/>
                  <a:pt x="314579" y="379191"/>
                </a:cubicBezTo>
                <a:cubicBezTo>
                  <a:pt x="287525" y="334998"/>
                  <a:pt x="259185" y="291553"/>
                  <a:pt x="228427" y="249823"/>
                </a:cubicBezTo>
                <a:cubicBezTo>
                  <a:pt x="200641" y="212352"/>
                  <a:pt x="173078" y="174796"/>
                  <a:pt x="142620" y="139523"/>
                </a:cubicBezTo>
                <a:cubicBezTo>
                  <a:pt x="118775" y="113789"/>
                  <a:pt x="94236" y="88705"/>
                  <a:pt x="65289" y="68620"/>
                </a:cubicBezTo>
                <a:cubicBezTo>
                  <a:pt x="60917" y="65735"/>
                  <a:pt x="35549" y="45844"/>
                  <a:pt x="39332" y="55422"/>
                </a:cubicBezTo>
                <a:cubicBezTo>
                  <a:pt x="40795" y="54396"/>
                  <a:pt x="64797" y="39379"/>
                  <a:pt x="56968" y="44293"/>
                </a:cubicBezTo>
                <a:cubicBezTo>
                  <a:pt x="56065" y="62499"/>
                  <a:pt x="54043" y="80867"/>
                  <a:pt x="55903" y="99152"/>
                </a:cubicBezTo>
                <a:cubicBezTo>
                  <a:pt x="58801" y="134801"/>
                  <a:pt x="61093" y="170388"/>
                  <a:pt x="65652" y="205898"/>
                </a:cubicBezTo>
                <a:cubicBezTo>
                  <a:pt x="73478" y="250672"/>
                  <a:pt x="78158" y="296035"/>
                  <a:pt x="87968" y="340506"/>
                </a:cubicBezTo>
                <a:cubicBezTo>
                  <a:pt x="96760" y="391648"/>
                  <a:pt x="106475" y="442995"/>
                  <a:pt x="122789" y="492325"/>
                </a:cubicBezTo>
                <a:cubicBezTo>
                  <a:pt x="134773" y="525101"/>
                  <a:pt x="146531" y="558029"/>
                  <a:pt x="160523" y="589956"/>
                </a:cubicBezTo>
                <a:cubicBezTo>
                  <a:pt x="167065" y="605453"/>
                  <a:pt x="174680" y="620746"/>
                  <a:pt x="178794" y="637142"/>
                </a:cubicBezTo>
                <a:cubicBezTo>
                  <a:pt x="189783" y="680934"/>
                  <a:pt x="137258" y="697633"/>
                  <a:pt x="118037" y="65677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11AA96FC-1370-1297-CE50-7228184EC199}"/>
              </a:ext>
            </a:extLst>
          </p:cNvPr>
          <p:cNvSpPr/>
          <p:nvPr/>
        </p:nvSpPr>
        <p:spPr>
          <a:xfrm>
            <a:off x="6520520" y="1579866"/>
            <a:ext cx="650490" cy="1218693"/>
          </a:xfrm>
          <a:custGeom>
            <a:avLst/>
            <a:gdLst>
              <a:gd name="csX0" fmla="*/ 353492 w 650490"/>
              <a:gd name="csY0" fmla="*/ 1207162 h 1218693"/>
              <a:gd name="csX1" fmla="*/ 323261 w 650490"/>
              <a:gd name="csY1" fmla="*/ 1150140 h 1218693"/>
              <a:gd name="csX2" fmla="*/ 262324 w 650490"/>
              <a:gd name="csY2" fmla="*/ 1022848 h 1218693"/>
              <a:gd name="csX3" fmla="*/ 186828 w 650490"/>
              <a:gd name="csY3" fmla="*/ 878839 h 1218693"/>
              <a:gd name="csX4" fmla="*/ 127261 w 650490"/>
              <a:gd name="csY4" fmla="*/ 718162 h 1218693"/>
              <a:gd name="csX5" fmla="*/ 76715 w 650490"/>
              <a:gd name="csY5" fmla="*/ 570306 h 1218693"/>
              <a:gd name="csX6" fmla="*/ 39107 w 650490"/>
              <a:gd name="csY6" fmla="*/ 444557 h 1218693"/>
              <a:gd name="csX7" fmla="*/ 21693 w 650490"/>
              <a:gd name="csY7" fmla="*/ 332638 h 1218693"/>
              <a:gd name="csX8" fmla="*/ 9781 w 650490"/>
              <a:gd name="csY8" fmla="*/ 252311 h 1218693"/>
              <a:gd name="csX9" fmla="*/ 3281 w 650490"/>
              <a:gd name="csY9" fmla="*/ 185956 h 1218693"/>
              <a:gd name="csX10" fmla="*/ 9 w 650490"/>
              <a:gd name="csY10" fmla="*/ 143002 h 1218693"/>
              <a:gd name="csX11" fmla="*/ 14228 w 650490"/>
              <a:gd name="csY11" fmla="*/ 85319 h 1218693"/>
              <a:gd name="csX12" fmla="*/ 25947 w 650490"/>
              <a:gd name="csY12" fmla="*/ 46743 h 1218693"/>
              <a:gd name="csX13" fmla="*/ 54404 w 650490"/>
              <a:gd name="csY13" fmla="*/ 9775 h 1218693"/>
              <a:gd name="csX14" fmla="*/ 119146 w 650490"/>
              <a:gd name="csY14" fmla="*/ 2702 h 1218693"/>
              <a:gd name="csX15" fmla="*/ 199732 w 650490"/>
              <a:gd name="csY15" fmla="*/ 56346 h 1218693"/>
              <a:gd name="csX16" fmla="*/ 307107 w 650490"/>
              <a:gd name="csY16" fmla="*/ 147635 h 1218693"/>
              <a:gd name="csX17" fmla="*/ 426912 w 650490"/>
              <a:gd name="csY17" fmla="*/ 274718 h 1218693"/>
              <a:gd name="csX18" fmla="*/ 539479 w 650490"/>
              <a:gd name="csY18" fmla="*/ 416431 h 1218693"/>
              <a:gd name="csX19" fmla="*/ 615938 w 650490"/>
              <a:gd name="csY19" fmla="*/ 566231 h 1218693"/>
              <a:gd name="csX20" fmla="*/ 649835 w 650490"/>
              <a:gd name="csY20" fmla="*/ 644085 h 1218693"/>
              <a:gd name="csX21" fmla="*/ 637243 w 650490"/>
              <a:gd name="csY21" fmla="*/ 649242 h 1218693"/>
              <a:gd name="csX22" fmla="*/ 603661 w 650490"/>
              <a:gd name="csY22" fmla="*/ 572099 h 1218693"/>
              <a:gd name="csX23" fmla="*/ 520222 w 650490"/>
              <a:gd name="csY23" fmla="*/ 429834 h 1218693"/>
              <a:gd name="csX24" fmla="*/ 406532 w 650490"/>
              <a:gd name="csY24" fmla="*/ 294007 h 1218693"/>
              <a:gd name="csX25" fmla="*/ 284288 w 650490"/>
              <a:gd name="csY25" fmla="*/ 173316 h 1218693"/>
              <a:gd name="csX26" fmla="*/ 175941 w 650490"/>
              <a:gd name="csY26" fmla="*/ 93054 h 1218693"/>
              <a:gd name="csX27" fmla="*/ 102983 w 650490"/>
              <a:gd name="csY27" fmla="*/ 66600 h 1218693"/>
              <a:gd name="csX28" fmla="*/ 91672 w 650490"/>
              <a:gd name="csY28" fmla="*/ 62542 h 1218693"/>
              <a:gd name="csX29" fmla="*/ 86488 w 650490"/>
              <a:gd name="csY29" fmla="*/ 69444 h 1218693"/>
              <a:gd name="csX30" fmla="*/ 71769 w 650490"/>
              <a:gd name="csY30" fmla="*/ 104821 h 1218693"/>
              <a:gd name="csX31" fmla="*/ 64881 w 650490"/>
              <a:gd name="csY31" fmla="*/ 140691 h 1218693"/>
              <a:gd name="csX32" fmla="*/ 64194 w 650490"/>
              <a:gd name="csY32" fmla="*/ 184694 h 1218693"/>
              <a:gd name="csX33" fmla="*/ 63981 w 650490"/>
              <a:gd name="csY33" fmla="*/ 248314 h 1218693"/>
              <a:gd name="csX34" fmla="*/ 65170 w 650490"/>
              <a:gd name="csY34" fmla="*/ 328528 h 1218693"/>
              <a:gd name="csX35" fmla="*/ 77237 w 650490"/>
              <a:gd name="csY35" fmla="*/ 436742 h 1218693"/>
              <a:gd name="csX36" fmla="*/ 105342 w 650490"/>
              <a:gd name="csY36" fmla="*/ 561443 h 1218693"/>
              <a:gd name="csX37" fmla="*/ 146838 w 650490"/>
              <a:gd name="csY37" fmla="*/ 711957 h 1218693"/>
              <a:gd name="csX38" fmla="*/ 203849 w 650490"/>
              <a:gd name="csY38" fmla="*/ 870682 h 1218693"/>
              <a:gd name="csX39" fmla="*/ 278346 w 650490"/>
              <a:gd name="csY39" fmla="*/ 1014300 h 1218693"/>
              <a:gd name="csX40" fmla="*/ 353637 w 650490"/>
              <a:gd name="csY40" fmla="*/ 1131048 h 1218693"/>
              <a:gd name="csX41" fmla="*/ 393838 w 650490"/>
              <a:gd name="csY41" fmla="*/ 1179406 h 1218693"/>
              <a:gd name="csX42" fmla="*/ 353486 w 650490"/>
              <a:gd name="csY42" fmla="*/ 1207150 h 1218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650490" h="1218693">
                <a:moveTo>
                  <a:pt x="353492" y="1207162"/>
                </a:moveTo>
                <a:cubicBezTo>
                  <a:pt x="340825" y="1190014"/>
                  <a:pt x="332625" y="1169482"/>
                  <a:pt x="323261" y="1150140"/>
                </a:cubicBezTo>
                <a:cubicBezTo>
                  <a:pt x="304177" y="1107087"/>
                  <a:pt x="281625" y="1065893"/>
                  <a:pt x="262324" y="1022848"/>
                </a:cubicBezTo>
                <a:cubicBezTo>
                  <a:pt x="237981" y="974357"/>
                  <a:pt x="209019" y="928378"/>
                  <a:pt x="186828" y="878839"/>
                </a:cubicBezTo>
                <a:cubicBezTo>
                  <a:pt x="162717" y="826904"/>
                  <a:pt x="143820" y="772903"/>
                  <a:pt x="127261" y="718162"/>
                </a:cubicBezTo>
                <a:cubicBezTo>
                  <a:pt x="112620" y="668038"/>
                  <a:pt x="93251" y="619760"/>
                  <a:pt x="76715" y="570306"/>
                </a:cubicBezTo>
                <a:cubicBezTo>
                  <a:pt x="59465" y="529916"/>
                  <a:pt x="50217" y="486851"/>
                  <a:pt x="39107" y="444557"/>
                </a:cubicBezTo>
                <a:cubicBezTo>
                  <a:pt x="31683" y="407485"/>
                  <a:pt x="27617" y="369963"/>
                  <a:pt x="21693" y="332638"/>
                </a:cubicBezTo>
                <a:cubicBezTo>
                  <a:pt x="19262" y="305336"/>
                  <a:pt x="11530" y="279593"/>
                  <a:pt x="9781" y="252311"/>
                </a:cubicBezTo>
                <a:cubicBezTo>
                  <a:pt x="7030" y="230199"/>
                  <a:pt x="5055" y="208187"/>
                  <a:pt x="3281" y="185956"/>
                </a:cubicBezTo>
                <a:cubicBezTo>
                  <a:pt x="831" y="171735"/>
                  <a:pt x="1006" y="157240"/>
                  <a:pt x="9" y="143002"/>
                </a:cubicBezTo>
                <a:cubicBezTo>
                  <a:pt x="-309" y="122732"/>
                  <a:pt x="8099" y="104002"/>
                  <a:pt x="14228" y="85319"/>
                </a:cubicBezTo>
                <a:cubicBezTo>
                  <a:pt x="18234" y="72118"/>
                  <a:pt x="22013" y="59479"/>
                  <a:pt x="25947" y="46743"/>
                </a:cubicBezTo>
                <a:cubicBezTo>
                  <a:pt x="29525" y="29306"/>
                  <a:pt x="42254" y="20989"/>
                  <a:pt x="54404" y="9775"/>
                </a:cubicBezTo>
                <a:cubicBezTo>
                  <a:pt x="74757" y="-3216"/>
                  <a:pt x="96374" y="-622"/>
                  <a:pt x="119146" y="2702"/>
                </a:cubicBezTo>
                <a:cubicBezTo>
                  <a:pt x="149260" y="15403"/>
                  <a:pt x="174302" y="36236"/>
                  <a:pt x="199732" y="56346"/>
                </a:cubicBezTo>
                <a:cubicBezTo>
                  <a:pt x="236996" y="85008"/>
                  <a:pt x="271311" y="117226"/>
                  <a:pt x="307107" y="147635"/>
                </a:cubicBezTo>
                <a:cubicBezTo>
                  <a:pt x="348462" y="188537"/>
                  <a:pt x="388213" y="231254"/>
                  <a:pt x="426912" y="274718"/>
                </a:cubicBezTo>
                <a:cubicBezTo>
                  <a:pt x="467825" y="319081"/>
                  <a:pt x="503185" y="368196"/>
                  <a:pt x="539479" y="416431"/>
                </a:cubicBezTo>
                <a:cubicBezTo>
                  <a:pt x="572265" y="462463"/>
                  <a:pt x="595963" y="513624"/>
                  <a:pt x="615938" y="566231"/>
                </a:cubicBezTo>
                <a:cubicBezTo>
                  <a:pt x="628267" y="591731"/>
                  <a:pt x="639104" y="617888"/>
                  <a:pt x="649835" y="644085"/>
                </a:cubicBezTo>
                <a:cubicBezTo>
                  <a:pt x="653482" y="652989"/>
                  <a:pt x="640889" y="658147"/>
                  <a:pt x="637243" y="649242"/>
                </a:cubicBezTo>
                <a:cubicBezTo>
                  <a:pt x="626613" y="623285"/>
                  <a:pt x="615877" y="597365"/>
                  <a:pt x="603661" y="572099"/>
                </a:cubicBezTo>
                <a:cubicBezTo>
                  <a:pt x="575841" y="524591"/>
                  <a:pt x="550003" y="476183"/>
                  <a:pt x="520222" y="429834"/>
                </a:cubicBezTo>
                <a:cubicBezTo>
                  <a:pt x="487911" y="379366"/>
                  <a:pt x="449285" y="335923"/>
                  <a:pt x="406532" y="294007"/>
                </a:cubicBezTo>
                <a:cubicBezTo>
                  <a:pt x="365893" y="253609"/>
                  <a:pt x="327956" y="210598"/>
                  <a:pt x="284288" y="173316"/>
                </a:cubicBezTo>
                <a:cubicBezTo>
                  <a:pt x="251268" y="142588"/>
                  <a:pt x="214850" y="115918"/>
                  <a:pt x="175941" y="93054"/>
                </a:cubicBezTo>
                <a:cubicBezTo>
                  <a:pt x="152419" y="82172"/>
                  <a:pt x="129064" y="69985"/>
                  <a:pt x="102983" y="66600"/>
                </a:cubicBezTo>
                <a:cubicBezTo>
                  <a:pt x="98261" y="64905"/>
                  <a:pt x="95307" y="61764"/>
                  <a:pt x="91672" y="62542"/>
                </a:cubicBezTo>
                <a:cubicBezTo>
                  <a:pt x="90143" y="64578"/>
                  <a:pt x="87685" y="66584"/>
                  <a:pt x="86488" y="69444"/>
                </a:cubicBezTo>
                <a:cubicBezTo>
                  <a:pt x="81538" y="81083"/>
                  <a:pt x="76196" y="92501"/>
                  <a:pt x="71769" y="104821"/>
                </a:cubicBezTo>
                <a:cubicBezTo>
                  <a:pt x="68110" y="116680"/>
                  <a:pt x="63923" y="127727"/>
                  <a:pt x="64881" y="140691"/>
                </a:cubicBezTo>
                <a:cubicBezTo>
                  <a:pt x="64942" y="155239"/>
                  <a:pt x="66548" y="170106"/>
                  <a:pt x="64194" y="184694"/>
                </a:cubicBezTo>
                <a:cubicBezTo>
                  <a:pt x="63843" y="205963"/>
                  <a:pt x="62942" y="227069"/>
                  <a:pt x="63981" y="248314"/>
                </a:cubicBezTo>
                <a:cubicBezTo>
                  <a:pt x="66382" y="275193"/>
                  <a:pt x="62723" y="301577"/>
                  <a:pt x="65170" y="328528"/>
                </a:cubicBezTo>
                <a:cubicBezTo>
                  <a:pt x="66606" y="364842"/>
                  <a:pt x="70138" y="401069"/>
                  <a:pt x="77237" y="436742"/>
                </a:cubicBezTo>
                <a:cubicBezTo>
                  <a:pt x="85420" y="478596"/>
                  <a:pt x="94769" y="520067"/>
                  <a:pt x="105342" y="561443"/>
                </a:cubicBezTo>
                <a:cubicBezTo>
                  <a:pt x="119612" y="611540"/>
                  <a:pt x="131019" y="662275"/>
                  <a:pt x="146838" y="711957"/>
                </a:cubicBezTo>
                <a:cubicBezTo>
                  <a:pt x="164468" y="765314"/>
                  <a:pt x="178952" y="820037"/>
                  <a:pt x="203849" y="870682"/>
                </a:cubicBezTo>
                <a:cubicBezTo>
                  <a:pt x="228366" y="918763"/>
                  <a:pt x="250947" y="967723"/>
                  <a:pt x="278346" y="1014300"/>
                </a:cubicBezTo>
                <a:cubicBezTo>
                  <a:pt x="302891" y="1053645"/>
                  <a:pt x="324493" y="1094889"/>
                  <a:pt x="353637" y="1131048"/>
                </a:cubicBezTo>
                <a:cubicBezTo>
                  <a:pt x="367097" y="1147173"/>
                  <a:pt x="381501" y="1162846"/>
                  <a:pt x="393838" y="1179406"/>
                </a:cubicBezTo>
                <a:cubicBezTo>
                  <a:pt x="414524" y="1207174"/>
                  <a:pt x="374060" y="1235002"/>
                  <a:pt x="353486" y="120715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C4854A9B-295F-1E63-294A-415D54DA03A8}"/>
              </a:ext>
            </a:extLst>
          </p:cNvPr>
          <p:cNvSpPr/>
          <p:nvPr/>
        </p:nvSpPr>
        <p:spPr>
          <a:xfrm>
            <a:off x="7040072" y="1528850"/>
            <a:ext cx="428039" cy="945419"/>
          </a:xfrm>
          <a:custGeom>
            <a:avLst/>
            <a:gdLst>
              <a:gd name="csX0" fmla="*/ 170172 w 428039"/>
              <a:gd name="csY0" fmla="*/ 932994 h 945419"/>
              <a:gd name="csX1" fmla="*/ 148137 w 428039"/>
              <a:gd name="csY1" fmla="*/ 859669 h 945419"/>
              <a:gd name="csX2" fmla="*/ 103523 w 428039"/>
              <a:gd name="csY2" fmla="*/ 726119 h 945419"/>
              <a:gd name="csX3" fmla="*/ 58870 w 428039"/>
              <a:gd name="csY3" fmla="*/ 564604 h 945419"/>
              <a:gd name="csX4" fmla="*/ 29199 w 428039"/>
              <a:gd name="csY4" fmla="*/ 398545 h 945419"/>
              <a:gd name="csX5" fmla="*/ 10541 w 428039"/>
              <a:gd name="csY5" fmla="*/ 271996 h 945419"/>
              <a:gd name="csX6" fmla="*/ 3433 w 428039"/>
              <a:gd name="csY6" fmla="*/ 167697 h 945419"/>
              <a:gd name="csX7" fmla="*/ 154 w 428039"/>
              <a:gd name="csY7" fmla="*/ 91149 h 945419"/>
              <a:gd name="csX8" fmla="*/ 9067 w 428039"/>
              <a:gd name="csY8" fmla="*/ 35099 h 945419"/>
              <a:gd name="csX9" fmla="*/ 51836 w 428039"/>
              <a:gd name="csY9" fmla="*/ 0 h 945419"/>
              <a:gd name="csX10" fmla="*/ 135865 w 428039"/>
              <a:gd name="csY10" fmla="*/ 39860 h 945419"/>
              <a:gd name="csX11" fmla="*/ 254289 w 428039"/>
              <a:gd name="csY11" fmla="*/ 131254 h 945419"/>
              <a:gd name="csX12" fmla="*/ 364827 w 428039"/>
              <a:gd name="csY12" fmla="*/ 251326 h 945419"/>
              <a:gd name="csX13" fmla="*/ 426583 w 428039"/>
              <a:gd name="csY13" fmla="*/ 335826 h 945419"/>
              <a:gd name="csX14" fmla="*/ 415521 w 428039"/>
              <a:gd name="csY14" fmla="*/ 343749 h 945419"/>
              <a:gd name="csX15" fmla="*/ 354029 w 428039"/>
              <a:gd name="csY15" fmla="*/ 259606 h 945419"/>
              <a:gd name="csX16" fmla="*/ 245682 w 428039"/>
              <a:gd name="csY16" fmla="*/ 141791 h 945419"/>
              <a:gd name="csX17" fmla="*/ 125296 w 428039"/>
              <a:gd name="csY17" fmla="*/ 57868 h 945419"/>
              <a:gd name="csX18" fmla="*/ 55062 w 428039"/>
              <a:gd name="csY18" fmla="*/ 32950 h 945419"/>
              <a:gd name="csX19" fmla="*/ 39851 w 428039"/>
              <a:gd name="csY19" fmla="*/ 44933 h 945419"/>
              <a:gd name="csX20" fmla="*/ 28389 w 428039"/>
              <a:gd name="csY20" fmla="*/ 92995 h 945419"/>
              <a:gd name="csX21" fmla="*/ 22440 w 428039"/>
              <a:gd name="csY21" fmla="*/ 167645 h 945419"/>
              <a:gd name="csX22" fmla="*/ 24745 w 428039"/>
              <a:gd name="csY22" fmla="*/ 270620 h 945419"/>
              <a:gd name="csX23" fmla="*/ 42597 w 428039"/>
              <a:gd name="csY23" fmla="*/ 396130 h 945419"/>
              <a:gd name="csX24" fmla="*/ 72229 w 428039"/>
              <a:gd name="csY24" fmla="*/ 561970 h 945419"/>
              <a:gd name="csX25" fmla="*/ 116735 w 428039"/>
              <a:gd name="csY25" fmla="*/ 720761 h 945419"/>
              <a:gd name="csX26" fmla="*/ 175184 w 428039"/>
              <a:gd name="csY26" fmla="*/ 849711 h 945419"/>
              <a:gd name="csX27" fmla="*/ 205588 w 428039"/>
              <a:gd name="csY27" fmla="*/ 914204 h 945419"/>
              <a:gd name="csX28" fmla="*/ 170180 w 428039"/>
              <a:gd name="csY28" fmla="*/ 932990 h 945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428039" h="945419">
                <a:moveTo>
                  <a:pt x="170172" y="932994"/>
                </a:moveTo>
                <a:cubicBezTo>
                  <a:pt x="159802" y="909512"/>
                  <a:pt x="154500" y="884307"/>
                  <a:pt x="148137" y="859669"/>
                </a:cubicBezTo>
                <a:cubicBezTo>
                  <a:pt x="134447" y="814790"/>
                  <a:pt x="120582" y="769858"/>
                  <a:pt x="103523" y="726119"/>
                </a:cubicBezTo>
                <a:cubicBezTo>
                  <a:pt x="82578" y="674045"/>
                  <a:pt x="69695" y="619516"/>
                  <a:pt x="58870" y="564604"/>
                </a:cubicBezTo>
                <a:cubicBezTo>
                  <a:pt x="49161" y="509220"/>
                  <a:pt x="39184" y="453885"/>
                  <a:pt x="29199" y="398545"/>
                </a:cubicBezTo>
                <a:cubicBezTo>
                  <a:pt x="20947" y="356655"/>
                  <a:pt x="15487" y="314347"/>
                  <a:pt x="10541" y="271996"/>
                </a:cubicBezTo>
                <a:cubicBezTo>
                  <a:pt x="7877" y="237254"/>
                  <a:pt x="5052" y="202515"/>
                  <a:pt x="3433" y="167697"/>
                </a:cubicBezTo>
                <a:cubicBezTo>
                  <a:pt x="809" y="142327"/>
                  <a:pt x="32" y="116626"/>
                  <a:pt x="154" y="91149"/>
                </a:cubicBezTo>
                <a:cubicBezTo>
                  <a:pt x="-1046" y="71864"/>
                  <a:pt x="5021" y="53650"/>
                  <a:pt x="9067" y="35099"/>
                </a:cubicBezTo>
                <a:cubicBezTo>
                  <a:pt x="18329" y="12394"/>
                  <a:pt x="28844" y="4991"/>
                  <a:pt x="51836" y="0"/>
                </a:cubicBezTo>
                <a:cubicBezTo>
                  <a:pt x="83162" y="5057"/>
                  <a:pt x="109752" y="22779"/>
                  <a:pt x="135865" y="39860"/>
                </a:cubicBezTo>
                <a:cubicBezTo>
                  <a:pt x="175119" y="70647"/>
                  <a:pt x="215644" y="99681"/>
                  <a:pt x="254289" y="131254"/>
                </a:cubicBezTo>
                <a:cubicBezTo>
                  <a:pt x="296668" y="165963"/>
                  <a:pt x="331640" y="208064"/>
                  <a:pt x="364827" y="251326"/>
                </a:cubicBezTo>
                <a:cubicBezTo>
                  <a:pt x="386442" y="278860"/>
                  <a:pt x="407283" y="306649"/>
                  <a:pt x="426583" y="335826"/>
                </a:cubicBezTo>
                <a:cubicBezTo>
                  <a:pt x="431891" y="343851"/>
                  <a:pt x="421423" y="351347"/>
                  <a:pt x="415521" y="343749"/>
                </a:cubicBezTo>
                <a:cubicBezTo>
                  <a:pt x="394189" y="316296"/>
                  <a:pt x="374035" y="288065"/>
                  <a:pt x="354029" y="259606"/>
                </a:cubicBezTo>
                <a:cubicBezTo>
                  <a:pt x="321492" y="217171"/>
                  <a:pt x="287240" y="175839"/>
                  <a:pt x="245682" y="141791"/>
                </a:cubicBezTo>
                <a:cubicBezTo>
                  <a:pt x="207852" y="110871"/>
                  <a:pt x="169587" y="79136"/>
                  <a:pt x="125296" y="57868"/>
                </a:cubicBezTo>
                <a:cubicBezTo>
                  <a:pt x="102410" y="47042"/>
                  <a:pt x="81165" y="31872"/>
                  <a:pt x="55062" y="32950"/>
                </a:cubicBezTo>
                <a:cubicBezTo>
                  <a:pt x="50516" y="36531"/>
                  <a:pt x="36977" y="31717"/>
                  <a:pt x="39851" y="44933"/>
                </a:cubicBezTo>
                <a:cubicBezTo>
                  <a:pt x="34540" y="60714"/>
                  <a:pt x="29671" y="76227"/>
                  <a:pt x="28389" y="92995"/>
                </a:cubicBezTo>
                <a:cubicBezTo>
                  <a:pt x="25761" y="117780"/>
                  <a:pt x="24680" y="142770"/>
                  <a:pt x="22440" y="167645"/>
                </a:cubicBezTo>
                <a:cubicBezTo>
                  <a:pt x="21365" y="202088"/>
                  <a:pt x="20005" y="236332"/>
                  <a:pt x="24745" y="270620"/>
                </a:cubicBezTo>
                <a:cubicBezTo>
                  <a:pt x="28951" y="312708"/>
                  <a:pt x="34356" y="354602"/>
                  <a:pt x="42597" y="396130"/>
                </a:cubicBezTo>
                <a:cubicBezTo>
                  <a:pt x="52570" y="451394"/>
                  <a:pt x="62537" y="506658"/>
                  <a:pt x="72229" y="561970"/>
                </a:cubicBezTo>
                <a:cubicBezTo>
                  <a:pt x="82864" y="615970"/>
                  <a:pt x="95071" y="669936"/>
                  <a:pt x="116735" y="720761"/>
                </a:cubicBezTo>
                <a:cubicBezTo>
                  <a:pt x="135040" y="764278"/>
                  <a:pt x="157362" y="805959"/>
                  <a:pt x="175184" y="849711"/>
                </a:cubicBezTo>
                <a:cubicBezTo>
                  <a:pt x="185487" y="871034"/>
                  <a:pt x="196136" y="892494"/>
                  <a:pt x="205588" y="914204"/>
                </a:cubicBezTo>
                <a:cubicBezTo>
                  <a:pt x="216903" y="940190"/>
                  <a:pt x="181631" y="958916"/>
                  <a:pt x="170180" y="93299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DDA7FE14-3848-32F3-E64B-5AB483800215}"/>
              </a:ext>
            </a:extLst>
          </p:cNvPr>
          <p:cNvSpPr/>
          <p:nvPr/>
        </p:nvSpPr>
        <p:spPr>
          <a:xfrm>
            <a:off x="7226569" y="1937158"/>
            <a:ext cx="390314" cy="523933"/>
          </a:xfrm>
          <a:custGeom>
            <a:avLst/>
            <a:gdLst>
              <a:gd name="csX0" fmla="*/ 11203 w 390314"/>
              <a:gd name="csY0" fmla="*/ 507542 h 523933"/>
              <a:gd name="csX1" fmla="*/ 15175 w 390314"/>
              <a:gd name="csY1" fmla="*/ 445932 h 523933"/>
              <a:gd name="csX2" fmla="*/ 13105 w 390314"/>
              <a:gd name="csY2" fmla="*/ 344519 h 523933"/>
              <a:gd name="csX3" fmla="*/ 12179 w 390314"/>
              <a:gd name="csY3" fmla="*/ 239554 h 523933"/>
              <a:gd name="csX4" fmla="*/ 6147 w 390314"/>
              <a:gd name="csY4" fmla="*/ 164232 h 523933"/>
              <a:gd name="csX5" fmla="*/ 1544 w 390314"/>
              <a:gd name="csY5" fmla="*/ 102402 h 523933"/>
              <a:gd name="csX6" fmla="*/ 4718 w 390314"/>
              <a:gd name="csY6" fmla="*/ 50112 h 523933"/>
              <a:gd name="csX7" fmla="*/ 24308 w 390314"/>
              <a:gd name="csY7" fmla="*/ 15136 h 523933"/>
              <a:gd name="csX8" fmla="*/ 69015 w 390314"/>
              <a:gd name="csY8" fmla="*/ 0 h 523933"/>
              <a:gd name="csX9" fmla="*/ 143148 w 390314"/>
              <a:gd name="csY9" fmla="*/ 37746 h 523933"/>
              <a:gd name="csX10" fmla="*/ 218249 w 390314"/>
              <a:gd name="csY10" fmla="*/ 120516 h 523933"/>
              <a:gd name="csX11" fmla="*/ 284592 w 390314"/>
              <a:gd name="csY11" fmla="*/ 240512 h 523933"/>
              <a:gd name="csX12" fmla="*/ 343375 w 390314"/>
              <a:gd name="csY12" fmla="*/ 363356 h 523933"/>
              <a:gd name="csX13" fmla="*/ 385359 w 390314"/>
              <a:gd name="csY13" fmla="*/ 468369 h 523933"/>
              <a:gd name="csX14" fmla="*/ 389887 w 390314"/>
              <a:gd name="csY14" fmla="*/ 482536 h 523933"/>
              <a:gd name="csX15" fmla="*/ 376925 w 390314"/>
              <a:gd name="csY15" fmla="*/ 486677 h 523933"/>
              <a:gd name="csX16" fmla="*/ 372463 w 390314"/>
              <a:gd name="csY16" fmla="*/ 472709 h 523933"/>
              <a:gd name="csX17" fmla="*/ 331036 w 390314"/>
              <a:gd name="csY17" fmla="*/ 369096 h 523933"/>
              <a:gd name="csX18" fmla="*/ 272518 w 390314"/>
              <a:gd name="csY18" fmla="*/ 246795 h 523933"/>
              <a:gd name="csX19" fmla="*/ 207062 w 390314"/>
              <a:gd name="csY19" fmla="*/ 128266 h 523933"/>
              <a:gd name="csX20" fmla="*/ 134043 w 390314"/>
              <a:gd name="csY20" fmla="*/ 51025 h 523933"/>
              <a:gd name="csX21" fmla="*/ 67779 w 390314"/>
              <a:gd name="csY21" fmla="*/ 25145 h 523933"/>
              <a:gd name="csX22" fmla="*/ 44525 w 390314"/>
              <a:gd name="csY22" fmla="*/ 33136 h 523933"/>
              <a:gd name="csX23" fmla="*/ 28642 w 390314"/>
              <a:gd name="csY23" fmla="*/ 55566 h 523933"/>
              <a:gd name="csX24" fmla="*/ 24873 w 390314"/>
              <a:gd name="csY24" fmla="*/ 101384 h 523933"/>
              <a:gd name="csX25" fmla="*/ 28393 w 390314"/>
              <a:gd name="csY25" fmla="*/ 162695 h 523933"/>
              <a:gd name="csX26" fmla="*/ 25785 w 390314"/>
              <a:gd name="csY26" fmla="*/ 239780 h 523933"/>
              <a:gd name="csX27" fmla="*/ 26703 w 390314"/>
              <a:gd name="csY27" fmla="*/ 344002 h 523933"/>
              <a:gd name="csX28" fmla="*/ 34679 w 390314"/>
              <a:gd name="csY28" fmla="*/ 444739 h 523933"/>
              <a:gd name="csX29" fmla="*/ 47039 w 390314"/>
              <a:gd name="csY29" fmla="*/ 503502 h 523933"/>
              <a:gd name="csX30" fmla="*/ 11204 w 390314"/>
              <a:gd name="csY30" fmla="*/ 507556 h 5239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390314" h="523933">
                <a:moveTo>
                  <a:pt x="11203" y="507542"/>
                </a:moveTo>
                <a:cubicBezTo>
                  <a:pt x="15001" y="487313"/>
                  <a:pt x="14823" y="466496"/>
                  <a:pt x="15175" y="445932"/>
                </a:cubicBezTo>
                <a:cubicBezTo>
                  <a:pt x="16649" y="412191"/>
                  <a:pt x="14497" y="378308"/>
                  <a:pt x="13105" y="344519"/>
                </a:cubicBezTo>
                <a:cubicBezTo>
                  <a:pt x="11442" y="309549"/>
                  <a:pt x="11725" y="274548"/>
                  <a:pt x="12179" y="239554"/>
                </a:cubicBezTo>
                <a:cubicBezTo>
                  <a:pt x="13151" y="214105"/>
                  <a:pt x="9924" y="189221"/>
                  <a:pt x="6147" y="164232"/>
                </a:cubicBezTo>
                <a:cubicBezTo>
                  <a:pt x="4127" y="143476"/>
                  <a:pt x="3237" y="122823"/>
                  <a:pt x="1544" y="102402"/>
                </a:cubicBezTo>
                <a:cubicBezTo>
                  <a:pt x="-2146" y="84580"/>
                  <a:pt x="1531" y="67528"/>
                  <a:pt x="4718" y="50112"/>
                </a:cubicBezTo>
                <a:cubicBezTo>
                  <a:pt x="6003" y="35205"/>
                  <a:pt x="16331" y="26367"/>
                  <a:pt x="24308" y="15136"/>
                </a:cubicBezTo>
                <a:cubicBezTo>
                  <a:pt x="37303" y="-1114"/>
                  <a:pt x="51064" y="1607"/>
                  <a:pt x="69015" y="0"/>
                </a:cubicBezTo>
                <a:cubicBezTo>
                  <a:pt x="97661" y="4698"/>
                  <a:pt x="120564" y="20653"/>
                  <a:pt x="143148" y="37746"/>
                </a:cubicBezTo>
                <a:cubicBezTo>
                  <a:pt x="172209" y="61699"/>
                  <a:pt x="196852" y="89657"/>
                  <a:pt x="218249" y="120516"/>
                </a:cubicBezTo>
                <a:cubicBezTo>
                  <a:pt x="242969" y="159013"/>
                  <a:pt x="263523" y="199962"/>
                  <a:pt x="284592" y="240512"/>
                </a:cubicBezTo>
                <a:cubicBezTo>
                  <a:pt x="304942" y="281090"/>
                  <a:pt x="324244" y="322189"/>
                  <a:pt x="343375" y="363356"/>
                </a:cubicBezTo>
                <a:cubicBezTo>
                  <a:pt x="360410" y="397285"/>
                  <a:pt x="372878" y="432720"/>
                  <a:pt x="385359" y="468369"/>
                </a:cubicBezTo>
                <a:cubicBezTo>
                  <a:pt x="386869" y="473091"/>
                  <a:pt x="388378" y="477814"/>
                  <a:pt x="389887" y="482536"/>
                </a:cubicBezTo>
                <a:cubicBezTo>
                  <a:pt x="392815" y="491701"/>
                  <a:pt x="379852" y="495842"/>
                  <a:pt x="376925" y="486677"/>
                </a:cubicBezTo>
                <a:cubicBezTo>
                  <a:pt x="375438" y="482021"/>
                  <a:pt x="373951" y="477365"/>
                  <a:pt x="372463" y="472709"/>
                </a:cubicBezTo>
                <a:cubicBezTo>
                  <a:pt x="360173" y="437584"/>
                  <a:pt x="346257" y="403094"/>
                  <a:pt x="331036" y="369096"/>
                </a:cubicBezTo>
                <a:cubicBezTo>
                  <a:pt x="311990" y="328113"/>
                  <a:pt x="292772" y="287195"/>
                  <a:pt x="272518" y="246795"/>
                </a:cubicBezTo>
                <a:cubicBezTo>
                  <a:pt x="251713" y="206750"/>
                  <a:pt x="231421" y="166313"/>
                  <a:pt x="207062" y="128266"/>
                </a:cubicBezTo>
                <a:cubicBezTo>
                  <a:pt x="186799" y="98937"/>
                  <a:pt x="164087" y="70811"/>
                  <a:pt x="134043" y="51025"/>
                </a:cubicBezTo>
                <a:cubicBezTo>
                  <a:pt x="112959" y="40008"/>
                  <a:pt x="92583" y="26469"/>
                  <a:pt x="67779" y="25145"/>
                </a:cubicBezTo>
                <a:cubicBezTo>
                  <a:pt x="59436" y="27588"/>
                  <a:pt x="50519" y="25283"/>
                  <a:pt x="44525" y="33136"/>
                </a:cubicBezTo>
                <a:cubicBezTo>
                  <a:pt x="39101" y="40629"/>
                  <a:pt x="32430" y="47014"/>
                  <a:pt x="28642" y="55566"/>
                </a:cubicBezTo>
                <a:cubicBezTo>
                  <a:pt x="27104" y="70793"/>
                  <a:pt x="25177" y="86014"/>
                  <a:pt x="24873" y="101384"/>
                </a:cubicBezTo>
                <a:cubicBezTo>
                  <a:pt x="25551" y="121596"/>
                  <a:pt x="26988" y="142111"/>
                  <a:pt x="28393" y="162695"/>
                </a:cubicBezTo>
                <a:cubicBezTo>
                  <a:pt x="27884" y="188373"/>
                  <a:pt x="27064" y="214092"/>
                  <a:pt x="25785" y="239780"/>
                </a:cubicBezTo>
                <a:cubicBezTo>
                  <a:pt x="25333" y="274523"/>
                  <a:pt x="25051" y="309276"/>
                  <a:pt x="26703" y="344002"/>
                </a:cubicBezTo>
                <a:cubicBezTo>
                  <a:pt x="28089" y="377664"/>
                  <a:pt x="28845" y="411542"/>
                  <a:pt x="34679" y="444739"/>
                </a:cubicBezTo>
                <a:cubicBezTo>
                  <a:pt x="37456" y="464521"/>
                  <a:pt x="39335" y="484984"/>
                  <a:pt x="47039" y="503502"/>
                </a:cubicBezTo>
                <a:cubicBezTo>
                  <a:pt x="56833" y="527047"/>
                  <a:pt x="6497" y="532618"/>
                  <a:pt x="11204" y="50755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4" name="任意多边形: 形状 93">
            <a:extLst>
              <a:ext uri="{FF2B5EF4-FFF2-40B4-BE49-F238E27FC236}">
                <a16:creationId xmlns:a16="http://schemas.microsoft.com/office/drawing/2014/main" id="{5F235FD0-5922-E5A5-1D20-EBBC56ECD1C2}"/>
              </a:ext>
            </a:extLst>
          </p:cNvPr>
          <p:cNvSpPr/>
          <p:nvPr/>
        </p:nvSpPr>
        <p:spPr>
          <a:xfrm>
            <a:off x="7437728" y="1726690"/>
            <a:ext cx="398177" cy="363527"/>
          </a:xfrm>
          <a:custGeom>
            <a:avLst/>
            <a:gdLst>
              <a:gd name="csX0" fmla="*/ 355 w 398177"/>
              <a:gd name="csY0" fmla="*/ 342058 h 363527"/>
              <a:gd name="csX1" fmla="*/ 5770 w 398177"/>
              <a:gd name="csY1" fmla="*/ 288820 h 363527"/>
              <a:gd name="csX2" fmla="*/ 18981 w 398177"/>
              <a:gd name="csY2" fmla="*/ 205706 h 363527"/>
              <a:gd name="csX3" fmla="*/ 47233 w 398177"/>
              <a:gd name="csY3" fmla="*/ 115864 h 363527"/>
              <a:gd name="csX4" fmla="*/ 103685 w 398177"/>
              <a:gd name="csY4" fmla="*/ 50588 h 363527"/>
              <a:gd name="csX5" fmla="*/ 169520 w 398177"/>
              <a:gd name="csY5" fmla="*/ 12767 h 363527"/>
              <a:gd name="csX6" fmla="*/ 244972 w 398177"/>
              <a:gd name="csY6" fmla="*/ 668 h 363527"/>
              <a:gd name="csX7" fmla="*/ 331069 w 398177"/>
              <a:gd name="csY7" fmla="*/ 61124 h 363527"/>
              <a:gd name="csX8" fmla="*/ 397613 w 398177"/>
              <a:gd name="csY8" fmla="*/ 180777 h 363527"/>
              <a:gd name="csX9" fmla="*/ 384870 w 398177"/>
              <a:gd name="csY9" fmla="*/ 185550 h 363527"/>
              <a:gd name="csX10" fmla="*/ 315521 w 398177"/>
              <a:gd name="csY10" fmla="*/ 77955 h 363527"/>
              <a:gd name="csX11" fmla="*/ 239081 w 398177"/>
              <a:gd name="csY11" fmla="*/ 33548 h 363527"/>
              <a:gd name="csX12" fmla="*/ 182829 w 398177"/>
              <a:gd name="csY12" fmla="*/ 41947 h 363527"/>
              <a:gd name="csX13" fmla="*/ 121361 w 398177"/>
              <a:gd name="csY13" fmla="*/ 74791 h 363527"/>
              <a:gd name="csX14" fmla="*/ 75082 w 398177"/>
              <a:gd name="csY14" fmla="*/ 128550 h 363527"/>
              <a:gd name="csX15" fmla="*/ 47094 w 398177"/>
              <a:gd name="csY15" fmla="*/ 211705 h 363527"/>
              <a:gd name="csX16" fmla="*/ 39879 w 398177"/>
              <a:gd name="csY16" fmla="*/ 289399 h 363527"/>
              <a:gd name="csX17" fmla="*/ 45951 w 398177"/>
              <a:gd name="csY17" fmla="*/ 337958 h 363527"/>
              <a:gd name="csX18" fmla="*/ 354 w 398177"/>
              <a:gd name="csY18" fmla="*/ 342051 h 3635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98177" h="363527">
                <a:moveTo>
                  <a:pt x="355" y="342058"/>
                </a:moveTo>
                <a:cubicBezTo>
                  <a:pt x="3416" y="324528"/>
                  <a:pt x="4556" y="306578"/>
                  <a:pt x="5770" y="288820"/>
                </a:cubicBezTo>
                <a:cubicBezTo>
                  <a:pt x="5837" y="260450"/>
                  <a:pt x="12247" y="233069"/>
                  <a:pt x="18981" y="205706"/>
                </a:cubicBezTo>
                <a:cubicBezTo>
                  <a:pt x="24880" y="174767"/>
                  <a:pt x="35608" y="145038"/>
                  <a:pt x="47233" y="115864"/>
                </a:cubicBezTo>
                <a:cubicBezTo>
                  <a:pt x="59953" y="88116"/>
                  <a:pt x="80298" y="69019"/>
                  <a:pt x="103685" y="50588"/>
                </a:cubicBezTo>
                <a:cubicBezTo>
                  <a:pt x="123848" y="34874"/>
                  <a:pt x="147074" y="24606"/>
                  <a:pt x="169520" y="12767"/>
                </a:cubicBezTo>
                <a:cubicBezTo>
                  <a:pt x="194106" y="-398"/>
                  <a:pt x="218431" y="-1004"/>
                  <a:pt x="244972" y="668"/>
                </a:cubicBezTo>
                <a:cubicBezTo>
                  <a:pt x="280131" y="11517"/>
                  <a:pt x="304968" y="36892"/>
                  <a:pt x="331069" y="61124"/>
                </a:cubicBezTo>
                <a:cubicBezTo>
                  <a:pt x="365274" y="93281"/>
                  <a:pt x="381488" y="137817"/>
                  <a:pt x="397613" y="180777"/>
                </a:cubicBezTo>
                <a:cubicBezTo>
                  <a:pt x="400993" y="189785"/>
                  <a:pt x="388239" y="194562"/>
                  <a:pt x="384870" y="185550"/>
                </a:cubicBezTo>
                <a:cubicBezTo>
                  <a:pt x="369453" y="144307"/>
                  <a:pt x="347480" y="108763"/>
                  <a:pt x="315521" y="77955"/>
                </a:cubicBezTo>
                <a:cubicBezTo>
                  <a:pt x="292251" y="59265"/>
                  <a:pt x="268993" y="40038"/>
                  <a:pt x="239081" y="33548"/>
                </a:cubicBezTo>
                <a:cubicBezTo>
                  <a:pt x="218582" y="32127"/>
                  <a:pt x="201759" y="30357"/>
                  <a:pt x="182829" y="41947"/>
                </a:cubicBezTo>
                <a:cubicBezTo>
                  <a:pt x="161363" y="51022"/>
                  <a:pt x="140915" y="61982"/>
                  <a:pt x="121361" y="74791"/>
                </a:cubicBezTo>
                <a:cubicBezTo>
                  <a:pt x="102671" y="89957"/>
                  <a:pt x="84990" y="105898"/>
                  <a:pt x="75082" y="128550"/>
                </a:cubicBezTo>
                <a:cubicBezTo>
                  <a:pt x="63204" y="155524"/>
                  <a:pt x="52099" y="182406"/>
                  <a:pt x="47094" y="211705"/>
                </a:cubicBezTo>
                <a:cubicBezTo>
                  <a:pt x="43530" y="237435"/>
                  <a:pt x="39507" y="263322"/>
                  <a:pt x="39879" y="289399"/>
                </a:cubicBezTo>
                <a:cubicBezTo>
                  <a:pt x="40649" y="305602"/>
                  <a:pt x="40450" y="322607"/>
                  <a:pt x="45951" y="337958"/>
                </a:cubicBezTo>
                <a:cubicBezTo>
                  <a:pt x="56871" y="368431"/>
                  <a:pt x="-5215" y="373939"/>
                  <a:pt x="354" y="34205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id="{506411A2-5055-02AD-B56E-505E883170F5}"/>
              </a:ext>
            </a:extLst>
          </p:cNvPr>
          <p:cNvSpPr/>
          <p:nvPr/>
        </p:nvSpPr>
        <p:spPr>
          <a:xfrm>
            <a:off x="7804231" y="1705313"/>
            <a:ext cx="512132" cy="510196"/>
          </a:xfrm>
          <a:custGeom>
            <a:avLst/>
            <a:gdLst>
              <a:gd name="csX0" fmla="*/ 278 w 512132"/>
              <a:gd name="csY0" fmla="*/ 470114 h 510196"/>
              <a:gd name="csX1" fmla="*/ 6456 w 512132"/>
              <a:gd name="csY1" fmla="*/ 423838 h 510196"/>
              <a:gd name="csX2" fmla="*/ 18179 w 512132"/>
              <a:gd name="csY2" fmla="*/ 329405 h 510196"/>
              <a:gd name="csX3" fmla="*/ 43702 w 512132"/>
              <a:gd name="csY3" fmla="*/ 222497 h 510196"/>
              <a:gd name="csX4" fmla="*/ 69520 w 512132"/>
              <a:gd name="csY4" fmla="*/ 132813 h 510196"/>
              <a:gd name="csX5" fmla="*/ 101688 w 512132"/>
              <a:gd name="csY5" fmla="*/ 67240 h 510196"/>
              <a:gd name="csX6" fmla="*/ 144434 w 512132"/>
              <a:gd name="csY6" fmla="*/ 23579 h 510196"/>
              <a:gd name="csX7" fmla="*/ 199834 w 512132"/>
              <a:gd name="csY7" fmla="*/ 45 h 510196"/>
              <a:gd name="csX8" fmla="*/ 278890 w 512132"/>
              <a:gd name="csY8" fmla="*/ 22437 h 510196"/>
              <a:gd name="csX9" fmla="*/ 355415 w 512132"/>
              <a:gd name="csY9" fmla="*/ 107704 h 510196"/>
              <a:gd name="csX10" fmla="*/ 420589 w 512132"/>
              <a:gd name="csY10" fmla="*/ 234006 h 510196"/>
              <a:gd name="csX11" fmla="*/ 478634 w 512132"/>
              <a:gd name="csY11" fmla="*/ 370251 h 510196"/>
              <a:gd name="csX12" fmla="*/ 511732 w 512132"/>
              <a:gd name="csY12" fmla="*/ 500982 h 510196"/>
              <a:gd name="csX13" fmla="*/ 498726 w 512132"/>
              <a:gd name="csY13" fmla="*/ 504984 h 510196"/>
              <a:gd name="csX14" fmla="*/ 448192 w 512132"/>
              <a:gd name="csY14" fmla="*/ 381550 h 510196"/>
              <a:gd name="csX15" fmla="*/ 391172 w 512132"/>
              <a:gd name="csY15" fmla="*/ 248323 h 510196"/>
              <a:gd name="csX16" fmla="*/ 324684 w 512132"/>
              <a:gd name="csY16" fmla="*/ 129166 h 510196"/>
              <a:gd name="csX17" fmla="*/ 257272 w 512132"/>
              <a:gd name="csY17" fmla="*/ 56051 h 510196"/>
              <a:gd name="csX18" fmla="*/ 202238 w 512132"/>
              <a:gd name="csY18" fmla="*/ 30615 h 510196"/>
              <a:gd name="csX19" fmla="*/ 160740 w 512132"/>
              <a:gd name="csY19" fmla="*/ 44552 h 510196"/>
              <a:gd name="csX20" fmla="*/ 122101 w 512132"/>
              <a:gd name="csY20" fmla="*/ 81544 h 510196"/>
              <a:gd name="csX21" fmla="*/ 88257 w 512132"/>
              <a:gd name="csY21" fmla="*/ 140278 h 510196"/>
              <a:gd name="csX22" fmla="*/ 57457 w 512132"/>
              <a:gd name="csY22" fmla="*/ 226009 h 510196"/>
              <a:gd name="csX23" fmla="*/ 33779 w 512132"/>
              <a:gd name="csY23" fmla="*/ 331889 h 510196"/>
              <a:gd name="csX24" fmla="*/ 25553 w 512132"/>
              <a:gd name="csY24" fmla="*/ 425055 h 510196"/>
              <a:gd name="csX25" fmla="*/ 29146 w 512132"/>
              <a:gd name="csY25" fmla="*/ 470097 h 510196"/>
              <a:gd name="csX26" fmla="*/ 276 w 512132"/>
              <a:gd name="csY26" fmla="*/ 470097 h 5101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512132" h="510196">
                <a:moveTo>
                  <a:pt x="278" y="470114"/>
                </a:moveTo>
                <a:cubicBezTo>
                  <a:pt x="3212" y="454713"/>
                  <a:pt x="4042" y="439346"/>
                  <a:pt x="6456" y="423838"/>
                </a:cubicBezTo>
                <a:cubicBezTo>
                  <a:pt x="8999" y="392079"/>
                  <a:pt x="13043" y="360898"/>
                  <a:pt x="18179" y="329405"/>
                </a:cubicBezTo>
                <a:cubicBezTo>
                  <a:pt x="25647" y="293491"/>
                  <a:pt x="34814" y="258073"/>
                  <a:pt x="43702" y="222497"/>
                </a:cubicBezTo>
                <a:cubicBezTo>
                  <a:pt x="49263" y="191763"/>
                  <a:pt x="58830" y="162031"/>
                  <a:pt x="69520" y="132813"/>
                </a:cubicBezTo>
                <a:cubicBezTo>
                  <a:pt x="77279" y="109377"/>
                  <a:pt x="88397" y="87892"/>
                  <a:pt x="101688" y="67240"/>
                </a:cubicBezTo>
                <a:cubicBezTo>
                  <a:pt x="112444" y="49279"/>
                  <a:pt x="128803" y="36587"/>
                  <a:pt x="144434" y="23579"/>
                </a:cubicBezTo>
                <a:cubicBezTo>
                  <a:pt x="160674" y="7703"/>
                  <a:pt x="178127" y="2983"/>
                  <a:pt x="199834" y="45"/>
                </a:cubicBezTo>
                <a:cubicBezTo>
                  <a:pt x="229044" y="-800"/>
                  <a:pt x="253648" y="10349"/>
                  <a:pt x="278890" y="22437"/>
                </a:cubicBezTo>
                <a:cubicBezTo>
                  <a:pt x="309383" y="46102"/>
                  <a:pt x="334284" y="75494"/>
                  <a:pt x="355415" y="107704"/>
                </a:cubicBezTo>
                <a:cubicBezTo>
                  <a:pt x="383343" y="146509"/>
                  <a:pt x="399786" y="191412"/>
                  <a:pt x="420589" y="234006"/>
                </a:cubicBezTo>
                <a:cubicBezTo>
                  <a:pt x="445466" y="276834"/>
                  <a:pt x="462089" y="323756"/>
                  <a:pt x="478634" y="370251"/>
                </a:cubicBezTo>
                <a:cubicBezTo>
                  <a:pt x="492122" y="413328"/>
                  <a:pt x="498465" y="457873"/>
                  <a:pt x="511732" y="500982"/>
                </a:cubicBezTo>
                <a:cubicBezTo>
                  <a:pt x="514562" y="510178"/>
                  <a:pt x="501556" y="514180"/>
                  <a:pt x="498726" y="504984"/>
                </a:cubicBezTo>
                <a:cubicBezTo>
                  <a:pt x="485569" y="462227"/>
                  <a:pt x="465620" y="422678"/>
                  <a:pt x="448192" y="381550"/>
                </a:cubicBezTo>
                <a:cubicBezTo>
                  <a:pt x="430714" y="336400"/>
                  <a:pt x="410644" y="292603"/>
                  <a:pt x="391172" y="248323"/>
                </a:cubicBezTo>
                <a:cubicBezTo>
                  <a:pt x="371325" y="207435"/>
                  <a:pt x="348460" y="167868"/>
                  <a:pt x="324684" y="129166"/>
                </a:cubicBezTo>
                <a:cubicBezTo>
                  <a:pt x="305079" y="102095"/>
                  <a:pt x="285303" y="74955"/>
                  <a:pt x="257272" y="56051"/>
                </a:cubicBezTo>
                <a:cubicBezTo>
                  <a:pt x="240227" y="43636"/>
                  <a:pt x="224191" y="30853"/>
                  <a:pt x="202238" y="30615"/>
                </a:cubicBezTo>
                <a:cubicBezTo>
                  <a:pt x="188161" y="34100"/>
                  <a:pt x="173180" y="35335"/>
                  <a:pt x="160740" y="44552"/>
                </a:cubicBezTo>
                <a:cubicBezTo>
                  <a:pt x="147367" y="56411"/>
                  <a:pt x="133421" y="67345"/>
                  <a:pt x="122101" y="81544"/>
                </a:cubicBezTo>
                <a:cubicBezTo>
                  <a:pt x="109870" y="100481"/>
                  <a:pt x="96458" y="118998"/>
                  <a:pt x="88257" y="140278"/>
                </a:cubicBezTo>
                <a:cubicBezTo>
                  <a:pt x="77093" y="168596"/>
                  <a:pt x="65801" y="196675"/>
                  <a:pt x="57457" y="226009"/>
                </a:cubicBezTo>
                <a:cubicBezTo>
                  <a:pt x="48123" y="260905"/>
                  <a:pt x="37998" y="295923"/>
                  <a:pt x="33779" y="331889"/>
                </a:cubicBezTo>
                <a:cubicBezTo>
                  <a:pt x="29997" y="362821"/>
                  <a:pt x="25702" y="393793"/>
                  <a:pt x="25553" y="425055"/>
                </a:cubicBezTo>
                <a:cubicBezTo>
                  <a:pt x="26534" y="440124"/>
                  <a:pt x="25772" y="455236"/>
                  <a:pt x="29146" y="470097"/>
                </a:cubicBezTo>
                <a:cubicBezTo>
                  <a:pt x="33666" y="490005"/>
                  <a:pt x="-3545" y="490151"/>
                  <a:pt x="276" y="470097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18483721-3291-AC09-234A-48346AFFC893}"/>
              </a:ext>
            </a:extLst>
          </p:cNvPr>
          <p:cNvSpPr/>
          <p:nvPr/>
        </p:nvSpPr>
        <p:spPr>
          <a:xfrm>
            <a:off x="8139587" y="1242906"/>
            <a:ext cx="515969" cy="474344"/>
          </a:xfrm>
          <a:custGeom>
            <a:avLst/>
            <a:gdLst>
              <a:gd name="csX0" fmla="*/ 2583 w 515969"/>
              <a:gd name="csY0" fmla="*/ 333304 h 474344"/>
              <a:gd name="csX1" fmla="*/ 50856 w 515969"/>
              <a:gd name="csY1" fmla="*/ 254502 h 474344"/>
              <a:gd name="csX2" fmla="*/ 126645 w 515969"/>
              <a:gd name="csY2" fmla="*/ 142240 h 474344"/>
              <a:gd name="csX3" fmla="*/ 196572 w 515969"/>
              <a:gd name="csY3" fmla="*/ 54976 h 474344"/>
              <a:gd name="csX4" fmla="*/ 246209 w 515969"/>
              <a:gd name="csY4" fmla="*/ 6598 h 474344"/>
              <a:gd name="csX5" fmla="*/ 300814 w 515969"/>
              <a:gd name="csY5" fmla="*/ 10685 h 474344"/>
              <a:gd name="csX6" fmla="*/ 352304 w 515969"/>
              <a:gd name="csY6" fmla="*/ 61742 h 474344"/>
              <a:gd name="csX7" fmla="*/ 416678 w 515969"/>
              <a:gd name="csY7" fmla="*/ 165726 h 474344"/>
              <a:gd name="csX8" fmla="*/ 471416 w 515969"/>
              <a:gd name="csY8" fmla="*/ 284265 h 474344"/>
              <a:gd name="csX9" fmla="*/ 507700 w 515969"/>
              <a:gd name="csY9" fmla="*/ 391792 h 474344"/>
              <a:gd name="csX10" fmla="*/ 515969 w 515969"/>
              <a:gd name="csY10" fmla="*/ 465935 h 474344"/>
              <a:gd name="csX11" fmla="*/ 502678 w 515969"/>
              <a:gd name="csY11" fmla="*/ 468851 h 474344"/>
              <a:gd name="csX12" fmla="*/ 474360 w 515969"/>
              <a:gd name="csY12" fmla="*/ 401780 h 474344"/>
              <a:gd name="csX13" fmla="*/ 441229 w 515969"/>
              <a:gd name="csY13" fmla="*/ 295386 h 474344"/>
              <a:gd name="csX14" fmla="*/ 392618 w 515969"/>
              <a:gd name="csY14" fmla="*/ 178333 h 474344"/>
              <a:gd name="csX15" fmla="*/ 330580 w 515969"/>
              <a:gd name="csY15" fmla="*/ 79492 h 474344"/>
              <a:gd name="csX16" fmla="*/ 286765 w 515969"/>
              <a:gd name="csY16" fmla="*/ 33444 h 474344"/>
              <a:gd name="csX17" fmla="*/ 257162 w 515969"/>
              <a:gd name="csY17" fmla="*/ 26497 h 474344"/>
              <a:gd name="csX18" fmla="*/ 206906 w 515969"/>
              <a:gd name="csY18" fmla="*/ 64113 h 474344"/>
              <a:gd name="csX19" fmla="*/ 137631 w 515969"/>
              <a:gd name="csY19" fmla="*/ 150272 h 474344"/>
              <a:gd name="csX20" fmla="*/ 62643 w 515969"/>
              <a:gd name="csY20" fmla="*/ 261305 h 474344"/>
              <a:gd name="csX21" fmla="*/ 21961 w 515969"/>
              <a:gd name="csY21" fmla="*/ 345122 h 474344"/>
              <a:gd name="csX22" fmla="*/ 2583 w 515969"/>
              <a:gd name="csY22" fmla="*/ 333311 h 4743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515969" h="474344">
                <a:moveTo>
                  <a:pt x="2583" y="333304"/>
                </a:moveTo>
                <a:cubicBezTo>
                  <a:pt x="23234" y="310326"/>
                  <a:pt x="35473" y="281186"/>
                  <a:pt x="50856" y="254502"/>
                </a:cubicBezTo>
                <a:cubicBezTo>
                  <a:pt x="73843" y="215586"/>
                  <a:pt x="100005" y="178706"/>
                  <a:pt x="126645" y="142240"/>
                </a:cubicBezTo>
                <a:cubicBezTo>
                  <a:pt x="148103" y="111674"/>
                  <a:pt x="172165" y="83180"/>
                  <a:pt x="196572" y="54976"/>
                </a:cubicBezTo>
                <a:cubicBezTo>
                  <a:pt x="210128" y="35433"/>
                  <a:pt x="227812" y="21019"/>
                  <a:pt x="246209" y="6598"/>
                </a:cubicBezTo>
                <a:cubicBezTo>
                  <a:pt x="268298" y="-5973"/>
                  <a:pt x="280070" y="1708"/>
                  <a:pt x="300814" y="10685"/>
                </a:cubicBezTo>
                <a:cubicBezTo>
                  <a:pt x="318537" y="27171"/>
                  <a:pt x="335531" y="44551"/>
                  <a:pt x="352304" y="61742"/>
                </a:cubicBezTo>
                <a:cubicBezTo>
                  <a:pt x="375378" y="95500"/>
                  <a:pt x="398224" y="129116"/>
                  <a:pt x="416678" y="165726"/>
                </a:cubicBezTo>
                <a:cubicBezTo>
                  <a:pt x="436624" y="204603"/>
                  <a:pt x="456578" y="243031"/>
                  <a:pt x="471416" y="284265"/>
                </a:cubicBezTo>
                <a:cubicBezTo>
                  <a:pt x="485621" y="319376"/>
                  <a:pt x="497015" y="355467"/>
                  <a:pt x="507700" y="391792"/>
                </a:cubicBezTo>
                <a:cubicBezTo>
                  <a:pt x="516784" y="415640"/>
                  <a:pt x="515907" y="441441"/>
                  <a:pt x="515969" y="465935"/>
                </a:cubicBezTo>
                <a:cubicBezTo>
                  <a:pt x="515993" y="475557"/>
                  <a:pt x="506991" y="477451"/>
                  <a:pt x="502678" y="468851"/>
                </a:cubicBezTo>
                <a:cubicBezTo>
                  <a:pt x="492112" y="447781"/>
                  <a:pt x="480612" y="425605"/>
                  <a:pt x="474360" y="401780"/>
                </a:cubicBezTo>
                <a:cubicBezTo>
                  <a:pt x="463032" y="366394"/>
                  <a:pt x="452298" y="330830"/>
                  <a:pt x="441229" y="295386"/>
                </a:cubicBezTo>
                <a:cubicBezTo>
                  <a:pt x="426409" y="255876"/>
                  <a:pt x="412167" y="215709"/>
                  <a:pt x="392618" y="178333"/>
                </a:cubicBezTo>
                <a:cubicBezTo>
                  <a:pt x="374037" y="144211"/>
                  <a:pt x="357240" y="108193"/>
                  <a:pt x="330580" y="79492"/>
                </a:cubicBezTo>
                <a:cubicBezTo>
                  <a:pt x="317783" y="62038"/>
                  <a:pt x="306242" y="44210"/>
                  <a:pt x="286765" y="33444"/>
                </a:cubicBezTo>
                <a:cubicBezTo>
                  <a:pt x="276968" y="30335"/>
                  <a:pt x="268646" y="23043"/>
                  <a:pt x="257162" y="26497"/>
                </a:cubicBezTo>
                <a:cubicBezTo>
                  <a:pt x="239123" y="37184"/>
                  <a:pt x="221190" y="47946"/>
                  <a:pt x="206906" y="64113"/>
                </a:cubicBezTo>
                <a:cubicBezTo>
                  <a:pt x="182611" y="91859"/>
                  <a:pt x="158814" y="120018"/>
                  <a:pt x="137631" y="150272"/>
                </a:cubicBezTo>
                <a:cubicBezTo>
                  <a:pt x="111279" y="186340"/>
                  <a:pt x="85392" y="222816"/>
                  <a:pt x="62643" y="261305"/>
                </a:cubicBezTo>
                <a:cubicBezTo>
                  <a:pt x="47115" y="288234"/>
                  <a:pt x="30185" y="314972"/>
                  <a:pt x="21961" y="345122"/>
                </a:cubicBezTo>
                <a:cubicBezTo>
                  <a:pt x="17738" y="360603"/>
                  <a:pt x="-8144" y="345246"/>
                  <a:pt x="2583" y="3333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76831450-982E-8353-4BEF-D5CA86824653}"/>
              </a:ext>
            </a:extLst>
          </p:cNvPr>
          <p:cNvSpPr/>
          <p:nvPr/>
        </p:nvSpPr>
        <p:spPr>
          <a:xfrm>
            <a:off x="8280736" y="1695034"/>
            <a:ext cx="494143" cy="511476"/>
          </a:xfrm>
          <a:custGeom>
            <a:avLst/>
            <a:gdLst>
              <a:gd name="csX0" fmla="*/ 3928 w 494143"/>
              <a:gd name="csY0" fmla="*/ 464868 h 511476"/>
              <a:gd name="csX1" fmla="*/ 35680 w 494143"/>
              <a:gd name="csY1" fmla="*/ 416016 h 511476"/>
              <a:gd name="csX2" fmla="*/ 111251 w 494143"/>
              <a:gd name="csY2" fmla="*/ 313261 h 511476"/>
              <a:gd name="csX3" fmla="*/ 209216 w 494143"/>
              <a:gd name="csY3" fmla="*/ 198256 h 511476"/>
              <a:gd name="csX4" fmla="*/ 298202 w 494143"/>
              <a:gd name="csY4" fmla="*/ 103473 h 511476"/>
              <a:gd name="csX5" fmla="*/ 366717 w 494143"/>
              <a:gd name="csY5" fmla="*/ 38259 h 511476"/>
              <a:gd name="csX6" fmla="*/ 416251 w 494143"/>
              <a:gd name="csY6" fmla="*/ 2006 h 511476"/>
              <a:gd name="csX7" fmla="*/ 463999 w 494143"/>
              <a:gd name="csY7" fmla="*/ 41412 h 511476"/>
              <a:gd name="csX8" fmla="*/ 480382 w 494143"/>
              <a:gd name="csY8" fmla="*/ 126704 h 511476"/>
              <a:gd name="csX9" fmla="*/ 489779 w 494143"/>
              <a:gd name="csY9" fmla="*/ 251815 h 511476"/>
              <a:gd name="csX10" fmla="*/ 494131 w 494143"/>
              <a:gd name="csY10" fmla="*/ 339361 h 511476"/>
              <a:gd name="csX11" fmla="*/ 480541 w 494143"/>
              <a:gd name="csY11" fmla="*/ 340047 h 511476"/>
              <a:gd name="csX12" fmla="*/ 476184 w 494143"/>
              <a:gd name="csY12" fmla="*/ 252414 h 511476"/>
              <a:gd name="csX13" fmla="*/ 466353 w 494143"/>
              <a:gd name="csY13" fmla="*/ 129123 h 511476"/>
              <a:gd name="csX14" fmla="*/ 440172 w 494143"/>
              <a:gd name="csY14" fmla="*/ 52658 h 511476"/>
              <a:gd name="csX15" fmla="*/ 436956 w 494143"/>
              <a:gd name="csY15" fmla="*/ 53206 h 511476"/>
              <a:gd name="csX16" fmla="*/ 399795 w 494143"/>
              <a:gd name="csY16" fmla="*/ 77817 h 511476"/>
              <a:gd name="csX17" fmla="*/ 326402 w 494143"/>
              <a:gd name="csY17" fmla="*/ 134587 h 511476"/>
              <a:gd name="csX18" fmla="*/ 236428 w 494143"/>
              <a:gd name="csY18" fmla="*/ 221729 h 511476"/>
              <a:gd name="csX19" fmla="*/ 144723 w 494143"/>
              <a:gd name="csY19" fmla="*/ 338553 h 511476"/>
              <a:gd name="csX20" fmla="*/ 84068 w 494143"/>
              <a:gd name="csY20" fmla="*/ 443918 h 511476"/>
              <a:gd name="csX21" fmla="*/ 60570 w 494143"/>
              <a:gd name="csY21" fmla="*/ 492916 h 511476"/>
              <a:gd name="csX22" fmla="*/ 3931 w 494143"/>
              <a:gd name="csY22" fmla="*/ 464872 h 5114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494143" h="511476">
                <a:moveTo>
                  <a:pt x="3928" y="464868"/>
                </a:moveTo>
                <a:cubicBezTo>
                  <a:pt x="11979" y="447096"/>
                  <a:pt x="24967" y="432295"/>
                  <a:pt x="35680" y="416016"/>
                </a:cubicBezTo>
                <a:cubicBezTo>
                  <a:pt x="58904" y="380319"/>
                  <a:pt x="85986" y="347505"/>
                  <a:pt x="111251" y="313261"/>
                </a:cubicBezTo>
                <a:cubicBezTo>
                  <a:pt x="141779" y="273095"/>
                  <a:pt x="177053" y="237033"/>
                  <a:pt x="209216" y="198256"/>
                </a:cubicBezTo>
                <a:cubicBezTo>
                  <a:pt x="236795" y="164700"/>
                  <a:pt x="266967" y="133584"/>
                  <a:pt x="298202" y="103473"/>
                </a:cubicBezTo>
                <a:cubicBezTo>
                  <a:pt x="320661" y="81309"/>
                  <a:pt x="343689" y="59845"/>
                  <a:pt x="366717" y="38259"/>
                </a:cubicBezTo>
                <a:cubicBezTo>
                  <a:pt x="380931" y="23044"/>
                  <a:pt x="398987" y="12783"/>
                  <a:pt x="416251" y="2006"/>
                </a:cubicBezTo>
                <a:cubicBezTo>
                  <a:pt x="448990" y="-6468"/>
                  <a:pt x="459178" y="12902"/>
                  <a:pt x="463999" y="41412"/>
                </a:cubicBezTo>
                <a:cubicBezTo>
                  <a:pt x="473341" y="69044"/>
                  <a:pt x="477209" y="97597"/>
                  <a:pt x="480382" y="126704"/>
                </a:cubicBezTo>
                <a:cubicBezTo>
                  <a:pt x="485918" y="168198"/>
                  <a:pt x="487936" y="210029"/>
                  <a:pt x="489779" y="251815"/>
                </a:cubicBezTo>
                <a:cubicBezTo>
                  <a:pt x="490912" y="281012"/>
                  <a:pt x="492658" y="310180"/>
                  <a:pt x="494131" y="339361"/>
                </a:cubicBezTo>
                <a:cubicBezTo>
                  <a:pt x="494616" y="348971"/>
                  <a:pt x="481027" y="349657"/>
                  <a:pt x="480541" y="340047"/>
                </a:cubicBezTo>
                <a:cubicBezTo>
                  <a:pt x="479067" y="310837"/>
                  <a:pt x="477319" y="281640"/>
                  <a:pt x="476184" y="252414"/>
                </a:cubicBezTo>
                <a:cubicBezTo>
                  <a:pt x="474369" y="211239"/>
                  <a:pt x="472866" y="169874"/>
                  <a:pt x="466353" y="129123"/>
                </a:cubicBezTo>
                <a:cubicBezTo>
                  <a:pt x="459215" y="103389"/>
                  <a:pt x="453408" y="75548"/>
                  <a:pt x="440172" y="52658"/>
                </a:cubicBezTo>
                <a:cubicBezTo>
                  <a:pt x="430494" y="54307"/>
                  <a:pt x="425176" y="51096"/>
                  <a:pt x="436956" y="53206"/>
                </a:cubicBezTo>
                <a:cubicBezTo>
                  <a:pt x="424005" y="60307"/>
                  <a:pt x="410932" y="67231"/>
                  <a:pt x="399795" y="77817"/>
                </a:cubicBezTo>
                <a:cubicBezTo>
                  <a:pt x="374994" y="96384"/>
                  <a:pt x="350587" y="115217"/>
                  <a:pt x="326402" y="134587"/>
                </a:cubicBezTo>
                <a:cubicBezTo>
                  <a:pt x="295126" y="162312"/>
                  <a:pt x="263833" y="190023"/>
                  <a:pt x="236428" y="221729"/>
                </a:cubicBezTo>
                <a:cubicBezTo>
                  <a:pt x="203317" y="258638"/>
                  <a:pt x="174759" y="299140"/>
                  <a:pt x="144723" y="338553"/>
                </a:cubicBezTo>
                <a:cubicBezTo>
                  <a:pt x="119665" y="370911"/>
                  <a:pt x="100918" y="406676"/>
                  <a:pt x="84068" y="443918"/>
                </a:cubicBezTo>
                <a:cubicBezTo>
                  <a:pt x="76062" y="460278"/>
                  <a:pt x="70291" y="477611"/>
                  <a:pt x="60570" y="492916"/>
                </a:cubicBezTo>
                <a:cubicBezTo>
                  <a:pt x="36607" y="530639"/>
                  <a:pt x="-14511" y="505580"/>
                  <a:pt x="3931" y="464872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E0AB8D90-53ED-DD9F-49FE-89DB8B09F2C1}"/>
              </a:ext>
            </a:extLst>
          </p:cNvPr>
          <p:cNvSpPr/>
          <p:nvPr/>
        </p:nvSpPr>
        <p:spPr>
          <a:xfrm>
            <a:off x="8436984" y="2290358"/>
            <a:ext cx="95933" cy="115553"/>
          </a:xfrm>
          <a:custGeom>
            <a:avLst/>
            <a:gdLst>
              <a:gd name="csX0" fmla="*/ 2652 w 95933"/>
              <a:gd name="csY0" fmla="*/ 91476 h 115553"/>
              <a:gd name="csX1" fmla="*/ 37121 w 95933"/>
              <a:gd name="csY1" fmla="*/ 46677 h 115553"/>
              <a:gd name="csX2" fmla="*/ 84939 w 95933"/>
              <a:gd name="csY2" fmla="*/ 1663 h 115553"/>
              <a:gd name="csX3" fmla="*/ 93376 w 95933"/>
              <a:gd name="csY3" fmla="*/ 12338 h 115553"/>
              <a:gd name="csX4" fmla="*/ 52287 w 95933"/>
              <a:gd name="csY4" fmla="*/ 57870 h 115553"/>
              <a:gd name="csX5" fmla="*/ 33505 w 95933"/>
              <a:gd name="csY5" fmla="*/ 104072 h 115553"/>
              <a:gd name="csX6" fmla="*/ 2653 w 95933"/>
              <a:gd name="csY6" fmla="*/ 91476 h 1155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5933" h="115553">
                <a:moveTo>
                  <a:pt x="2652" y="91476"/>
                </a:moveTo>
                <a:cubicBezTo>
                  <a:pt x="13569" y="75945"/>
                  <a:pt x="24463" y="60854"/>
                  <a:pt x="37121" y="46677"/>
                </a:cubicBezTo>
                <a:cubicBezTo>
                  <a:pt x="49214" y="27326"/>
                  <a:pt x="66479" y="14278"/>
                  <a:pt x="84939" y="1663"/>
                </a:cubicBezTo>
                <a:cubicBezTo>
                  <a:pt x="92883" y="-3766"/>
                  <a:pt x="99867" y="5236"/>
                  <a:pt x="93376" y="12338"/>
                </a:cubicBezTo>
                <a:cubicBezTo>
                  <a:pt x="79675" y="27331"/>
                  <a:pt x="65819" y="42521"/>
                  <a:pt x="52287" y="57870"/>
                </a:cubicBezTo>
                <a:cubicBezTo>
                  <a:pt x="44226" y="72616"/>
                  <a:pt x="34749" y="86972"/>
                  <a:pt x="33505" y="104072"/>
                </a:cubicBezTo>
                <a:cubicBezTo>
                  <a:pt x="31796" y="127574"/>
                  <a:pt x="-10899" y="110753"/>
                  <a:pt x="2653" y="9147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9" name="任意多边形: 形状 98">
            <a:extLst>
              <a:ext uri="{FF2B5EF4-FFF2-40B4-BE49-F238E27FC236}">
                <a16:creationId xmlns:a16="http://schemas.microsoft.com/office/drawing/2014/main" id="{6A03C5C3-C9E4-33B4-3B4A-E6C5583DE747}"/>
              </a:ext>
            </a:extLst>
          </p:cNvPr>
          <p:cNvSpPr/>
          <p:nvPr/>
        </p:nvSpPr>
        <p:spPr>
          <a:xfrm>
            <a:off x="8570634" y="2290330"/>
            <a:ext cx="129980" cy="83799"/>
          </a:xfrm>
          <a:custGeom>
            <a:avLst/>
            <a:gdLst>
              <a:gd name="csX0" fmla="*/ 92649 w 129980"/>
              <a:gd name="csY0" fmla="*/ 70740 h 83799"/>
              <a:gd name="csX1" fmla="*/ 75170 w 129980"/>
              <a:gd name="csY1" fmla="*/ 44839 h 83799"/>
              <a:gd name="csX2" fmla="*/ 21000 w 129980"/>
              <a:gd name="csY2" fmla="*/ 14439 h 83799"/>
              <a:gd name="csX3" fmla="*/ 7549 w 129980"/>
              <a:gd name="csY3" fmla="*/ 15157 h 83799"/>
              <a:gd name="csX4" fmla="*/ 6884 w 129980"/>
              <a:gd name="csY4" fmla="*/ 1566 h 83799"/>
              <a:gd name="csX5" fmla="*/ 22138 w 129980"/>
              <a:gd name="csY5" fmla="*/ 880 h 83799"/>
              <a:gd name="csX6" fmla="*/ 98068 w 129980"/>
              <a:gd name="csY6" fmla="*/ 18525 h 83799"/>
              <a:gd name="csX7" fmla="*/ 128427 w 129980"/>
              <a:gd name="csY7" fmla="*/ 54503 h 83799"/>
              <a:gd name="csX8" fmla="*/ 92650 w 129980"/>
              <a:gd name="csY8" fmla="*/ 70741 h 83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9980" h="83799">
                <a:moveTo>
                  <a:pt x="92649" y="70740"/>
                </a:moveTo>
                <a:cubicBezTo>
                  <a:pt x="88545" y="60948"/>
                  <a:pt x="81198" y="53411"/>
                  <a:pt x="75170" y="44839"/>
                </a:cubicBezTo>
                <a:cubicBezTo>
                  <a:pt x="59208" y="30705"/>
                  <a:pt x="40017" y="23180"/>
                  <a:pt x="21000" y="14439"/>
                </a:cubicBezTo>
                <a:cubicBezTo>
                  <a:pt x="16516" y="14679"/>
                  <a:pt x="12032" y="14918"/>
                  <a:pt x="7549" y="15157"/>
                </a:cubicBezTo>
                <a:cubicBezTo>
                  <a:pt x="-2059" y="15670"/>
                  <a:pt x="-2729" y="1998"/>
                  <a:pt x="6884" y="1566"/>
                </a:cubicBezTo>
                <a:cubicBezTo>
                  <a:pt x="11968" y="1337"/>
                  <a:pt x="17054" y="1108"/>
                  <a:pt x="22138" y="880"/>
                </a:cubicBezTo>
                <a:cubicBezTo>
                  <a:pt x="50148" y="-1361"/>
                  <a:pt x="74231" y="-574"/>
                  <a:pt x="98068" y="18525"/>
                </a:cubicBezTo>
                <a:cubicBezTo>
                  <a:pt x="110633" y="28895"/>
                  <a:pt x="122780" y="38424"/>
                  <a:pt x="128427" y="54503"/>
                </a:cubicBezTo>
                <a:cubicBezTo>
                  <a:pt x="137633" y="80715"/>
                  <a:pt x="103388" y="96363"/>
                  <a:pt x="92650" y="7074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10A74A4F-DDAA-148E-B209-40B96BB12BCB}"/>
              </a:ext>
            </a:extLst>
          </p:cNvPr>
          <p:cNvSpPr/>
          <p:nvPr/>
        </p:nvSpPr>
        <p:spPr>
          <a:xfrm>
            <a:off x="8685213" y="2085179"/>
            <a:ext cx="71010" cy="383618"/>
          </a:xfrm>
          <a:custGeom>
            <a:avLst/>
            <a:gdLst>
              <a:gd name="csX0" fmla="*/ 64652 w 71010"/>
              <a:gd name="csY0" fmla="*/ 40147 h 383618"/>
              <a:gd name="csX1" fmla="*/ 35754 w 71010"/>
              <a:gd name="csY1" fmla="*/ 102175 h 383618"/>
              <a:gd name="csX2" fmla="*/ 14715 w 71010"/>
              <a:gd name="csY2" fmla="*/ 281255 h 383618"/>
              <a:gd name="csX3" fmla="*/ 14978 w 71010"/>
              <a:gd name="csY3" fmla="*/ 376147 h 383618"/>
              <a:gd name="csX4" fmla="*/ 1380 w 71010"/>
              <a:gd name="csY4" fmla="*/ 376659 h 383618"/>
              <a:gd name="csX5" fmla="*/ 1134 w 71010"/>
              <a:gd name="csY5" fmla="*/ 280418 h 383618"/>
              <a:gd name="csX6" fmla="*/ 17239 w 71010"/>
              <a:gd name="csY6" fmla="*/ 98795 h 383618"/>
              <a:gd name="csX7" fmla="*/ 29914 w 71010"/>
              <a:gd name="csY7" fmla="*/ 11276 h 383618"/>
              <a:gd name="csX8" fmla="*/ 64652 w 71010"/>
              <a:gd name="csY8" fmla="*/ 40147 h 3836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1010" h="383618">
                <a:moveTo>
                  <a:pt x="64652" y="40147"/>
                </a:moveTo>
                <a:cubicBezTo>
                  <a:pt x="48088" y="55803"/>
                  <a:pt x="41734" y="80258"/>
                  <a:pt x="35754" y="102175"/>
                </a:cubicBezTo>
                <a:cubicBezTo>
                  <a:pt x="21663" y="160506"/>
                  <a:pt x="18400" y="221428"/>
                  <a:pt x="14715" y="281255"/>
                </a:cubicBezTo>
                <a:cubicBezTo>
                  <a:pt x="12724" y="312880"/>
                  <a:pt x="13783" y="344527"/>
                  <a:pt x="14978" y="376147"/>
                </a:cubicBezTo>
                <a:cubicBezTo>
                  <a:pt x="15341" y="385761"/>
                  <a:pt x="1741" y="386274"/>
                  <a:pt x="1380" y="376659"/>
                </a:cubicBezTo>
                <a:cubicBezTo>
                  <a:pt x="177" y="344589"/>
                  <a:pt x="-889" y="312492"/>
                  <a:pt x="1134" y="280418"/>
                </a:cubicBezTo>
                <a:cubicBezTo>
                  <a:pt x="4881" y="219687"/>
                  <a:pt x="12506" y="159365"/>
                  <a:pt x="17239" y="98795"/>
                </a:cubicBezTo>
                <a:cubicBezTo>
                  <a:pt x="20119" y="69533"/>
                  <a:pt x="19728" y="39169"/>
                  <a:pt x="29914" y="11276"/>
                </a:cubicBezTo>
                <a:cubicBezTo>
                  <a:pt x="40871" y="-18726"/>
                  <a:pt x="87865" y="18207"/>
                  <a:pt x="64652" y="40147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1" name="任意多边形: 形状 100">
            <a:extLst>
              <a:ext uri="{FF2B5EF4-FFF2-40B4-BE49-F238E27FC236}">
                <a16:creationId xmlns:a16="http://schemas.microsoft.com/office/drawing/2014/main" id="{0E051A77-35AB-CB19-9E0F-0723CCC6BC7A}"/>
              </a:ext>
            </a:extLst>
          </p:cNvPr>
          <p:cNvSpPr/>
          <p:nvPr/>
        </p:nvSpPr>
        <p:spPr>
          <a:xfrm>
            <a:off x="8767444" y="2108391"/>
            <a:ext cx="30047" cy="51241"/>
          </a:xfrm>
          <a:custGeom>
            <a:avLst/>
            <a:gdLst>
              <a:gd name="csX0" fmla="*/ 29665 w 30047"/>
              <a:gd name="csY0" fmla="*/ 8743 h 51241"/>
              <a:gd name="csX1" fmla="*/ 29424 w 30047"/>
              <a:gd name="csY1" fmla="*/ 43029 h 51241"/>
              <a:gd name="csX2" fmla="*/ 16005 w 30047"/>
              <a:gd name="csY2" fmla="*/ 45284 h 51241"/>
              <a:gd name="csX3" fmla="*/ 3261 w 30047"/>
              <a:gd name="csY3" fmla="*/ 17818 h 51241"/>
              <a:gd name="csX4" fmla="*/ 29665 w 30047"/>
              <a:gd name="csY4" fmla="*/ 8743 h 512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0047" h="51241">
                <a:moveTo>
                  <a:pt x="29665" y="8743"/>
                </a:moveTo>
                <a:cubicBezTo>
                  <a:pt x="26614" y="20219"/>
                  <a:pt x="28989" y="31531"/>
                  <a:pt x="29424" y="43029"/>
                </a:cubicBezTo>
                <a:cubicBezTo>
                  <a:pt x="29787" y="52644"/>
                  <a:pt x="19221" y="54353"/>
                  <a:pt x="16005" y="45284"/>
                </a:cubicBezTo>
                <a:cubicBezTo>
                  <a:pt x="12530" y="35484"/>
                  <a:pt x="12543" y="24712"/>
                  <a:pt x="3261" y="17818"/>
                </a:cubicBezTo>
                <a:cubicBezTo>
                  <a:pt x="-12586" y="6045"/>
                  <a:pt x="34738" y="-10335"/>
                  <a:pt x="29665" y="8743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18DAE944-8169-F51E-ED7B-8D9D5418D140}"/>
              </a:ext>
            </a:extLst>
          </p:cNvPr>
          <p:cNvSpPr/>
          <p:nvPr/>
        </p:nvSpPr>
        <p:spPr>
          <a:xfrm>
            <a:off x="8843276" y="1921961"/>
            <a:ext cx="209426" cy="272205"/>
          </a:xfrm>
          <a:custGeom>
            <a:avLst/>
            <a:gdLst>
              <a:gd name="csX0" fmla="*/ 2315 w 209426"/>
              <a:gd name="csY0" fmla="*/ 258229 h 272205"/>
              <a:gd name="csX1" fmla="*/ 729 w 209426"/>
              <a:gd name="csY1" fmla="*/ 197950 h 272205"/>
              <a:gd name="csX2" fmla="*/ 18639 w 209426"/>
              <a:gd name="csY2" fmla="*/ 112508 h 272205"/>
              <a:gd name="csX3" fmla="*/ 44986 w 209426"/>
              <a:gd name="csY3" fmla="*/ 43031 h 272205"/>
              <a:gd name="csX4" fmla="*/ 86761 w 209426"/>
              <a:gd name="csY4" fmla="*/ 500 h 272205"/>
              <a:gd name="csX5" fmla="*/ 146880 w 209426"/>
              <a:gd name="csY5" fmla="*/ 53373 h 272205"/>
              <a:gd name="csX6" fmla="*/ 199111 w 209426"/>
              <a:gd name="csY6" fmla="*/ 192714 h 272205"/>
              <a:gd name="csX7" fmla="*/ 208998 w 209426"/>
              <a:gd name="csY7" fmla="*/ 223659 h 272205"/>
              <a:gd name="csX8" fmla="*/ 196037 w 209426"/>
              <a:gd name="csY8" fmla="*/ 227800 h 272205"/>
              <a:gd name="csX9" fmla="*/ 186235 w 209426"/>
              <a:gd name="csY9" fmla="*/ 197114 h 272205"/>
              <a:gd name="csX10" fmla="*/ 122790 w 209426"/>
              <a:gd name="csY10" fmla="*/ 68736 h 272205"/>
              <a:gd name="csX11" fmla="*/ 105694 w 209426"/>
              <a:gd name="csY11" fmla="*/ 47430 h 272205"/>
              <a:gd name="csX12" fmla="*/ 83729 w 209426"/>
              <a:gd name="csY12" fmla="*/ 67290 h 272205"/>
              <a:gd name="csX13" fmla="*/ 55830 w 209426"/>
              <a:gd name="csY13" fmla="*/ 123071 h 272205"/>
              <a:gd name="csX14" fmla="*/ 37402 w 209426"/>
              <a:gd name="csY14" fmla="*/ 202347 h 272205"/>
              <a:gd name="csX15" fmla="*/ 28697 w 209426"/>
              <a:gd name="csY15" fmla="*/ 258230 h 272205"/>
              <a:gd name="csX16" fmla="*/ 2314 w 209426"/>
              <a:gd name="csY16" fmla="*/ 258230 h 2722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09426" h="272205">
                <a:moveTo>
                  <a:pt x="2315" y="258229"/>
                </a:moveTo>
                <a:cubicBezTo>
                  <a:pt x="888" y="237534"/>
                  <a:pt x="-1086" y="218693"/>
                  <a:pt x="729" y="197950"/>
                </a:cubicBezTo>
                <a:cubicBezTo>
                  <a:pt x="2958" y="169037"/>
                  <a:pt x="11093" y="140525"/>
                  <a:pt x="18639" y="112508"/>
                </a:cubicBezTo>
                <a:cubicBezTo>
                  <a:pt x="23288" y="87669"/>
                  <a:pt x="33410" y="65193"/>
                  <a:pt x="44986" y="43031"/>
                </a:cubicBezTo>
                <a:cubicBezTo>
                  <a:pt x="55802" y="24570"/>
                  <a:pt x="69191" y="11570"/>
                  <a:pt x="86761" y="500"/>
                </a:cubicBezTo>
                <a:cubicBezTo>
                  <a:pt x="126335" y="-3972"/>
                  <a:pt x="132330" y="22171"/>
                  <a:pt x="146880" y="53373"/>
                </a:cubicBezTo>
                <a:cubicBezTo>
                  <a:pt x="162765" y="100436"/>
                  <a:pt x="183040" y="145708"/>
                  <a:pt x="199111" y="192714"/>
                </a:cubicBezTo>
                <a:cubicBezTo>
                  <a:pt x="202406" y="203030"/>
                  <a:pt x="205702" y="213344"/>
                  <a:pt x="208998" y="223659"/>
                </a:cubicBezTo>
                <a:cubicBezTo>
                  <a:pt x="211927" y="232824"/>
                  <a:pt x="198964" y="236965"/>
                  <a:pt x="196037" y="227800"/>
                </a:cubicBezTo>
                <a:cubicBezTo>
                  <a:pt x="192769" y="217571"/>
                  <a:pt x="189502" y="207342"/>
                  <a:pt x="186235" y="197114"/>
                </a:cubicBezTo>
                <a:cubicBezTo>
                  <a:pt x="170712" y="151663"/>
                  <a:pt x="156165" y="104619"/>
                  <a:pt x="122790" y="68736"/>
                </a:cubicBezTo>
                <a:cubicBezTo>
                  <a:pt x="116403" y="62570"/>
                  <a:pt x="86569" y="46497"/>
                  <a:pt x="105694" y="47430"/>
                </a:cubicBezTo>
                <a:cubicBezTo>
                  <a:pt x="99496" y="52422"/>
                  <a:pt x="87451" y="56701"/>
                  <a:pt x="83729" y="67290"/>
                </a:cubicBezTo>
                <a:cubicBezTo>
                  <a:pt x="72842" y="85071"/>
                  <a:pt x="61525" y="102701"/>
                  <a:pt x="55830" y="123071"/>
                </a:cubicBezTo>
                <a:cubicBezTo>
                  <a:pt x="48935" y="149437"/>
                  <a:pt x="42371" y="175701"/>
                  <a:pt x="37402" y="202347"/>
                </a:cubicBezTo>
                <a:cubicBezTo>
                  <a:pt x="35129" y="221334"/>
                  <a:pt x="28580" y="239229"/>
                  <a:pt x="28697" y="258230"/>
                </a:cubicBezTo>
                <a:cubicBezTo>
                  <a:pt x="28812" y="276886"/>
                  <a:pt x="3598" y="276842"/>
                  <a:pt x="2314" y="25823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3" name="任意多边形: 形状 102">
            <a:extLst>
              <a:ext uri="{FF2B5EF4-FFF2-40B4-BE49-F238E27FC236}">
                <a16:creationId xmlns:a16="http://schemas.microsoft.com/office/drawing/2014/main" id="{A4B8DBF8-0190-F2E7-8905-84C72B773928}"/>
              </a:ext>
            </a:extLst>
          </p:cNvPr>
          <p:cNvSpPr/>
          <p:nvPr/>
        </p:nvSpPr>
        <p:spPr>
          <a:xfrm>
            <a:off x="8722184" y="1205854"/>
            <a:ext cx="432454" cy="531260"/>
          </a:xfrm>
          <a:custGeom>
            <a:avLst/>
            <a:gdLst>
              <a:gd name="csX0" fmla="*/ 2345 w 432454"/>
              <a:gd name="csY0" fmla="*/ 373118 h 531260"/>
              <a:gd name="csX1" fmla="*/ 57926 w 432454"/>
              <a:gd name="csY1" fmla="*/ 293403 h 531260"/>
              <a:gd name="csX2" fmla="*/ 142970 w 432454"/>
              <a:gd name="csY2" fmla="*/ 151833 h 531260"/>
              <a:gd name="csX3" fmla="*/ 207029 w 432454"/>
              <a:gd name="csY3" fmla="*/ 51725 h 531260"/>
              <a:gd name="csX4" fmla="*/ 268334 w 432454"/>
              <a:gd name="csY4" fmla="*/ 264 h 531260"/>
              <a:gd name="csX5" fmla="*/ 338970 w 432454"/>
              <a:gd name="csY5" fmla="*/ 40073 h 531260"/>
              <a:gd name="csX6" fmla="*/ 385693 w 432454"/>
              <a:gd name="csY6" fmla="*/ 139590 h 531260"/>
              <a:gd name="csX7" fmla="*/ 419514 w 432454"/>
              <a:gd name="csY7" fmla="*/ 293648 h 531260"/>
              <a:gd name="csX8" fmla="*/ 432023 w 432454"/>
              <a:gd name="csY8" fmla="*/ 456154 h 531260"/>
              <a:gd name="csX9" fmla="*/ 429780 w 432454"/>
              <a:gd name="csY9" fmla="*/ 524262 h 531260"/>
              <a:gd name="csX10" fmla="*/ 416179 w 432454"/>
              <a:gd name="csY10" fmla="*/ 523827 h 531260"/>
              <a:gd name="csX11" fmla="*/ 416336 w 432454"/>
              <a:gd name="csY11" fmla="*/ 456305 h 531260"/>
              <a:gd name="csX12" fmla="*/ 405581 w 432454"/>
              <a:gd name="csY12" fmla="*/ 295847 h 531260"/>
              <a:gd name="csX13" fmla="*/ 372702 w 432454"/>
              <a:gd name="csY13" fmla="*/ 144104 h 531260"/>
              <a:gd name="csX14" fmla="*/ 320179 w 432454"/>
              <a:gd name="csY14" fmla="*/ 56346 h 531260"/>
              <a:gd name="csX15" fmla="*/ 274787 w 432454"/>
              <a:gd name="csY15" fmla="*/ 27217 h 531260"/>
              <a:gd name="csX16" fmla="*/ 220493 w 432454"/>
              <a:gd name="csY16" fmla="*/ 62063 h 531260"/>
              <a:gd name="csX17" fmla="*/ 154697 w 432454"/>
              <a:gd name="csY17" fmla="*/ 158723 h 531260"/>
              <a:gd name="csX18" fmla="*/ 69494 w 432454"/>
              <a:gd name="csY18" fmla="*/ 300560 h 531260"/>
              <a:gd name="csX19" fmla="*/ 25574 w 432454"/>
              <a:gd name="csY19" fmla="*/ 384613 h 531260"/>
              <a:gd name="csX20" fmla="*/ 2344 w 432454"/>
              <a:gd name="csY20" fmla="*/ 373111 h 531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32454" h="531260">
                <a:moveTo>
                  <a:pt x="2345" y="373118"/>
                </a:moveTo>
                <a:cubicBezTo>
                  <a:pt x="19963" y="346514"/>
                  <a:pt x="40714" y="321201"/>
                  <a:pt x="57926" y="293403"/>
                </a:cubicBezTo>
                <a:cubicBezTo>
                  <a:pt x="87030" y="246671"/>
                  <a:pt x="115060" y="199282"/>
                  <a:pt x="142970" y="151833"/>
                </a:cubicBezTo>
                <a:cubicBezTo>
                  <a:pt x="162818" y="117510"/>
                  <a:pt x="185078" y="84712"/>
                  <a:pt x="207029" y="51725"/>
                </a:cubicBezTo>
                <a:cubicBezTo>
                  <a:pt x="222550" y="26941"/>
                  <a:pt x="242438" y="11842"/>
                  <a:pt x="268334" y="264"/>
                </a:cubicBezTo>
                <a:cubicBezTo>
                  <a:pt x="301306" y="-2473"/>
                  <a:pt x="319211" y="16463"/>
                  <a:pt x="338970" y="40073"/>
                </a:cubicBezTo>
                <a:cubicBezTo>
                  <a:pt x="364881" y="67951"/>
                  <a:pt x="375743" y="103605"/>
                  <a:pt x="385693" y="139590"/>
                </a:cubicBezTo>
                <a:cubicBezTo>
                  <a:pt x="400331" y="190095"/>
                  <a:pt x="412362" y="241546"/>
                  <a:pt x="419514" y="293648"/>
                </a:cubicBezTo>
                <a:cubicBezTo>
                  <a:pt x="428896" y="347382"/>
                  <a:pt x="429627" y="401852"/>
                  <a:pt x="432023" y="456154"/>
                </a:cubicBezTo>
                <a:cubicBezTo>
                  <a:pt x="433572" y="478946"/>
                  <a:pt x="430507" y="501505"/>
                  <a:pt x="429780" y="524262"/>
                </a:cubicBezTo>
                <a:cubicBezTo>
                  <a:pt x="429472" y="533879"/>
                  <a:pt x="415871" y="533444"/>
                  <a:pt x="416179" y="523827"/>
                </a:cubicBezTo>
                <a:cubicBezTo>
                  <a:pt x="416903" y="501230"/>
                  <a:pt x="415126" y="478900"/>
                  <a:pt x="416336" y="456305"/>
                </a:cubicBezTo>
                <a:cubicBezTo>
                  <a:pt x="417698" y="402669"/>
                  <a:pt x="413264" y="348930"/>
                  <a:pt x="405581" y="295847"/>
                </a:cubicBezTo>
                <a:cubicBezTo>
                  <a:pt x="396422" y="244885"/>
                  <a:pt x="389133" y="193453"/>
                  <a:pt x="372702" y="144104"/>
                </a:cubicBezTo>
                <a:cubicBezTo>
                  <a:pt x="359071" y="112178"/>
                  <a:pt x="340304" y="84423"/>
                  <a:pt x="320179" y="56346"/>
                </a:cubicBezTo>
                <a:cubicBezTo>
                  <a:pt x="306054" y="43768"/>
                  <a:pt x="294736" y="29035"/>
                  <a:pt x="274787" y="27217"/>
                </a:cubicBezTo>
                <a:cubicBezTo>
                  <a:pt x="252755" y="34160"/>
                  <a:pt x="235125" y="41646"/>
                  <a:pt x="220493" y="62063"/>
                </a:cubicBezTo>
                <a:cubicBezTo>
                  <a:pt x="195581" y="92256"/>
                  <a:pt x="173867" y="124479"/>
                  <a:pt x="154697" y="158723"/>
                </a:cubicBezTo>
                <a:cubicBezTo>
                  <a:pt x="126735" y="206263"/>
                  <a:pt x="98652" y="253740"/>
                  <a:pt x="69494" y="300560"/>
                </a:cubicBezTo>
                <a:cubicBezTo>
                  <a:pt x="52654" y="327757"/>
                  <a:pt x="38979" y="356555"/>
                  <a:pt x="25574" y="384613"/>
                </a:cubicBezTo>
                <a:cubicBezTo>
                  <a:pt x="17673" y="401152"/>
                  <a:pt x="-7776" y="388393"/>
                  <a:pt x="2344" y="3731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4" name="任意多边形: 形状 103">
            <a:extLst>
              <a:ext uri="{FF2B5EF4-FFF2-40B4-BE49-F238E27FC236}">
                <a16:creationId xmlns:a16="http://schemas.microsoft.com/office/drawing/2014/main" id="{60252827-B8CE-7857-B850-806A01CBB866}"/>
              </a:ext>
            </a:extLst>
          </p:cNvPr>
          <p:cNvSpPr/>
          <p:nvPr/>
        </p:nvSpPr>
        <p:spPr>
          <a:xfrm>
            <a:off x="9105517" y="1597529"/>
            <a:ext cx="249812" cy="945500"/>
          </a:xfrm>
          <a:custGeom>
            <a:avLst/>
            <a:gdLst>
              <a:gd name="csX0" fmla="*/ 4774 w 249812"/>
              <a:gd name="csY0" fmla="*/ 162894 h 945500"/>
              <a:gd name="csX1" fmla="*/ 61552 w 249812"/>
              <a:gd name="csY1" fmla="*/ 108150 h 945500"/>
              <a:gd name="csX2" fmla="*/ 110778 w 249812"/>
              <a:gd name="csY2" fmla="*/ 42955 h 945500"/>
              <a:gd name="csX3" fmla="*/ 150538 w 249812"/>
              <a:gd name="csY3" fmla="*/ 3400 h 945500"/>
              <a:gd name="csX4" fmla="*/ 210645 w 249812"/>
              <a:gd name="csY4" fmla="*/ 18934 h 945500"/>
              <a:gd name="csX5" fmla="*/ 242365 w 249812"/>
              <a:gd name="csY5" fmla="*/ 106978 h 945500"/>
              <a:gd name="csX6" fmla="*/ 249509 w 249812"/>
              <a:gd name="csY6" fmla="*/ 267274 h 945500"/>
              <a:gd name="csX7" fmla="*/ 231397 w 249812"/>
              <a:gd name="csY7" fmla="*/ 458326 h 945500"/>
              <a:gd name="csX8" fmla="*/ 174638 w 249812"/>
              <a:gd name="csY8" fmla="*/ 665848 h 945500"/>
              <a:gd name="csX9" fmla="*/ 99834 w 249812"/>
              <a:gd name="csY9" fmla="*/ 860910 h 945500"/>
              <a:gd name="csX10" fmla="*/ 51506 w 249812"/>
              <a:gd name="csY10" fmla="*/ 940676 h 945500"/>
              <a:gd name="csX11" fmla="*/ 38765 w 249812"/>
              <a:gd name="csY11" fmla="*/ 935901 h 945500"/>
              <a:gd name="csX12" fmla="*/ 54389 w 249812"/>
              <a:gd name="csY12" fmla="*/ 844235 h 945500"/>
              <a:gd name="csX13" fmla="*/ 122869 w 249812"/>
              <a:gd name="csY13" fmla="*/ 648449 h 945500"/>
              <a:gd name="csX14" fmla="*/ 171547 w 249812"/>
              <a:gd name="csY14" fmla="*/ 450329 h 945500"/>
              <a:gd name="csX15" fmla="*/ 185238 w 249812"/>
              <a:gd name="csY15" fmla="*/ 267049 h 945500"/>
              <a:gd name="csX16" fmla="*/ 170808 w 249812"/>
              <a:gd name="csY16" fmla="*/ 120868 h 945500"/>
              <a:gd name="csX17" fmla="*/ 158432 w 249812"/>
              <a:gd name="csY17" fmla="*/ 51925 h 945500"/>
              <a:gd name="csX18" fmla="*/ 167669 w 249812"/>
              <a:gd name="csY18" fmla="*/ 40408 h 945500"/>
              <a:gd name="csX19" fmla="*/ 130700 w 249812"/>
              <a:gd name="csY19" fmla="*/ 62356 h 945500"/>
              <a:gd name="csX20" fmla="*/ 71773 w 249812"/>
              <a:gd name="csY20" fmla="*/ 117133 h 945500"/>
              <a:gd name="csX21" fmla="*/ 29847 w 249812"/>
              <a:gd name="csY21" fmla="*/ 179529 h 945500"/>
              <a:gd name="csX22" fmla="*/ 4773 w 249812"/>
              <a:gd name="csY22" fmla="*/ 162895 h 945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49812" h="945500">
                <a:moveTo>
                  <a:pt x="4774" y="162894"/>
                </a:moveTo>
                <a:cubicBezTo>
                  <a:pt x="27081" y="148645"/>
                  <a:pt x="43753" y="127433"/>
                  <a:pt x="61552" y="108150"/>
                </a:cubicBezTo>
                <a:cubicBezTo>
                  <a:pt x="79157" y="87220"/>
                  <a:pt x="94192" y="64638"/>
                  <a:pt x="110778" y="42955"/>
                </a:cubicBezTo>
                <a:cubicBezTo>
                  <a:pt x="121640" y="27594"/>
                  <a:pt x="136337" y="15600"/>
                  <a:pt x="150538" y="3400"/>
                </a:cubicBezTo>
                <a:cubicBezTo>
                  <a:pt x="177225" y="-4477"/>
                  <a:pt x="191535" y="1589"/>
                  <a:pt x="210645" y="18934"/>
                </a:cubicBezTo>
                <a:cubicBezTo>
                  <a:pt x="227892" y="46235"/>
                  <a:pt x="235833" y="75744"/>
                  <a:pt x="242365" y="106978"/>
                </a:cubicBezTo>
                <a:cubicBezTo>
                  <a:pt x="247850" y="160244"/>
                  <a:pt x="250806" y="213724"/>
                  <a:pt x="249509" y="267274"/>
                </a:cubicBezTo>
                <a:cubicBezTo>
                  <a:pt x="248240" y="331303"/>
                  <a:pt x="239397" y="394861"/>
                  <a:pt x="231397" y="458326"/>
                </a:cubicBezTo>
                <a:cubicBezTo>
                  <a:pt x="216968" y="528756"/>
                  <a:pt x="198495" y="598001"/>
                  <a:pt x="174638" y="665848"/>
                </a:cubicBezTo>
                <a:cubicBezTo>
                  <a:pt x="147304" y="730077"/>
                  <a:pt x="132910" y="799293"/>
                  <a:pt x="99834" y="860910"/>
                </a:cubicBezTo>
                <a:cubicBezTo>
                  <a:pt x="78174" y="885373"/>
                  <a:pt x="62866" y="910366"/>
                  <a:pt x="51506" y="940676"/>
                </a:cubicBezTo>
                <a:cubicBezTo>
                  <a:pt x="48130" y="949686"/>
                  <a:pt x="35388" y="944910"/>
                  <a:pt x="38765" y="935901"/>
                </a:cubicBezTo>
                <a:cubicBezTo>
                  <a:pt x="50109" y="905633"/>
                  <a:pt x="54945" y="876876"/>
                  <a:pt x="54389" y="844235"/>
                </a:cubicBezTo>
                <a:cubicBezTo>
                  <a:pt x="69046" y="776360"/>
                  <a:pt x="104201" y="715314"/>
                  <a:pt x="122869" y="648449"/>
                </a:cubicBezTo>
                <a:cubicBezTo>
                  <a:pt x="143639" y="583636"/>
                  <a:pt x="167725" y="518956"/>
                  <a:pt x="171547" y="450329"/>
                </a:cubicBezTo>
                <a:cubicBezTo>
                  <a:pt x="180160" y="389565"/>
                  <a:pt x="184095" y="328409"/>
                  <a:pt x="185238" y="267049"/>
                </a:cubicBezTo>
                <a:cubicBezTo>
                  <a:pt x="184323" y="217957"/>
                  <a:pt x="183542" y="168674"/>
                  <a:pt x="170808" y="120868"/>
                </a:cubicBezTo>
                <a:cubicBezTo>
                  <a:pt x="165737" y="98032"/>
                  <a:pt x="161403" y="74975"/>
                  <a:pt x="158432" y="51925"/>
                </a:cubicBezTo>
                <a:cubicBezTo>
                  <a:pt x="160214" y="49705"/>
                  <a:pt x="167936" y="44086"/>
                  <a:pt x="167669" y="40408"/>
                </a:cubicBezTo>
                <a:cubicBezTo>
                  <a:pt x="155893" y="45904"/>
                  <a:pt x="141179" y="51118"/>
                  <a:pt x="130700" y="62356"/>
                </a:cubicBezTo>
                <a:cubicBezTo>
                  <a:pt x="110034" y="79420"/>
                  <a:pt x="89406" y="96719"/>
                  <a:pt x="71773" y="117133"/>
                </a:cubicBezTo>
                <a:cubicBezTo>
                  <a:pt x="55664" y="136440"/>
                  <a:pt x="35903" y="154514"/>
                  <a:pt x="29847" y="179529"/>
                </a:cubicBezTo>
                <a:cubicBezTo>
                  <a:pt x="24841" y="200208"/>
                  <a:pt x="-13157" y="174349"/>
                  <a:pt x="4773" y="16289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5" name="任意多边形: 形状 104">
            <a:extLst>
              <a:ext uri="{FF2B5EF4-FFF2-40B4-BE49-F238E27FC236}">
                <a16:creationId xmlns:a16="http://schemas.microsoft.com/office/drawing/2014/main" id="{83100DCE-303F-B3B5-33A7-9823B09465A6}"/>
              </a:ext>
            </a:extLst>
          </p:cNvPr>
          <p:cNvSpPr/>
          <p:nvPr/>
        </p:nvSpPr>
        <p:spPr>
          <a:xfrm>
            <a:off x="7592862" y="1121546"/>
            <a:ext cx="572603" cy="639674"/>
          </a:xfrm>
          <a:custGeom>
            <a:avLst/>
            <a:gdLst>
              <a:gd name="csX0" fmla="*/ 2478 w 572603"/>
              <a:gd name="csY0" fmla="*/ 592681 h 639674"/>
              <a:gd name="csX1" fmla="*/ 40786 w 572603"/>
              <a:gd name="csY1" fmla="*/ 510086 h 639674"/>
              <a:gd name="csX2" fmla="*/ 112609 w 572603"/>
              <a:gd name="csY2" fmla="*/ 331692 h 639674"/>
              <a:gd name="csX3" fmla="*/ 170935 w 572603"/>
              <a:gd name="csY3" fmla="*/ 173406 h 639674"/>
              <a:gd name="csX4" fmla="*/ 210075 w 572603"/>
              <a:gd name="csY4" fmla="*/ 70278 h 639674"/>
              <a:gd name="csX5" fmla="*/ 262589 w 572603"/>
              <a:gd name="csY5" fmla="*/ 8165 h 639674"/>
              <a:gd name="csX6" fmla="*/ 354828 w 572603"/>
              <a:gd name="csY6" fmla="*/ 29882 h 639674"/>
              <a:gd name="csX7" fmla="*/ 437510 w 572603"/>
              <a:gd name="csY7" fmla="*/ 131885 h 639674"/>
              <a:gd name="csX8" fmla="*/ 515481 w 572603"/>
              <a:gd name="csY8" fmla="*/ 262949 h 639674"/>
              <a:gd name="csX9" fmla="*/ 571902 w 572603"/>
              <a:gd name="csY9" fmla="*/ 387584 h 639674"/>
              <a:gd name="csX10" fmla="*/ 559361 w 572603"/>
              <a:gd name="csY10" fmla="*/ 392866 h 639674"/>
              <a:gd name="csX11" fmla="*/ 503540 w 572603"/>
              <a:gd name="csY11" fmla="*/ 269469 h 639674"/>
              <a:gd name="csX12" fmla="*/ 414847 w 572603"/>
              <a:gd name="csY12" fmla="*/ 151598 h 639674"/>
              <a:gd name="csX13" fmla="*/ 322946 w 572603"/>
              <a:gd name="csY13" fmla="*/ 72793 h 639674"/>
              <a:gd name="csX14" fmla="*/ 293688 w 572603"/>
              <a:gd name="csY14" fmla="*/ 57948 h 639674"/>
              <a:gd name="csX15" fmla="*/ 261326 w 572603"/>
              <a:gd name="csY15" fmla="*/ 96527 h 639674"/>
              <a:gd name="csX16" fmla="*/ 212765 w 572603"/>
              <a:gd name="csY16" fmla="*/ 190601 h 639674"/>
              <a:gd name="csX17" fmla="*/ 146510 w 572603"/>
              <a:gd name="csY17" fmla="*/ 345192 h 639674"/>
              <a:gd name="csX18" fmla="*/ 86580 w 572603"/>
              <a:gd name="csY18" fmla="*/ 523862 h 639674"/>
              <a:gd name="csX19" fmla="*/ 77339 w 572603"/>
              <a:gd name="csY19" fmla="*/ 606687 h 639674"/>
              <a:gd name="csX20" fmla="*/ 2479 w 572603"/>
              <a:gd name="csY20" fmla="*/ 592679 h 639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72603" h="639674">
                <a:moveTo>
                  <a:pt x="2478" y="592681"/>
                </a:moveTo>
                <a:cubicBezTo>
                  <a:pt x="12735" y="564440"/>
                  <a:pt x="28305" y="537800"/>
                  <a:pt x="40786" y="510086"/>
                </a:cubicBezTo>
                <a:cubicBezTo>
                  <a:pt x="67241" y="451755"/>
                  <a:pt x="89612" y="391509"/>
                  <a:pt x="112609" y="331692"/>
                </a:cubicBezTo>
                <a:cubicBezTo>
                  <a:pt x="132801" y="279205"/>
                  <a:pt x="149893" y="225584"/>
                  <a:pt x="170935" y="173406"/>
                </a:cubicBezTo>
                <a:cubicBezTo>
                  <a:pt x="181899" y="138189"/>
                  <a:pt x="194882" y="103772"/>
                  <a:pt x="210075" y="70278"/>
                </a:cubicBezTo>
                <a:cubicBezTo>
                  <a:pt x="222038" y="43624"/>
                  <a:pt x="239651" y="24855"/>
                  <a:pt x="262589" y="8165"/>
                </a:cubicBezTo>
                <a:cubicBezTo>
                  <a:pt x="299935" y="-11148"/>
                  <a:pt x="324955" y="6931"/>
                  <a:pt x="354828" y="29882"/>
                </a:cubicBezTo>
                <a:cubicBezTo>
                  <a:pt x="384755" y="61844"/>
                  <a:pt x="414373" y="94624"/>
                  <a:pt x="437510" y="131885"/>
                </a:cubicBezTo>
                <a:cubicBezTo>
                  <a:pt x="465179" y="174392"/>
                  <a:pt x="491128" y="218393"/>
                  <a:pt x="515481" y="262949"/>
                </a:cubicBezTo>
                <a:cubicBezTo>
                  <a:pt x="536647" y="303387"/>
                  <a:pt x="553987" y="345653"/>
                  <a:pt x="571902" y="387584"/>
                </a:cubicBezTo>
                <a:cubicBezTo>
                  <a:pt x="575682" y="396432"/>
                  <a:pt x="563141" y="401714"/>
                  <a:pt x="559361" y="392866"/>
                </a:cubicBezTo>
                <a:cubicBezTo>
                  <a:pt x="541626" y="351355"/>
                  <a:pt x="524468" y="309512"/>
                  <a:pt x="503540" y="269469"/>
                </a:cubicBezTo>
                <a:cubicBezTo>
                  <a:pt x="479626" y="225673"/>
                  <a:pt x="452294" y="185211"/>
                  <a:pt x="414847" y="151598"/>
                </a:cubicBezTo>
                <a:cubicBezTo>
                  <a:pt x="383740" y="125913"/>
                  <a:pt x="357393" y="94338"/>
                  <a:pt x="322946" y="72793"/>
                </a:cubicBezTo>
                <a:cubicBezTo>
                  <a:pt x="313249" y="67876"/>
                  <a:pt x="303462" y="62152"/>
                  <a:pt x="293688" y="57948"/>
                </a:cubicBezTo>
                <a:cubicBezTo>
                  <a:pt x="281291" y="69791"/>
                  <a:pt x="268679" y="80292"/>
                  <a:pt x="261326" y="96527"/>
                </a:cubicBezTo>
                <a:cubicBezTo>
                  <a:pt x="244379" y="127316"/>
                  <a:pt x="227260" y="158374"/>
                  <a:pt x="212765" y="190601"/>
                </a:cubicBezTo>
                <a:cubicBezTo>
                  <a:pt x="191092" y="242309"/>
                  <a:pt x="167105" y="293052"/>
                  <a:pt x="146510" y="345192"/>
                </a:cubicBezTo>
                <a:cubicBezTo>
                  <a:pt x="122629" y="403112"/>
                  <a:pt x="96500" y="461712"/>
                  <a:pt x="86580" y="523862"/>
                </a:cubicBezTo>
                <a:cubicBezTo>
                  <a:pt x="82133" y="551429"/>
                  <a:pt x="79106" y="579097"/>
                  <a:pt x="77339" y="606687"/>
                </a:cubicBezTo>
                <a:cubicBezTo>
                  <a:pt x="73898" y="660430"/>
                  <a:pt x="-15906" y="643297"/>
                  <a:pt x="2479" y="59267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77CF8D35-0775-2EBF-98FA-FFF3F91743A5}"/>
              </a:ext>
            </a:extLst>
          </p:cNvPr>
          <p:cNvSpPr/>
          <p:nvPr/>
        </p:nvSpPr>
        <p:spPr>
          <a:xfrm>
            <a:off x="7149637" y="1376846"/>
            <a:ext cx="130935" cy="194271"/>
          </a:xfrm>
          <a:custGeom>
            <a:avLst/>
            <a:gdLst>
              <a:gd name="csX0" fmla="*/ 5743 w 130935"/>
              <a:gd name="csY0" fmla="*/ 160882 h 194271"/>
              <a:gd name="csX1" fmla="*/ 49349 w 130935"/>
              <a:gd name="csY1" fmla="*/ 114402 h 194271"/>
              <a:gd name="csX2" fmla="*/ 102196 w 130935"/>
              <a:gd name="csY2" fmla="*/ 28262 h 194271"/>
              <a:gd name="csX3" fmla="*/ 118275 w 130935"/>
              <a:gd name="csY3" fmla="*/ 3453 h 194271"/>
              <a:gd name="csX4" fmla="*/ 129586 w 130935"/>
              <a:gd name="csY4" fmla="*/ 11018 h 194271"/>
              <a:gd name="csX5" fmla="*/ 113730 w 130935"/>
              <a:gd name="csY5" fmla="*/ 35481 h 194271"/>
              <a:gd name="csX6" fmla="*/ 62335 w 130935"/>
              <a:gd name="csY6" fmla="*/ 121992 h 194271"/>
              <a:gd name="csX7" fmla="*/ 43434 w 130935"/>
              <a:gd name="csY7" fmla="*/ 181876 h 194271"/>
              <a:gd name="csX8" fmla="*/ 5743 w 130935"/>
              <a:gd name="csY8" fmla="*/ 160881 h 194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0935" h="194271">
                <a:moveTo>
                  <a:pt x="5743" y="160882"/>
                </a:moveTo>
                <a:cubicBezTo>
                  <a:pt x="22279" y="147246"/>
                  <a:pt x="35590" y="130471"/>
                  <a:pt x="49349" y="114402"/>
                </a:cubicBezTo>
                <a:cubicBezTo>
                  <a:pt x="67484" y="86020"/>
                  <a:pt x="84524" y="56943"/>
                  <a:pt x="102196" y="28262"/>
                </a:cubicBezTo>
                <a:cubicBezTo>
                  <a:pt x="107083" y="19690"/>
                  <a:pt x="112918" y="11720"/>
                  <a:pt x="118275" y="3453"/>
                </a:cubicBezTo>
                <a:cubicBezTo>
                  <a:pt x="123508" y="-4621"/>
                  <a:pt x="134819" y="2943"/>
                  <a:pt x="129586" y="11018"/>
                </a:cubicBezTo>
                <a:cubicBezTo>
                  <a:pt x="124303" y="19169"/>
                  <a:pt x="118537" y="27020"/>
                  <a:pt x="113730" y="35481"/>
                </a:cubicBezTo>
                <a:cubicBezTo>
                  <a:pt x="96138" y="64030"/>
                  <a:pt x="78220" y="92449"/>
                  <a:pt x="62335" y="121992"/>
                </a:cubicBezTo>
                <a:cubicBezTo>
                  <a:pt x="55199" y="141544"/>
                  <a:pt x="46992" y="161103"/>
                  <a:pt x="43434" y="181876"/>
                </a:cubicBezTo>
                <a:cubicBezTo>
                  <a:pt x="38284" y="211946"/>
                  <a:pt x="-17794" y="180290"/>
                  <a:pt x="5743" y="16088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7" name="任意多边形: 形状 106">
            <a:extLst>
              <a:ext uri="{FF2B5EF4-FFF2-40B4-BE49-F238E27FC236}">
                <a16:creationId xmlns:a16="http://schemas.microsoft.com/office/drawing/2014/main" id="{DC179826-2698-14E3-585F-2E9C337BB408}"/>
              </a:ext>
            </a:extLst>
          </p:cNvPr>
          <p:cNvSpPr/>
          <p:nvPr/>
        </p:nvSpPr>
        <p:spPr>
          <a:xfrm>
            <a:off x="7458021" y="1282809"/>
            <a:ext cx="263894" cy="209188"/>
          </a:xfrm>
          <a:custGeom>
            <a:avLst/>
            <a:gdLst>
              <a:gd name="csX0" fmla="*/ 25210 w 263894"/>
              <a:gd name="csY0" fmla="*/ 316 h 209188"/>
              <a:gd name="csX1" fmla="*/ 78320 w 263894"/>
              <a:gd name="csY1" fmla="*/ 24771 h 209188"/>
              <a:gd name="csX2" fmla="*/ 146886 w 263894"/>
              <a:gd name="csY2" fmla="*/ 66876 h 209188"/>
              <a:gd name="csX3" fmla="*/ 201486 w 263894"/>
              <a:gd name="csY3" fmla="*/ 110256 h 209188"/>
              <a:gd name="csX4" fmla="*/ 238472 w 263894"/>
              <a:gd name="csY4" fmla="*/ 150923 h 209188"/>
              <a:gd name="csX5" fmla="*/ 263895 w 263894"/>
              <a:gd name="csY5" fmla="*/ 177360 h 209188"/>
              <a:gd name="csX6" fmla="*/ 256267 w 263894"/>
              <a:gd name="csY6" fmla="*/ 190797 h 209188"/>
              <a:gd name="csX7" fmla="*/ 245107 w 263894"/>
              <a:gd name="csY7" fmla="*/ 201530 h 209188"/>
              <a:gd name="csX8" fmla="*/ 231923 w 263894"/>
              <a:gd name="csY8" fmla="*/ 209189 h 209188"/>
              <a:gd name="csX9" fmla="*/ 204864 w 263894"/>
              <a:gd name="csY9" fmla="*/ 181795 h 209188"/>
              <a:gd name="csX10" fmla="*/ 170504 w 263894"/>
              <a:gd name="csY10" fmla="*/ 138652 h 209188"/>
              <a:gd name="csX11" fmla="*/ 125749 w 263894"/>
              <a:gd name="csY11" fmla="*/ 98478 h 209188"/>
              <a:gd name="csX12" fmla="*/ 59687 w 263894"/>
              <a:gd name="csY12" fmla="*/ 58328 h 209188"/>
              <a:gd name="csX13" fmla="*/ 13807 w 263894"/>
              <a:gd name="csY13" fmla="*/ 35812 h 209188"/>
              <a:gd name="csX14" fmla="*/ 25210 w 263894"/>
              <a:gd name="csY14" fmla="*/ 315 h 2091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63894" h="209188">
                <a:moveTo>
                  <a:pt x="25210" y="316"/>
                </a:moveTo>
                <a:cubicBezTo>
                  <a:pt x="45312" y="3069"/>
                  <a:pt x="60857" y="15208"/>
                  <a:pt x="78320" y="24771"/>
                </a:cubicBezTo>
                <a:cubicBezTo>
                  <a:pt x="100797" y="39536"/>
                  <a:pt x="123959" y="52988"/>
                  <a:pt x="146886" y="66876"/>
                </a:cubicBezTo>
                <a:cubicBezTo>
                  <a:pt x="167865" y="78010"/>
                  <a:pt x="185018" y="93456"/>
                  <a:pt x="201486" y="110256"/>
                </a:cubicBezTo>
                <a:cubicBezTo>
                  <a:pt x="213361" y="125090"/>
                  <a:pt x="224632" y="138563"/>
                  <a:pt x="238472" y="150923"/>
                </a:cubicBezTo>
                <a:cubicBezTo>
                  <a:pt x="247778" y="158852"/>
                  <a:pt x="255841" y="168398"/>
                  <a:pt x="263895" y="177360"/>
                </a:cubicBezTo>
                <a:cubicBezTo>
                  <a:pt x="261352" y="181839"/>
                  <a:pt x="258810" y="186318"/>
                  <a:pt x="256267" y="190797"/>
                </a:cubicBezTo>
                <a:cubicBezTo>
                  <a:pt x="250862" y="200319"/>
                  <a:pt x="254574" y="196030"/>
                  <a:pt x="245107" y="201530"/>
                </a:cubicBezTo>
                <a:cubicBezTo>
                  <a:pt x="240712" y="204083"/>
                  <a:pt x="236317" y="206636"/>
                  <a:pt x="231923" y="209189"/>
                </a:cubicBezTo>
                <a:cubicBezTo>
                  <a:pt x="222780" y="200389"/>
                  <a:pt x="213272" y="191458"/>
                  <a:pt x="204864" y="181795"/>
                </a:cubicBezTo>
                <a:cubicBezTo>
                  <a:pt x="194406" y="166396"/>
                  <a:pt x="183183" y="152548"/>
                  <a:pt x="170504" y="138652"/>
                </a:cubicBezTo>
                <a:cubicBezTo>
                  <a:pt x="156191" y="124727"/>
                  <a:pt x="142048" y="110348"/>
                  <a:pt x="125749" y="98478"/>
                </a:cubicBezTo>
                <a:cubicBezTo>
                  <a:pt x="104920" y="83011"/>
                  <a:pt x="84234" y="67749"/>
                  <a:pt x="59687" y="58328"/>
                </a:cubicBezTo>
                <a:cubicBezTo>
                  <a:pt x="44491" y="50060"/>
                  <a:pt x="29128" y="43048"/>
                  <a:pt x="13807" y="35812"/>
                </a:cubicBezTo>
                <a:cubicBezTo>
                  <a:pt x="-10032" y="24554"/>
                  <a:pt x="-910" y="-3262"/>
                  <a:pt x="25210" y="31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8" name="任意多边形: 形状 107">
            <a:extLst>
              <a:ext uri="{FF2B5EF4-FFF2-40B4-BE49-F238E27FC236}">
                <a16:creationId xmlns:a16="http://schemas.microsoft.com/office/drawing/2014/main" id="{E297EE80-A524-61A6-9781-0FEA9AE34523}"/>
              </a:ext>
            </a:extLst>
          </p:cNvPr>
          <p:cNvSpPr/>
          <p:nvPr/>
        </p:nvSpPr>
        <p:spPr>
          <a:xfrm>
            <a:off x="8431425" y="1064301"/>
            <a:ext cx="445019" cy="281435"/>
          </a:xfrm>
          <a:custGeom>
            <a:avLst/>
            <a:gdLst>
              <a:gd name="csX0" fmla="*/ 10211 w 445019"/>
              <a:gd name="csY0" fmla="*/ 186820 h 281435"/>
              <a:gd name="csX1" fmla="*/ 56722 w 445019"/>
              <a:gd name="csY1" fmla="*/ 148896 h 281435"/>
              <a:gd name="csX2" fmla="*/ 129318 w 445019"/>
              <a:gd name="csY2" fmla="*/ 75082 h 281435"/>
              <a:gd name="csX3" fmla="*/ 179984 w 445019"/>
              <a:gd name="csY3" fmla="*/ 18127 h 281435"/>
              <a:gd name="csX4" fmla="*/ 244975 w 445019"/>
              <a:gd name="csY4" fmla="*/ 725 h 281435"/>
              <a:gd name="csX5" fmla="*/ 319183 w 445019"/>
              <a:gd name="csY5" fmla="*/ 62044 h 281435"/>
              <a:gd name="csX6" fmla="*/ 394010 w 445019"/>
              <a:gd name="csY6" fmla="*/ 159351 h 281435"/>
              <a:gd name="csX7" fmla="*/ 442515 w 445019"/>
              <a:gd name="csY7" fmla="*/ 237074 h 281435"/>
              <a:gd name="csX8" fmla="*/ 442226 w 445019"/>
              <a:gd name="csY8" fmla="*/ 273257 h 281435"/>
              <a:gd name="csX9" fmla="*/ 429467 w 445019"/>
              <a:gd name="csY9" fmla="*/ 277984 h 281435"/>
              <a:gd name="csX10" fmla="*/ 404675 w 445019"/>
              <a:gd name="csY10" fmla="*/ 256664 h 281435"/>
              <a:gd name="csX11" fmla="*/ 362919 w 445019"/>
              <a:gd name="csY11" fmla="*/ 179530 h 281435"/>
              <a:gd name="csX12" fmla="*/ 294827 w 445019"/>
              <a:gd name="csY12" fmla="*/ 85175 h 281435"/>
              <a:gd name="csX13" fmla="*/ 235732 w 445019"/>
              <a:gd name="csY13" fmla="*/ 42551 h 281435"/>
              <a:gd name="csX14" fmla="*/ 206237 w 445019"/>
              <a:gd name="csY14" fmla="*/ 48750 h 281435"/>
              <a:gd name="csX15" fmla="*/ 151084 w 445019"/>
              <a:gd name="csY15" fmla="*/ 95610 h 281435"/>
              <a:gd name="csX16" fmla="*/ 82803 w 445019"/>
              <a:gd name="csY16" fmla="*/ 172772 h 281435"/>
              <a:gd name="csX17" fmla="*/ 48667 w 445019"/>
              <a:gd name="csY17" fmla="*/ 223045 h 281435"/>
              <a:gd name="csX18" fmla="*/ 10210 w 445019"/>
              <a:gd name="csY18" fmla="*/ 186821 h 2814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45019" h="281435">
                <a:moveTo>
                  <a:pt x="10211" y="186820"/>
                </a:moveTo>
                <a:cubicBezTo>
                  <a:pt x="27756" y="176936"/>
                  <a:pt x="42005" y="162369"/>
                  <a:pt x="56722" y="148896"/>
                </a:cubicBezTo>
                <a:cubicBezTo>
                  <a:pt x="83991" y="127432"/>
                  <a:pt x="105936" y="100515"/>
                  <a:pt x="129318" y="75082"/>
                </a:cubicBezTo>
                <a:cubicBezTo>
                  <a:pt x="144891" y="54938"/>
                  <a:pt x="162232" y="36318"/>
                  <a:pt x="179984" y="18127"/>
                </a:cubicBezTo>
                <a:cubicBezTo>
                  <a:pt x="199923" y="-961"/>
                  <a:pt x="219390" y="-1061"/>
                  <a:pt x="244975" y="725"/>
                </a:cubicBezTo>
                <a:cubicBezTo>
                  <a:pt x="275506" y="12669"/>
                  <a:pt x="296744" y="39336"/>
                  <a:pt x="319183" y="62044"/>
                </a:cubicBezTo>
                <a:cubicBezTo>
                  <a:pt x="346366" y="92673"/>
                  <a:pt x="369577" y="126513"/>
                  <a:pt x="394010" y="159351"/>
                </a:cubicBezTo>
                <a:cubicBezTo>
                  <a:pt x="411489" y="184673"/>
                  <a:pt x="429014" y="209437"/>
                  <a:pt x="442515" y="237074"/>
                </a:cubicBezTo>
                <a:cubicBezTo>
                  <a:pt x="447381" y="248806"/>
                  <a:pt x="443959" y="261099"/>
                  <a:pt x="442226" y="273257"/>
                </a:cubicBezTo>
                <a:cubicBezTo>
                  <a:pt x="440869" y="282783"/>
                  <a:pt x="437371" y="283470"/>
                  <a:pt x="429467" y="277984"/>
                </a:cubicBezTo>
                <a:cubicBezTo>
                  <a:pt x="420578" y="271816"/>
                  <a:pt x="410840" y="265713"/>
                  <a:pt x="404675" y="256664"/>
                </a:cubicBezTo>
                <a:cubicBezTo>
                  <a:pt x="389857" y="231444"/>
                  <a:pt x="378392" y="204465"/>
                  <a:pt x="362919" y="179530"/>
                </a:cubicBezTo>
                <a:cubicBezTo>
                  <a:pt x="343205" y="145800"/>
                  <a:pt x="322482" y="113177"/>
                  <a:pt x="294827" y="85175"/>
                </a:cubicBezTo>
                <a:cubicBezTo>
                  <a:pt x="277223" y="67612"/>
                  <a:pt x="261129" y="49923"/>
                  <a:pt x="235732" y="42551"/>
                </a:cubicBezTo>
                <a:cubicBezTo>
                  <a:pt x="224772" y="43233"/>
                  <a:pt x="215944" y="37919"/>
                  <a:pt x="206237" y="48750"/>
                </a:cubicBezTo>
                <a:cubicBezTo>
                  <a:pt x="187433" y="63878"/>
                  <a:pt x="168778" y="79138"/>
                  <a:pt x="151084" y="95610"/>
                </a:cubicBezTo>
                <a:cubicBezTo>
                  <a:pt x="126954" y="120152"/>
                  <a:pt x="101637" y="143717"/>
                  <a:pt x="82803" y="172772"/>
                </a:cubicBezTo>
                <a:cubicBezTo>
                  <a:pt x="70721" y="188939"/>
                  <a:pt x="57810" y="204905"/>
                  <a:pt x="48667" y="223045"/>
                </a:cubicBezTo>
                <a:cubicBezTo>
                  <a:pt x="31857" y="256406"/>
                  <a:pt x="-22338" y="205158"/>
                  <a:pt x="10210" y="18682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9" name="任意多边形: 形状 108">
            <a:extLst>
              <a:ext uri="{FF2B5EF4-FFF2-40B4-BE49-F238E27FC236}">
                <a16:creationId xmlns:a16="http://schemas.microsoft.com/office/drawing/2014/main" id="{3B555F25-3B55-1FF6-1A61-F78478F490C1}"/>
              </a:ext>
            </a:extLst>
          </p:cNvPr>
          <p:cNvSpPr/>
          <p:nvPr/>
        </p:nvSpPr>
        <p:spPr>
          <a:xfrm>
            <a:off x="6682906" y="1375979"/>
            <a:ext cx="337008" cy="251072"/>
          </a:xfrm>
          <a:custGeom>
            <a:avLst/>
            <a:gdLst>
              <a:gd name="csX0" fmla="*/ 225 w 337008"/>
              <a:gd name="csY0" fmla="*/ 228711 h 251072"/>
              <a:gd name="csX1" fmla="*/ 8328 w 337008"/>
              <a:gd name="csY1" fmla="*/ 169139 h 251072"/>
              <a:gd name="csX2" fmla="*/ 18822 w 337008"/>
              <a:gd name="csY2" fmla="*/ 84459 h 251072"/>
              <a:gd name="csX3" fmla="*/ 41739 w 337008"/>
              <a:gd name="csY3" fmla="*/ 20603 h 251072"/>
              <a:gd name="csX4" fmla="*/ 116574 w 337008"/>
              <a:gd name="csY4" fmla="*/ 2438 h 251072"/>
              <a:gd name="csX5" fmla="*/ 203925 w 337008"/>
              <a:gd name="csY5" fmla="*/ 43773 h 251072"/>
              <a:gd name="csX6" fmla="*/ 287550 w 337008"/>
              <a:gd name="csY6" fmla="*/ 117553 h 251072"/>
              <a:gd name="csX7" fmla="*/ 335457 w 337008"/>
              <a:gd name="csY7" fmla="*/ 176779 h 251072"/>
              <a:gd name="csX8" fmla="*/ 325029 w 337008"/>
              <a:gd name="csY8" fmla="*/ 185521 h 251072"/>
              <a:gd name="csX9" fmla="*/ 273188 w 337008"/>
              <a:gd name="csY9" fmla="*/ 131914 h 251072"/>
              <a:gd name="csX10" fmla="*/ 192933 w 337008"/>
              <a:gd name="csY10" fmla="*/ 60102 h 251072"/>
              <a:gd name="csX11" fmla="*/ 115266 w 337008"/>
              <a:gd name="csY11" fmla="*/ 30636 h 251072"/>
              <a:gd name="csX12" fmla="*/ 77482 w 337008"/>
              <a:gd name="csY12" fmla="*/ 48194 h 251072"/>
              <a:gd name="csX13" fmla="*/ 58318 w 337008"/>
              <a:gd name="csY13" fmla="*/ 91903 h 251072"/>
              <a:gd name="csX14" fmla="*/ 43994 w 337008"/>
              <a:gd name="csY14" fmla="*/ 173133 h 251072"/>
              <a:gd name="csX15" fmla="*/ 36584 w 337008"/>
              <a:gd name="csY15" fmla="*/ 234331 h 251072"/>
              <a:gd name="csX16" fmla="*/ 227 w 337008"/>
              <a:gd name="csY16" fmla="*/ 228711 h 2510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37008" h="251072">
                <a:moveTo>
                  <a:pt x="225" y="228711"/>
                </a:moveTo>
                <a:cubicBezTo>
                  <a:pt x="2841" y="208922"/>
                  <a:pt x="5020" y="188874"/>
                  <a:pt x="8328" y="169139"/>
                </a:cubicBezTo>
                <a:cubicBezTo>
                  <a:pt x="12861" y="141003"/>
                  <a:pt x="16570" y="112855"/>
                  <a:pt x="18822" y="84459"/>
                </a:cubicBezTo>
                <a:cubicBezTo>
                  <a:pt x="20329" y="60650"/>
                  <a:pt x="29536" y="40563"/>
                  <a:pt x="41739" y="20603"/>
                </a:cubicBezTo>
                <a:cubicBezTo>
                  <a:pt x="64918" y="-3777"/>
                  <a:pt x="86943" y="-1453"/>
                  <a:pt x="116574" y="2438"/>
                </a:cubicBezTo>
                <a:cubicBezTo>
                  <a:pt x="148371" y="11743"/>
                  <a:pt x="176256" y="26044"/>
                  <a:pt x="203925" y="43773"/>
                </a:cubicBezTo>
                <a:cubicBezTo>
                  <a:pt x="232818" y="67450"/>
                  <a:pt x="260645" y="91639"/>
                  <a:pt x="287550" y="117553"/>
                </a:cubicBezTo>
                <a:cubicBezTo>
                  <a:pt x="307817" y="134134"/>
                  <a:pt x="321976" y="154804"/>
                  <a:pt x="335457" y="176779"/>
                </a:cubicBezTo>
                <a:cubicBezTo>
                  <a:pt x="340488" y="184980"/>
                  <a:pt x="332291" y="191834"/>
                  <a:pt x="325029" y="185521"/>
                </a:cubicBezTo>
                <a:cubicBezTo>
                  <a:pt x="306120" y="169081"/>
                  <a:pt x="288444" y="151952"/>
                  <a:pt x="273188" y="131914"/>
                </a:cubicBezTo>
                <a:cubicBezTo>
                  <a:pt x="248031" y="106356"/>
                  <a:pt x="223696" y="79087"/>
                  <a:pt x="192933" y="60102"/>
                </a:cubicBezTo>
                <a:cubicBezTo>
                  <a:pt x="168459" y="44668"/>
                  <a:pt x="145653" y="26404"/>
                  <a:pt x="115266" y="30636"/>
                </a:cubicBezTo>
                <a:cubicBezTo>
                  <a:pt x="101727" y="35501"/>
                  <a:pt x="87636" y="37078"/>
                  <a:pt x="77482" y="48194"/>
                </a:cubicBezTo>
                <a:cubicBezTo>
                  <a:pt x="70268" y="62127"/>
                  <a:pt x="59836" y="74541"/>
                  <a:pt x="58318" y="91903"/>
                </a:cubicBezTo>
                <a:cubicBezTo>
                  <a:pt x="50967" y="118512"/>
                  <a:pt x="46307" y="145489"/>
                  <a:pt x="43994" y="173133"/>
                </a:cubicBezTo>
                <a:cubicBezTo>
                  <a:pt x="42470" y="193676"/>
                  <a:pt x="39514" y="214090"/>
                  <a:pt x="36584" y="234331"/>
                </a:cubicBezTo>
                <a:cubicBezTo>
                  <a:pt x="32857" y="260076"/>
                  <a:pt x="-3182" y="254500"/>
                  <a:pt x="227" y="2287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0" name="任意多边形: 形状 109">
            <a:extLst>
              <a:ext uri="{FF2B5EF4-FFF2-40B4-BE49-F238E27FC236}">
                <a16:creationId xmlns:a16="http://schemas.microsoft.com/office/drawing/2014/main" id="{AC32A6D5-AD12-C94B-9A85-BD5FD6E12F0F}"/>
              </a:ext>
            </a:extLst>
          </p:cNvPr>
          <p:cNvSpPr/>
          <p:nvPr/>
        </p:nvSpPr>
        <p:spPr>
          <a:xfrm>
            <a:off x="7738960" y="2367277"/>
            <a:ext cx="66858" cy="207618"/>
          </a:xfrm>
          <a:custGeom>
            <a:avLst/>
            <a:gdLst>
              <a:gd name="csX0" fmla="*/ 47833 w 66858"/>
              <a:gd name="csY0" fmla="*/ 18177 h 207618"/>
              <a:gd name="csX1" fmla="*/ 62329 w 66858"/>
              <a:gd name="csY1" fmla="*/ 76306 h 207618"/>
              <a:gd name="csX2" fmla="*/ 53745 w 66858"/>
              <a:gd name="csY2" fmla="*/ 179100 h 207618"/>
              <a:gd name="csX3" fmla="*/ 56229 w 66858"/>
              <a:gd name="csY3" fmla="*/ 199583 h 207618"/>
              <a:gd name="csX4" fmla="*/ 42720 w 66858"/>
              <a:gd name="csY4" fmla="*/ 201221 h 207618"/>
              <a:gd name="csX5" fmla="*/ 40242 w 66858"/>
              <a:gd name="csY5" fmla="*/ 180791 h 207618"/>
              <a:gd name="csX6" fmla="*/ 5235 w 66858"/>
              <a:gd name="csY6" fmla="*/ 85939 h 207618"/>
              <a:gd name="csX7" fmla="*/ 3982 w 66858"/>
              <a:gd name="csY7" fmla="*/ 24254 h 207618"/>
              <a:gd name="csX8" fmla="*/ 47832 w 66858"/>
              <a:gd name="csY8" fmla="*/ 18180 h 2076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6858" h="207618">
                <a:moveTo>
                  <a:pt x="47833" y="18177"/>
                </a:moveTo>
                <a:cubicBezTo>
                  <a:pt x="58471" y="35904"/>
                  <a:pt x="60238" y="56043"/>
                  <a:pt x="62329" y="76306"/>
                </a:cubicBezTo>
                <a:cubicBezTo>
                  <a:pt x="68263" y="113464"/>
                  <a:pt x="70948" y="144858"/>
                  <a:pt x="53745" y="179100"/>
                </a:cubicBezTo>
                <a:cubicBezTo>
                  <a:pt x="54572" y="185928"/>
                  <a:pt x="55401" y="192755"/>
                  <a:pt x="56229" y="199583"/>
                </a:cubicBezTo>
                <a:cubicBezTo>
                  <a:pt x="57387" y="209134"/>
                  <a:pt x="43879" y="210773"/>
                  <a:pt x="42720" y="201221"/>
                </a:cubicBezTo>
                <a:cubicBezTo>
                  <a:pt x="41894" y="194411"/>
                  <a:pt x="41068" y="187601"/>
                  <a:pt x="40242" y="180791"/>
                </a:cubicBezTo>
                <a:cubicBezTo>
                  <a:pt x="15935" y="152486"/>
                  <a:pt x="10784" y="122089"/>
                  <a:pt x="5235" y="85939"/>
                </a:cubicBezTo>
                <a:cubicBezTo>
                  <a:pt x="1277" y="65141"/>
                  <a:pt x="-3603" y="44565"/>
                  <a:pt x="3982" y="24254"/>
                </a:cubicBezTo>
                <a:cubicBezTo>
                  <a:pt x="14934" y="-5070"/>
                  <a:pt x="31724" y="-8660"/>
                  <a:pt x="47832" y="1818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1" name="任意多边形: 形状 110">
            <a:extLst>
              <a:ext uri="{FF2B5EF4-FFF2-40B4-BE49-F238E27FC236}">
                <a16:creationId xmlns:a16="http://schemas.microsoft.com/office/drawing/2014/main" id="{8B30B57B-0523-F499-0E35-CC74AF5D9C70}"/>
              </a:ext>
            </a:extLst>
          </p:cNvPr>
          <p:cNvSpPr/>
          <p:nvPr/>
        </p:nvSpPr>
        <p:spPr>
          <a:xfrm>
            <a:off x="7869818" y="2327116"/>
            <a:ext cx="52223" cy="212725"/>
          </a:xfrm>
          <a:custGeom>
            <a:avLst/>
            <a:gdLst>
              <a:gd name="csX0" fmla="*/ 51944 w 52223"/>
              <a:gd name="csY0" fmla="*/ 24714 h 212725"/>
              <a:gd name="csX1" fmla="*/ 49750 w 52223"/>
              <a:gd name="csY1" fmla="*/ 107165 h 212725"/>
              <a:gd name="csX2" fmla="*/ 46608 w 52223"/>
              <a:gd name="csY2" fmla="*/ 204749 h 212725"/>
              <a:gd name="csX3" fmla="*/ 33086 w 52223"/>
              <a:gd name="csY3" fmla="*/ 206273 h 212725"/>
              <a:gd name="csX4" fmla="*/ 12139 w 52223"/>
              <a:gd name="csY4" fmla="*/ 109242 h 212725"/>
              <a:gd name="csX5" fmla="*/ 393 w 52223"/>
              <a:gd name="csY5" fmla="*/ 30267 h 212725"/>
              <a:gd name="csX6" fmla="*/ 51945 w 52223"/>
              <a:gd name="csY6" fmla="*/ 24713 h 212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2223" h="212725">
                <a:moveTo>
                  <a:pt x="51944" y="24714"/>
                </a:moveTo>
                <a:cubicBezTo>
                  <a:pt x="53213" y="50015"/>
                  <a:pt x="49738" y="79953"/>
                  <a:pt x="49750" y="107165"/>
                </a:cubicBezTo>
                <a:cubicBezTo>
                  <a:pt x="51486" y="140498"/>
                  <a:pt x="43242" y="171770"/>
                  <a:pt x="46608" y="204749"/>
                </a:cubicBezTo>
                <a:cubicBezTo>
                  <a:pt x="47585" y="214320"/>
                  <a:pt x="34265" y="215822"/>
                  <a:pt x="33086" y="206273"/>
                </a:cubicBezTo>
                <a:cubicBezTo>
                  <a:pt x="28976" y="172967"/>
                  <a:pt x="14397" y="143176"/>
                  <a:pt x="12139" y="109242"/>
                </a:cubicBezTo>
                <a:cubicBezTo>
                  <a:pt x="9265" y="82998"/>
                  <a:pt x="4107" y="54451"/>
                  <a:pt x="393" y="30267"/>
                </a:cubicBezTo>
                <a:cubicBezTo>
                  <a:pt x="-5171" y="-5971"/>
                  <a:pt x="50107" y="-11904"/>
                  <a:pt x="51945" y="24713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2" name="任意多边形: 形状 111">
            <a:extLst>
              <a:ext uri="{FF2B5EF4-FFF2-40B4-BE49-F238E27FC236}">
                <a16:creationId xmlns:a16="http://schemas.microsoft.com/office/drawing/2014/main" id="{58519FED-F861-8B1F-0F2E-F42612860B5A}"/>
              </a:ext>
            </a:extLst>
          </p:cNvPr>
          <p:cNvSpPr/>
          <p:nvPr/>
        </p:nvSpPr>
        <p:spPr>
          <a:xfrm>
            <a:off x="7979304" y="2182545"/>
            <a:ext cx="88535" cy="275731"/>
          </a:xfrm>
          <a:custGeom>
            <a:avLst/>
            <a:gdLst>
              <a:gd name="csX0" fmla="*/ 88000 w 88535"/>
              <a:gd name="csY0" fmla="*/ 43080 h 275731"/>
              <a:gd name="csX1" fmla="*/ 80173 w 88535"/>
              <a:gd name="csY1" fmla="*/ 123295 h 275731"/>
              <a:gd name="csX2" fmla="*/ 42379 w 88535"/>
              <a:gd name="csY2" fmla="*/ 269018 h 275731"/>
              <a:gd name="csX3" fmla="*/ 28783 w 88535"/>
              <a:gd name="csY3" fmla="*/ 268458 h 275731"/>
              <a:gd name="csX4" fmla="*/ 7331 w 88535"/>
              <a:gd name="csY4" fmla="*/ 120049 h 275731"/>
              <a:gd name="csX5" fmla="*/ 177 w 88535"/>
              <a:gd name="csY5" fmla="*/ 50420 h 275731"/>
              <a:gd name="csX6" fmla="*/ 87999 w 88535"/>
              <a:gd name="csY6" fmla="*/ 43079 h 275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8535" h="275731">
                <a:moveTo>
                  <a:pt x="88000" y="43080"/>
                </a:moveTo>
                <a:cubicBezTo>
                  <a:pt x="90330" y="70310"/>
                  <a:pt x="84570" y="96546"/>
                  <a:pt x="80173" y="123295"/>
                </a:cubicBezTo>
                <a:cubicBezTo>
                  <a:pt x="78611" y="175047"/>
                  <a:pt x="56890" y="220527"/>
                  <a:pt x="42379" y="269018"/>
                </a:cubicBezTo>
                <a:cubicBezTo>
                  <a:pt x="39621" y="278236"/>
                  <a:pt x="30743" y="277878"/>
                  <a:pt x="28783" y="268458"/>
                </a:cubicBezTo>
                <a:cubicBezTo>
                  <a:pt x="18484" y="218922"/>
                  <a:pt x="2919" y="171560"/>
                  <a:pt x="7331" y="120049"/>
                </a:cubicBezTo>
                <a:cubicBezTo>
                  <a:pt x="5453" y="96803"/>
                  <a:pt x="1893" y="73564"/>
                  <a:pt x="177" y="50420"/>
                </a:cubicBezTo>
                <a:cubicBezTo>
                  <a:pt x="-4433" y="-11726"/>
                  <a:pt x="82686" y="-19011"/>
                  <a:pt x="87999" y="4307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3" name="任意多边形: 形状 112">
            <a:extLst>
              <a:ext uri="{FF2B5EF4-FFF2-40B4-BE49-F238E27FC236}">
                <a16:creationId xmlns:a16="http://schemas.microsoft.com/office/drawing/2014/main" id="{3B05B9A7-30B4-94E8-1B07-D1A454042637}"/>
              </a:ext>
            </a:extLst>
          </p:cNvPr>
          <p:cNvSpPr/>
          <p:nvPr/>
        </p:nvSpPr>
        <p:spPr>
          <a:xfrm>
            <a:off x="8118183" y="2329951"/>
            <a:ext cx="45837" cy="178196"/>
          </a:xfrm>
          <a:custGeom>
            <a:avLst/>
            <a:gdLst>
              <a:gd name="csX0" fmla="*/ 45514 w 45837"/>
              <a:gd name="csY0" fmla="*/ 22642 h 178196"/>
              <a:gd name="csX1" fmla="*/ 33145 w 45837"/>
              <a:gd name="csY1" fmla="*/ 92095 h 178196"/>
              <a:gd name="csX2" fmla="*/ 15864 w 45837"/>
              <a:gd name="csY2" fmla="*/ 171596 h 178196"/>
              <a:gd name="csX3" fmla="*/ 2307 w 45837"/>
              <a:gd name="csY3" fmla="*/ 170433 h 178196"/>
              <a:gd name="csX4" fmla="*/ 1615 w 45837"/>
              <a:gd name="csY4" fmla="*/ 88074 h 178196"/>
              <a:gd name="csX5" fmla="*/ 5340 w 45837"/>
              <a:gd name="csY5" fmla="*/ 19908 h 178196"/>
              <a:gd name="csX6" fmla="*/ 45513 w 45837"/>
              <a:gd name="csY6" fmla="*/ 22641 h 1781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5837" h="178196">
                <a:moveTo>
                  <a:pt x="45514" y="22642"/>
                </a:moveTo>
                <a:cubicBezTo>
                  <a:pt x="41815" y="45591"/>
                  <a:pt x="36473" y="68751"/>
                  <a:pt x="33145" y="92095"/>
                </a:cubicBezTo>
                <a:cubicBezTo>
                  <a:pt x="29933" y="119406"/>
                  <a:pt x="20755" y="144694"/>
                  <a:pt x="15864" y="171596"/>
                </a:cubicBezTo>
                <a:cubicBezTo>
                  <a:pt x="14143" y="181063"/>
                  <a:pt x="2382" y="180055"/>
                  <a:pt x="2307" y="170433"/>
                </a:cubicBezTo>
                <a:cubicBezTo>
                  <a:pt x="2091" y="142687"/>
                  <a:pt x="-2292" y="115855"/>
                  <a:pt x="1615" y="88074"/>
                </a:cubicBezTo>
                <a:cubicBezTo>
                  <a:pt x="4022" y="65320"/>
                  <a:pt x="5168" y="42602"/>
                  <a:pt x="5340" y="19908"/>
                </a:cubicBezTo>
                <a:cubicBezTo>
                  <a:pt x="5554" y="-8564"/>
                  <a:pt x="50044" y="-5469"/>
                  <a:pt x="45513" y="2264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4" name="任意多边形: 形状 113">
            <a:extLst>
              <a:ext uri="{FF2B5EF4-FFF2-40B4-BE49-F238E27FC236}">
                <a16:creationId xmlns:a16="http://schemas.microsoft.com/office/drawing/2014/main" id="{F90DD313-B4E5-5F69-8CA1-F2FEFA9255A8}"/>
              </a:ext>
            </a:extLst>
          </p:cNvPr>
          <p:cNvSpPr/>
          <p:nvPr/>
        </p:nvSpPr>
        <p:spPr>
          <a:xfrm>
            <a:off x="8215581" y="2244573"/>
            <a:ext cx="87043" cy="281548"/>
          </a:xfrm>
          <a:custGeom>
            <a:avLst/>
            <a:gdLst>
              <a:gd name="csX0" fmla="*/ 86133 w 87043"/>
              <a:gd name="csY0" fmla="*/ 48394 h 281548"/>
              <a:gd name="csX1" fmla="*/ 57384 w 87043"/>
              <a:gd name="csY1" fmla="*/ 147396 h 281548"/>
              <a:gd name="csX2" fmla="*/ 15961 w 87043"/>
              <a:gd name="csY2" fmla="*/ 275450 h 281548"/>
              <a:gd name="csX3" fmla="*/ 2539 w 87043"/>
              <a:gd name="csY3" fmla="*/ 273214 h 281548"/>
              <a:gd name="csX4" fmla="*/ 5887 w 87043"/>
              <a:gd name="csY4" fmla="*/ 139569 h 281548"/>
              <a:gd name="csX5" fmla="*/ 194 w 87043"/>
              <a:gd name="csY5" fmla="*/ 42261 h 281548"/>
              <a:gd name="csX6" fmla="*/ 86133 w 87043"/>
              <a:gd name="csY6" fmla="*/ 48389 h 2815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7043" h="281548">
                <a:moveTo>
                  <a:pt x="86133" y="48394"/>
                </a:moveTo>
                <a:cubicBezTo>
                  <a:pt x="79801" y="81100"/>
                  <a:pt x="66812" y="114674"/>
                  <a:pt x="57384" y="147396"/>
                </a:cubicBezTo>
                <a:cubicBezTo>
                  <a:pt x="43947" y="191218"/>
                  <a:pt x="23546" y="229929"/>
                  <a:pt x="15961" y="275450"/>
                </a:cubicBezTo>
                <a:cubicBezTo>
                  <a:pt x="14380" y="284941"/>
                  <a:pt x="957" y="282705"/>
                  <a:pt x="2539" y="273214"/>
                </a:cubicBezTo>
                <a:cubicBezTo>
                  <a:pt x="10043" y="228183"/>
                  <a:pt x="4653" y="184950"/>
                  <a:pt x="5887" y="139569"/>
                </a:cubicBezTo>
                <a:cubicBezTo>
                  <a:pt x="6373" y="106894"/>
                  <a:pt x="2924" y="73907"/>
                  <a:pt x="194" y="42261"/>
                </a:cubicBezTo>
                <a:cubicBezTo>
                  <a:pt x="-5044" y="-18436"/>
                  <a:pt x="97711" y="-11423"/>
                  <a:pt x="86133" y="4838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5" name="任意多边形: 形状 114">
            <a:extLst>
              <a:ext uri="{FF2B5EF4-FFF2-40B4-BE49-F238E27FC236}">
                <a16:creationId xmlns:a16="http://schemas.microsoft.com/office/drawing/2014/main" id="{3D0F943C-AF13-F5E9-9A04-7A0AAA3FE255}"/>
              </a:ext>
            </a:extLst>
          </p:cNvPr>
          <p:cNvSpPr/>
          <p:nvPr/>
        </p:nvSpPr>
        <p:spPr>
          <a:xfrm>
            <a:off x="8470186" y="3975045"/>
            <a:ext cx="2147025" cy="630768"/>
          </a:xfrm>
          <a:custGeom>
            <a:avLst/>
            <a:gdLst>
              <a:gd name="csX0" fmla="*/ 49460 w 2147025"/>
              <a:gd name="csY0" fmla="*/ 10609 h 630768"/>
              <a:gd name="csX1" fmla="*/ 106868 w 2147025"/>
              <a:gd name="csY1" fmla="*/ 76467 h 630768"/>
              <a:gd name="csX2" fmla="*/ 245209 w 2147025"/>
              <a:gd name="csY2" fmla="*/ 187376 h 630768"/>
              <a:gd name="csX3" fmla="*/ 392361 w 2147025"/>
              <a:gd name="csY3" fmla="*/ 343881 h 630768"/>
              <a:gd name="csX4" fmla="*/ 530245 w 2147025"/>
              <a:gd name="csY4" fmla="*/ 450133 h 630768"/>
              <a:gd name="csX5" fmla="*/ 681483 w 2147025"/>
              <a:gd name="csY5" fmla="*/ 509009 h 630768"/>
              <a:gd name="csX6" fmla="*/ 901063 w 2147025"/>
              <a:gd name="csY6" fmla="*/ 526990 h 630768"/>
              <a:gd name="csX7" fmla="*/ 1214721 w 2147025"/>
              <a:gd name="csY7" fmla="*/ 495998 h 630768"/>
              <a:gd name="csX8" fmla="*/ 1565546 w 2147025"/>
              <a:gd name="csY8" fmla="*/ 395214 h 630768"/>
              <a:gd name="csX9" fmla="*/ 1843723 w 2147025"/>
              <a:gd name="csY9" fmla="*/ 269218 h 630768"/>
              <a:gd name="csX10" fmla="*/ 1990418 w 2147025"/>
              <a:gd name="csY10" fmla="*/ 191307 h 630768"/>
              <a:gd name="csX11" fmla="*/ 2076938 w 2147025"/>
              <a:gd name="csY11" fmla="*/ 161025 h 630768"/>
              <a:gd name="csX12" fmla="*/ 2136401 w 2147025"/>
              <a:gd name="csY12" fmla="*/ 183899 h 630768"/>
              <a:gd name="csX13" fmla="*/ 2145261 w 2147025"/>
              <a:gd name="csY13" fmla="*/ 200982 h 630768"/>
              <a:gd name="csX14" fmla="*/ 2130465 w 2147025"/>
              <a:gd name="csY14" fmla="*/ 263673 h 630768"/>
              <a:gd name="csX15" fmla="*/ 2038987 w 2147025"/>
              <a:gd name="csY15" fmla="*/ 313142 h 630768"/>
              <a:gd name="csX16" fmla="*/ 1880977 w 2147025"/>
              <a:gd name="csY16" fmla="*/ 360337 h 630768"/>
              <a:gd name="csX17" fmla="*/ 1589436 w 2147025"/>
              <a:gd name="csY17" fmla="*/ 462073 h 630768"/>
              <a:gd name="csX18" fmla="*/ 1229238 w 2147025"/>
              <a:gd name="csY18" fmla="*/ 569591 h 630768"/>
              <a:gd name="csX19" fmla="*/ 905407 w 2147025"/>
              <a:gd name="csY19" fmla="*/ 623267 h 630768"/>
              <a:gd name="csX20" fmla="*/ 653842 w 2147025"/>
              <a:gd name="csY20" fmla="*/ 621384 h 630768"/>
              <a:gd name="csX21" fmla="*/ 467572 w 2147025"/>
              <a:gd name="csY21" fmla="*/ 540003 h 630768"/>
              <a:gd name="csX22" fmla="*/ 324535 w 2147025"/>
              <a:gd name="csY22" fmla="*/ 404643 h 630768"/>
              <a:gd name="csX23" fmla="*/ 188861 w 2147025"/>
              <a:gd name="csY23" fmla="*/ 240108 h 630768"/>
              <a:gd name="csX24" fmla="*/ 78885 w 2147025"/>
              <a:gd name="csY24" fmla="*/ 106158 h 630768"/>
              <a:gd name="csX25" fmla="*/ 9472 w 2147025"/>
              <a:gd name="csY25" fmla="*/ 47048 h 630768"/>
              <a:gd name="csX26" fmla="*/ 49460 w 2147025"/>
              <a:gd name="csY26" fmla="*/ 10599 h 6307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2147025" h="630768">
                <a:moveTo>
                  <a:pt x="49460" y="10609"/>
                </a:moveTo>
                <a:cubicBezTo>
                  <a:pt x="67011" y="33672"/>
                  <a:pt x="87320" y="54897"/>
                  <a:pt x="106868" y="76467"/>
                </a:cubicBezTo>
                <a:cubicBezTo>
                  <a:pt x="155457" y="108607"/>
                  <a:pt x="204061" y="145359"/>
                  <a:pt x="245209" y="187376"/>
                </a:cubicBezTo>
                <a:cubicBezTo>
                  <a:pt x="294503" y="239353"/>
                  <a:pt x="343146" y="291627"/>
                  <a:pt x="392361" y="343881"/>
                </a:cubicBezTo>
                <a:cubicBezTo>
                  <a:pt x="431934" y="386587"/>
                  <a:pt x="482973" y="416498"/>
                  <a:pt x="530245" y="450133"/>
                </a:cubicBezTo>
                <a:cubicBezTo>
                  <a:pt x="577995" y="477808"/>
                  <a:pt x="628848" y="494013"/>
                  <a:pt x="681483" y="509009"/>
                </a:cubicBezTo>
                <a:cubicBezTo>
                  <a:pt x="753364" y="525401"/>
                  <a:pt x="827625" y="526779"/>
                  <a:pt x="901063" y="526990"/>
                </a:cubicBezTo>
                <a:cubicBezTo>
                  <a:pt x="1006276" y="523954"/>
                  <a:pt x="1111080" y="514244"/>
                  <a:pt x="1214721" y="495998"/>
                </a:cubicBezTo>
                <a:cubicBezTo>
                  <a:pt x="1335203" y="475846"/>
                  <a:pt x="1451418" y="437882"/>
                  <a:pt x="1565546" y="395214"/>
                </a:cubicBezTo>
                <a:cubicBezTo>
                  <a:pt x="1660496" y="358357"/>
                  <a:pt x="1752883" y="315206"/>
                  <a:pt x="1843723" y="269218"/>
                </a:cubicBezTo>
                <a:cubicBezTo>
                  <a:pt x="1892290" y="242605"/>
                  <a:pt x="1941774" y="217638"/>
                  <a:pt x="1990418" y="191307"/>
                </a:cubicBezTo>
                <a:cubicBezTo>
                  <a:pt x="2018566" y="175852"/>
                  <a:pt x="2045726" y="165180"/>
                  <a:pt x="2076938" y="161025"/>
                </a:cubicBezTo>
                <a:cubicBezTo>
                  <a:pt x="2096241" y="170754"/>
                  <a:pt x="2116983" y="176303"/>
                  <a:pt x="2136401" y="183899"/>
                </a:cubicBezTo>
                <a:cubicBezTo>
                  <a:pt x="2149073" y="188855"/>
                  <a:pt x="2148041" y="187662"/>
                  <a:pt x="2145261" y="200982"/>
                </a:cubicBezTo>
                <a:cubicBezTo>
                  <a:pt x="2140961" y="221581"/>
                  <a:pt x="2135208" y="242579"/>
                  <a:pt x="2130465" y="263673"/>
                </a:cubicBezTo>
                <a:cubicBezTo>
                  <a:pt x="2103652" y="288580"/>
                  <a:pt x="2075747" y="304484"/>
                  <a:pt x="2038987" y="313142"/>
                </a:cubicBezTo>
                <a:cubicBezTo>
                  <a:pt x="1986044" y="327867"/>
                  <a:pt x="1933840" y="345209"/>
                  <a:pt x="1880977" y="360337"/>
                </a:cubicBezTo>
                <a:cubicBezTo>
                  <a:pt x="1782850" y="391529"/>
                  <a:pt x="1686286" y="427186"/>
                  <a:pt x="1589436" y="462073"/>
                </a:cubicBezTo>
                <a:cubicBezTo>
                  <a:pt x="1470783" y="502569"/>
                  <a:pt x="1351292" y="540580"/>
                  <a:pt x="1229238" y="569591"/>
                </a:cubicBezTo>
                <a:cubicBezTo>
                  <a:pt x="1122273" y="592879"/>
                  <a:pt x="1014897" y="615570"/>
                  <a:pt x="905407" y="623267"/>
                </a:cubicBezTo>
                <a:cubicBezTo>
                  <a:pt x="821623" y="630800"/>
                  <a:pt x="737253" y="636227"/>
                  <a:pt x="653842" y="621384"/>
                </a:cubicBezTo>
                <a:cubicBezTo>
                  <a:pt x="587396" y="607071"/>
                  <a:pt x="521226" y="582693"/>
                  <a:pt x="467572" y="540003"/>
                </a:cubicBezTo>
                <a:cubicBezTo>
                  <a:pt x="413876" y="499871"/>
                  <a:pt x="365978" y="457946"/>
                  <a:pt x="324535" y="404643"/>
                </a:cubicBezTo>
                <a:cubicBezTo>
                  <a:pt x="278321" y="350469"/>
                  <a:pt x="235060" y="294048"/>
                  <a:pt x="188861" y="240108"/>
                </a:cubicBezTo>
                <a:cubicBezTo>
                  <a:pt x="150361" y="196981"/>
                  <a:pt x="115730" y="150084"/>
                  <a:pt x="78885" y="106158"/>
                </a:cubicBezTo>
                <a:cubicBezTo>
                  <a:pt x="55686" y="86517"/>
                  <a:pt x="32658" y="66413"/>
                  <a:pt x="9472" y="47048"/>
                </a:cubicBezTo>
                <a:cubicBezTo>
                  <a:pt x="-19893" y="22523"/>
                  <a:pt x="26292" y="-19846"/>
                  <a:pt x="49460" y="1059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6" name="任意多边形: 形状 115">
            <a:extLst>
              <a:ext uri="{FF2B5EF4-FFF2-40B4-BE49-F238E27FC236}">
                <a16:creationId xmlns:a16="http://schemas.microsoft.com/office/drawing/2014/main" id="{E64170E1-3962-7E77-C8A0-F6A6F5DDAFEE}"/>
              </a:ext>
            </a:extLst>
          </p:cNvPr>
          <p:cNvSpPr/>
          <p:nvPr/>
        </p:nvSpPr>
        <p:spPr>
          <a:xfrm>
            <a:off x="9221283" y="2789271"/>
            <a:ext cx="1618891" cy="886123"/>
          </a:xfrm>
          <a:custGeom>
            <a:avLst/>
            <a:gdLst>
              <a:gd name="csX0" fmla="*/ 48552 w 1618891"/>
              <a:gd name="csY0" fmla="*/ 783760 h 886123"/>
              <a:gd name="csX1" fmla="*/ 207496 w 1618891"/>
              <a:gd name="csY1" fmla="*/ 774590 h 886123"/>
              <a:gd name="csX2" fmla="*/ 582867 w 1618891"/>
              <a:gd name="csY2" fmla="*/ 672948 h 886123"/>
              <a:gd name="csX3" fmla="*/ 985641 w 1618891"/>
              <a:gd name="csY3" fmla="*/ 510290 h 886123"/>
              <a:gd name="csX4" fmla="*/ 1237368 w 1618891"/>
              <a:gd name="csY4" fmla="*/ 352699 h 886123"/>
              <a:gd name="csX5" fmla="*/ 1391349 w 1618891"/>
              <a:gd name="csY5" fmla="*/ 242295 h 886123"/>
              <a:gd name="csX6" fmla="*/ 1491590 w 1618891"/>
              <a:gd name="csY6" fmla="*/ 148969 h 886123"/>
              <a:gd name="csX7" fmla="*/ 1535508 w 1618891"/>
              <a:gd name="csY7" fmla="*/ 89944 h 886123"/>
              <a:gd name="csX8" fmla="*/ 1535859 w 1618891"/>
              <a:gd name="csY8" fmla="*/ 73989 h 886123"/>
              <a:gd name="csX9" fmla="*/ 1492913 w 1618891"/>
              <a:gd name="csY9" fmla="*/ 58640 h 886123"/>
              <a:gd name="csX10" fmla="*/ 1268856 w 1618891"/>
              <a:gd name="csY10" fmla="*/ 53098 h 886123"/>
              <a:gd name="csX11" fmla="*/ 962790 w 1618891"/>
              <a:gd name="csY11" fmla="*/ 87514 h 886123"/>
              <a:gd name="csX12" fmla="*/ 667419 w 1618891"/>
              <a:gd name="csY12" fmla="*/ 135733 h 886123"/>
              <a:gd name="csX13" fmla="*/ 664138 w 1618891"/>
              <a:gd name="csY13" fmla="*/ 116772 h 886123"/>
              <a:gd name="csX14" fmla="*/ 960118 w 1618891"/>
              <a:gd name="csY14" fmla="*/ 68458 h 886123"/>
              <a:gd name="csX15" fmla="*/ 1266804 w 1618891"/>
              <a:gd name="csY15" fmla="*/ 29436 h 886123"/>
              <a:gd name="csX16" fmla="*/ 1498842 w 1618891"/>
              <a:gd name="csY16" fmla="*/ 0 h 886123"/>
              <a:gd name="csX17" fmla="*/ 1614333 w 1618891"/>
              <a:gd name="csY17" fmla="*/ 40216 h 886123"/>
              <a:gd name="csX18" fmla="*/ 1606122 w 1618891"/>
              <a:gd name="csY18" fmla="*/ 121758 h 886123"/>
              <a:gd name="csX19" fmla="*/ 1550863 w 1618891"/>
              <a:gd name="csY19" fmla="*/ 206835 h 886123"/>
              <a:gd name="csX20" fmla="*/ 1433953 w 1618891"/>
              <a:gd name="csY20" fmla="*/ 300841 h 886123"/>
              <a:gd name="csX21" fmla="*/ 1267361 w 1618891"/>
              <a:gd name="csY21" fmla="*/ 402768 h 886123"/>
              <a:gd name="csX22" fmla="*/ 993651 w 1618891"/>
              <a:gd name="csY22" fmla="*/ 527774 h 886123"/>
              <a:gd name="csX23" fmla="*/ 589210 w 1618891"/>
              <a:gd name="csY23" fmla="*/ 691099 h 886123"/>
              <a:gd name="csX24" fmla="*/ 219763 w 1618891"/>
              <a:gd name="csY24" fmla="*/ 825078 h 886123"/>
              <a:gd name="csX25" fmla="*/ 54752 w 1618891"/>
              <a:gd name="csY25" fmla="*/ 883557 h 886123"/>
              <a:gd name="csX26" fmla="*/ 48551 w 1618891"/>
              <a:gd name="csY26" fmla="*/ 783754 h 8861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1618891" h="886123">
                <a:moveTo>
                  <a:pt x="48552" y="783760"/>
                </a:moveTo>
                <a:cubicBezTo>
                  <a:pt x="101861" y="790208"/>
                  <a:pt x="154823" y="783109"/>
                  <a:pt x="207496" y="774590"/>
                </a:cubicBezTo>
                <a:cubicBezTo>
                  <a:pt x="336922" y="758876"/>
                  <a:pt x="460461" y="715779"/>
                  <a:pt x="582867" y="672948"/>
                </a:cubicBezTo>
                <a:cubicBezTo>
                  <a:pt x="719903" y="625696"/>
                  <a:pt x="853949" y="570698"/>
                  <a:pt x="985641" y="510290"/>
                </a:cubicBezTo>
                <a:cubicBezTo>
                  <a:pt x="1073867" y="464802"/>
                  <a:pt x="1156024" y="409239"/>
                  <a:pt x="1237368" y="352699"/>
                </a:cubicBezTo>
                <a:cubicBezTo>
                  <a:pt x="1289216" y="316495"/>
                  <a:pt x="1341343" y="280927"/>
                  <a:pt x="1391349" y="242295"/>
                </a:cubicBezTo>
                <a:cubicBezTo>
                  <a:pt x="1428012" y="214581"/>
                  <a:pt x="1460496" y="182500"/>
                  <a:pt x="1491590" y="148969"/>
                </a:cubicBezTo>
                <a:cubicBezTo>
                  <a:pt x="1509248" y="131025"/>
                  <a:pt x="1522744" y="111281"/>
                  <a:pt x="1535508" y="89944"/>
                </a:cubicBezTo>
                <a:cubicBezTo>
                  <a:pt x="1536922" y="84816"/>
                  <a:pt x="1535742" y="79308"/>
                  <a:pt x="1535859" y="73989"/>
                </a:cubicBezTo>
                <a:cubicBezTo>
                  <a:pt x="1542644" y="75103"/>
                  <a:pt x="1500028" y="60736"/>
                  <a:pt x="1492913" y="58640"/>
                </a:cubicBezTo>
                <a:cubicBezTo>
                  <a:pt x="1419115" y="45610"/>
                  <a:pt x="1343390" y="48466"/>
                  <a:pt x="1268856" y="53098"/>
                </a:cubicBezTo>
                <a:cubicBezTo>
                  <a:pt x="1166225" y="57674"/>
                  <a:pt x="1064422" y="73230"/>
                  <a:pt x="962790" y="87514"/>
                </a:cubicBezTo>
                <a:cubicBezTo>
                  <a:pt x="864311" y="103445"/>
                  <a:pt x="765717" y="118717"/>
                  <a:pt x="667419" y="135733"/>
                </a:cubicBezTo>
                <a:cubicBezTo>
                  <a:pt x="654012" y="138054"/>
                  <a:pt x="650730" y="119092"/>
                  <a:pt x="664138" y="116772"/>
                </a:cubicBezTo>
                <a:cubicBezTo>
                  <a:pt x="762636" y="99724"/>
                  <a:pt x="861429" y="84413"/>
                  <a:pt x="960118" y="68458"/>
                </a:cubicBezTo>
                <a:cubicBezTo>
                  <a:pt x="1062207" y="54110"/>
                  <a:pt x="1164524" y="42001"/>
                  <a:pt x="1266804" y="29436"/>
                </a:cubicBezTo>
                <a:cubicBezTo>
                  <a:pt x="1344374" y="20788"/>
                  <a:pt x="1421223" y="7726"/>
                  <a:pt x="1498842" y="0"/>
                </a:cubicBezTo>
                <a:cubicBezTo>
                  <a:pt x="1543941" y="1865"/>
                  <a:pt x="1586478" y="-785"/>
                  <a:pt x="1614333" y="40216"/>
                </a:cubicBezTo>
                <a:cubicBezTo>
                  <a:pt x="1620097" y="70382"/>
                  <a:pt x="1623163" y="94090"/>
                  <a:pt x="1606122" y="121758"/>
                </a:cubicBezTo>
                <a:cubicBezTo>
                  <a:pt x="1590561" y="151797"/>
                  <a:pt x="1575875" y="183305"/>
                  <a:pt x="1550863" y="206835"/>
                </a:cubicBezTo>
                <a:cubicBezTo>
                  <a:pt x="1513812" y="240126"/>
                  <a:pt x="1475708" y="272966"/>
                  <a:pt x="1433953" y="300841"/>
                </a:cubicBezTo>
                <a:cubicBezTo>
                  <a:pt x="1379322" y="336317"/>
                  <a:pt x="1326035" y="373981"/>
                  <a:pt x="1267361" y="402768"/>
                </a:cubicBezTo>
                <a:cubicBezTo>
                  <a:pt x="1178045" y="448525"/>
                  <a:pt x="1086291" y="489230"/>
                  <a:pt x="993651" y="527774"/>
                </a:cubicBezTo>
                <a:cubicBezTo>
                  <a:pt x="861405" y="588425"/>
                  <a:pt x="726808" y="643655"/>
                  <a:pt x="589210" y="691099"/>
                </a:cubicBezTo>
                <a:cubicBezTo>
                  <a:pt x="465556" y="734369"/>
                  <a:pt x="341931" y="777735"/>
                  <a:pt x="219763" y="825078"/>
                </a:cubicBezTo>
                <a:cubicBezTo>
                  <a:pt x="164133" y="843186"/>
                  <a:pt x="110111" y="865161"/>
                  <a:pt x="54752" y="883557"/>
                </a:cubicBezTo>
                <a:cubicBezTo>
                  <a:pt x="-12350" y="905856"/>
                  <a:pt x="-21648" y="775258"/>
                  <a:pt x="48551" y="78375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8" name="Arc 12+++">
            <a:extLst>
              <a:ext uri="{FF2B5EF4-FFF2-40B4-BE49-F238E27FC236}">
                <a16:creationId xmlns:a16="http://schemas.microsoft.com/office/drawing/2014/main" id="{64511CEC-FFFA-61DD-44F2-8A962B4A1378}"/>
              </a:ext>
            </a:extLst>
          </p:cNvPr>
          <p:cNvSpPr/>
          <p:nvPr/>
        </p:nvSpPr>
        <p:spPr>
          <a:xfrm>
            <a:off x="2365829" y="-301171"/>
            <a:ext cx="7460342" cy="7460342"/>
          </a:xfrm>
          <a:prstGeom prst="arc">
            <a:avLst>
              <a:gd name="adj1" fmla="val 13889976"/>
              <a:gd name="adj2" fmla="val 20987688"/>
            </a:avLst>
          </a:prstGeom>
          <a:ln w="127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9" name="Arc 12+++">
            <a:extLst>
              <a:ext uri="{FF2B5EF4-FFF2-40B4-BE49-F238E27FC236}">
                <a16:creationId xmlns:a16="http://schemas.microsoft.com/office/drawing/2014/main" id="{DFB732D3-E2FE-8D3B-B9FB-CBF4765A97CB}"/>
              </a:ext>
            </a:extLst>
          </p:cNvPr>
          <p:cNvSpPr/>
          <p:nvPr/>
        </p:nvSpPr>
        <p:spPr>
          <a:xfrm>
            <a:off x="2365829" y="-301171"/>
            <a:ext cx="7460342" cy="7460342"/>
          </a:xfrm>
          <a:prstGeom prst="arc">
            <a:avLst>
              <a:gd name="adj1" fmla="val 3318285"/>
              <a:gd name="adj2" fmla="val 8796885"/>
            </a:avLst>
          </a:prstGeom>
          <a:ln w="127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8" name="图片 37" descr="D:\51PPT模板网\51pptmoban.com\图片.jpg">
            <a:extLst>
              <a:ext uri="{FF2B5EF4-FFF2-40B4-BE49-F238E27FC236}">
                <a16:creationId xmlns:a16="http://schemas.microsoft.com/office/drawing/2014/main" id="{418DE79E-6329-CC7D-4024-DE4BE8B0AF32}"/>
              </a:ext>
            </a:extLst>
          </p:cNvPr>
          <p:cNvPicPr>
            <a:picLocks noChangeAspect="1"/>
          </p:cNvPicPr>
          <p:nvPr/>
        </p:nvPicPr>
        <p:blipFill>
          <a:blip r:embed="injBgRid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264372"/>
            <a:ext cx="12192000" cy="4590980"/>
          </a:xfrm>
          <a:prstGeom prst="rect">
            <a:avLst/>
          </a:prstGeom>
        </p:spPr>
      </p:pic>
      <p:pic>
        <p:nvPicPr>
          <p:cNvPr id="117" name="图片 116" descr="D:\51PPT模板网\51pptmoban.com\图片.jpg">
            <a:extLst>
              <a:ext uri="{FF2B5EF4-FFF2-40B4-BE49-F238E27FC236}">
                <a16:creationId xmlns:a16="http://schemas.microsoft.com/office/drawing/2014/main" id="{AC1D7A55-A4EB-26F3-5B7E-D45CA3260521}"/>
              </a:ext>
            </a:extLst>
          </p:cNvPr>
          <p:cNvPicPr>
            <a:picLocks noChangeAspect="1"/>
          </p:cNvPicPr>
          <p:nvPr/>
        </p:nvPicPr>
        <p:blipFill>
          <a:blip r:embed="injBgRid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2766509" flipH="1" flipV="1">
            <a:off x="2111162" y="627448"/>
            <a:ext cx="1810966" cy="138521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932688" y="22402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第二章：2024年业绩回顾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32688" y="3063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C1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核心数据与关键成果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D7553F8F-9F9F-1BEA-7B2F-1832072BF24A}"/>
              </a:ext>
            </a:extLst>
          </p:cNvPr>
          <p:cNvSpPr/>
          <p:nvPr/>
        </p:nvSpPr>
        <p:spPr>
          <a:xfrm>
            <a:off x="499388" y="3447396"/>
            <a:ext cx="3851445" cy="3851459"/>
          </a:xfrm>
          <a:custGeom>
            <a:avLst/>
            <a:gdLst>
              <a:gd name="csX0" fmla="*/ 1925733 w 3851445"/>
              <a:gd name="csY0" fmla="*/ 3851460 h 3851459"/>
              <a:gd name="csX1" fmla="*/ 1672433 w 3851445"/>
              <a:gd name="csY1" fmla="*/ 3834939 h 3851459"/>
              <a:gd name="csX2" fmla="*/ 1658302 w 3851445"/>
              <a:gd name="csY2" fmla="*/ 3818826 h 3851459"/>
              <a:gd name="csX3" fmla="*/ 1658302 w 3851445"/>
              <a:gd name="csY3" fmla="*/ 3713861 h 3851459"/>
              <a:gd name="csX4" fmla="*/ 1674556 w 3851445"/>
              <a:gd name="csY4" fmla="*/ 3697607 h 3851459"/>
              <a:gd name="csX5" fmla="*/ 1851458 w 3851445"/>
              <a:gd name="csY5" fmla="*/ 3697607 h 3851459"/>
              <a:gd name="csX6" fmla="*/ 1851458 w 3851445"/>
              <a:gd name="csY6" fmla="*/ 3583597 h 3851459"/>
              <a:gd name="csX7" fmla="*/ 1359496 w 3851445"/>
              <a:gd name="csY7" fmla="*/ 3486124 h 3851459"/>
              <a:gd name="csX8" fmla="*/ 1315985 w 3851445"/>
              <a:gd name="csY8" fmla="*/ 3591127 h 3851459"/>
              <a:gd name="csX9" fmla="*/ 1479428 w 3851445"/>
              <a:gd name="csY9" fmla="*/ 3658795 h 3851459"/>
              <a:gd name="csX10" fmla="*/ 1488224 w 3851445"/>
              <a:gd name="csY10" fmla="*/ 3667593 h 3851459"/>
              <a:gd name="csX11" fmla="*/ 1488224 w 3851445"/>
              <a:gd name="csY11" fmla="*/ 3680034 h 3851459"/>
              <a:gd name="csX12" fmla="*/ 1447947 w 3851445"/>
              <a:gd name="csY12" fmla="*/ 3777229 h 3851459"/>
              <a:gd name="csX13" fmla="*/ 1428744 w 3851445"/>
              <a:gd name="csY13" fmla="*/ 3786714 h 3851459"/>
              <a:gd name="csX14" fmla="*/ 960768 w 3851445"/>
              <a:gd name="csY14" fmla="*/ 3592560 h 3851459"/>
              <a:gd name="csX15" fmla="*/ 953910 w 3851445"/>
              <a:gd name="csY15" fmla="*/ 3572284 h 3851459"/>
              <a:gd name="csX16" fmla="*/ 994057 w 3851445"/>
              <a:gd name="csY16" fmla="*/ 3475350 h 3851459"/>
              <a:gd name="csX17" fmla="*/ 1002852 w 3851445"/>
              <a:gd name="csY17" fmla="*/ 3466555 h 3851459"/>
              <a:gd name="csX18" fmla="*/ 1015293 w 3851445"/>
              <a:gd name="csY18" fmla="*/ 3466555 h 3851459"/>
              <a:gd name="csX19" fmla="*/ 1178715 w 3851445"/>
              <a:gd name="csY19" fmla="*/ 3534243 h 3851459"/>
              <a:gd name="csX20" fmla="*/ 1222096 w 3851445"/>
              <a:gd name="csY20" fmla="*/ 3429086 h 3851459"/>
              <a:gd name="csX21" fmla="*/ 805599 w 3851445"/>
              <a:gd name="csY21" fmla="*/ 3150143 h 3851459"/>
              <a:gd name="csX22" fmla="*/ 724801 w 3851445"/>
              <a:gd name="csY22" fmla="*/ 3230938 h 3851459"/>
              <a:gd name="csX23" fmla="*/ 849871 w 3851445"/>
              <a:gd name="csY23" fmla="*/ 3356038 h 3851459"/>
              <a:gd name="csX24" fmla="*/ 849871 w 3851445"/>
              <a:gd name="csY24" fmla="*/ 3379023 h 3851459"/>
              <a:gd name="csX25" fmla="*/ 775852 w 3851445"/>
              <a:gd name="csY25" fmla="*/ 3453041 h 3851459"/>
              <a:gd name="csX26" fmla="*/ 754466 w 3851445"/>
              <a:gd name="csY26" fmla="*/ 3454440 h 3851459"/>
              <a:gd name="csX27" fmla="*/ 396358 w 3851445"/>
              <a:gd name="csY27" fmla="*/ 3096102 h 3851459"/>
              <a:gd name="csX28" fmla="*/ 397767 w 3851445"/>
              <a:gd name="csY28" fmla="*/ 3074726 h 3851459"/>
              <a:gd name="csX29" fmla="*/ 471686 w 3851445"/>
              <a:gd name="csY29" fmla="*/ 3000804 h 3851459"/>
              <a:gd name="csX30" fmla="*/ 483180 w 3851445"/>
              <a:gd name="csY30" fmla="*/ 2996041 h 3851459"/>
              <a:gd name="csX31" fmla="*/ 494674 w 3851445"/>
              <a:gd name="csY31" fmla="*/ 3000804 h 3851459"/>
              <a:gd name="csX32" fmla="*/ 619744 w 3851445"/>
              <a:gd name="csY32" fmla="*/ 3125897 h 3851459"/>
              <a:gd name="csX33" fmla="*/ 700575 w 3851445"/>
              <a:gd name="csY33" fmla="*/ 3045069 h 3851459"/>
              <a:gd name="csX34" fmla="*/ 422367 w 3851445"/>
              <a:gd name="csY34" fmla="*/ 2629381 h 3851459"/>
              <a:gd name="csX35" fmla="*/ 316490 w 3851445"/>
              <a:gd name="csY35" fmla="*/ 2672106 h 3851459"/>
              <a:gd name="csX36" fmla="*/ 384130 w 3851445"/>
              <a:gd name="csY36" fmla="*/ 2835379 h 3851459"/>
              <a:gd name="csX37" fmla="*/ 384134 w 3851445"/>
              <a:gd name="csY37" fmla="*/ 2847819 h 3851459"/>
              <a:gd name="csX38" fmla="*/ 375335 w 3851445"/>
              <a:gd name="csY38" fmla="*/ 2856614 h 3851459"/>
              <a:gd name="csX39" fmla="*/ 278661 w 3851445"/>
              <a:gd name="csY39" fmla="*/ 2896662 h 3851459"/>
              <a:gd name="csX40" fmla="*/ 258379 w 3851445"/>
              <a:gd name="csY40" fmla="*/ 2889797 h 3851459"/>
              <a:gd name="csX41" fmla="*/ 64486 w 3851445"/>
              <a:gd name="csY41" fmla="*/ 2421694 h 3851459"/>
              <a:gd name="csX42" fmla="*/ 73974 w 3851445"/>
              <a:gd name="csY42" fmla="*/ 2402502 h 3851459"/>
              <a:gd name="csX43" fmla="*/ 170648 w 3851445"/>
              <a:gd name="csY43" fmla="*/ 2362451 h 3851459"/>
              <a:gd name="csX44" fmla="*/ 183088 w 3851445"/>
              <a:gd name="csY44" fmla="*/ 2362451 h 3851459"/>
              <a:gd name="csX45" fmla="*/ 191883 w 3851445"/>
              <a:gd name="csY45" fmla="*/ 2371246 h 3851459"/>
              <a:gd name="csX46" fmla="*/ 259586 w 3851445"/>
              <a:gd name="csY46" fmla="*/ 2534696 h 3851459"/>
              <a:gd name="csX47" fmla="*/ 365014 w 3851445"/>
              <a:gd name="csY47" fmla="*/ 2491038 h 3851459"/>
              <a:gd name="csX48" fmla="*/ 267826 w 3851445"/>
              <a:gd name="csY48" fmla="*/ 1999255 h 3851459"/>
              <a:gd name="csX49" fmla="*/ 153077 w 3851445"/>
              <a:gd name="csY49" fmla="*/ 1999255 h 3851459"/>
              <a:gd name="csX50" fmla="*/ 153077 w 3851445"/>
              <a:gd name="csY50" fmla="*/ 2176126 h 3851459"/>
              <a:gd name="csX51" fmla="*/ 136824 w 3851445"/>
              <a:gd name="csY51" fmla="*/ 2192379 h 3851459"/>
              <a:gd name="csX52" fmla="*/ 32541 w 3851445"/>
              <a:gd name="csY52" fmla="*/ 2192379 h 3851459"/>
              <a:gd name="csX53" fmla="*/ 16425 w 3851445"/>
              <a:gd name="csY53" fmla="*/ 2178242 h 3851459"/>
              <a:gd name="csX54" fmla="*/ 0 w 3851445"/>
              <a:gd name="csY54" fmla="*/ 1925723 h 3851459"/>
              <a:gd name="csX55" fmla="*/ 16620 w 3851445"/>
              <a:gd name="csY55" fmla="*/ 1671641 h 3851459"/>
              <a:gd name="csX56" fmla="*/ 32733 w 3851445"/>
              <a:gd name="csY56" fmla="*/ 1657510 h 3851459"/>
              <a:gd name="csX57" fmla="*/ 136824 w 3851445"/>
              <a:gd name="csY57" fmla="*/ 1657510 h 3851459"/>
              <a:gd name="csX58" fmla="*/ 153077 w 3851445"/>
              <a:gd name="csY58" fmla="*/ 1673764 h 3851459"/>
              <a:gd name="csX59" fmla="*/ 153077 w 3851445"/>
              <a:gd name="csY59" fmla="*/ 1850666 h 3851459"/>
              <a:gd name="csX60" fmla="*/ 267939 w 3851445"/>
              <a:gd name="csY60" fmla="*/ 1850666 h 3851459"/>
              <a:gd name="csX61" fmla="*/ 365494 w 3851445"/>
              <a:gd name="csY61" fmla="*/ 1359077 h 3851459"/>
              <a:gd name="csX62" fmla="*/ 259589 w 3851445"/>
              <a:gd name="csY62" fmla="*/ 1315220 h 3851459"/>
              <a:gd name="csX63" fmla="*/ 191887 w 3851445"/>
              <a:gd name="csY63" fmla="*/ 1478636 h 3851459"/>
              <a:gd name="csX64" fmla="*/ 170654 w 3851445"/>
              <a:gd name="csY64" fmla="*/ 1487432 h 3851459"/>
              <a:gd name="csX65" fmla="*/ 74337 w 3851445"/>
              <a:gd name="csY65" fmla="*/ 1447545 h 3851459"/>
              <a:gd name="csX66" fmla="*/ 64849 w 3851445"/>
              <a:gd name="csY66" fmla="*/ 1428340 h 3851459"/>
              <a:gd name="csX67" fmla="*/ 259099 w 3851445"/>
              <a:gd name="csY67" fmla="*/ 960398 h 3851459"/>
              <a:gd name="csX68" fmla="*/ 279374 w 3851445"/>
              <a:gd name="csY68" fmla="*/ 953543 h 3851459"/>
              <a:gd name="csX69" fmla="*/ 375335 w 3851445"/>
              <a:gd name="csY69" fmla="*/ 993299 h 3851459"/>
              <a:gd name="csX70" fmla="*/ 384127 w 3851445"/>
              <a:gd name="csY70" fmla="*/ 1014535 h 3851459"/>
              <a:gd name="csX71" fmla="*/ 316428 w 3851445"/>
              <a:gd name="csY71" fmla="*/ 1177947 h 3851459"/>
              <a:gd name="csX72" fmla="*/ 422460 w 3851445"/>
              <a:gd name="csY72" fmla="*/ 1221880 h 3851459"/>
              <a:gd name="csX73" fmla="*/ 701316 w 3851445"/>
              <a:gd name="csY73" fmla="*/ 805589 h 3851459"/>
              <a:gd name="csX74" fmla="*/ 619740 w 3851445"/>
              <a:gd name="csY74" fmla="*/ 724013 h 3851459"/>
              <a:gd name="csX75" fmla="*/ 494671 w 3851445"/>
              <a:gd name="csY75" fmla="*/ 849110 h 3851459"/>
              <a:gd name="csX76" fmla="*/ 483177 w 3851445"/>
              <a:gd name="csY76" fmla="*/ 853872 h 3851459"/>
              <a:gd name="csX77" fmla="*/ 471683 w 3851445"/>
              <a:gd name="csY77" fmla="*/ 849113 h 3851459"/>
              <a:gd name="csX78" fmla="*/ 398412 w 3851445"/>
              <a:gd name="csY78" fmla="*/ 775842 h 3851459"/>
              <a:gd name="csX79" fmla="*/ 397010 w 3851445"/>
              <a:gd name="csY79" fmla="*/ 754455 h 3851459"/>
              <a:gd name="csX80" fmla="*/ 755347 w 3851445"/>
              <a:gd name="csY80" fmla="*/ 396344 h 3851459"/>
              <a:gd name="csX81" fmla="*/ 776723 w 3851445"/>
              <a:gd name="csY81" fmla="*/ 397754 h 3851459"/>
              <a:gd name="csX82" fmla="*/ 849864 w 3851445"/>
              <a:gd name="csY82" fmla="*/ 470894 h 3851459"/>
              <a:gd name="csX83" fmla="*/ 849864 w 3851445"/>
              <a:gd name="csY83" fmla="*/ 493879 h 3851459"/>
              <a:gd name="csX84" fmla="*/ 724795 w 3851445"/>
              <a:gd name="csY84" fmla="*/ 618976 h 3851459"/>
              <a:gd name="csX85" fmla="*/ 806408 w 3851445"/>
              <a:gd name="csY85" fmla="*/ 700565 h 3851459"/>
              <a:gd name="csX86" fmla="*/ 1222788 w 3851445"/>
              <a:gd name="csY86" fmla="*/ 422048 h 3851459"/>
              <a:gd name="csX87" fmla="*/ 1178726 w 3851445"/>
              <a:gd name="csY87" fmla="*/ 315667 h 3851459"/>
              <a:gd name="csX88" fmla="*/ 1015275 w 3851445"/>
              <a:gd name="csY88" fmla="*/ 383338 h 3851459"/>
              <a:gd name="csX89" fmla="*/ 994043 w 3851445"/>
              <a:gd name="csY89" fmla="*/ 374539 h 3851459"/>
              <a:gd name="csX90" fmla="*/ 954418 w 3851445"/>
              <a:gd name="csY90" fmla="*/ 278839 h 3851459"/>
              <a:gd name="csX91" fmla="*/ 961282 w 3851445"/>
              <a:gd name="csY91" fmla="*/ 258560 h 3851459"/>
              <a:gd name="csX92" fmla="*/ 1429327 w 3851445"/>
              <a:gd name="csY92" fmla="*/ 64602 h 3851459"/>
              <a:gd name="csX93" fmla="*/ 1448519 w 3851445"/>
              <a:gd name="csY93" fmla="*/ 74087 h 3851459"/>
              <a:gd name="csX94" fmla="*/ 1488210 w 3851445"/>
              <a:gd name="csY94" fmla="*/ 169852 h 3851459"/>
              <a:gd name="csX95" fmla="*/ 1488210 w 3851445"/>
              <a:gd name="csY95" fmla="*/ 182292 h 3851459"/>
              <a:gd name="csX96" fmla="*/ 1479415 w 3851445"/>
              <a:gd name="csY96" fmla="*/ 191088 h 3851459"/>
              <a:gd name="csX97" fmla="*/ 1315971 w 3851445"/>
              <a:gd name="csY97" fmla="*/ 258787 h 3851459"/>
              <a:gd name="csX98" fmla="*/ 1360044 w 3851445"/>
              <a:gd name="csY98" fmla="*/ 365158 h 3851459"/>
              <a:gd name="csX99" fmla="*/ 1851444 w 3851445"/>
              <a:gd name="csY99" fmla="*/ 267880 h 3851459"/>
              <a:gd name="csX100" fmla="*/ 1851444 w 3851445"/>
              <a:gd name="csY100" fmla="*/ 152278 h 3851459"/>
              <a:gd name="csX101" fmla="*/ 1674542 w 3851445"/>
              <a:gd name="csY101" fmla="*/ 152278 h 3851459"/>
              <a:gd name="csX102" fmla="*/ 1658288 w 3851445"/>
              <a:gd name="csY102" fmla="*/ 136025 h 3851459"/>
              <a:gd name="csX103" fmla="*/ 1658288 w 3851445"/>
              <a:gd name="csY103" fmla="*/ 32634 h 3851459"/>
              <a:gd name="csX104" fmla="*/ 1672419 w 3851445"/>
              <a:gd name="csY104" fmla="*/ 16521 h 3851459"/>
              <a:gd name="csX105" fmla="*/ 1925723 w 3851445"/>
              <a:gd name="csY105" fmla="*/ 0 h 3851459"/>
              <a:gd name="csX106" fmla="*/ 2179027 w 3851445"/>
              <a:gd name="csY106" fmla="*/ 16521 h 3851459"/>
              <a:gd name="csX107" fmla="*/ 2193158 w 3851445"/>
              <a:gd name="csY107" fmla="*/ 32634 h 3851459"/>
              <a:gd name="csX108" fmla="*/ 2193158 w 3851445"/>
              <a:gd name="csY108" fmla="*/ 136039 h 3851459"/>
              <a:gd name="csX109" fmla="*/ 2176904 w 3851445"/>
              <a:gd name="csY109" fmla="*/ 152292 h 3851459"/>
              <a:gd name="csX110" fmla="*/ 2000002 w 3851445"/>
              <a:gd name="csY110" fmla="*/ 152292 h 3851459"/>
              <a:gd name="csX111" fmla="*/ 2000002 w 3851445"/>
              <a:gd name="csY111" fmla="*/ 267894 h 3851459"/>
              <a:gd name="csX112" fmla="*/ 2491402 w 3851445"/>
              <a:gd name="csY112" fmla="*/ 365171 h 3851459"/>
              <a:gd name="csX113" fmla="*/ 2535475 w 3851445"/>
              <a:gd name="csY113" fmla="*/ 258800 h 3851459"/>
              <a:gd name="csX114" fmla="*/ 2372035 w 3851445"/>
              <a:gd name="csY114" fmla="*/ 191102 h 3851459"/>
              <a:gd name="csX115" fmla="*/ 2363239 w 3851445"/>
              <a:gd name="csY115" fmla="*/ 182306 h 3851459"/>
              <a:gd name="csX116" fmla="*/ 2363239 w 3851445"/>
              <a:gd name="csY116" fmla="*/ 169866 h 3851459"/>
              <a:gd name="csX117" fmla="*/ 2402926 w 3851445"/>
              <a:gd name="csY117" fmla="*/ 74101 h 3851459"/>
              <a:gd name="csX118" fmla="*/ 2422119 w 3851445"/>
              <a:gd name="csY118" fmla="*/ 64613 h 3851459"/>
              <a:gd name="csX119" fmla="*/ 2890163 w 3851445"/>
              <a:gd name="csY119" fmla="*/ 258571 h 3851459"/>
              <a:gd name="csX120" fmla="*/ 2897029 w 3851445"/>
              <a:gd name="csY120" fmla="*/ 278850 h 3851459"/>
              <a:gd name="csX121" fmla="*/ 2857403 w 3851445"/>
              <a:gd name="csY121" fmla="*/ 374550 h 3851459"/>
              <a:gd name="csX122" fmla="*/ 2836167 w 3851445"/>
              <a:gd name="csY122" fmla="*/ 383348 h 3851459"/>
              <a:gd name="csX123" fmla="*/ 2672720 w 3851445"/>
              <a:gd name="csY123" fmla="*/ 315677 h 3851459"/>
              <a:gd name="csX124" fmla="*/ 2628658 w 3851445"/>
              <a:gd name="csY124" fmla="*/ 422048 h 3851459"/>
              <a:gd name="csX125" fmla="*/ 3045038 w 3851445"/>
              <a:gd name="csY125" fmla="*/ 700576 h 3851459"/>
              <a:gd name="csX126" fmla="*/ 3126655 w 3851445"/>
              <a:gd name="csY126" fmla="*/ 618986 h 3851459"/>
              <a:gd name="csX127" fmla="*/ 3001585 w 3851445"/>
              <a:gd name="csY127" fmla="*/ 493889 h 3851459"/>
              <a:gd name="csX128" fmla="*/ 3001585 w 3851445"/>
              <a:gd name="csY128" fmla="*/ 470905 h 3851459"/>
              <a:gd name="csX129" fmla="*/ 3074723 w 3851445"/>
              <a:gd name="csY129" fmla="*/ 397764 h 3851459"/>
              <a:gd name="csX130" fmla="*/ 3096099 w 3851445"/>
              <a:gd name="csY130" fmla="*/ 396355 h 3851459"/>
              <a:gd name="csX131" fmla="*/ 3454440 w 3851445"/>
              <a:gd name="csY131" fmla="*/ 754466 h 3851459"/>
              <a:gd name="csX132" fmla="*/ 3453041 w 3851445"/>
              <a:gd name="csY132" fmla="*/ 775852 h 3851459"/>
              <a:gd name="csX133" fmla="*/ 3379770 w 3851445"/>
              <a:gd name="csY133" fmla="*/ 849123 h 3851459"/>
              <a:gd name="csX134" fmla="*/ 3368276 w 3851445"/>
              <a:gd name="csY134" fmla="*/ 853883 h 3851459"/>
              <a:gd name="csX135" fmla="*/ 3368276 w 3851445"/>
              <a:gd name="csY135" fmla="*/ 853883 h 3851459"/>
              <a:gd name="csX136" fmla="*/ 3356782 w 3851445"/>
              <a:gd name="csY136" fmla="*/ 849120 h 3851459"/>
              <a:gd name="csX137" fmla="*/ 3231713 w 3851445"/>
              <a:gd name="csY137" fmla="*/ 724023 h 3851459"/>
              <a:gd name="csX138" fmla="*/ 3150140 w 3851445"/>
              <a:gd name="csY138" fmla="*/ 805596 h 3851459"/>
              <a:gd name="csX139" fmla="*/ 3428962 w 3851445"/>
              <a:gd name="csY139" fmla="*/ 1221904 h 3851459"/>
              <a:gd name="csX140" fmla="*/ 3535021 w 3851445"/>
              <a:gd name="csY140" fmla="*/ 1177958 h 3851459"/>
              <a:gd name="csX141" fmla="*/ 3467323 w 3851445"/>
              <a:gd name="csY141" fmla="*/ 1014542 h 3851459"/>
              <a:gd name="csX142" fmla="*/ 3476114 w 3851445"/>
              <a:gd name="csY142" fmla="*/ 993306 h 3851459"/>
              <a:gd name="csX143" fmla="*/ 3572075 w 3851445"/>
              <a:gd name="csY143" fmla="*/ 953550 h 3851459"/>
              <a:gd name="csX144" fmla="*/ 3592351 w 3851445"/>
              <a:gd name="csY144" fmla="*/ 960405 h 3851459"/>
              <a:gd name="csX145" fmla="*/ 3786604 w 3851445"/>
              <a:gd name="csY145" fmla="*/ 1428347 h 3851459"/>
              <a:gd name="csX146" fmla="*/ 3777115 w 3851445"/>
              <a:gd name="csY146" fmla="*/ 1447552 h 3851459"/>
              <a:gd name="csX147" fmla="*/ 3680795 w 3851445"/>
              <a:gd name="csY147" fmla="*/ 1487439 h 3851459"/>
              <a:gd name="csX148" fmla="*/ 3659562 w 3851445"/>
              <a:gd name="csY148" fmla="*/ 1478643 h 3851459"/>
              <a:gd name="csX149" fmla="*/ 3591864 w 3851445"/>
              <a:gd name="csY149" fmla="*/ 1315231 h 3851459"/>
              <a:gd name="csX150" fmla="*/ 3485956 w 3851445"/>
              <a:gd name="csY150" fmla="*/ 1359105 h 3851459"/>
              <a:gd name="csX151" fmla="*/ 3583511 w 3851445"/>
              <a:gd name="csY151" fmla="*/ 1850669 h 3851459"/>
              <a:gd name="csX152" fmla="*/ 3698372 w 3851445"/>
              <a:gd name="csY152" fmla="*/ 1850669 h 3851459"/>
              <a:gd name="csX153" fmla="*/ 3698372 w 3851445"/>
              <a:gd name="csY153" fmla="*/ 1673767 h 3851459"/>
              <a:gd name="csX154" fmla="*/ 3714625 w 3851445"/>
              <a:gd name="csY154" fmla="*/ 1657514 h 3851459"/>
              <a:gd name="csX155" fmla="*/ 3818709 w 3851445"/>
              <a:gd name="csY155" fmla="*/ 1657514 h 3851459"/>
              <a:gd name="csX156" fmla="*/ 3834822 w 3851445"/>
              <a:gd name="csY156" fmla="*/ 1671644 h 3851459"/>
              <a:gd name="csX157" fmla="*/ 3851446 w 3851445"/>
              <a:gd name="csY157" fmla="*/ 1925726 h 3851459"/>
              <a:gd name="csX158" fmla="*/ 3835018 w 3851445"/>
              <a:gd name="csY158" fmla="*/ 2178245 h 3851459"/>
              <a:gd name="csX159" fmla="*/ 3818905 w 3851445"/>
              <a:gd name="csY159" fmla="*/ 2192383 h 3851459"/>
              <a:gd name="csX160" fmla="*/ 3714642 w 3851445"/>
              <a:gd name="csY160" fmla="*/ 2192383 h 3851459"/>
              <a:gd name="csX161" fmla="*/ 3698389 w 3851445"/>
              <a:gd name="csY161" fmla="*/ 2176129 h 3851459"/>
              <a:gd name="csX162" fmla="*/ 3698389 w 3851445"/>
              <a:gd name="csY162" fmla="*/ 1999258 h 3851459"/>
              <a:gd name="csX163" fmla="*/ 3583638 w 3851445"/>
              <a:gd name="csY163" fmla="*/ 1999258 h 3851459"/>
              <a:gd name="csX164" fmla="*/ 3486446 w 3851445"/>
              <a:gd name="csY164" fmla="*/ 2491042 h 3851459"/>
              <a:gd name="csX165" fmla="*/ 3591877 w 3851445"/>
              <a:gd name="csY165" fmla="*/ 2534700 h 3851459"/>
              <a:gd name="csX166" fmla="*/ 3659576 w 3851445"/>
              <a:gd name="csY166" fmla="*/ 2371250 h 3851459"/>
              <a:gd name="csX167" fmla="*/ 3668372 w 3851445"/>
              <a:gd name="csY167" fmla="*/ 2362454 h 3851459"/>
              <a:gd name="csX168" fmla="*/ 3680812 w 3851445"/>
              <a:gd name="csY168" fmla="*/ 2362454 h 3851459"/>
              <a:gd name="csX169" fmla="*/ 3777486 w 3851445"/>
              <a:gd name="csY169" fmla="*/ 2402505 h 3851459"/>
              <a:gd name="csX170" fmla="*/ 3786974 w 3851445"/>
              <a:gd name="csY170" fmla="*/ 2421697 h 3851459"/>
              <a:gd name="csX171" fmla="*/ 3593081 w 3851445"/>
              <a:gd name="csY171" fmla="*/ 2889804 h 3851459"/>
              <a:gd name="csX172" fmla="*/ 3572799 w 3851445"/>
              <a:gd name="csY172" fmla="*/ 2896665 h 3851459"/>
              <a:gd name="csX173" fmla="*/ 3476125 w 3851445"/>
              <a:gd name="csY173" fmla="*/ 2856618 h 3851459"/>
              <a:gd name="csX174" fmla="*/ 3467333 w 3851445"/>
              <a:gd name="csY174" fmla="*/ 2847822 h 3851459"/>
              <a:gd name="csX175" fmla="*/ 3467333 w 3851445"/>
              <a:gd name="csY175" fmla="*/ 2835382 h 3851459"/>
              <a:gd name="csX176" fmla="*/ 3535031 w 3851445"/>
              <a:gd name="csY176" fmla="*/ 2671970 h 3851459"/>
              <a:gd name="csX177" fmla="*/ 3429604 w 3851445"/>
              <a:gd name="csY177" fmla="*/ 2628291 h 3851459"/>
              <a:gd name="csX178" fmla="*/ 3150884 w 3851445"/>
              <a:gd name="csY178" fmla="*/ 3045069 h 3851459"/>
              <a:gd name="csX179" fmla="*/ 3231723 w 3851445"/>
              <a:gd name="csY179" fmla="*/ 3125901 h 3851459"/>
              <a:gd name="csX180" fmla="*/ 3356792 w 3851445"/>
              <a:gd name="csY180" fmla="*/ 3000807 h 3851459"/>
              <a:gd name="csX181" fmla="*/ 3368286 w 3851445"/>
              <a:gd name="csY181" fmla="*/ 2996044 h 3851459"/>
              <a:gd name="csX182" fmla="*/ 3379780 w 3851445"/>
              <a:gd name="csY182" fmla="*/ 3000807 h 3851459"/>
              <a:gd name="csX183" fmla="*/ 3453703 w 3851445"/>
              <a:gd name="csY183" fmla="*/ 3074730 h 3851459"/>
              <a:gd name="csX184" fmla="*/ 3455112 w 3851445"/>
              <a:gd name="csY184" fmla="*/ 3096106 h 3851459"/>
              <a:gd name="csX185" fmla="*/ 3096998 w 3851445"/>
              <a:gd name="csY185" fmla="*/ 3454443 h 3851459"/>
              <a:gd name="csX186" fmla="*/ 3075611 w 3851445"/>
              <a:gd name="csY186" fmla="*/ 3453044 h 3851459"/>
              <a:gd name="csX187" fmla="*/ 3001596 w 3851445"/>
              <a:gd name="csY187" fmla="*/ 3379026 h 3851459"/>
              <a:gd name="csX188" fmla="*/ 3001596 w 3851445"/>
              <a:gd name="csY188" fmla="*/ 3356041 h 3851459"/>
              <a:gd name="csX189" fmla="*/ 3126665 w 3851445"/>
              <a:gd name="csY189" fmla="*/ 3230941 h 3851459"/>
              <a:gd name="csX190" fmla="*/ 3045868 w 3851445"/>
              <a:gd name="csY190" fmla="*/ 3150147 h 3851459"/>
              <a:gd name="csX191" fmla="*/ 2629203 w 3851445"/>
              <a:gd name="csY191" fmla="*/ 3429172 h 3851459"/>
              <a:gd name="csX192" fmla="*/ 2672731 w 3851445"/>
              <a:gd name="csY192" fmla="*/ 3534253 h 3851459"/>
              <a:gd name="csX193" fmla="*/ 2836177 w 3851445"/>
              <a:gd name="csY193" fmla="*/ 3466558 h 3851459"/>
              <a:gd name="csX194" fmla="*/ 2848618 w 3851445"/>
              <a:gd name="csY194" fmla="*/ 3466558 h 3851459"/>
              <a:gd name="csX195" fmla="*/ 2857410 w 3851445"/>
              <a:gd name="csY195" fmla="*/ 3475353 h 3851459"/>
              <a:gd name="csX196" fmla="*/ 2897553 w 3851445"/>
              <a:gd name="csY196" fmla="*/ 3572288 h 3851459"/>
              <a:gd name="csX197" fmla="*/ 2890698 w 3851445"/>
              <a:gd name="csY197" fmla="*/ 3592564 h 3851459"/>
              <a:gd name="csX198" fmla="*/ 2422722 w 3851445"/>
              <a:gd name="csY198" fmla="*/ 3786717 h 3851459"/>
              <a:gd name="csX199" fmla="*/ 2403520 w 3851445"/>
              <a:gd name="csY199" fmla="*/ 3777232 h 3851459"/>
              <a:gd name="csX200" fmla="*/ 2363246 w 3851445"/>
              <a:gd name="csY200" fmla="*/ 3680037 h 3851459"/>
              <a:gd name="csX201" fmla="*/ 2363246 w 3851445"/>
              <a:gd name="csY201" fmla="*/ 3667597 h 3851459"/>
              <a:gd name="csX202" fmla="*/ 2372042 w 3851445"/>
              <a:gd name="csY202" fmla="*/ 3658798 h 3851459"/>
              <a:gd name="csX203" fmla="*/ 2535478 w 3851445"/>
              <a:gd name="csY203" fmla="*/ 3591130 h 3851459"/>
              <a:gd name="csX204" fmla="*/ 2491967 w 3851445"/>
              <a:gd name="csY204" fmla="*/ 3486131 h 3851459"/>
              <a:gd name="csX205" fmla="*/ 2000012 w 3851445"/>
              <a:gd name="csY205" fmla="*/ 3583600 h 3851459"/>
              <a:gd name="csX206" fmla="*/ 2000012 w 3851445"/>
              <a:gd name="csY206" fmla="*/ 3697611 h 3851459"/>
              <a:gd name="csX207" fmla="*/ 2176914 w 3851445"/>
              <a:gd name="csY207" fmla="*/ 3697611 h 3851459"/>
              <a:gd name="csX208" fmla="*/ 2193168 w 3851445"/>
              <a:gd name="csY208" fmla="*/ 3713864 h 3851459"/>
              <a:gd name="csX209" fmla="*/ 2193168 w 3851445"/>
              <a:gd name="csY209" fmla="*/ 3818829 h 3851459"/>
              <a:gd name="csX210" fmla="*/ 2179037 w 3851445"/>
              <a:gd name="csY210" fmla="*/ 3834942 h 3851459"/>
              <a:gd name="csX211" fmla="*/ 1925733 w 3851445"/>
              <a:gd name="csY211" fmla="*/ 3851460 h 3851459"/>
              <a:gd name="csX212" fmla="*/ 1690806 w 3851445"/>
              <a:gd name="csY212" fmla="*/ 3804517 h 3851459"/>
              <a:gd name="csX213" fmla="*/ 1925733 w 3851445"/>
              <a:gd name="csY213" fmla="*/ 3818953 h 3851459"/>
              <a:gd name="csX214" fmla="*/ 2160661 w 3851445"/>
              <a:gd name="csY214" fmla="*/ 3804517 h 3851459"/>
              <a:gd name="csX215" fmla="*/ 2160661 w 3851445"/>
              <a:gd name="csY215" fmla="*/ 3730115 h 3851459"/>
              <a:gd name="csX216" fmla="*/ 1983759 w 3851445"/>
              <a:gd name="csY216" fmla="*/ 3730115 h 3851459"/>
              <a:gd name="csX217" fmla="*/ 1967505 w 3851445"/>
              <a:gd name="csY217" fmla="*/ 3713861 h 3851459"/>
              <a:gd name="csX218" fmla="*/ 1967505 w 3851445"/>
              <a:gd name="csY218" fmla="*/ 3567971 h 3851459"/>
              <a:gd name="csX219" fmla="*/ 1983193 w 3851445"/>
              <a:gd name="csY219" fmla="*/ 3551727 h 3851459"/>
              <a:gd name="csX220" fmla="*/ 2494642 w 3851445"/>
              <a:gd name="csY220" fmla="*/ 3450500 h 3851459"/>
              <a:gd name="csX221" fmla="*/ 2501003 w 3851445"/>
              <a:gd name="csY221" fmla="*/ 3449207 h 3851459"/>
              <a:gd name="csX222" fmla="*/ 2516276 w 3851445"/>
              <a:gd name="csY222" fmla="*/ 3459875 h 3851459"/>
              <a:gd name="csX223" fmla="*/ 2571733 w 3851445"/>
              <a:gd name="csY223" fmla="*/ 3593698 h 3851459"/>
              <a:gd name="csX224" fmla="*/ 2571733 w 3851445"/>
              <a:gd name="csY224" fmla="*/ 3606139 h 3851459"/>
              <a:gd name="csX225" fmla="*/ 2562938 w 3851445"/>
              <a:gd name="csY225" fmla="*/ 3614934 h 3851459"/>
              <a:gd name="csX226" fmla="*/ 2399501 w 3851445"/>
              <a:gd name="csY226" fmla="*/ 3682605 h 3851459"/>
              <a:gd name="csX227" fmla="*/ 2428082 w 3851445"/>
              <a:gd name="csY227" fmla="*/ 3751583 h 3851459"/>
              <a:gd name="csX228" fmla="*/ 2862060 w 3851445"/>
              <a:gd name="csY228" fmla="*/ 3571527 h 3851459"/>
              <a:gd name="csX229" fmla="*/ 2833595 w 3851445"/>
              <a:gd name="csY229" fmla="*/ 3502799 h 3851459"/>
              <a:gd name="csX230" fmla="*/ 2670149 w 3851445"/>
              <a:gd name="csY230" fmla="*/ 3570494 h 3851459"/>
              <a:gd name="csX231" fmla="*/ 2648916 w 3851445"/>
              <a:gd name="csY231" fmla="*/ 3561699 h 3851459"/>
              <a:gd name="csX232" fmla="*/ 2593233 w 3851445"/>
              <a:gd name="csY232" fmla="*/ 3427268 h 3851459"/>
              <a:gd name="csX233" fmla="*/ 2592886 w 3851445"/>
              <a:gd name="csY233" fmla="*/ 3415565 h 3851459"/>
              <a:gd name="csX234" fmla="*/ 2601452 w 3851445"/>
              <a:gd name="csY234" fmla="*/ 3406190 h 3851459"/>
              <a:gd name="csX235" fmla="*/ 3035221 w 3851445"/>
              <a:gd name="csY235" fmla="*/ 3115713 h 3851459"/>
              <a:gd name="csX236" fmla="*/ 3057801 w 3851445"/>
              <a:gd name="csY236" fmla="*/ 3116104 h 3851459"/>
              <a:gd name="csX237" fmla="*/ 3161140 w 3851445"/>
              <a:gd name="csY237" fmla="*/ 3219444 h 3851459"/>
              <a:gd name="csX238" fmla="*/ 3161140 w 3851445"/>
              <a:gd name="csY238" fmla="*/ 3242428 h 3851459"/>
              <a:gd name="csX239" fmla="*/ 3036071 w 3851445"/>
              <a:gd name="csY239" fmla="*/ 3367528 h 3851459"/>
              <a:gd name="csX240" fmla="*/ 3088476 w 3851445"/>
              <a:gd name="csY240" fmla="*/ 3419934 h 3851459"/>
              <a:gd name="csX241" fmla="*/ 3420602 w 3851445"/>
              <a:gd name="csY241" fmla="*/ 3087599 h 3851459"/>
              <a:gd name="csX242" fmla="*/ 3368283 w 3851445"/>
              <a:gd name="csY242" fmla="*/ 3035282 h 3851459"/>
              <a:gd name="csX243" fmla="*/ 3243217 w 3851445"/>
              <a:gd name="csY243" fmla="*/ 3160376 h 3851459"/>
              <a:gd name="csX244" fmla="*/ 3231719 w 3851445"/>
              <a:gd name="csY244" fmla="*/ 3165139 h 3851459"/>
              <a:gd name="csX245" fmla="*/ 3220225 w 3851445"/>
              <a:gd name="csY245" fmla="*/ 3160376 h 3851459"/>
              <a:gd name="csX246" fmla="*/ 3116855 w 3851445"/>
              <a:gd name="csY246" fmla="*/ 3057008 h 3851459"/>
              <a:gd name="csX247" fmla="*/ 3116454 w 3851445"/>
              <a:gd name="csY247" fmla="*/ 3034439 h 3851459"/>
              <a:gd name="csX248" fmla="*/ 3406605 w 3851445"/>
              <a:gd name="csY248" fmla="*/ 2600543 h 3851459"/>
              <a:gd name="csX249" fmla="*/ 3427615 w 3851445"/>
              <a:gd name="csY249" fmla="*/ 2592276 h 3851459"/>
              <a:gd name="csX250" fmla="*/ 3562484 w 3851445"/>
              <a:gd name="csY250" fmla="*/ 2648155 h 3851459"/>
              <a:gd name="csX251" fmla="*/ 3571276 w 3851445"/>
              <a:gd name="csY251" fmla="*/ 2669391 h 3851459"/>
              <a:gd name="csX252" fmla="*/ 3503577 w 3851445"/>
              <a:gd name="csY252" fmla="*/ 2832800 h 3851459"/>
              <a:gd name="csX253" fmla="*/ 3572041 w 3851445"/>
              <a:gd name="csY253" fmla="*/ 2861161 h 3851459"/>
              <a:gd name="csX254" fmla="*/ 3751851 w 3851445"/>
              <a:gd name="csY254" fmla="*/ 2427067 h 3851459"/>
              <a:gd name="csX255" fmla="*/ 3683384 w 3851445"/>
              <a:gd name="csY255" fmla="*/ 2398706 h 3851459"/>
              <a:gd name="csX256" fmla="*/ 3615685 w 3851445"/>
              <a:gd name="csY256" fmla="*/ 2562149 h 3851459"/>
              <a:gd name="csX257" fmla="*/ 3594453 w 3851445"/>
              <a:gd name="csY257" fmla="*/ 2570944 h 3851459"/>
              <a:gd name="csX258" fmla="*/ 3459580 w 3851445"/>
              <a:gd name="csY258" fmla="*/ 2515096 h 3851459"/>
              <a:gd name="csX259" fmla="*/ 3450572 w 3851445"/>
              <a:gd name="csY259" fmla="*/ 2494399 h 3851459"/>
              <a:gd name="csX260" fmla="*/ 3551758 w 3851445"/>
              <a:gd name="csY260" fmla="*/ 1982442 h 3851459"/>
              <a:gd name="csX261" fmla="*/ 3568002 w 3851445"/>
              <a:gd name="csY261" fmla="*/ 1966744 h 3851459"/>
              <a:gd name="csX262" fmla="*/ 3714639 w 3851445"/>
              <a:gd name="csY262" fmla="*/ 1966744 h 3851459"/>
              <a:gd name="csX263" fmla="*/ 3730893 w 3851445"/>
              <a:gd name="csY263" fmla="*/ 1982998 h 3851459"/>
              <a:gd name="csX264" fmla="*/ 3730893 w 3851445"/>
              <a:gd name="csY264" fmla="*/ 2159869 h 3851459"/>
              <a:gd name="csX265" fmla="*/ 3804606 w 3851445"/>
              <a:gd name="csY265" fmla="*/ 2159869 h 3851459"/>
              <a:gd name="csX266" fmla="*/ 3818953 w 3851445"/>
              <a:gd name="csY266" fmla="*/ 1925720 h 3851459"/>
              <a:gd name="csX267" fmla="*/ 3804417 w 3851445"/>
              <a:gd name="csY267" fmla="*/ 1690013 h 3851459"/>
              <a:gd name="csX268" fmla="*/ 3730896 w 3851445"/>
              <a:gd name="csY268" fmla="*/ 1690013 h 3851459"/>
              <a:gd name="csX269" fmla="*/ 3730896 w 3851445"/>
              <a:gd name="csY269" fmla="*/ 1866916 h 3851459"/>
              <a:gd name="csX270" fmla="*/ 3714642 w 3851445"/>
              <a:gd name="csY270" fmla="*/ 1883169 h 3851459"/>
              <a:gd name="csX271" fmla="*/ 3567905 w 3851445"/>
              <a:gd name="csY271" fmla="*/ 1883169 h 3851459"/>
              <a:gd name="csX272" fmla="*/ 3551662 w 3851445"/>
              <a:gd name="csY272" fmla="*/ 1867481 h 3851459"/>
              <a:gd name="csX273" fmla="*/ 3450095 w 3851445"/>
              <a:gd name="csY273" fmla="*/ 1355751 h 3851459"/>
              <a:gd name="csX274" fmla="*/ 3459097 w 3851445"/>
              <a:gd name="csY274" fmla="*/ 1335044 h 3851459"/>
              <a:gd name="csX275" fmla="*/ 3594456 w 3851445"/>
              <a:gd name="csY275" fmla="*/ 1278969 h 3851459"/>
              <a:gd name="csX276" fmla="*/ 3615692 w 3851445"/>
              <a:gd name="csY276" fmla="*/ 1287764 h 3851459"/>
              <a:gd name="csX277" fmla="*/ 3683391 w 3851445"/>
              <a:gd name="csY277" fmla="*/ 1451180 h 3851459"/>
              <a:gd name="csX278" fmla="*/ 3751491 w 3851445"/>
              <a:gd name="csY278" fmla="*/ 1422980 h 3851459"/>
              <a:gd name="csX279" fmla="*/ 3571345 w 3851445"/>
              <a:gd name="csY279" fmla="*/ 989040 h 3851459"/>
              <a:gd name="csX280" fmla="*/ 3503584 w 3851445"/>
              <a:gd name="csY280" fmla="*/ 1017113 h 3851459"/>
              <a:gd name="csX281" fmla="*/ 3571283 w 3851445"/>
              <a:gd name="csY281" fmla="*/ 1180526 h 3851459"/>
              <a:gd name="csX282" fmla="*/ 3562491 w 3851445"/>
              <a:gd name="csY282" fmla="*/ 1201762 h 3851459"/>
              <a:gd name="csX283" fmla="*/ 3427001 w 3851445"/>
              <a:gd name="csY283" fmla="*/ 1257901 h 3851459"/>
              <a:gd name="csX284" fmla="*/ 3405998 w 3851445"/>
              <a:gd name="csY284" fmla="*/ 1249644 h 3851459"/>
              <a:gd name="csX285" fmla="*/ 3115720 w 3851445"/>
              <a:gd name="csY285" fmla="*/ 816236 h 3851459"/>
              <a:gd name="csX286" fmla="*/ 3116111 w 3851445"/>
              <a:gd name="csY286" fmla="*/ 793656 h 3851459"/>
              <a:gd name="csX287" fmla="*/ 3220229 w 3851445"/>
              <a:gd name="csY287" fmla="*/ 689538 h 3851459"/>
              <a:gd name="csX288" fmla="*/ 3231723 w 3851445"/>
              <a:gd name="csY288" fmla="*/ 684775 h 3851459"/>
              <a:gd name="csX289" fmla="*/ 3243220 w 3851445"/>
              <a:gd name="csY289" fmla="*/ 689538 h 3851459"/>
              <a:gd name="csX290" fmla="*/ 3368290 w 3851445"/>
              <a:gd name="csY290" fmla="*/ 814638 h 3851459"/>
              <a:gd name="csX291" fmla="*/ 3419944 w 3851445"/>
              <a:gd name="csY291" fmla="*/ 762980 h 3851459"/>
              <a:gd name="csX292" fmla="*/ 3087606 w 3851445"/>
              <a:gd name="csY292" fmla="*/ 430854 h 3851459"/>
              <a:gd name="csX293" fmla="*/ 3036071 w 3851445"/>
              <a:gd name="csY293" fmla="*/ 482395 h 3851459"/>
              <a:gd name="csX294" fmla="*/ 3161140 w 3851445"/>
              <a:gd name="csY294" fmla="*/ 607495 h 3851459"/>
              <a:gd name="csX295" fmla="*/ 3165903 w 3851445"/>
              <a:gd name="csY295" fmla="*/ 618989 h 3851459"/>
              <a:gd name="csX296" fmla="*/ 3161140 w 3851445"/>
              <a:gd name="csY296" fmla="*/ 630483 h 3851459"/>
              <a:gd name="csX297" fmla="*/ 3056998 w 3851445"/>
              <a:gd name="csY297" fmla="*/ 734591 h 3851459"/>
              <a:gd name="csX298" fmla="*/ 3046413 w 3851445"/>
              <a:gd name="csY298" fmla="*/ 739330 h 3851459"/>
              <a:gd name="csX299" fmla="*/ 3034415 w 3851445"/>
              <a:gd name="csY299" fmla="*/ 734999 h 3851459"/>
              <a:gd name="csX300" fmla="*/ 2600989 w 3851445"/>
              <a:gd name="csY300" fmla="*/ 445057 h 3851459"/>
              <a:gd name="csX301" fmla="*/ 2592712 w 3851445"/>
              <a:gd name="csY301" fmla="*/ 436560 h 3851459"/>
              <a:gd name="csX302" fmla="*/ 2592663 w 3851445"/>
              <a:gd name="csY302" fmla="*/ 424027 h 3851459"/>
              <a:gd name="csX303" fmla="*/ 2648916 w 3851445"/>
              <a:gd name="csY303" fmla="*/ 288221 h 3851459"/>
              <a:gd name="csX304" fmla="*/ 2670149 w 3851445"/>
              <a:gd name="csY304" fmla="*/ 279426 h 3851459"/>
              <a:gd name="csX305" fmla="*/ 2833592 w 3851445"/>
              <a:gd name="csY305" fmla="*/ 347094 h 3851459"/>
              <a:gd name="csX306" fmla="*/ 2861535 w 3851445"/>
              <a:gd name="csY306" fmla="*/ 279604 h 3851459"/>
              <a:gd name="csX307" fmla="*/ 2427499 w 3851445"/>
              <a:gd name="csY307" fmla="*/ 99729 h 3851459"/>
              <a:gd name="csX308" fmla="*/ 2399501 w 3851445"/>
              <a:gd name="csY308" fmla="*/ 167287 h 3851459"/>
              <a:gd name="csX309" fmla="*/ 2562941 w 3851445"/>
              <a:gd name="csY309" fmla="*/ 234986 h 3851459"/>
              <a:gd name="csX310" fmla="*/ 2571733 w 3851445"/>
              <a:gd name="csY310" fmla="*/ 243785 h 3851459"/>
              <a:gd name="csX311" fmla="*/ 2571733 w 3851445"/>
              <a:gd name="csY311" fmla="*/ 256225 h 3851459"/>
              <a:gd name="csX312" fmla="*/ 2515521 w 3851445"/>
              <a:gd name="csY312" fmla="*/ 391904 h 3851459"/>
              <a:gd name="csX313" fmla="*/ 2509719 w 3851445"/>
              <a:gd name="csY313" fmla="*/ 399170 h 3851459"/>
              <a:gd name="csX314" fmla="*/ 2494769 w 3851445"/>
              <a:gd name="csY314" fmla="*/ 401049 h 3851459"/>
              <a:gd name="csX315" fmla="*/ 1983200 w 3851445"/>
              <a:gd name="csY315" fmla="*/ 299767 h 3851459"/>
              <a:gd name="csX316" fmla="*/ 1967509 w 3851445"/>
              <a:gd name="csY316" fmla="*/ 283523 h 3851459"/>
              <a:gd name="csX317" fmla="*/ 1967509 w 3851445"/>
              <a:gd name="csY317" fmla="*/ 136042 h 3851459"/>
              <a:gd name="csX318" fmla="*/ 1983762 w 3851445"/>
              <a:gd name="csY318" fmla="*/ 119789 h 3851459"/>
              <a:gd name="csX319" fmla="*/ 2160664 w 3851445"/>
              <a:gd name="csY319" fmla="*/ 119789 h 3851459"/>
              <a:gd name="csX320" fmla="*/ 2160664 w 3851445"/>
              <a:gd name="csY320" fmla="*/ 46946 h 3851459"/>
              <a:gd name="csX321" fmla="*/ 1925737 w 3851445"/>
              <a:gd name="csY321" fmla="*/ 32507 h 3851459"/>
              <a:gd name="csX322" fmla="*/ 1690809 w 3851445"/>
              <a:gd name="csY322" fmla="*/ 46946 h 3851459"/>
              <a:gd name="csX323" fmla="*/ 1690809 w 3851445"/>
              <a:gd name="csY323" fmla="*/ 119789 h 3851459"/>
              <a:gd name="csX324" fmla="*/ 1867711 w 3851445"/>
              <a:gd name="csY324" fmla="*/ 119789 h 3851459"/>
              <a:gd name="csX325" fmla="*/ 1883965 w 3851445"/>
              <a:gd name="csY325" fmla="*/ 136042 h 3851459"/>
              <a:gd name="csX326" fmla="*/ 1883965 w 3851445"/>
              <a:gd name="csY326" fmla="*/ 283523 h 3851459"/>
              <a:gd name="csX327" fmla="*/ 1868273 w 3851445"/>
              <a:gd name="csY327" fmla="*/ 299767 h 3851459"/>
              <a:gd name="csX328" fmla="*/ 1356701 w 3851445"/>
              <a:gd name="csY328" fmla="*/ 401049 h 3851459"/>
              <a:gd name="csX329" fmla="*/ 1336000 w 3851445"/>
              <a:gd name="csY329" fmla="*/ 392044 h 3851459"/>
              <a:gd name="csX330" fmla="*/ 1279730 w 3851445"/>
              <a:gd name="csY330" fmla="*/ 256232 h 3851459"/>
              <a:gd name="csX331" fmla="*/ 1279727 w 3851445"/>
              <a:gd name="csY331" fmla="*/ 243792 h 3851459"/>
              <a:gd name="csX332" fmla="*/ 1288522 w 3851445"/>
              <a:gd name="csY332" fmla="*/ 234993 h 3851459"/>
              <a:gd name="csX333" fmla="*/ 1451966 w 3851445"/>
              <a:gd name="csY333" fmla="*/ 167294 h 3851459"/>
              <a:gd name="csX334" fmla="*/ 1423964 w 3851445"/>
              <a:gd name="csY334" fmla="*/ 99736 h 3851459"/>
              <a:gd name="csX335" fmla="*/ 989925 w 3851445"/>
              <a:gd name="csY335" fmla="*/ 279611 h 3851459"/>
              <a:gd name="csX336" fmla="*/ 1017871 w 3851445"/>
              <a:gd name="csY336" fmla="*/ 347104 h 3851459"/>
              <a:gd name="csX337" fmla="*/ 1181318 w 3851445"/>
              <a:gd name="csY337" fmla="*/ 279433 h 3851459"/>
              <a:gd name="csX338" fmla="*/ 1202550 w 3851445"/>
              <a:gd name="csY338" fmla="*/ 288228 h 3851459"/>
              <a:gd name="csX339" fmla="*/ 1258604 w 3851445"/>
              <a:gd name="csY339" fmla="*/ 423560 h 3851459"/>
              <a:gd name="csX340" fmla="*/ 1259674 w 3851445"/>
              <a:gd name="csY340" fmla="*/ 426804 h 3851459"/>
              <a:gd name="csX341" fmla="*/ 1250553 w 3851445"/>
              <a:gd name="csY341" fmla="*/ 445043 h 3851459"/>
              <a:gd name="csX342" fmla="*/ 817045 w 3851445"/>
              <a:gd name="csY342" fmla="*/ 735003 h 3851459"/>
              <a:gd name="csX343" fmla="*/ 804779 w 3851445"/>
              <a:gd name="csY343" fmla="*/ 739320 h 3851459"/>
              <a:gd name="csX344" fmla="*/ 794328 w 3851445"/>
              <a:gd name="csY344" fmla="*/ 734457 h 3851459"/>
              <a:gd name="csX345" fmla="*/ 690323 w 3851445"/>
              <a:gd name="csY345" fmla="*/ 630487 h 3851459"/>
              <a:gd name="csX346" fmla="*/ 685560 w 3851445"/>
              <a:gd name="csY346" fmla="*/ 618993 h 3851459"/>
              <a:gd name="csX347" fmla="*/ 690319 w 3851445"/>
              <a:gd name="csY347" fmla="*/ 607499 h 3851459"/>
              <a:gd name="csX348" fmla="*/ 815389 w 3851445"/>
              <a:gd name="csY348" fmla="*/ 482399 h 3851459"/>
              <a:gd name="csX349" fmla="*/ 763851 w 3851445"/>
              <a:gd name="csY349" fmla="*/ 430857 h 3851459"/>
              <a:gd name="csX350" fmla="*/ 431516 w 3851445"/>
              <a:gd name="csY350" fmla="*/ 762983 h 3851459"/>
              <a:gd name="csX351" fmla="*/ 483174 w 3851445"/>
              <a:gd name="csY351" fmla="*/ 814641 h 3851459"/>
              <a:gd name="csX352" fmla="*/ 608243 w 3851445"/>
              <a:gd name="csY352" fmla="*/ 689541 h 3851459"/>
              <a:gd name="csX353" fmla="*/ 619737 w 3851445"/>
              <a:gd name="csY353" fmla="*/ 684778 h 3851459"/>
              <a:gd name="csX354" fmla="*/ 631231 w 3851445"/>
              <a:gd name="csY354" fmla="*/ 689541 h 3851459"/>
              <a:gd name="csX355" fmla="*/ 735346 w 3851445"/>
              <a:gd name="csY355" fmla="*/ 793656 h 3851459"/>
              <a:gd name="csX356" fmla="*/ 735743 w 3851445"/>
              <a:gd name="csY356" fmla="*/ 816239 h 3851459"/>
              <a:gd name="csX357" fmla="*/ 445431 w 3851445"/>
              <a:gd name="csY357" fmla="*/ 1249648 h 3851459"/>
              <a:gd name="csX358" fmla="*/ 427192 w 3851445"/>
              <a:gd name="csY358" fmla="*/ 1258769 h 3851459"/>
              <a:gd name="csX359" fmla="*/ 423780 w 3851445"/>
              <a:gd name="csY359" fmla="*/ 1257620 h 3851459"/>
              <a:gd name="csX360" fmla="*/ 288972 w 3851445"/>
              <a:gd name="csY360" fmla="*/ 1201765 h 3851459"/>
              <a:gd name="csX361" fmla="*/ 280177 w 3851445"/>
              <a:gd name="csY361" fmla="*/ 1180529 h 3851459"/>
              <a:gd name="csX362" fmla="*/ 347875 w 3851445"/>
              <a:gd name="csY362" fmla="*/ 1017117 h 3851459"/>
              <a:gd name="csX363" fmla="*/ 280118 w 3851445"/>
              <a:gd name="csY363" fmla="*/ 989044 h 3851459"/>
              <a:gd name="csX364" fmla="*/ 99976 w 3851445"/>
              <a:gd name="csY364" fmla="*/ 1422984 h 3851459"/>
              <a:gd name="csX365" fmla="*/ 168072 w 3851445"/>
              <a:gd name="csY365" fmla="*/ 1451184 h 3851459"/>
              <a:gd name="csX366" fmla="*/ 235775 w 3851445"/>
              <a:gd name="csY366" fmla="*/ 1287768 h 3851459"/>
              <a:gd name="csX367" fmla="*/ 257007 w 3851445"/>
              <a:gd name="csY367" fmla="*/ 1278969 h 3851459"/>
              <a:gd name="csX368" fmla="*/ 391818 w 3851445"/>
              <a:gd name="csY368" fmla="*/ 1334793 h 3851459"/>
              <a:gd name="csX369" fmla="*/ 401776 w 3851445"/>
              <a:gd name="csY369" fmla="*/ 1345560 h 3851459"/>
              <a:gd name="csX370" fmla="*/ 401282 w 3851445"/>
              <a:gd name="csY370" fmla="*/ 1355960 h 3851459"/>
              <a:gd name="csX371" fmla="*/ 299801 w 3851445"/>
              <a:gd name="csY371" fmla="*/ 1867481 h 3851459"/>
              <a:gd name="csX372" fmla="*/ 283558 w 3851445"/>
              <a:gd name="csY372" fmla="*/ 1883169 h 3851459"/>
              <a:gd name="csX373" fmla="*/ 136824 w 3851445"/>
              <a:gd name="csY373" fmla="*/ 1883169 h 3851459"/>
              <a:gd name="csX374" fmla="*/ 120570 w 3851445"/>
              <a:gd name="csY374" fmla="*/ 1866916 h 3851459"/>
              <a:gd name="csX375" fmla="*/ 120570 w 3851445"/>
              <a:gd name="csY375" fmla="*/ 1690013 h 3851459"/>
              <a:gd name="csX376" fmla="*/ 47046 w 3851445"/>
              <a:gd name="csY376" fmla="*/ 1690013 h 3851459"/>
              <a:gd name="csX377" fmla="*/ 32510 w 3851445"/>
              <a:gd name="csY377" fmla="*/ 1925720 h 3851459"/>
              <a:gd name="csX378" fmla="*/ 46857 w 3851445"/>
              <a:gd name="csY378" fmla="*/ 2159869 h 3851459"/>
              <a:gd name="csX379" fmla="*/ 120574 w 3851445"/>
              <a:gd name="csY379" fmla="*/ 2159869 h 3851459"/>
              <a:gd name="csX380" fmla="*/ 120574 w 3851445"/>
              <a:gd name="csY380" fmla="*/ 1982998 h 3851459"/>
              <a:gd name="csX381" fmla="*/ 136827 w 3851445"/>
              <a:gd name="csY381" fmla="*/ 1966744 h 3851459"/>
              <a:gd name="csX382" fmla="*/ 283465 w 3851445"/>
              <a:gd name="csY382" fmla="*/ 1966744 h 3851459"/>
              <a:gd name="csX383" fmla="*/ 299708 w 3851445"/>
              <a:gd name="csY383" fmla="*/ 1982442 h 3851459"/>
              <a:gd name="csX384" fmla="*/ 400891 w 3851445"/>
              <a:gd name="csY384" fmla="*/ 2494399 h 3851459"/>
              <a:gd name="csX385" fmla="*/ 399016 w 3851445"/>
              <a:gd name="csY385" fmla="*/ 2509349 h 3851459"/>
              <a:gd name="csX386" fmla="*/ 391581 w 3851445"/>
              <a:gd name="csY386" fmla="*/ 2515216 h 3851459"/>
              <a:gd name="csX387" fmla="*/ 257010 w 3851445"/>
              <a:gd name="csY387" fmla="*/ 2570944 h 3851459"/>
              <a:gd name="csX388" fmla="*/ 235775 w 3851445"/>
              <a:gd name="csY388" fmla="*/ 2562149 h 3851459"/>
              <a:gd name="csX389" fmla="*/ 168076 w 3851445"/>
              <a:gd name="csY389" fmla="*/ 2398706 h 3851459"/>
              <a:gd name="csX390" fmla="*/ 99609 w 3851445"/>
              <a:gd name="csY390" fmla="*/ 2427067 h 3851459"/>
              <a:gd name="csX391" fmla="*/ 279419 w 3851445"/>
              <a:gd name="csY391" fmla="*/ 2861164 h 3851459"/>
              <a:gd name="csX392" fmla="*/ 347882 w 3851445"/>
              <a:gd name="csY392" fmla="*/ 2832803 h 3851459"/>
              <a:gd name="csX393" fmla="*/ 280183 w 3851445"/>
              <a:gd name="csY393" fmla="*/ 2669394 h 3851459"/>
              <a:gd name="csX394" fmla="*/ 280211 w 3851445"/>
              <a:gd name="csY394" fmla="*/ 2656885 h 3851459"/>
              <a:gd name="csX395" fmla="*/ 289116 w 3851445"/>
              <a:gd name="csY395" fmla="*/ 2648100 h 3851459"/>
              <a:gd name="csX396" fmla="*/ 424541 w 3851445"/>
              <a:gd name="csY396" fmla="*/ 2593452 h 3851459"/>
              <a:gd name="csX397" fmla="*/ 445403 w 3851445"/>
              <a:gd name="csY397" fmla="*/ 2601761 h 3851459"/>
              <a:gd name="csX398" fmla="*/ 735010 w 3851445"/>
              <a:gd name="csY398" fmla="*/ 3034439 h 3851459"/>
              <a:gd name="csX399" fmla="*/ 734608 w 3851445"/>
              <a:gd name="csY399" fmla="*/ 3057008 h 3851459"/>
              <a:gd name="csX400" fmla="*/ 631238 w 3851445"/>
              <a:gd name="csY400" fmla="*/ 3160379 h 3851459"/>
              <a:gd name="csX401" fmla="*/ 619744 w 3851445"/>
              <a:gd name="csY401" fmla="*/ 3165142 h 3851459"/>
              <a:gd name="csX402" fmla="*/ 608250 w 3851445"/>
              <a:gd name="csY402" fmla="*/ 3160379 h 3851459"/>
              <a:gd name="csX403" fmla="*/ 483180 w 3851445"/>
              <a:gd name="csY403" fmla="*/ 3035286 h 3851459"/>
              <a:gd name="csX404" fmla="*/ 430864 w 3851445"/>
              <a:gd name="csY404" fmla="*/ 3087602 h 3851459"/>
              <a:gd name="csX405" fmla="*/ 762990 w 3851445"/>
              <a:gd name="csY405" fmla="*/ 3419937 h 3851459"/>
              <a:gd name="csX406" fmla="*/ 815399 w 3851445"/>
              <a:gd name="csY406" fmla="*/ 3367532 h 3851459"/>
              <a:gd name="csX407" fmla="*/ 690330 w 3851445"/>
              <a:gd name="csY407" fmla="*/ 3242432 h 3851459"/>
              <a:gd name="csX408" fmla="*/ 690330 w 3851445"/>
              <a:gd name="csY408" fmla="*/ 3219447 h 3851459"/>
              <a:gd name="csX409" fmla="*/ 793611 w 3851445"/>
              <a:gd name="csY409" fmla="*/ 3116166 h 3851459"/>
              <a:gd name="csX410" fmla="*/ 816249 w 3851445"/>
              <a:gd name="csY410" fmla="*/ 3115717 h 3851459"/>
              <a:gd name="csX411" fmla="*/ 1249819 w 3851445"/>
              <a:gd name="csY411" fmla="*/ 3406098 h 3851459"/>
              <a:gd name="csX412" fmla="*/ 1258278 w 3851445"/>
              <a:gd name="csY412" fmla="*/ 3415171 h 3851459"/>
              <a:gd name="csX413" fmla="*/ 1258090 w 3851445"/>
              <a:gd name="csY413" fmla="*/ 3427090 h 3851459"/>
              <a:gd name="csX414" fmla="*/ 1202564 w 3851445"/>
              <a:gd name="csY414" fmla="*/ 3561685 h 3851459"/>
              <a:gd name="csX415" fmla="*/ 1193769 w 3851445"/>
              <a:gd name="csY415" fmla="*/ 3570498 h 3851459"/>
              <a:gd name="csX416" fmla="*/ 1181318 w 3851445"/>
              <a:gd name="csY416" fmla="*/ 3570501 h 3851459"/>
              <a:gd name="csX417" fmla="*/ 1017871 w 3851445"/>
              <a:gd name="csY417" fmla="*/ 3502806 h 3851459"/>
              <a:gd name="csX418" fmla="*/ 989407 w 3851445"/>
              <a:gd name="csY418" fmla="*/ 3571533 h 3851459"/>
              <a:gd name="csX419" fmla="*/ 1423385 w 3851445"/>
              <a:gd name="csY419" fmla="*/ 3751590 h 3851459"/>
              <a:gd name="csX420" fmla="*/ 1451969 w 3851445"/>
              <a:gd name="csY420" fmla="*/ 3682612 h 3851459"/>
              <a:gd name="csX421" fmla="*/ 1288529 w 3851445"/>
              <a:gd name="csY421" fmla="*/ 3614945 h 3851459"/>
              <a:gd name="csX422" fmla="*/ 1279730 w 3851445"/>
              <a:gd name="csY422" fmla="*/ 3606146 h 3851459"/>
              <a:gd name="csX423" fmla="*/ 1279734 w 3851445"/>
              <a:gd name="csY423" fmla="*/ 3593705 h 3851459"/>
              <a:gd name="csX424" fmla="*/ 1335448 w 3851445"/>
              <a:gd name="csY424" fmla="*/ 3459240 h 3851459"/>
              <a:gd name="csX425" fmla="*/ 1353635 w 3851445"/>
              <a:gd name="csY425" fmla="*/ 3449523 h 3851459"/>
              <a:gd name="csX426" fmla="*/ 1356845 w 3851445"/>
              <a:gd name="csY426" fmla="*/ 3450514 h 3851459"/>
              <a:gd name="csX427" fmla="*/ 1868273 w 3851445"/>
              <a:gd name="csY427" fmla="*/ 3551731 h 3851459"/>
              <a:gd name="csX428" fmla="*/ 1883965 w 3851445"/>
              <a:gd name="csY428" fmla="*/ 3567974 h 3851459"/>
              <a:gd name="csX429" fmla="*/ 1883965 w 3851445"/>
              <a:gd name="csY429" fmla="*/ 3713864 h 3851459"/>
              <a:gd name="csX430" fmla="*/ 1867711 w 3851445"/>
              <a:gd name="csY430" fmla="*/ 3730118 h 3851459"/>
              <a:gd name="csX431" fmla="*/ 1690809 w 3851445"/>
              <a:gd name="csY431" fmla="*/ 3730118 h 3851459"/>
              <a:gd name="csX432" fmla="*/ 1690809 w 3851445"/>
              <a:gd name="csY432" fmla="*/ 3804517 h 38514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</a:cxnLst>
            <a:rect l="l" t="t" r="r" b="b"/>
            <a:pathLst>
              <a:path w="3851445" h="3851459">
                <a:moveTo>
                  <a:pt x="1925733" y="3851460"/>
                </a:moveTo>
                <a:cubicBezTo>
                  <a:pt x="1840890" y="3851460"/>
                  <a:pt x="1755669" y="3845901"/>
                  <a:pt x="1672433" y="3834939"/>
                </a:cubicBezTo>
                <a:cubicBezTo>
                  <a:pt x="1664347" y="3833872"/>
                  <a:pt x="1658302" y="3826984"/>
                  <a:pt x="1658302" y="3818826"/>
                </a:cubicBezTo>
                <a:lnTo>
                  <a:pt x="1658302" y="3713861"/>
                </a:lnTo>
                <a:cubicBezTo>
                  <a:pt x="1658302" y="3704884"/>
                  <a:pt x="1665578" y="3697607"/>
                  <a:pt x="1674556" y="3697607"/>
                </a:cubicBezTo>
                <a:lnTo>
                  <a:pt x="1851458" y="3697607"/>
                </a:lnTo>
                <a:lnTo>
                  <a:pt x="1851458" y="3583597"/>
                </a:lnTo>
                <a:cubicBezTo>
                  <a:pt x="1682614" y="3576156"/>
                  <a:pt x="1517271" y="3543391"/>
                  <a:pt x="1359496" y="3486124"/>
                </a:cubicBezTo>
                <a:lnTo>
                  <a:pt x="1315985" y="3591127"/>
                </a:lnTo>
                <a:lnTo>
                  <a:pt x="1479428" y="3658795"/>
                </a:lnTo>
                <a:cubicBezTo>
                  <a:pt x="1483413" y="3660444"/>
                  <a:pt x="1486574" y="3663609"/>
                  <a:pt x="1488224" y="3667593"/>
                </a:cubicBezTo>
                <a:cubicBezTo>
                  <a:pt x="1489873" y="3671575"/>
                  <a:pt x="1489873" y="3676053"/>
                  <a:pt x="1488224" y="3680034"/>
                </a:cubicBezTo>
                <a:lnTo>
                  <a:pt x="1447947" y="3777229"/>
                </a:lnTo>
                <a:cubicBezTo>
                  <a:pt x="1444826" y="3784755"/>
                  <a:pt x="1436614" y="3788812"/>
                  <a:pt x="1428744" y="3786714"/>
                </a:cubicBezTo>
                <a:cubicBezTo>
                  <a:pt x="1264992" y="3743079"/>
                  <a:pt x="1107543" y="3677757"/>
                  <a:pt x="960768" y="3592560"/>
                </a:cubicBezTo>
                <a:cubicBezTo>
                  <a:pt x="953725" y="3588473"/>
                  <a:pt x="950797" y="3579804"/>
                  <a:pt x="953910" y="3572284"/>
                </a:cubicBezTo>
                <a:lnTo>
                  <a:pt x="994057" y="3475350"/>
                </a:lnTo>
                <a:cubicBezTo>
                  <a:pt x="995706" y="3471365"/>
                  <a:pt x="998871" y="3468200"/>
                  <a:pt x="1002852" y="3466555"/>
                </a:cubicBezTo>
                <a:cubicBezTo>
                  <a:pt x="1006833" y="3464902"/>
                  <a:pt x="1011308" y="3464902"/>
                  <a:pt x="1015293" y="3466555"/>
                </a:cubicBezTo>
                <a:lnTo>
                  <a:pt x="1178715" y="3534243"/>
                </a:lnTo>
                <a:lnTo>
                  <a:pt x="1222096" y="3429086"/>
                </a:lnTo>
                <a:cubicBezTo>
                  <a:pt x="1069961" y="3357776"/>
                  <a:pt x="929965" y="3264014"/>
                  <a:pt x="805599" y="3150143"/>
                </a:cubicBezTo>
                <a:lnTo>
                  <a:pt x="724801" y="3230938"/>
                </a:lnTo>
                <a:lnTo>
                  <a:pt x="849871" y="3356038"/>
                </a:lnTo>
                <a:cubicBezTo>
                  <a:pt x="856218" y="3362388"/>
                  <a:pt x="856218" y="3372679"/>
                  <a:pt x="849871" y="3379023"/>
                </a:cubicBezTo>
                <a:lnTo>
                  <a:pt x="775852" y="3453041"/>
                </a:lnTo>
                <a:cubicBezTo>
                  <a:pt x="770085" y="3458805"/>
                  <a:pt x="760933" y="3459409"/>
                  <a:pt x="754466" y="3454440"/>
                </a:cubicBezTo>
                <a:cubicBezTo>
                  <a:pt x="619867" y="3351138"/>
                  <a:pt x="499382" y="3230574"/>
                  <a:pt x="396358" y="3096102"/>
                </a:cubicBezTo>
                <a:cubicBezTo>
                  <a:pt x="391400" y="3089629"/>
                  <a:pt x="392003" y="3080487"/>
                  <a:pt x="397767" y="3074726"/>
                </a:cubicBezTo>
                <a:lnTo>
                  <a:pt x="471686" y="3000804"/>
                </a:lnTo>
                <a:cubicBezTo>
                  <a:pt x="474735" y="2997756"/>
                  <a:pt x="478870" y="2996041"/>
                  <a:pt x="483180" y="2996041"/>
                </a:cubicBezTo>
                <a:cubicBezTo>
                  <a:pt x="487491" y="2996041"/>
                  <a:pt x="491626" y="2997756"/>
                  <a:pt x="494674" y="3000804"/>
                </a:cubicBezTo>
                <a:lnTo>
                  <a:pt x="619744" y="3125897"/>
                </a:lnTo>
                <a:lnTo>
                  <a:pt x="700575" y="3045069"/>
                </a:lnTo>
                <a:cubicBezTo>
                  <a:pt x="587055" y="2920898"/>
                  <a:pt x="493560" y="2781200"/>
                  <a:pt x="422367" y="2629381"/>
                </a:cubicBezTo>
                <a:lnTo>
                  <a:pt x="316490" y="2672106"/>
                </a:lnTo>
                <a:lnTo>
                  <a:pt x="384130" y="2835379"/>
                </a:lnTo>
                <a:cubicBezTo>
                  <a:pt x="385780" y="2839363"/>
                  <a:pt x="385780" y="2843838"/>
                  <a:pt x="384134" y="2847819"/>
                </a:cubicBezTo>
                <a:cubicBezTo>
                  <a:pt x="382484" y="2851803"/>
                  <a:pt x="379319" y="2854968"/>
                  <a:pt x="375335" y="2856614"/>
                </a:cubicBezTo>
                <a:lnTo>
                  <a:pt x="278661" y="2896662"/>
                </a:lnTo>
                <a:cubicBezTo>
                  <a:pt x="271141" y="2899785"/>
                  <a:pt x="262466" y="2896843"/>
                  <a:pt x="258379" y="2889797"/>
                </a:cubicBezTo>
                <a:cubicBezTo>
                  <a:pt x="173257" y="2742977"/>
                  <a:pt x="108024" y="2585483"/>
                  <a:pt x="64486" y="2421694"/>
                </a:cubicBezTo>
                <a:cubicBezTo>
                  <a:pt x="62394" y="2413824"/>
                  <a:pt x="66451" y="2405618"/>
                  <a:pt x="73974" y="2402502"/>
                </a:cubicBezTo>
                <a:lnTo>
                  <a:pt x="170648" y="2362451"/>
                </a:lnTo>
                <a:cubicBezTo>
                  <a:pt x="174629" y="2360801"/>
                  <a:pt x="179104" y="2360801"/>
                  <a:pt x="183088" y="2362451"/>
                </a:cubicBezTo>
                <a:cubicBezTo>
                  <a:pt x="187069" y="2364104"/>
                  <a:pt x="190234" y="2367265"/>
                  <a:pt x="191883" y="2371246"/>
                </a:cubicBezTo>
                <a:lnTo>
                  <a:pt x="259586" y="2534696"/>
                </a:lnTo>
                <a:lnTo>
                  <a:pt x="365014" y="2491038"/>
                </a:lnTo>
                <a:cubicBezTo>
                  <a:pt x="307845" y="2333304"/>
                  <a:pt x="275181" y="2168013"/>
                  <a:pt x="267826" y="1999255"/>
                </a:cubicBezTo>
                <a:lnTo>
                  <a:pt x="153077" y="1999255"/>
                </a:lnTo>
                <a:lnTo>
                  <a:pt x="153077" y="2176126"/>
                </a:lnTo>
                <a:cubicBezTo>
                  <a:pt x="153077" y="2185103"/>
                  <a:pt x="145798" y="2192379"/>
                  <a:pt x="136824" y="2192379"/>
                </a:cubicBezTo>
                <a:lnTo>
                  <a:pt x="32541" y="2192379"/>
                </a:lnTo>
                <a:cubicBezTo>
                  <a:pt x="24384" y="2192379"/>
                  <a:pt x="17488" y="2186331"/>
                  <a:pt x="16425" y="2178242"/>
                </a:cubicBezTo>
                <a:cubicBezTo>
                  <a:pt x="5528" y="2095232"/>
                  <a:pt x="0" y="2010272"/>
                  <a:pt x="0" y="1925723"/>
                </a:cubicBezTo>
                <a:cubicBezTo>
                  <a:pt x="0" y="1840866"/>
                  <a:pt x="5589" y="1755377"/>
                  <a:pt x="16620" y="1671641"/>
                </a:cubicBezTo>
                <a:cubicBezTo>
                  <a:pt x="17683" y="1663555"/>
                  <a:pt x="24579" y="1657510"/>
                  <a:pt x="32733" y="1657510"/>
                </a:cubicBezTo>
                <a:lnTo>
                  <a:pt x="136824" y="1657510"/>
                </a:lnTo>
                <a:cubicBezTo>
                  <a:pt x="145801" y="1657510"/>
                  <a:pt x="153077" y="1664786"/>
                  <a:pt x="153077" y="1673764"/>
                </a:cubicBezTo>
                <a:lnTo>
                  <a:pt x="153077" y="1850666"/>
                </a:lnTo>
                <a:lnTo>
                  <a:pt x="267939" y="1850666"/>
                </a:lnTo>
                <a:cubicBezTo>
                  <a:pt x="275410" y="1682048"/>
                  <a:pt x="308199" y="1516832"/>
                  <a:pt x="365494" y="1359077"/>
                </a:cubicBezTo>
                <a:lnTo>
                  <a:pt x="259589" y="1315220"/>
                </a:lnTo>
                <a:lnTo>
                  <a:pt x="191887" y="1478636"/>
                </a:lnTo>
                <a:cubicBezTo>
                  <a:pt x="188454" y="1486924"/>
                  <a:pt x="178949" y="1490864"/>
                  <a:pt x="170654" y="1487432"/>
                </a:cubicBezTo>
                <a:lnTo>
                  <a:pt x="74337" y="1447545"/>
                </a:lnTo>
                <a:cubicBezTo>
                  <a:pt x="66807" y="1444429"/>
                  <a:pt x="62751" y="1436216"/>
                  <a:pt x="64849" y="1428340"/>
                </a:cubicBezTo>
                <a:cubicBezTo>
                  <a:pt x="108504" y="1264626"/>
                  <a:pt x="173861" y="1107186"/>
                  <a:pt x="259099" y="960398"/>
                </a:cubicBezTo>
                <a:cubicBezTo>
                  <a:pt x="263186" y="953358"/>
                  <a:pt x="271858" y="950426"/>
                  <a:pt x="279374" y="953543"/>
                </a:cubicBezTo>
                <a:lnTo>
                  <a:pt x="375335" y="993299"/>
                </a:lnTo>
                <a:cubicBezTo>
                  <a:pt x="383626" y="996735"/>
                  <a:pt x="387563" y="1006240"/>
                  <a:pt x="384127" y="1014535"/>
                </a:cubicBezTo>
                <a:lnTo>
                  <a:pt x="316428" y="1177947"/>
                </a:lnTo>
                <a:lnTo>
                  <a:pt x="422460" y="1221880"/>
                </a:lnTo>
                <a:cubicBezTo>
                  <a:pt x="493711" y="1069886"/>
                  <a:pt x="587443" y="929955"/>
                  <a:pt x="701316" y="805589"/>
                </a:cubicBezTo>
                <a:lnTo>
                  <a:pt x="619740" y="724013"/>
                </a:lnTo>
                <a:lnTo>
                  <a:pt x="494671" y="849110"/>
                </a:lnTo>
                <a:cubicBezTo>
                  <a:pt x="491623" y="852158"/>
                  <a:pt x="487487" y="853872"/>
                  <a:pt x="483177" y="853872"/>
                </a:cubicBezTo>
                <a:cubicBezTo>
                  <a:pt x="478867" y="853872"/>
                  <a:pt x="474731" y="852161"/>
                  <a:pt x="471683" y="849113"/>
                </a:cubicBezTo>
                <a:lnTo>
                  <a:pt x="398412" y="775842"/>
                </a:lnTo>
                <a:cubicBezTo>
                  <a:pt x="392645" y="770075"/>
                  <a:pt x="392044" y="760926"/>
                  <a:pt x="397010" y="754455"/>
                </a:cubicBezTo>
                <a:cubicBezTo>
                  <a:pt x="500312" y="619854"/>
                  <a:pt x="620875" y="499369"/>
                  <a:pt x="755347" y="396344"/>
                </a:cubicBezTo>
                <a:cubicBezTo>
                  <a:pt x="761818" y="391386"/>
                  <a:pt x="770959" y="391990"/>
                  <a:pt x="776723" y="397754"/>
                </a:cubicBezTo>
                <a:lnTo>
                  <a:pt x="849864" y="470894"/>
                </a:lnTo>
                <a:cubicBezTo>
                  <a:pt x="856211" y="477241"/>
                  <a:pt x="856211" y="487532"/>
                  <a:pt x="849864" y="493879"/>
                </a:cubicBezTo>
                <a:lnTo>
                  <a:pt x="724795" y="618976"/>
                </a:lnTo>
                <a:lnTo>
                  <a:pt x="806408" y="700565"/>
                </a:lnTo>
                <a:cubicBezTo>
                  <a:pt x="930764" y="586856"/>
                  <a:pt x="1070726" y="493241"/>
                  <a:pt x="1222788" y="422048"/>
                </a:cubicBezTo>
                <a:lnTo>
                  <a:pt x="1178726" y="315667"/>
                </a:lnTo>
                <a:lnTo>
                  <a:pt x="1015275" y="383338"/>
                </a:lnTo>
                <a:cubicBezTo>
                  <a:pt x="1006981" y="386774"/>
                  <a:pt x="997475" y="382834"/>
                  <a:pt x="994043" y="374539"/>
                </a:cubicBezTo>
                <a:lnTo>
                  <a:pt x="954418" y="278839"/>
                </a:lnTo>
                <a:cubicBezTo>
                  <a:pt x="951301" y="271316"/>
                  <a:pt x="954236" y="262644"/>
                  <a:pt x="961282" y="258560"/>
                </a:cubicBezTo>
                <a:cubicBezTo>
                  <a:pt x="1108208" y="173360"/>
                  <a:pt x="1265678" y="108103"/>
                  <a:pt x="1429327" y="64602"/>
                </a:cubicBezTo>
                <a:cubicBezTo>
                  <a:pt x="1437190" y="62507"/>
                  <a:pt x="1445399" y="66564"/>
                  <a:pt x="1448519" y="74087"/>
                </a:cubicBezTo>
                <a:lnTo>
                  <a:pt x="1488210" y="169852"/>
                </a:lnTo>
                <a:cubicBezTo>
                  <a:pt x="1489859" y="173837"/>
                  <a:pt x="1489859" y="178311"/>
                  <a:pt x="1488210" y="182292"/>
                </a:cubicBezTo>
                <a:cubicBezTo>
                  <a:pt x="1486561" y="186277"/>
                  <a:pt x="1483396" y="189439"/>
                  <a:pt x="1479415" y="191088"/>
                </a:cubicBezTo>
                <a:lnTo>
                  <a:pt x="1315971" y="258787"/>
                </a:lnTo>
                <a:lnTo>
                  <a:pt x="1360044" y="365158"/>
                </a:lnTo>
                <a:cubicBezTo>
                  <a:pt x="1517775" y="307986"/>
                  <a:pt x="1682926" y="275287"/>
                  <a:pt x="1851444" y="267880"/>
                </a:cubicBezTo>
                <a:lnTo>
                  <a:pt x="1851444" y="152278"/>
                </a:lnTo>
                <a:lnTo>
                  <a:pt x="1674542" y="152278"/>
                </a:lnTo>
                <a:cubicBezTo>
                  <a:pt x="1665565" y="152278"/>
                  <a:pt x="1658288" y="145002"/>
                  <a:pt x="1658288" y="136025"/>
                </a:cubicBezTo>
                <a:lnTo>
                  <a:pt x="1658288" y="32634"/>
                </a:lnTo>
                <a:cubicBezTo>
                  <a:pt x="1658288" y="24480"/>
                  <a:pt x="1664334" y="17584"/>
                  <a:pt x="1672419" y="16521"/>
                </a:cubicBezTo>
                <a:cubicBezTo>
                  <a:pt x="1755651" y="5558"/>
                  <a:pt x="1840876" y="0"/>
                  <a:pt x="1925723" y="0"/>
                </a:cubicBezTo>
                <a:cubicBezTo>
                  <a:pt x="2010570" y="0"/>
                  <a:pt x="2095794" y="5558"/>
                  <a:pt x="2179027" y="16521"/>
                </a:cubicBezTo>
                <a:cubicBezTo>
                  <a:pt x="2187112" y="17587"/>
                  <a:pt x="2193158" y="24480"/>
                  <a:pt x="2193158" y="32634"/>
                </a:cubicBezTo>
                <a:lnTo>
                  <a:pt x="2193158" y="136039"/>
                </a:lnTo>
                <a:cubicBezTo>
                  <a:pt x="2193158" y="145016"/>
                  <a:pt x="2185881" y="152292"/>
                  <a:pt x="2176904" y="152292"/>
                </a:cubicBezTo>
                <a:lnTo>
                  <a:pt x="2000002" y="152292"/>
                </a:lnTo>
                <a:lnTo>
                  <a:pt x="2000002" y="267894"/>
                </a:lnTo>
                <a:cubicBezTo>
                  <a:pt x="2168603" y="275304"/>
                  <a:pt x="2333753" y="308000"/>
                  <a:pt x="2491402" y="365171"/>
                </a:cubicBezTo>
                <a:lnTo>
                  <a:pt x="2535475" y="258800"/>
                </a:lnTo>
                <a:lnTo>
                  <a:pt x="2372035" y="191102"/>
                </a:lnTo>
                <a:cubicBezTo>
                  <a:pt x="2368050" y="189452"/>
                  <a:pt x="2364885" y="186287"/>
                  <a:pt x="2363239" y="182306"/>
                </a:cubicBezTo>
                <a:cubicBezTo>
                  <a:pt x="2361590" y="178322"/>
                  <a:pt x="2361590" y="173847"/>
                  <a:pt x="2363239" y="169866"/>
                </a:cubicBezTo>
                <a:lnTo>
                  <a:pt x="2402926" y="74101"/>
                </a:lnTo>
                <a:cubicBezTo>
                  <a:pt x="2406044" y="66577"/>
                  <a:pt x="2414242" y="62528"/>
                  <a:pt x="2422119" y="64613"/>
                </a:cubicBezTo>
                <a:cubicBezTo>
                  <a:pt x="2585768" y="108113"/>
                  <a:pt x="2743241" y="173370"/>
                  <a:pt x="2890163" y="258571"/>
                </a:cubicBezTo>
                <a:cubicBezTo>
                  <a:pt x="2897210" y="262655"/>
                  <a:pt x="2900142" y="271326"/>
                  <a:pt x="2897029" y="278850"/>
                </a:cubicBezTo>
                <a:lnTo>
                  <a:pt x="2857403" y="374550"/>
                </a:lnTo>
                <a:cubicBezTo>
                  <a:pt x="2853971" y="382844"/>
                  <a:pt x="2844469" y="386784"/>
                  <a:pt x="2836167" y="383348"/>
                </a:cubicBezTo>
                <a:lnTo>
                  <a:pt x="2672720" y="315677"/>
                </a:lnTo>
                <a:lnTo>
                  <a:pt x="2628658" y="422048"/>
                </a:lnTo>
                <a:cubicBezTo>
                  <a:pt x="2780710" y="493231"/>
                  <a:pt x="2920647" y="586839"/>
                  <a:pt x="3045038" y="700576"/>
                </a:cubicBezTo>
                <a:lnTo>
                  <a:pt x="3126655" y="618986"/>
                </a:lnTo>
                <a:lnTo>
                  <a:pt x="3001585" y="493889"/>
                </a:lnTo>
                <a:cubicBezTo>
                  <a:pt x="2995235" y="487542"/>
                  <a:pt x="2995235" y="477252"/>
                  <a:pt x="3001585" y="470905"/>
                </a:cubicBezTo>
                <a:lnTo>
                  <a:pt x="3074723" y="397764"/>
                </a:lnTo>
                <a:cubicBezTo>
                  <a:pt x="3080490" y="391996"/>
                  <a:pt x="3089629" y="391396"/>
                  <a:pt x="3096099" y="396355"/>
                </a:cubicBezTo>
                <a:cubicBezTo>
                  <a:pt x="3230578" y="499386"/>
                  <a:pt x="3351141" y="619871"/>
                  <a:pt x="3454440" y="754466"/>
                </a:cubicBezTo>
                <a:cubicBezTo>
                  <a:pt x="3459408" y="760936"/>
                  <a:pt x="3458808" y="770085"/>
                  <a:pt x="3453041" y="775852"/>
                </a:cubicBezTo>
                <a:lnTo>
                  <a:pt x="3379770" y="849123"/>
                </a:lnTo>
                <a:cubicBezTo>
                  <a:pt x="3376721" y="852172"/>
                  <a:pt x="3372586" y="853883"/>
                  <a:pt x="3368276" y="853883"/>
                </a:cubicBezTo>
                <a:lnTo>
                  <a:pt x="3368276" y="853883"/>
                </a:lnTo>
                <a:cubicBezTo>
                  <a:pt x="3363962" y="853883"/>
                  <a:pt x="3359830" y="852168"/>
                  <a:pt x="3356782" y="849120"/>
                </a:cubicBezTo>
                <a:lnTo>
                  <a:pt x="3231713" y="724023"/>
                </a:lnTo>
                <a:lnTo>
                  <a:pt x="3150140" y="805596"/>
                </a:lnTo>
                <a:cubicBezTo>
                  <a:pt x="3263979" y="929941"/>
                  <a:pt x="3357697" y="1069865"/>
                  <a:pt x="3428962" y="1221904"/>
                </a:cubicBezTo>
                <a:lnTo>
                  <a:pt x="3535021" y="1177958"/>
                </a:lnTo>
                <a:lnTo>
                  <a:pt x="3467323" y="1014542"/>
                </a:lnTo>
                <a:cubicBezTo>
                  <a:pt x="3463887" y="1006250"/>
                  <a:pt x="3467823" y="996742"/>
                  <a:pt x="3476114" y="993306"/>
                </a:cubicBezTo>
                <a:lnTo>
                  <a:pt x="3572075" y="953550"/>
                </a:lnTo>
                <a:cubicBezTo>
                  <a:pt x="3579598" y="950433"/>
                  <a:pt x="3588263" y="953362"/>
                  <a:pt x="3592351" y="960405"/>
                </a:cubicBezTo>
                <a:cubicBezTo>
                  <a:pt x="3677592" y="1107200"/>
                  <a:pt x="3742949" y="1264639"/>
                  <a:pt x="3786604" y="1428347"/>
                </a:cubicBezTo>
                <a:cubicBezTo>
                  <a:pt x="3788702" y="1436220"/>
                  <a:pt x="3784649" y="1444432"/>
                  <a:pt x="3777115" y="1447552"/>
                </a:cubicBezTo>
                <a:lnTo>
                  <a:pt x="3680795" y="1487439"/>
                </a:lnTo>
                <a:cubicBezTo>
                  <a:pt x="3672504" y="1490874"/>
                  <a:pt x="3662995" y="1486938"/>
                  <a:pt x="3659562" y="1478643"/>
                </a:cubicBezTo>
                <a:lnTo>
                  <a:pt x="3591864" y="1315231"/>
                </a:lnTo>
                <a:lnTo>
                  <a:pt x="3485956" y="1359105"/>
                </a:lnTo>
                <a:cubicBezTo>
                  <a:pt x="3543251" y="1516832"/>
                  <a:pt x="3576039" y="1682045"/>
                  <a:pt x="3583511" y="1850669"/>
                </a:cubicBezTo>
                <a:lnTo>
                  <a:pt x="3698372" y="1850669"/>
                </a:lnTo>
                <a:lnTo>
                  <a:pt x="3698372" y="1673767"/>
                </a:lnTo>
                <a:cubicBezTo>
                  <a:pt x="3698372" y="1664790"/>
                  <a:pt x="3705648" y="1657514"/>
                  <a:pt x="3714625" y="1657514"/>
                </a:cubicBezTo>
                <a:lnTo>
                  <a:pt x="3818709" y="1657514"/>
                </a:lnTo>
                <a:cubicBezTo>
                  <a:pt x="3826867" y="1657514"/>
                  <a:pt x="3833759" y="1663559"/>
                  <a:pt x="3834822" y="1671644"/>
                </a:cubicBezTo>
                <a:cubicBezTo>
                  <a:pt x="3845853" y="1755394"/>
                  <a:pt x="3851446" y="1840879"/>
                  <a:pt x="3851446" y="1925726"/>
                </a:cubicBezTo>
                <a:cubicBezTo>
                  <a:pt x="3851446" y="2010292"/>
                  <a:pt x="3845919" y="2095253"/>
                  <a:pt x="3835018" y="2178245"/>
                </a:cubicBezTo>
                <a:cubicBezTo>
                  <a:pt x="3833955" y="2186334"/>
                  <a:pt x="3827062" y="2192383"/>
                  <a:pt x="3818905" y="2192383"/>
                </a:cubicBezTo>
                <a:lnTo>
                  <a:pt x="3714642" y="2192383"/>
                </a:lnTo>
                <a:cubicBezTo>
                  <a:pt x="3705666" y="2192383"/>
                  <a:pt x="3698389" y="2185106"/>
                  <a:pt x="3698389" y="2176129"/>
                </a:cubicBezTo>
                <a:lnTo>
                  <a:pt x="3698389" y="1999258"/>
                </a:lnTo>
                <a:lnTo>
                  <a:pt x="3583638" y="1999258"/>
                </a:lnTo>
                <a:cubicBezTo>
                  <a:pt x="3576279" y="2168027"/>
                  <a:pt x="3543614" y="2333318"/>
                  <a:pt x="3486446" y="2491042"/>
                </a:cubicBezTo>
                <a:lnTo>
                  <a:pt x="3591877" y="2534700"/>
                </a:lnTo>
                <a:lnTo>
                  <a:pt x="3659576" y="2371250"/>
                </a:lnTo>
                <a:cubicBezTo>
                  <a:pt x="3661222" y="2367268"/>
                  <a:pt x="3664387" y="2364104"/>
                  <a:pt x="3668372" y="2362454"/>
                </a:cubicBezTo>
                <a:cubicBezTo>
                  <a:pt x="3672353" y="2360805"/>
                  <a:pt x="3676831" y="2360808"/>
                  <a:pt x="3680812" y="2362454"/>
                </a:cubicBezTo>
                <a:lnTo>
                  <a:pt x="3777486" y="2402505"/>
                </a:lnTo>
                <a:cubicBezTo>
                  <a:pt x="3785006" y="2405622"/>
                  <a:pt x="3789066" y="2413824"/>
                  <a:pt x="3786974" y="2421697"/>
                </a:cubicBezTo>
                <a:cubicBezTo>
                  <a:pt x="3743436" y="2585494"/>
                  <a:pt x="3678199" y="2742987"/>
                  <a:pt x="3593081" y="2889804"/>
                </a:cubicBezTo>
                <a:cubicBezTo>
                  <a:pt x="3588997" y="2896847"/>
                  <a:pt x="3580329" y="2899792"/>
                  <a:pt x="3572799" y="2896665"/>
                </a:cubicBezTo>
                <a:lnTo>
                  <a:pt x="3476125" y="2856618"/>
                </a:lnTo>
                <a:cubicBezTo>
                  <a:pt x="3472144" y="2854972"/>
                  <a:pt x="3468979" y="2851807"/>
                  <a:pt x="3467333" y="2847822"/>
                </a:cubicBezTo>
                <a:cubicBezTo>
                  <a:pt x="3465683" y="2843841"/>
                  <a:pt x="3465683" y="2839366"/>
                  <a:pt x="3467333" y="2835382"/>
                </a:cubicBezTo>
                <a:lnTo>
                  <a:pt x="3535031" y="2671970"/>
                </a:lnTo>
                <a:lnTo>
                  <a:pt x="3429604" y="2628291"/>
                </a:lnTo>
                <a:cubicBezTo>
                  <a:pt x="3358400" y="2780470"/>
                  <a:pt x="3264727" y="2920541"/>
                  <a:pt x="3150884" y="3045069"/>
                </a:cubicBezTo>
                <a:lnTo>
                  <a:pt x="3231723" y="3125901"/>
                </a:lnTo>
                <a:lnTo>
                  <a:pt x="3356792" y="3000807"/>
                </a:lnTo>
                <a:cubicBezTo>
                  <a:pt x="3359841" y="2997759"/>
                  <a:pt x="3363972" y="2996044"/>
                  <a:pt x="3368286" y="2996044"/>
                </a:cubicBezTo>
                <a:cubicBezTo>
                  <a:pt x="3372596" y="2996044"/>
                  <a:pt x="3376732" y="2997759"/>
                  <a:pt x="3379780" y="3000807"/>
                </a:cubicBezTo>
                <a:lnTo>
                  <a:pt x="3453703" y="3074730"/>
                </a:lnTo>
                <a:cubicBezTo>
                  <a:pt x="3459467" y="3080494"/>
                  <a:pt x="3460067" y="3089635"/>
                  <a:pt x="3455112" y="3096106"/>
                </a:cubicBezTo>
                <a:cubicBezTo>
                  <a:pt x="3352088" y="3230578"/>
                  <a:pt x="3231599" y="3351141"/>
                  <a:pt x="3096998" y="3454443"/>
                </a:cubicBezTo>
                <a:cubicBezTo>
                  <a:pt x="3090534" y="3459415"/>
                  <a:pt x="3081375" y="3458812"/>
                  <a:pt x="3075611" y="3453044"/>
                </a:cubicBezTo>
                <a:lnTo>
                  <a:pt x="3001596" y="3379026"/>
                </a:lnTo>
                <a:cubicBezTo>
                  <a:pt x="2995245" y="3372679"/>
                  <a:pt x="2995245" y="3362388"/>
                  <a:pt x="3001596" y="3356041"/>
                </a:cubicBezTo>
                <a:lnTo>
                  <a:pt x="3126665" y="3230941"/>
                </a:lnTo>
                <a:lnTo>
                  <a:pt x="3045868" y="3150147"/>
                </a:lnTo>
                <a:cubicBezTo>
                  <a:pt x="2921495" y="3264024"/>
                  <a:pt x="2781461" y="3357804"/>
                  <a:pt x="2629203" y="3429172"/>
                </a:cubicBezTo>
                <a:lnTo>
                  <a:pt x="2672731" y="3534253"/>
                </a:lnTo>
                <a:lnTo>
                  <a:pt x="2836177" y="3466558"/>
                </a:lnTo>
                <a:cubicBezTo>
                  <a:pt x="2840155" y="3464905"/>
                  <a:pt x="2844633" y="3464905"/>
                  <a:pt x="2848618" y="3466558"/>
                </a:cubicBezTo>
                <a:cubicBezTo>
                  <a:pt x="2852599" y="3468204"/>
                  <a:pt x="2855764" y="3471369"/>
                  <a:pt x="2857410" y="3475353"/>
                </a:cubicBezTo>
                <a:lnTo>
                  <a:pt x="2897553" y="3572288"/>
                </a:lnTo>
                <a:cubicBezTo>
                  <a:pt x="2900670" y="3579807"/>
                  <a:pt x="2897738" y="3588476"/>
                  <a:pt x="2890698" y="3592564"/>
                </a:cubicBezTo>
                <a:cubicBezTo>
                  <a:pt x="2743930" y="3677760"/>
                  <a:pt x="2586481" y="3743083"/>
                  <a:pt x="2422722" y="3786717"/>
                </a:cubicBezTo>
                <a:cubicBezTo>
                  <a:pt x="2414843" y="3788812"/>
                  <a:pt x="2406640" y="3784759"/>
                  <a:pt x="2403520" y="3777232"/>
                </a:cubicBezTo>
                <a:lnTo>
                  <a:pt x="2363246" y="3680037"/>
                </a:lnTo>
                <a:cubicBezTo>
                  <a:pt x="2361597" y="3676056"/>
                  <a:pt x="2361597" y="3671578"/>
                  <a:pt x="2363246" y="3667597"/>
                </a:cubicBezTo>
                <a:cubicBezTo>
                  <a:pt x="2364896" y="3663612"/>
                  <a:pt x="2368061" y="3660447"/>
                  <a:pt x="2372042" y="3658798"/>
                </a:cubicBezTo>
                <a:lnTo>
                  <a:pt x="2535478" y="3591130"/>
                </a:lnTo>
                <a:lnTo>
                  <a:pt x="2491967" y="3486131"/>
                </a:lnTo>
                <a:cubicBezTo>
                  <a:pt x="2334203" y="3543391"/>
                  <a:pt x="2168842" y="3576156"/>
                  <a:pt x="2000012" y="3583600"/>
                </a:cubicBezTo>
                <a:lnTo>
                  <a:pt x="2000012" y="3697611"/>
                </a:lnTo>
                <a:lnTo>
                  <a:pt x="2176914" y="3697611"/>
                </a:lnTo>
                <a:cubicBezTo>
                  <a:pt x="2185892" y="3697611"/>
                  <a:pt x="2193168" y="3704887"/>
                  <a:pt x="2193168" y="3713864"/>
                </a:cubicBezTo>
                <a:lnTo>
                  <a:pt x="2193168" y="3818829"/>
                </a:lnTo>
                <a:cubicBezTo>
                  <a:pt x="2193168" y="3826987"/>
                  <a:pt x="2187123" y="3833879"/>
                  <a:pt x="2179037" y="3834942"/>
                </a:cubicBezTo>
                <a:cubicBezTo>
                  <a:pt x="2095798" y="3845901"/>
                  <a:pt x="2010573" y="3851460"/>
                  <a:pt x="1925733" y="3851460"/>
                </a:cubicBezTo>
                <a:close/>
                <a:moveTo>
                  <a:pt x="1690806" y="3804517"/>
                </a:moveTo>
                <a:cubicBezTo>
                  <a:pt x="1768140" y="3814097"/>
                  <a:pt x="1847103" y="3818953"/>
                  <a:pt x="1925733" y="3818953"/>
                </a:cubicBezTo>
                <a:cubicBezTo>
                  <a:pt x="2004364" y="3818953"/>
                  <a:pt x="2083327" y="3814097"/>
                  <a:pt x="2160661" y="3804517"/>
                </a:cubicBezTo>
                <a:lnTo>
                  <a:pt x="2160661" y="3730115"/>
                </a:lnTo>
                <a:lnTo>
                  <a:pt x="1983759" y="3730115"/>
                </a:lnTo>
                <a:cubicBezTo>
                  <a:pt x="1974782" y="3730115"/>
                  <a:pt x="1967505" y="3722838"/>
                  <a:pt x="1967505" y="3713861"/>
                </a:cubicBezTo>
                <a:lnTo>
                  <a:pt x="1967505" y="3567971"/>
                </a:lnTo>
                <a:cubicBezTo>
                  <a:pt x="1967505" y="3559213"/>
                  <a:pt x="1974442" y="3552033"/>
                  <a:pt x="1983193" y="3551727"/>
                </a:cubicBezTo>
                <a:cubicBezTo>
                  <a:pt x="2159001" y="3545617"/>
                  <a:pt x="2331062" y="3511563"/>
                  <a:pt x="2494642" y="3450500"/>
                </a:cubicBezTo>
                <a:cubicBezTo>
                  <a:pt x="2496593" y="3449667"/>
                  <a:pt x="2498747" y="3449207"/>
                  <a:pt x="2501003" y="3449207"/>
                </a:cubicBezTo>
                <a:cubicBezTo>
                  <a:pt x="2508022" y="3449207"/>
                  <a:pt x="2514002" y="3453648"/>
                  <a:pt x="2516276" y="3459875"/>
                </a:cubicBezTo>
                <a:lnTo>
                  <a:pt x="2571733" y="3593698"/>
                </a:lnTo>
                <a:cubicBezTo>
                  <a:pt x="2573382" y="3597679"/>
                  <a:pt x="2573382" y="3602158"/>
                  <a:pt x="2571733" y="3606139"/>
                </a:cubicBezTo>
                <a:cubicBezTo>
                  <a:pt x="2570087" y="3610123"/>
                  <a:pt x="2566919" y="3613288"/>
                  <a:pt x="2562938" y="3614934"/>
                </a:cubicBezTo>
                <a:lnTo>
                  <a:pt x="2399501" y="3682605"/>
                </a:lnTo>
                <a:lnTo>
                  <a:pt x="2428082" y="3751583"/>
                </a:lnTo>
                <a:cubicBezTo>
                  <a:pt x="2579575" y="3709983"/>
                  <a:pt x="2725421" y="3649471"/>
                  <a:pt x="2862060" y="3571527"/>
                </a:cubicBezTo>
                <a:lnTo>
                  <a:pt x="2833595" y="3502799"/>
                </a:lnTo>
                <a:lnTo>
                  <a:pt x="2670149" y="3570494"/>
                </a:lnTo>
                <a:cubicBezTo>
                  <a:pt x="2661861" y="3573933"/>
                  <a:pt x="2652349" y="3569994"/>
                  <a:pt x="2648916" y="3561699"/>
                </a:cubicBezTo>
                <a:lnTo>
                  <a:pt x="2593233" y="3427268"/>
                </a:lnTo>
                <a:cubicBezTo>
                  <a:pt x="2591673" y="3423558"/>
                  <a:pt x="2591542" y="3419385"/>
                  <a:pt x="2592886" y="3415565"/>
                </a:cubicBezTo>
                <a:cubicBezTo>
                  <a:pt x="2594354" y="3411409"/>
                  <a:pt x="2597444" y="3408025"/>
                  <a:pt x="2601452" y="3406190"/>
                </a:cubicBezTo>
                <a:cubicBezTo>
                  <a:pt x="2760781" y="3333327"/>
                  <a:pt x="2906719" y="3235598"/>
                  <a:pt x="3035221" y="3115713"/>
                </a:cubicBezTo>
                <a:cubicBezTo>
                  <a:pt x="3041619" y="3109743"/>
                  <a:pt x="3051604" y="3109911"/>
                  <a:pt x="3057801" y="3116104"/>
                </a:cubicBezTo>
                <a:lnTo>
                  <a:pt x="3161140" y="3219444"/>
                </a:lnTo>
                <a:cubicBezTo>
                  <a:pt x="3167488" y="3225791"/>
                  <a:pt x="3167491" y="3236081"/>
                  <a:pt x="3161140" y="3242428"/>
                </a:cubicBezTo>
                <a:lnTo>
                  <a:pt x="3036071" y="3367528"/>
                </a:lnTo>
                <a:lnTo>
                  <a:pt x="3088476" y="3419934"/>
                </a:lnTo>
                <a:cubicBezTo>
                  <a:pt x="3212527" y="3323246"/>
                  <a:pt x="3324162" y="3211536"/>
                  <a:pt x="3420602" y="3087599"/>
                </a:cubicBezTo>
                <a:lnTo>
                  <a:pt x="3368283" y="3035282"/>
                </a:lnTo>
                <a:lnTo>
                  <a:pt x="3243217" y="3160376"/>
                </a:lnTo>
                <a:cubicBezTo>
                  <a:pt x="3240165" y="3163424"/>
                  <a:pt x="3236033" y="3165139"/>
                  <a:pt x="3231719" y="3165139"/>
                </a:cubicBezTo>
                <a:cubicBezTo>
                  <a:pt x="3227409" y="3165139"/>
                  <a:pt x="3223274" y="3163424"/>
                  <a:pt x="3220225" y="3160376"/>
                </a:cubicBezTo>
                <a:lnTo>
                  <a:pt x="3116855" y="3057008"/>
                </a:lnTo>
                <a:cubicBezTo>
                  <a:pt x="3110665" y="3050819"/>
                  <a:pt x="3110491" y="3040841"/>
                  <a:pt x="3116454" y="3034439"/>
                </a:cubicBezTo>
                <a:cubicBezTo>
                  <a:pt x="3236307" y="2905762"/>
                  <a:pt x="3333928" y="2759776"/>
                  <a:pt x="3406605" y="2600543"/>
                </a:cubicBezTo>
                <a:cubicBezTo>
                  <a:pt x="3410243" y="2592578"/>
                  <a:pt x="3419529" y="2588916"/>
                  <a:pt x="3427615" y="2592276"/>
                </a:cubicBezTo>
                <a:lnTo>
                  <a:pt x="3562484" y="2648155"/>
                </a:lnTo>
                <a:cubicBezTo>
                  <a:pt x="3570776" y="2651591"/>
                  <a:pt x="3574712" y="2661096"/>
                  <a:pt x="3571276" y="2669391"/>
                </a:cubicBezTo>
                <a:lnTo>
                  <a:pt x="3503577" y="2832800"/>
                </a:lnTo>
                <a:lnTo>
                  <a:pt x="3572041" y="2861161"/>
                </a:lnTo>
                <a:cubicBezTo>
                  <a:pt x="3649907" y="2724492"/>
                  <a:pt x="3710343" y="2578584"/>
                  <a:pt x="3751851" y="2427067"/>
                </a:cubicBezTo>
                <a:lnTo>
                  <a:pt x="3683384" y="2398706"/>
                </a:lnTo>
                <a:lnTo>
                  <a:pt x="3615685" y="2562149"/>
                </a:lnTo>
                <a:cubicBezTo>
                  <a:pt x="3612253" y="2570440"/>
                  <a:pt x="3602741" y="2574384"/>
                  <a:pt x="3594453" y="2570944"/>
                </a:cubicBezTo>
                <a:lnTo>
                  <a:pt x="3459580" y="2515096"/>
                </a:lnTo>
                <a:cubicBezTo>
                  <a:pt x="3451494" y="2511746"/>
                  <a:pt x="3447510" y="2502597"/>
                  <a:pt x="3450572" y="2494399"/>
                </a:cubicBezTo>
                <a:cubicBezTo>
                  <a:pt x="3511687" y="2330664"/>
                  <a:pt x="3545730" y="2158415"/>
                  <a:pt x="3551758" y="1982442"/>
                </a:cubicBezTo>
                <a:cubicBezTo>
                  <a:pt x="3552060" y="1973688"/>
                  <a:pt x="3559244" y="1966744"/>
                  <a:pt x="3568002" y="1966744"/>
                </a:cubicBezTo>
                <a:lnTo>
                  <a:pt x="3714639" y="1966744"/>
                </a:lnTo>
                <a:cubicBezTo>
                  <a:pt x="3723616" y="1966744"/>
                  <a:pt x="3730893" y="1974020"/>
                  <a:pt x="3730893" y="1982998"/>
                </a:cubicBezTo>
                <a:lnTo>
                  <a:pt x="3730893" y="2159869"/>
                </a:lnTo>
                <a:lnTo>
                  <a:pt x="3804606" y="2159869"/>
                </a:lnTo>
                <a:cubicBezTo>
                  <a:pt x="3814125" y="2082778"/>
                  <a:pt x="3818953" y="2004079"/>
                  <a:pt x="3818953" y="1925720"/>
                </a:cubicBezTo>
                <a:cubicBezTo>
                  <a:pt x="3818953" y="1847055"/>
                  <a:pt x="3814066" y="1767835"/>
                  <a:pt x="3804417" y="1690013"/>
                </a:cubicBezTo>
                <a:lnTo>
                  <a:pt x="3730896" y="1690013"/>
                </a:lnTo>
                <a:lnTo>
                  <a:pt x="3730896" y="1866916"/>
                </a:lnTo>
                <a:cubicBezTo>
                  <a:pt x="3730896" y="1875893"/>
                  <a:pt x="3723620" y="1883169"/>
                  <a:pt x="3714642" y="1883169"/>
                </a:cubicBezTo>
                <a:lnTo>
                  <a:pt x="3567905" y="1883169"/>
                </a:lnTo>
                <a:cubicBezTo>
                  <a:pt x="3559148" y="1883169"/>
                  <a:pt x="3551971" y="1876232"/>
                  <a:pt x="3551662" y="1867481"/>
                </a:cubicBezTo>
                <a:cubicBezTo>
                  <a:pt x="3545514" y="1691663"/>
                  <a:pt x="3511341" y="1519493"/>
                  <a:pt x="3450095" y="1355751"/>
                </a:cubicBezTo>
                <a:cubicBezTo>
                  <a:pt x="3447026" y="1347549"/>
                  <a:pt x="3451011" y="1338394"/>
                  <a:pt x="3459097" y="1335044"/>
                </a:cubicBezTo>
                <a:lnTo>
                  <a:pt x="3594456" y="1278969"/>
                </a:lnTo>
                <a:cubicBezTo>
                  <a:pt x="3602758" y="1275523"/>
                  <a:pt x="3612256" y="1279470"/>
                  <a:pt x="3615692" y="1287764"/>
                </a:cubicBezTo>
                <a:lnTo>
                  <a:pt x="3683391" y="1451180"/>
                </a:lnTo>
                <a:lnTo>
                  <a:pt x="3751491" y="1422980"/>
                </a:lnTo>
                <a:cubicBezTo>
                  <a:pt x="3709869" y="1271542"/>
                  <a:pt x="3649324" y="1125689"/>
                  <a:pt x="3571345" y="989040"/>
                </a:cubicBezTo>
                <a:lnTo>
                  <a:pt x="3503584" y="1017113"/>
                </a:lnTo>
                <a:lnTo>
                  <a:pt x="3571283" y="1180526"/>
                </a:lnTo>
                <a:cubicBezTo>
                  <a:pt x="3574719" y="1188817"/>
                  <a:pt x="3570782" y="1198326"/>
                  <a:pt x="3562491" y="1201762"/>
                </a:cubicBezTo>
                <a:lnTo>
                  <a:pt x="3427001" y="1257901"/>
                </a:lnTo>
                <a:cubicBezTo>
                  <a:pt x="3418919" y="1261251"/>
                  <a:pt x="3409636" y="1257603"/>
                  <a:pt x="3405998" y="1249644"/>
                </a:cubicBezTo>
                <a:cubicBezTo>
                  <a:pt x="3333238" y="1090532"/>
                  <a:pt x="3235577" y="944713"/>
                  <a:pt x="3115720" y="816236"/>
                </a:cubicBezTo>
                <a:cubicBezTo>
                  <a:pt x="3109746" y="809834"/>
                  <a:pt x="3109921" y="799849"/>
                  <a:pt x="3116111" y="793656"/>
                </a:cubicBezTo>
                <a:lnTo>
                  <a:pt x="3220229" y="689538"/>
                </a:lnTo>
                <a:cubicBezTo>
                  <a:pt x="3223277" y="686489"/>
                  <a:pt x="3227413" y="684775"/>
                  <a:pt x="3231723" y="684775"/>
                </a:cubicBezTo>
                <a:cubicBezTo>
                  <a:pt x="3236037" y="684778"/>
                  <a:pt x="3240168" y="686489"/>
                  <a:pt x="3243220" y="689538"/>
                </a:cubicBezTo>
                <a:lnTo>
                  <a:pt x="3368290" y="814638"/>
                </a:lnTo>
                <a:lnTo>
                  <a:pt x="3419944" y="762980"/>
                </a:lnTo>
                <a:cubicBezTo>
                  <a:pt x="3323260" y="638936"/>
                  <a:pt x="3211550" y="527298"/>
                  <a:pt x="3087606" y="430854"/>
                </a:cubicBezTo>
                <a:lnTo>
                  <a:pt x="3036071" y="482395"/>
                </a:lnTo>
                <a:lnTo>
                  <a:pt x="3161140" y="607495"/>
                </a:lnTo>
                <a:cubicBezTo>
                  <a:pt x="3164192" y="610544"/>
                  <a:pt x="3165903" y="614679"/>
                  <a:pt x="3165903" y="618989"/>
                </a:cubicBezTo>
                <a:cubicBezTo>
                  <a:pt x="3165903" y="623300"/>
                  <a:pt x="3164189" y="627435"/>
                  <a:pt x="3161140" y="630483"/>
                </a:cubicBezTo>
                <a:lnTo>
                  <a:pt x="3056998" y="734591"/>
                </a:lnTo>
                <a:cubicBezTo>
                  <a:pt x="3054183" y="737407"/>
                  <a:pt x="3050414" y="739107"/>
                  <a:pt x="3046413" y="739330"/>
                </a:cubicBezTo>
                <a:cubicBezTo>
                  <a:pt x="3041928" y="739577"/>
                  <a:pt x="3037652" y="738017"/>
                  <a:pt x="3034415" y="734999"/>
                </a:cubicBezTo>
                <a:cubicBezTo>
                  <a:pt x="2905906" y="615276"/>
                  <a:pt x="2760074" y="517721"/>
                  <a:pt x="2600989" y="445057"/>
                </a:cubicBezTo>
                <a:cubicBezTo>
                  <a:pt x="2597269" y="443373"/>
                  <a:pt x="2594303" y="440338"/>
                  <a:pt x="2592712" y="436560"/>
                </a:cubicBezTo>
                <a:cubicBezTo>
                  <a:pt x="2591025" y="432555"/>
                  <a:pt x="2591000" y="428042"/>
                  <a:pt x="2592663" y="424027"/>
                </a:cubicBezTo>
                <a:lnTo>
                  <a:pt x="2648916" y="288221"/>
                </a:lnTo>
                <a:cubicBezTo>
                  <a:pt x="2652352" y="279930"/>
                  <a:pt x="2661850" y="275990"/>
                  <a:pt x="2670149" y="279426"/>
                </a:cubicBezTo>
                <a:lnTo>
                  <a:pt x="2833592" y="347094"/>
                </a:lnTo>
                <a:lnTo>
                  <a:pt x="2861535" y="279604"/>
                </a:lnTo>
                <a:cubicBezTo>
                  <a:pt x="2724762" y="201659"/>
                  <a:pt x="2578889" y="141206"/>
                  <a:pt x="2427499" y="99729"/>
                </a:cubicBezTo>
                <a:lnTo>
                  <a:pt x="2399501" y="167287"/>
                </a:lnTo>
                <a:lnTo>
                  <a:pt x="2562941" y="234986"/>
                </a:lnTo>
                <a:cubicBezTo>
                  <a:pt x="2566922" y="236639"/>
                  <a:pt x="2570087" y="239800"/>
                  <a:pt x="2571733" y="243785"/>
                </a:cubicBezTo>
                <a:cubicBezTo>
                  <a:pt x="2573382" y="247766"/>
                  <a:pt x="2573382" y="252241"/>
                  <a:pt x="2571733" y="256225"/>
                </a:cubicBezTo>
                <a:lnTo>
                  <a:pt x="2515521" y="391904"/>
                </a:lnTo>
                <a:cubicBezTo>
                  <a:pt x="2514352" y="394798"/>
                  <a:pt x="2512356" y="397339"/>
                  <a:pt x="2509719" y="399170"/>
                </a:cubicBezTo>
                <a:cubicBezTo>
                  <a:pt x="2505347" y="402201"/>
                  <a:pt x="2499758" y="402911"/>
                  <a:pt x="2494769" y="401049"/>
                </a:cubicBezTo>
                <a:cubicBezTo>
                  <a:pt x="2331110" y="339931"/>
                  <a:pt x="2158995" y="305853"/>
                  <a:pt x="1983200" y="299767"/>
                </a:cubicBezTo>
                <a:cubicBezTo>
                  <a:pt x="1974446" y="299465"/>
                  <a:pt x="1967509" y="292278"/>
                  <a:pt x="1967509" y="283523"/>
                </a:cubicBezTo>
                <a:lnTo>
                  <a:pt x="1967509" y="136042"/>
                </a:lnTo>
                <a:cubicBezTo>
                  <a:pt x="1967509" y="127065"/>
                  <a:pt x="1974785" y="119789"/>
                  <a:pt x="1983762" y="119789"/>
                </a:cubicBezTo>
                <a:lnTo>
                  <a:pt x="2160664" y="119789"/>
                </a:lnTo>
                <a:lnTo>
                  <a:pt x="2160664" y="46946"/>
                </a:lnTo>
                <a:cubicBezTo>
                  <a:pt x="2083334" y="37362"/>
                  <a:pt x="2004374" y="32507"/>
                  <a:pt x="1925737" y="32507"/>
                </a:cubicBezTo>
                <a:cubicBezTo>
                  <a:pt x="1847103" y="32507"/>
                  <a:pt x="1768140" y="37362"/>
                  <a:pt x="1690809" y="46946"/>
                </a:cubicBezTo>
                <a:lnTo>
                  <a:pt x="1690809" y="119789"/>
                </a:lnTo>
                <a:lnTo>
                  <a:pt x="1867711" y="119789"/>
                </a:lnTo>
                <a:cubicBezTo>
                  <a:pt x="1876688" y="119789"/>
                  <a:pt x="1883965" y="127065"/>
                  <a:pt x="1883965" y="136042"/>
                </a:cubicBezTo>
                <a:lnTo>
                  <a:pt x="1883965" y="283523"/>
                </a:lnTo>
                <a:cubicBezTo>
                  <a:pt x="1883965" y="292281"/>
                  <a:pt x="1877024" y="299465"/>
                  <a:pt x="1868273" y="299767"/>
                </a:cubicBezTo>
                <a:cubicBezTo>
                  <a:pt x="1692568" y="305850"/>
                  <a:pt x="1520450" y="339924"/>
                  <a:pt x="1356701" y="401049"/>
                </a:cubicBezTo>
                <a:cubicBezTo>
                  <a:pt x="1348502" y="404118"/>
                  <a:pt x="1339350" y="400127"/>
                  <a:pt x="1336000" y="392044"/>
                </a:cubicBezTo>
                <a:lnTo>
                  <a:pt x="1279730" y="256232"/>
                </a:lnTo>
                <a:cubicBezTo>
                  <a:pt x="1278078" y="252247"/>
                  <a:pt x="1278078" y="247773"/>
                  <a:pt x="1279727" y="243792"/>
                </a:cubicBezTo>
                <a:cubicBezTo>
                  <a:pt x="1281376" y="239807"/>
                  <a:pt x="1284541" y="236642"/>
                  <a:pt x="1288522" y="234993"/>
                </a:cubicBezTo>
                <a:lnTo>
                  <a:pt x="1451966" y="167294"/>
                </a:lnTo>
                <a:lnTo>
                  <a:pt x="1423964" y="99736"/>
                </a:lnTo>
                <a:cubicBezTo>
                  <a:pt x="1272574" y="141213"/>
                  <a:pt x="1126704" y="201666"/>
                  <a:pt x="989925" y="279611"/>
                </a:cubicBezTo>
                <a:lnTo>
                  <a:pt x="1017871" y="347104"/>
                </a:lnTo>
                <a:lnTo>
                  <a:pt x="1181318" y="279433"/>
                </a:lnTo>
                <a:cubicBezTo>
                  <a:pt x="1189613" y="275993"/>
                  <a:pt x="1199114" y="279937"/>
                  <a:pt x="1202550" y="288228"/>
                </a:cubicBezTo>
                <a:lnTo>
                  <a:pt x="1258604" y="423560"/>
                </a:lnTo>
                <a:cubicBezTo>
                  <a:pt x="1259067" y="424586"/>
                  <a:pt x="1259430" y="425669"/>
                  <a:pt x="1259674" y="426804"/>
                </a:cubicBezTo>
                <a:cubicBezTo>
                  <a:pt x="1261299" y="434273"/>
                  <a:pt x="1257507" y="441868"/>
                  <a:pt x="1250553" y="445043"/>
                </a:cubicBezTo>
                <a:cubicBezTo>
                  <a:pt x="1091406" y="517724"/>
                  <a:pt x="945554" y="615279"/>
                  <a:pt x="817045" y="735003"/>
                </a:cubicBezTo>
                <a:cubicBezTo>
                  <a:pt x="813739" y="738085"/>
                  <a:pt x="809292" y="739663"/>
                  <a:pt x="804779" y="739320"/>
                </a:cubicBezTo>
                <a:cubicBezTo>
                  <a:pt x="800798" y="739028"/>
                  <a:pt x="797088" y="737286"/>
                  <a:pt x="794328" y="734457"/>
                </a:cubicBezTo>
                <a:lnTo>
                  <a:pt x="690323" y="630487"/>
                </a:lnTo>
                <a:cubicBezTo>
                  <a:pt x="687274" y="627438"/>
                  <a:pt x="685560" y="623306"/>
                  <a:pt x="685560" y="618993"/>
                </a:cubicBezTo>
                <a:cubicBezTo>
                  <a:pt x="685560" y="614683"/>
                  <a:pt x="687274" y="610547"/>
                  <a:pt x="690319" y="607499"/>
                </a:cubicBezTo>
                <a:lnTo>
                  <a:pt x="815389" y="482399"/>
                </a:lnTo>
                <a:lnTo>
                  <a:pt x="763851" y="430857"/>
                </a:lnTo>
                <a:cubicBezTo>
                  <a:pt x="639910" y="527298"/>
                  <a:pt x="528203" y="638936"/>
                  <a:pt x="431516" y="762983"/>
                </a:cubicBezTo>
                <a:lnTo>
                  <a:pt x="483174" y="814641"/>
                </a:lnTo>
                <a:lnTo>
                  <a:pt x="608243" y="689541"/>
                </a:lnTo>
                <a:cubicBezTo>
                  <a:pt x="611291" y="686493"/>
                  <a:pt x="615427" y="684778"/>
                  <a:pt x="619737" y="684778"/>
                </a:cubicBezTo>
                <a:cubicBezTo>
                  <a:pt x="624047" y="684778"/>
                  <a:pt x="628182" y="686493"/>
                  <a:pt x="631231" y="689541"/>
                </a:cubicBezTo>
                <a:lnTo>
                  <a:pt x="735346" y="793656"/>
                </a:lnTo>
                <a:cubicBezTo>
                  <a:pt x="741538" y="799849"/>
                  <a:pt x="741717" y="809837"/>
                  <a:pt x="735743" y="816239"/>
                </a:cubicBezTo>
                <a:cubicBezTo>
                  <a:pt x="615845" y="944758"/>
                  <a:pt x="518170" y="1090580"/>
                  <a:pt x="445431" y="1249648"/>
                </a:cubicBezTo>
                <a:cubicBezTo>
                  <a:pt x="442252" y="1256598"/>
                  <a:pt x="434663" y="1260401"/>
                  <a:pt x="427192" y="1258769"/>
                </a:cubicBezTo>
                <a:cubicBezTo>
                  <a:pt x="425995" y="1258508"/>
                  <a:pt x="424853" y="1258121"/>
                  <a:pt x="423780" y="1257620"/>
                </a:cubicBezTo>
                <a:lnTo>
                  <a:pt x="288972" y="1201765"/>
                </a:lnTo>
                <a:cubicBezTo>
                  <a:pt x="280677" y="1198329"/>
                  <a:pt x="276744" y="1188821"/>
                  <a:pt x="280177" y="1180529"/>
                </a:cubicBezTo>
                <a:lnTo>
                  <a:pt x="347875" y="1017117"/>
                </a:lnTo>
                <a:lnTo>
                  <a:pt x="280118" y="989044"/>
                </a:lnTo>
                <a:cubicBezTo>
                  <a:pt x="202139" y="1125693"/>
                  <a:pt x="141594" y="1271542"/>
                  <a:pt x="99976" y="1422984"/>
                </a:cubicBezTo>
                <a:lnTo>
                  <a:pt x="168072" y="1451184"/>
                </a:lnTo>
                <a:lnTo>
                  <a:pt x="235775" y="1287768"/>
                </a:lnTo>
                <a:cubicBezTo>
                  <a:pt x="239207" y="1279473"/>
                  <a:pt x="248712" y="1275540"/>
                  <a:pt x="257007" y="1278969"/>
                </a:cubicBezTo>
                <a:lnTo>
                  <a:pt x="391818" y="1334793"/>
                </a:lnTo>
                <a:cubicBezTo>
                  <a:pt x="396567" y="1336563"/>
                  <a:pt x="400329" y="1340499"/>
                  <a:pt x="401776" y="1345560"/>
                </a:cubicBezTo>
                <a:cubicBezTo>
                  <a:pt x="402774" y="1349054"/>
                  <a:pt x="402558" y="1352703"/>
                  <a:pt x="401282" y="1355960"/>
                </a:cubicBezTo>
                <a:cubicBezTo>
                  <a:pt x="340085" y="1519661"/>
                  <a:pt x="305942" y="1691759"/>
                  <a:pt x="299801" y="1867481"/>
                </a:cubicBezTo>
                <a:cubicBezTo>
                  <a:pt x="299496" y="1876232"/>
                  <a:pt x="292312" y="1883169"/>
                  <a:pt x="283558" y="1883169"/>
                </a:cubicBezTo>
                <a:lnTo>
                  <a:pt x="136824" y="1883169"/>
                </a:lnTo>
                <a:cubicBezTo>
                  <a:pt x="127847" y="1883169"/>
                  <a:pt x="120570" y="1875889"/>
                  <a:pt x="120570" y="1866916"/>
                </a:cubicBezTo>
                <a:lnTo>
                  <a:pt x="120570" y="1690013"/>
                </a:lnTo>
                <a:lnTo>
                  <a:pt x="47046" y="1690013"/>
                </a:lnTo>
                <a:cubicBezTo>
                  <a:pt x="37400" y="1767824"/>
                  <a:pt x="32510" y="1847041"/>
                  <a:pt x="32510" y="1925720"/>
                </a:cubicBezTo>
                <a:cubicBezTo>
                  <a:pt x="32510" y="2004062"/>
                  <a:pt x="37335" y="2082761"/>
                  <a:pt x="46857" y="2159869"/>
                </a:cubicBezTo>
                <a:lnTo>
                  <a:pt x="120574" y="2159869"/>
                </a:lnTo>
                <a:lnTo>
                  <a:pt x="120574" y="1982998"/>
                </a:lnTo>
                <a:cubicBezTo>
                  <a:pt x="120574" y="1974020"/>
                  <a:pt x="127850" y="1966744"/>
                  <a:pt x="136827" y="1966744"/>
                </a:cubicBezTo>
                <a:lnTo>
                  <a:pt x="283465" y="1966744"/>
                </a:lnTo>
                <a:cubicBezTo>
                  <a:pt x="292226" y="1966744"/>
                  <a:pt x="299410" y="1973684"/>
                  <a:pt x="299708" y="1982442"/>
                </a:cubicBezTo>
                <a:cubicBezTo>
                  <a:pt x="305730" y="2158405"/>
                  <a:pt x="339776" y="2330654"/>
                  <a:pt x="400891" y="2494399"/>
                </a:cubicBezTo>
                <a:cubicBezTo>
                  <a:pt x="402753" y="2499388"/>
                  <a:pt x="402050" y="2504974"/>
                  <a:pt x="399016" y="2509349"/>
                </a:cubicBezTo>
                <a:cubicBezTo>
                  <a:pt x="397150" y="2512038"/>
                  <a:pt x="394548" y="2514057"/>
                  <a:pt x="391581" y="2515216"/>
                </a:cubicBezTo>
                <a:lnTo>
                  <a:pt x="257010" y="2570944"/>
                </a:lnTo>
                <a:cubicBezTo>
                  <a:pt x="248716" y="2574387"/>
                  <a:pt x="239210" y="2570444"/>
                  <a:pt x="235775" y="2562149"/>
                </a:cubicBezTo>
                <a:lnTo>
                  <a:pt x="168076" y="2398706"/>
                </a:lnTo>
                <a:lnTo>
                  <a:pt x="99609" y="2427067"/>
                </a:lnTo>
                <a:cubicBezTo>
                  <a:pt x="141117" y="2578577"/>
                  <a:pt x="201553" y="2724481"/>
                  <a:pt x="279419" y="2861164"/>
                </a:cubicBezTo>
                <a:lnTo>
                  <a:pt x="347882" y="2832803"/>
                </a:lnTo>
                <a:lnTo>
                  <a:pt x="280183" y="2669394"/>
                </a:lnTo>
                <a:cubicBezTo>
                  <a:pt x="278524" y="2665386"/>
                  <a:pt x="278534" y="2660884"/>
                  <a:pt x="280211" y="2656885"/>
                </a:cubicBezTo>
                <a:cubicBezTo>
                  <a:pt x="281888" y="2652887"/>
                  <a:pt x="285094" y="2649725"/>
                  <a:pt x="289116" y="2648100"/>
                </a:cubicBezTo>
                <a:lnTo>
                  <a:pt x="424541" y="2593452"/>
                </a:lnTo>
                <a:cubicBezTo>
                  <a:pt x="432606" y="2590198"/>
                  <a:pt x="441789" y="2593864"/>
                  <a:pt x="445403" y="2601761"/>
                </a:cubicBezTo>
                <a:cubicBezTo>
                  <a:pt x="518084" y="2760595"/>
                  <a:pt x="615519" y="2906167"/>
                  <a:pt x="735010" y="3034439"/>
                </a:cubicBezTo>
                <a:cubicBezTo>
                  <a:pt x="740976" y="3040841"/>
                  <a:pt x="740801" y="3050819"/>
                  <a:pt x="734608" y="3057008"/>
                </a:cubicBezTo>
                <a:lnTo>
                  <a:pt x="631238" y="3160379"/>
                </a:lnTo>
                <a:cubicBezTo>
                  <a:pt x="628189" y="3163427"/>
                  <a:pt x="624054" y="3165142"/>
                  <a:pt x="619744" y="3165142"/>
                </a:cubicBezTo>
                <a:cubicBezTo>
                  <a:pt x="615434" y="3165142"/>
                  <a:pt x="611298" y="3163427"/>
                  <a:pt x="608250" y="3160379"/>
                </a:cubicBezTo>
                <a:lnTo>
                  <a:pt x="483180" y="3035286"/>
                </a:lnTo>
                <a:lnTo>
                  <a:pt x="430864" y="3087602"/>
                </a:lnTo>
                <a:cubicBezTo>
                  <a:pt x="527305" y="3211543"/>
                  <a:pt x="638943" y="3323250"/>
                  <a:pt x="762990" y="3419937"/>
                </a:cubicBezTo>
                <a:lnTo>
                  <a:pt x="815399" y="3367532"/>
                </a:lnTo>
                <a:lnTo>
                  <a:pt x="690330" y="3242432"/>
                </a:lnTo>
                <a:cubicBezTo>
                  <a:pt x="683983" y="3236081"/>
                  <a:pt x="683983" y="3225791"/>
                  <a:pt x="690330" y="3219447"/>
                </a:cubicBezTo>
                <a:lnTo>
                  <a:pt x="793611" y="3116166"/>
                </a:lnTo>
                <a:cubicBezTo>
                  <a:pt x="799770" y="3109939"/>
                  <a:pt x="809803" y="3109702"/>
                  <a:pt x="816249" y="3115717"/>
                </a:cubicBezTo>
                <a:cubicBezTo>
                  <a:pt x="944748" y="3235598"/>
                  <a:pt x="1090621" y="3333293"/>
                  <a:pt x="1249819" y="3406098"/>
                </a:cubicBezTo>
                <a:cubicBezTo>
                  <a:pt x="1253728" y="3407884"/>
                  <a:pt x="1256770" y="3411149"/>
                  <a:pt x="1258278" y="3415171"/>
                </a:cubicBezTo>
                <a:cubicBezTo>
                  <a:pt x="1259722" y="3419018"/>
                  <a:pt x="1259657" y="3423287"/>
                  <a:pt x="1258090" y="3427090"/>
                </a:cubicBezTo>
                <a:lnTo>
                  <a:pt x="1202564" y="3561685"/>
                </a:lnTo>
                <a:cubicBezTo>
                  <a:pt x="1200918" y="3565673"/>
                  <a:pt x="1197753" y="3568845"/>
                  <a:pt x="1193769" y="3570498"/>
                </a:cubicBezTo>
                <a:cubicBezTo>
                  <a:pt x="1189784" y="3572151"/>
                  <a:pt x="1185309" y="3572157"/>
                  <a:pt x="1181318" y="3570501"/>
                </a:cubicBezTo>
                <a:lnTo>
                  <a:pt x="1017871" y="3502806"/>
                </a:lnTo>
                <a:lnTo>
                  <a:pt x="989407" y="3571533"/>
                </a:lnTo>
                <a:cubicBezTo>
                  <a:pt x="1126049" y="3649478"/>
                  <a:pt x="1271895" y="3709990"/>
                  <a:pt x="1423385" y="3751590"/>
                </a:cubicBezTo>
                <a:lnTo>
                  <a:pt x="1451969" y="3682612"/>
                </a:lnTo>
                <a:lnTo>
                  <a:pt x="1288529" y="3614945"/>
                </a:lnTo>
                <a:cubicBezTo>
                  <a:pt x="1284545" y="3613295"/>
                  <a:pt x="1281380" y="3610130"/>
                  <a:pt x="1279730" y="3606146"/>
                </a:cubicBezTo>
                <a:cubicBezTo>
                  <a:pt x="1278081" y="3602165"/>
                  <a:pt x="1278081" y="3597690"/>
                  <a:pt x="1279734" y="3593705"/>
                </a:cubicBezTo>
                <a:lnTo>
                  <a:pt x="1335448" y="3459240"/>
                </a:lnTo>
                <a:cubicBezTo>
                  <a:pt x="1338414" y="3452074"/>
                  <a:pt x="1346037" y="3448000"/>
                  <a:pt x="1353635" y="3449523"/>
                </a:cubicBezTo>
                <a:cubicBezTo>
                  <a:pt x="1354753" y="3449742"/>
                  <a:pt x="1355830" y="3450078"/>
                  <a:pt x="1356845" y="3450514"/>
                </a:cubicBezTo>
                <a:cubicBezTo>
                  <a:pt x="1520415" y="3511567"/>
                  <a:pt x="1692479" y="3545620"/>
                  <a:pt x="1868273" y="3551731"/>
                </a:cubicBezTo>
                <a:cubicBezTo>
                  <a:pt x="1877024" y="3552036"/>
                  <a:pt x="1883965" y="3559220"/>
                  <a:pt x="1883965" y="3567974"/>
                </a:cubicBezTo>
                <a:lnTo>
                  <a:pt x="1883965" y="3713864"/>
                </a:lnTo>
                <a:cubicBezTo>
                  <a:pt x="1883965" y="3722841"/>
                  <a:pt x="1876685" y="3730118"/>
                  <a:pt x="1867711" y="3730118"/>
                </a:cubicBezTo>
                <a:lnTo>
                  <a:pt x="1690809" y="3730118"/>
                </a:lnTo>
                <a:lnTo>
                  <a:pt x="1690809" y="3804517"/>
                </a:lnTo>
                <a:close/>
              </a:path>
            </a:pathLst>
          </a:custGeom>
          <a:grpFill/>
          <a:ln w="342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85459943-0E9B-A486-D5CF-66A12E668F92}"/>
              </a:ext>
            </a:extLst>
          </p:cNvPr>
          <p:cNvSpPr/>
          <p:nvPr/>
        </p:nvSpPr>
        <p:spPr>
          <a:xfrm>
            <a:off x="379250" y="3327254"/>
            <a:ext cx="4091739" cy="4091740"/>
          </a:xfrm>
          <a:custGeom>
            <a:avLst/>
            <a:gdLst>
              <a:gd name="csX0" fmla="*/ 2045872 w 4091739"/>
              <a:gd name="csY0" fmla="*/ 32507 h 4091740"/>
              <a:gd name="csX1" fmla="*/ 2829553 w 4091739"/>
              <a:gd name="csY1" fmla="*/ 190714 h 4091740"/>
              <a:gd name="csX2" fmla="*/ 3171541 w 4091739"/>
              <a:gd name="csY2" fmla="*/ 376340 h 4091740"/>
              <a:gd name="csX3" fmla="*/ 3469534 w 4091739"/>
              <a:gd name="csY3" fmla="*/ 622209 h 4091740"/>
              <a:gd name="csX4" fmla="*/ 3715404 w 4091739"/>
              <a:gd name="csY4" fmla="*/ 920203 h 4091740"/>
              <a:gd name="csX5" fmla="*/ 3901029 w 4091739"/>
              <a:gd name="csY5" fmla="*/ 1262188 h 4091740"/>
              <a:gd name="csX6" fmla="*/ 4059236 w 4091739"/>
              <a:gd name="csY6" fmla="*/ 2045868 h 4091740"/>
              <a:gd name="csX7" fmla="*/ 3901029 w 4091739"/>
              <a:gd name="csY7" fmla="*/ 2829549 h 4091740"/>
              <a:gd name="csX8" fmla="*/ 3715404 w 4091739"/>
              <a:gd name="csY8" fmla="*/ 3171537 h 4091740"/>
              <a:gd name="csX9" fmla="*/ 3469534 w 4091739"/>
              <a:gd name="csY9" fmla="*/ 3469531 h 4091740"/>
              <a:gd name="csX10" fmla="*/ 3171541 w 4091739"/>
              <a:gd name="csY10" fmla="*/ 3715401 h 4091740"/>
              <a:gd name="csX11" fmla="*/ 2829553 w 4091739"/>
              <a:gd name="csY11" fmla="*/ 3901026 h 4091740"/>
              <a:gd name="csX12" fmla="*/ 2045872 w 4091739"/>
              <a:gd name="csY12" fmla="*/ 4059233 h 4091740"/>
              <a:gd name="csX13" fmla="*/ 1262191 w 4091739"/>
              <a:gd name="csY13" fmla="*/ 3901026 h 4091740"/>
              <a:gd name="csX14" fmla="*/ 920206 w 4091739"/>
              <a:gd name="csY14" fmla="*/ 3715401 h 4091740"/>
              <a:gd name="csX15" fmla="*/ 622213 w 4091739"/>
              <a:gd name="csY15" fmla="*/ 3469531 h 4091740"/>
              <a:gd name="csX16" fmla="*/ 376343 w 4091739"/>
              <a:gd name="csY16" fmla="*/ 3171537 h 4091740"/>
              <a:gd name="csX17" fmla="*/ 190718 w 4091739"/>
              <a:gd name="csY17" fmla="*/ 2829549 h 4091740"/>
              <a:gd name="csX18" fmla="*/ 32510 w 4091739"/>
              <a:gd name="csY18" fmla="*/ 2045868 h 4091740"/>
              <a:gd name="csX19" fmla="*/ 190718 w 4091739"/>
              <a:gd name="csY19" fmla="*/ 1262188 h 4091740"/>
              <a:gd name="csX20" fmla="*/ 376343 w 4091739"/>
              <a:gd name="csY20" fmla="*/ 920203 h 4091740"/>
              <a:gd name="csX21" fmla="*/ 622213 w 4091739"/>
              <a:gd name="csY21" fmla="*/ 622209 h 4091740"/>
              <a:gd name="csX22" fmla="*/ 920206 w 4091739"/>
              <a:gd name="csY22" fmla="*/ 376340 h 4091740"/>
              <a:gd name="csX23" fmla="*/ 1262191 w 4091739"/>
              <a:gd name="csY23" fmla="*/ 190714 h 4091740"/>
              <a:gd name="csX24" fmla="*/ 2045872 w 4091739"/>
              <a:gd name="csY24" fmla="*/ 32507 h 4091740"/>
              <a:gd name="csX25" fmla="*/ 2045872 w 4091739"/>
              <a:gd name="csY25" fmla="*/ 0 h 4091740"/>
              <a:gd name="csX26" fmla="*/ 0 w 4091739"/>
              <a:gd name="csY26" fmla="*/ 2045872 h 4091740"/>
              <a:gd name="csX27" fmla="*/ 2045872 w 4091739"/>
              <a:gd name="csY27" fmla="*/ 4091740 h 4091740"/>
              <a:gd name="csX28" fmla="*/ 4091740 w 4091739"/>
              <a:gd name="csY28" fmla="*/ 2045868 h 4091740"/>
              <a:gd name="csX29" fmla="*/ 2045872 w 4091739"/>
              <a:gd name="csY29" fmla="*/ 0 h 4091740"/>
              <a:gd name="csX30" fmla="*/ 2045872 w 4091739"/>
              <a:gd name="csY30" fmla="*/ 0 h 4091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4091739" h="4091740">
                <a:moveTo>
                  <a:pt x="2045872" y="32507"/>
                </a:moveTo>
                <a:cubicBezTo>
                  <a:pt x="2317689" y="32507"/>
                  <a:pt x="2581358" y="85735"/>
                  <a:pt x="2829553" y="190714"/>
                </a:cubicBezTo>
                <a:cubicBezTo>
                  <a:pt x="2948847" y="241172"/>
                  <a:pt x="3063908" y="303624"/>
                  <a:pt x="3171541" y="376340"/>
                </a:cubicBezTo>
                <a:cubicBezTo>
                  <a:pt x="3278158" y="448369"/>
                  <a:pt x="3378419" y="531090"/>
                  <a:pt x="3469534" y="622209"/>
                </a:cubicBezTo>
                <a:cubicBezTo>
                  <a:pt x="3560650" y="713325"/>
                  <a:pt x="3643374" y="813585"/>
                  <a:pt x="3715404" y="920203"/>
                </a:cubicBezTo>
                <a:cubicBezTo>
                  <a:pt x="3788119" y="1027836"/>
                  <a:pt x="3850572" y="1142896"/>
                  <a:pt x="3901029" y="1262188"/>
                </a:cubicBezTo>
                <a:cubicBezTo>
                  <a:pt x="4006008" y="1510385"/>
                  <a:pt x="4059236" y="1774052"/>
                  <a:pt x="4059236" y="2045868"/>
                </a:cubicBezTo>
                <a:cubicBezTo>
                  <a:pt x="4059236" y="2317685"/>
                  <a:pt x="4006008" y="2581355"/>
                  <a:pt x="3901029" y="2829549"/>
                </a:cubicBezTo>
                <a:cubicBezTo>
                  <a:pt x="3850572" y="2948841"/>
                  <a:pt x="3788119" y="3063904"/>
                  <a:pt x="3715404" y="3171537"/>
                </a:cubicBezTo>
                <a:cubicBezTo>
                  <a:pt x="3643374" y="3278155"/>
                  <a:pt x="3560653" y="3378416"/>
                  <a:pt x="3469534" y="3469531"/>
                </a:cubicBezTo>
                <a:cubicBezTo>
                  <a:pt x="3378415" y="3560646"/>
                  <a:pt x="3278158" y="3643371"/>
                  <a:pt x="3171541" y="3715401"/>
                </a:cubicBezTo>
                <a:cubicBezTo>
                  <a:pt x="3063908" y="3788116"/>
                  <a:pt x="2948847" y="3850568"/>
                  <a:pt x="2829553" y="3901026"/>
                </a:cubicBezTo>
                <a:cubicBezTo>
                  <a:pt x="2581355" y="4006005"/>
                  <a:pt x="2317689" y="4059233"/>
                  <a:pt x="2045872" y="4059233"/>
                </a:cubicBezTo>
                <a:cubicBezTo>
                  <a:pt x="1774055" y="4059233"/>
                  <a:pt x="1510385" y="4006005"/>
                  <a:pt x="1262191" y="3901026"/>
                </a:cubicBezTo>
                <a:cubicBezTo>
                  <a:pt x="1142900" y="3850568"/>
                  <a:pt x="1027836" y="3788116"/>
                  <a:pt x="920206" y="3715401"/>
                </a:cubicBezTo>
                <a:cubicBezTo>
                  <a:pt x="813589" y="3643371"/>
                  <a:pt x="713328" y="3560650"/>
                  <a:pt x="622213" y="3469531"/>
                </a:cubicBezTo>
                <a:cubicBezTo>
                  <a:pt x="531097" y="3378412"/>
                  <a:pt x="448373" y="3278155"/>
                  <a:pt x="376343" y="3171537"/>
                </a:cubicBezTo>
                <a:cubicBezTo>
                  <a:pt x="303628" y="3063904"/>
                  <a:pt x="241175" y="2948844"/>
                  <a:pt x="190718" y="2829549"/>
                </a:cubicBezTo>
                <a:cubicBezTo>
                  <a:pt x="85739" y="2581351"/>
                  <a:pt x="32510" y="2317685"/>
                  <a:pt x="32510" y="2045868"/>
                </a:cubicBezTo>
                <a:cubicBezTo>
                  <a:pt x="32510" y="1774052"/>
                  <a:pt x="85739" y="1510382"/>
                  <a:pt x="190718" y="1262188"/>
                </a:cubicBezTo>
                <a:cubicBezTo>
                  <a:pt x="241175" y="1142896"/>
                  <a:pt x="303628" y="1027833"/>
                  <a:pt x="376343" y="920203"/>
                </a:cubicBezTo>
                <a:cubicBezTo>
                  <a:pt x="448373" y="813585"/>
                  <a:pt x="531094" y="713325"/>
                  <a:pt x="622213" y="622209"/>
                </a:cubicBezTo>
                <a:cubicBezTo>
                  <a:pt x="713331" y="531094"/>
                  <a:pt x="813589" y="448369"/>
                  <a:pt x="920206" y="376340"/>
                </a:cubicBezTo>
                <a:cubicBezTo>
                  <a:pt x="1027839" y="303624"/>
                  <a:pt x="1142900" y="241172"/>
                  <a:pt x="1262191" y="190714"/>
                </a:cubicBezTo>
                <a:cubicBezTo>
                  <a:pt x="1510385" y="85735"/>
                  <a:pt x="1774055" y="32507"/>
                  <a:pt x="2045872" y="32507"/>
                </a:cubicBezTo>
                <a:moveTo>
                  <a:pt x="2045872" y="0"/>
                </a:moveTo>
                <a:cubicBezTo>
                  <a:pt x="915968" y="0"/>
                  <a:pt x="0" y="915968"/>
                  <a:pt x="0" y="2045872"/>
                </a:cubicBezTo>
                <a:cubicBezTo>
                  <a:pt x="0" y="3175775"/>
                  <a:pt x="915968" y="4091740"/>
                  <a:pt x="2045872" y="4091740"/>
                </a:cubicBezTo>
                <a:cubicBezTo>
                  <a:pt x="3175775" y="4091740"/>
                  <a:pt x="4091740" y="3175772"/>
                  <a:pt x="4091740" y="2045868"/>
                </a:cubicBezTo>
                <a:cubicBezTo>
                  <a:pt x="4091740" y="915965"/>
                  <a:pt x="3175775" y="0"/>
                  <a:pt x="2045872" y="0"/>
                </a:cubicBezTo>
                <a:lnTo>
                  <a:pt x="2045872" y="0"/>
                </a:lnTo>
                <a:close/>
              </a:path>
            </a:pathLst>
          </a:custGeom>
          <a:grpFill/>
          <a:ln w="342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5F4563A1-39D2-4FA8-1DA0-3B894F1594DB}"/>
              </a:ext>
            </a:extLst>
          </p:cNvPr>
          <p:cNvSpPr/>
          <p:nvPr/>
        </p:nvSpPr>
        <p:spPr>
          <a:xfrm>
            <a:off x="4744981" y="2035700"/>
            <a:ext cx="352961" cy="277210"/>
          </a:xfrm>
          <a:custGeom>
            <a:avLst/>
            <a:gdLst>
              <a:gd name="csX0" fmla="*/ 122137 w 247663"/>
              <a:gd name="csY0" fmla="*/ 2071 h 194510"/>
              <a:gd name="csX1" fmla="*/ 245106 w 247663"/>
              <a:gd name="csY1" fmla="*/ 125099 h 194510"/>
              <a:gd name="csX2" fmla="*/ 168032 w 247663"/>
              <a:gd name="csY2" fmla="*/ 160428 h 194510"/>
              <a:gd name="csX3" fmla="*/ 0 w 247663"/>
              <a:gd name="csY3" fmla="*/ 194510 h 194510"/>
              <a:gd name="csX4" fmla="*/ 70755 w 247663"/>
              <a:gd name="csY4" fmla="*/ 115124 h 194510"/>
              <a:gd name="csX5" fmla="*/ 122137 w 247663"/>
              <a:gd name="csY5" fmla="*/ 2071 h 1945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7663" h="194510">
                <a:moveTo>
                  <a:pt x="122137" y="2071"/>
                </a:moveTo>
                <a:cubicBezTo>
                  <a:pt x="188735" y="-13059"/>
                  <a:pt x="262400" y="57433"/>
                  <a:pt x="245106" y="125099"/>
                </a:cubicBezTo>
                <a:cubicBezTo>
                  <a:pt x="229475" y="151617"/>
                  <a:pt x="197465" y="162340"/>
                  <a:pt x="168032" y="160428"/>
                </a:cubicBezTo>
                <a:cubicBezTo>
                  <a:pt x="109998" y="158184"/>
                  <a:pt x="53295" y="172731"/>
                  <a:pt x="0" y="194510"/>
                </a:cubicBezTo>
                <a:cubicBezTo>
                  <a:pt x="27686" y="172232"/>
                  <a:pt x="57618" y="149705"/>
                  <a:pt x="70755" y="115124"/>
                </a:cubicBezTo>
                <a:cubicBezTo>
                  <a:pt x="89711" y="78631"/>
                  <a:pt x="85804" y="27757"/>
                  <a:pt x="122137" y="2071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任意多边形: 形状 4" descr="D:\51PPT模板网\51pptmoban.com\图片.jpg">
            <a:extLst>
              <a:ext uri="{FF2B5EF4-FFF2-40B4-BE49-F238E27FC236}">
                <a16:creationId xmlns:a16="http://schemas.microsoft.com/office/drawing/2014/main" id="{2B831BFC-5C5A-0B9F-D4AF-92AD1A1CA055}"/>
              </a:ext>
            </a:extLst>
          </p:cNvPr>
          <p:cNvSpPr/>
          <p:nvPr/>
        </p:nvSpPr>
        <p:spPr>
          <a:xfrm>
            <a:off x="4369335" y="2279878"/>
            <a:ext cx="987405" cy="646269"/>
          </a:xfrm>
          <a:custGeom>
            <a:avLst/>
            <a:gdLst>
              <a:gd name="csX0" fmla="*/ 110846 w 692834"/>
              <a:gd name="csY0" fmla="*/ 95606 h 453468"/>
              <a:gd name="csX1" fmla="*/ 557076 w 692834"/>
              <a:gd name="csY1" fmla="*/ 4083 h 453468"/>
              <a:gd name="csX2" fmla="*/ 691934 w 692834"/>
              <a:gd name="csY2" fmla="*/ 79895 h 453468"/>
              <a:gd name="csX3" fmla="*/ 664746 w 692834"/>
              <a:gd name="csY3" fmla="*/ 122124 h 453468"/>
              <a:gd name="csX4" fmla="*/ 505028 w 692834"/>
              <a:gd name="csY4" fmla="*/ 167012 h 453468"/>
              <a:gd name="csX5" fmla="*/ 592661 w 692834"/>
              <a:gd name="csY5" fmla="*/ 262609 h 453468"/>
              <a:gd name="csX6" fmla="*/ 546101 w 692834"/>
              <a:gd name="csY6" fmla="*/ 344821 h 453468"/>
              <a:gd name="csX7" fmla="*/ 321448 w 692834"/>
              <a:gd name="csY7" fmla="*/ 419470 h 453468"/>
              <a:gd name="csX8" fmla="*/ 248282 w 692834"/>
              <a:gd name="csY8" fmla="*/ 453469 h 453468"/>
              <a:gd name="csX9" fmla="*/ 271063 w 692834"/>
              <a:gd name="csY9" fmla="*/ 432271 h 453468"/>
              <a:gd name="csX10" fmla="*/ 213528 w 692834"/>
              <a:gd name="csY10" fmla="*/ 345237 h 453468"/>
              <a:gd name="csX11" fmla="*/ 306482 w 692834"/>
              <a:gd name="csY11" fmla="*/ 216805 h 453468"/>
              <a:gd name="csX12" fmla="*/ 75843 w 692834"/>
              <a:gd name="csY12" fmla="*/ 200928 h 453468"/>
              <a:gd name="csX13" fmla="*/ 1596 w 692834"/>
              <a:gd name="csY13" fmla="*/ 89787 h 453468"/>
              <a:gd name="csX14" fmla="*/ 110846 w 692834"/>
              <a:gd name="csY14" fmla="*/ 95606 h 453468"/>
              <a:gd name="csX15" fmla="*/ 392202 w 692834"/>
              <a:gd name="csY15" fmla="*/ 223871 h 453468"/>
              <a:gd name="csX16" fmla="*/ 332506 w 692834"/>
              <a:gd name="csY16" fmla="*/ 364190 h 453468"/>
              <a:gd name="csX17" fmla="*/ 413072 w 692834"/>
              <a:gd name="csY17" fmla="*/ 244570 h 453468"/>
              <a:gd name="csX18" fmla="*/ 462542 w 692834"/>
              <a:gd name="csY18" fmla="*/ 177320 h 453468"/>
              <a:gd name="csX19" fmla="*/ 392202 w 692834"/>
              <a:gd name="csY19" fmla="*/ 223871 h 453468"/>
              <a:gd name="csX0" fmla="*/ 110846 w 692834"/>
              <a:gd name="csY0" fmla="*/ 95606 h 453469"/>
              <a:gd name="csX1" fmla="*/ 557076 w 692834"/>
              <a:gd name="csY1" fmla="*/ 4083 h 453469"/>
              <a:gd name="csX2" fmla="*/ 691934 w 692834"/>
              <a:gd name="csY2" fmla="*/ 79895 h 453469"/>
              <a:gd name="csX3" fmla="*/ 664746 w 692834"/>
              <a:gd name="csY3" fmla="*/ 122124 h 453469"/>
              <a:gd name="csX4" fmla="*/ 505028 w 692834"/>
              <a:gd name="csY4" fmla="*/ 167012 h 453469"/>
              <a:gd name="csX5" fmla="*/ 592661 w 692834"/>
              <a:gd name="csY5" fmla="*/ 262609 h 453469"/>
              <a:gd name="csX6" fmla="*/ 546101 w 692834"/>
              <a:gd name="csY6" fmla="*/ 344821 h 453469"/>
              <a:gd name="csX7" fmla="*/ 321448 w 692834"/>
              <a:gd name="csY7" fmla="*/ 419470 h 453469"/>
              <a:gd name="csX8" fmla="*/ 248282 w 692834"/>
              <a:gd name="csY8" fmla="*/ 453469 h 453469"/>
              <a:gd name="csX9" fmla="*/ 271063 w 692834"/>
              <a:gd name="csY9" fmla="*/ 432271 h 453469"/>
              <a:gd name="csX10" fmla="*/ 213528 w 692834"/>
              <a:gd name="csY10" fmla="*/ 345237 h 453469"/>
              <a:gd name="csX11" fmla="*/ 306482 w 692834"/>
              <a:gd name="csY11" fmla="*/ 216805 h 453469"/>
              <a:gd name="csX12" fmla="*/ 75843 w 692834"/>
              <a:gd name="csY12" fmla="*/ 200928 h 453469"/>
              <a:gd name="csX13" fmla="*/ 1596 w 692834"/>
              <a:gd name="csY13" fmla="*/ 89787 h 453469"/>
              <a:gd name="csX14" fmla="*/ 110846 w 692834"/>
              <a:gd name="csY14" fmla="*/ 95606 h 453469"/>
              <a:gd name="csX15" fmla="*/ 392202 w 692834"/>
              <a:gd name="csY15" fmla="*/ 223871 h 453469"/>
              <a:gd name="csX16" fmla="*/ 332506 w 692834"/>
              <a:gd name="csY16" fmla="*/ 364190 h 453469"/>
              <a:gd name="csX17" fmla="*/ 462542 w 692834"/>
              <a:gd name="csY17" fmla="*/ 177320 h 453469"/>
              <a:gd name="csX18" fmla="*/ 392202 w 692834"/>
              <a:gd name="csY18" fmla="*/ 223871 h 453469"/>
              <a:gd name="csX0" fmla="*/ 110846 w 692834"/>
              <a:gd name="csY0" fmla="*/ 95606 h 453469"/>
              <a:gd name="csX1" fmla="*/ 557076 w 692834"/>
              <a:gd name="csY1" fmla="*/ 4083 h 453469"/>
              <a:gd name="csX2" fmla="*/ 691934 w 692834"/>
              <a:gd name="csY2" fmla="*/ 79895 h 453469"/>
              <a:gd name="csX3" fmla="*/ 664746 w 692834"/>
              <a:gd name="csY3" fmla="*/ 122124 h 453469"/>
              <a:gd name="csX4" fmla="*/ 505028 w 692834"/>
              <a:gd name="csY4" fmla="*/ 167012 h 453469"/>
              <a:gd name="csX5" fmla="*/ 592661 w 692834"/>
              <a:gd name="csY5" fmla="*/ 262609 h 453469"/>
              <a:gd name="csX6" fmla="*/ 546101 w 692834"/>
              <a:gd name="csY6" fmla="*/ 344821 h 453469"/>
              <a:gd name="csX7" fmla="*/ 321448 w 692834"/>
              <a:gd name="csY7" fmla="*/ 419470 h 453469"/>
              <a:gd name="csX8" fmla="*/ 248282 w 692834"/>
              <a:gd name="csY8" fmla="*/ 453469 h 453469"/>
              <a:gd name="csX9" fmla="*/ 271063 w 692834"/>
              <a:gd name="csY9" fmla="*/ 432271 h 453469"/>
              <a:gd name="csX10" fmla="*/ 213528 w 692834"/>
              <a:gd name="csY10" fmla="*/ 345237 h 453469"/>
              <a:gd name="csX11" fmla="*/ 306482 w 692834"/>
              <a:gd name="csY11" fmla="*/ 216805 h 453469"/>
              <a:gd name="csX12" fmla="*/ 75843 w 692834"/>
              <a:gd name="csY12" fmla="*/ 200928 h 453469"/>
              <a:gd name="csX13" fmla="*/ 1596 w 692834"/>
              <a:gd name="csY13" fmla="*/ 89787 h 453469"/>
              <a:gd name="csX14" fmla="*/ 110846 w 692834"/>
              <a:gd name="csY14" fmla="*/ 95606 h 453469"/>
              <a:gd name="csX15" fmla="*/ 392202 w 692834"/>
              <a:gd name="csY15" fmla="*/ 223871 h 453469"/>
              <a:gd name="csX16" fmla="*/ 332506 w 692834"/>
              <a:gd name="csY16" fmla="*/ 364190 h 453469"/>
              <a:gd name="csX17" fmla="*/ 462542 w 692834"/>
              <a:gd name="csY17" fmla="*/ 177320 h 453469"/>
              <a:gd name="csX18" fmla="*/ 392202 w 692834"/>
              <a:gd name="csY18" fmla="*/ 223871 h 4534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692834" h="453469">
                <a:moveTo>
                  <a:pt x="110846" y="95606"/>
                </a:moveTo>
                <a:cubicBezTo>
                  <a:pt x="263165" y="85714"/>
                  <a:pt x="409663" y="39911"/>
                  <a:pt x="557076" y="4083"/>
                </a:cubicBezTo>
                <a:cubicBezTo>
                  <a:pt x="613114" y="-12709"/>
                  <a:pt x="676719" y="24200"/>
                  <a:pt x="691934" y="79895"/>
                </a:cubicBezTo>
                <a:cubicBezTo>
                  <a:pt x="696424" y="98682"/>
                  <a:pt x="683619" y="118466"/>
                  <a:pt x="664746" y="122124"/>
                </a:cubicBezTo>
                <a:cubicBezTo>
                  <a:pt x="612283" y="139580"/>
                  <a:pt x="558240" y="151966"/>
                  <a:pt x="505028" y="167012"/>
                </a:cubicBezTo>
                <a:cubicBezTo>
                  <a:pt x="545934" y="184635"/>
                  <a:pt x="584264" y="216889"/>
                  <a:pt x="592661" y="262609"/>
                </a:cubicBezTo>
                <a:cubicBezTo>
                  <a:pt x="600476" y="297938"/>
                  <a:pt x="572041" y="325952"/>
                  <a:pt x="546101" y="344821"/>
                </a:cubicBezTo>
                <a:cubicBezTo>
                  <a:pt x="479669" y="391955"/>
                  <a:pt x="391787" y="381065"/>
                  <a:pt x="321448" y="419470"/>
                </a:cubicBezTo>
                <a:cubicBezTo>
                  <a:pt x="298251" y="433269"/>
                  <a:pt x="272643" y="442080"/>
                  <a:pt x="248282" y="453469"/>
                </a:cubicBezTo>
                <a:cubicBezTo>
                  <a:pt x="255765" y="446237"/>
                  <a:pt x="263414" y="439254"/>
                  <a:pt x="271063" y="432271"/>
                </a:cubicBezTo>
                <a:cubicBezTo>
                  <a:pt x="240217" y="415064"/>
                  <a:pt x="207874" y="383476"/>
                  <a:pt x="213528" y="345237"/>
                </a:cubicBezTo>
                <a:cubicBezTo>
                  <a:pt x="227995" y="292285"/>
                  <a:pt x="279793" y="262525"/>
                  <a:pt x="306482" y="216805"/>
                </a:cubicBezTo>
                <a:cubicBezTo>
                  <a:pt x="229824" y="213480"/>
                  <a:pt x="147845" y="239665"/>
                  <a:pt x="75843" y="200928"/>
                </a:cubicBezTo>
                <a:cubicBezTo>
                  <a:pt x="37015" y="178484"/>
                  <a:pt x="-9213" y="139996"/>
                  <a:pt x="1596" y="89787"/>
                </a:cubicBezTo>
                <a:cubicBezTo>
                  <a:pt x="37930" y="93029"/>
                  <a:pt x="74180" y="103337"/>
                  <a:pt x="110846" y="95606"/>
                </a:cubicBezTo>
                <a:moveTo>
                  <a:pt x="392202" y="223871"/>
                </a:moveTo>
                <a:cubicBezTo>
                  <a:pt x="365763" y="267513"/>
                  <a:pt x="345310" y="314813"/>
                  <a:pt x="332506" y="364190"/>
                </a:cubicBezTo>
                <a:cubicBezTo>
                  <a:pt x="444480" y="289598"/>
                  <a:pt x="452593" y="200707"/>
                  <a:pt x="462542" y="177320"/>
                </a:cubicBezTo>
                <a:cubicBezTo>
                  <a:pt x="435271" y="185134"/>
                  <a:pt x="406919" y="198268"/>
                  <a:pt x="392202" y="223871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2808182F-C186-3553-531E-AC05F0440FED}"/>
              </a:ext>
            </a:extLst>
          </p:cNvPr>
          <p:cNvSpPr/>
          <p:nvPr/>
        </p:nvSpPr>
        <p:spPr>
          <a:xfrm>
            <a:off x="4406090" y="2859340"/>
            <a:ext cx="973276" cy="310985"/>
          </a:xfrm>
          <a:custGeom>
            <a:avLst/>
            <a:gdLst>
              <a:gd name="csX0" fmla="*/ 171192 w 682920"/>
              <a:gd name="csY0" fmla="*/ 63730 h 218209"/>
              <a:gd name="csX1" fmla="*/ 560053 w 682920"/>
              <a:gd name="csY1" fmla="*/ 2465 h 218209"/>
              <a:gd name="csX2" fmla="*/ 682771 w 682920"/>
              <a:gd name="csY2" fmla="*/ 131811 h 218209"/>
              <a:gd name="csX3" fmla="*/ 588072 w 682920"/>
              <a:gd name="csY3" fmla="*/ 174871 h 218209"/>
              <a:gd name="csX4" fmla="*/ 404159 w 682920"/>
              <a:gd name="csY4" fmla="*/ 213026 h 218209"/>
              <a:gd name="csX5" fmla="*/ 475579 w 682920"/>
              <a:gd name="csY5" fmla="*/ 158495 h 218209"/>
              <a:gd name="csX6" fmla="*/ 433508 w 682920"/>
              <a:gd name="csY6" fmla="*/ 161238 h 218209"/>
              <a:gd name="csX7" fmla="*/ 164125 w 682920"/>
              <a:gd name="csY7" fmla="*/ 217183 h 218209"/>
              <a:gd name="csX8" fmla="*/ 0 w 682920"/>
              <a:gd name="csY8" fmla="*/ 106208 h 218209"/>
              <a:gd name="csX9" fmla="*/ 171192 w 682920"/>
              <a:gd name="csY9" fmla="*/ 63730 h 2182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82920" h="218209">
                <a:moveTo>
                  <a:pt x="171192" y="63730"/>
                </a:moveTo>
                <a:cubicBezTo>
                  <a:pt x="298650" y="33721"/>
                  <a:pt x="427106" y="-11002"/>
                  <a:pt x="560053" y="2465"/>
                </a:cubicBezTo>
                <a:cubicBezTo>
                  <a:pt x="622077" y="11526"/>
                  <a:pt x="686430" y="65226"/>
                  <a:pt x="682771" y="131811"/>
                </a:cubicBezTo>
                <a:cubicBezTo>
                  <a:pt x="674125" y="174954"/>
                  <a:pt x="622659" y="174705"/>
                  <a:pt x="588072" y="174871"/>
                </a:cubicBezTo>
                <a:cubicBezTo>
                  <a:pt x="524384" y="172211"/>
                  <a:pt x="463773" y="193491"/>
                  <a:pt x="404159" y="213026"/>
                </a:cubicBezTo>
                <a:cubicBezTo>
                  <a:pt x="428852" y="196151"/>
                  <a:pt x="461694" y="187340"/>
                  <a:pt x="475579" y="158495"/>
                </a:cubicBezTo>
                <a:cubicBezTo>
                  <a:pt x="461444" y="158744"/>
                  <a:pt x="447310" y="158744"/>
                  <a:pt x="433508" y="161238"/>
                </a:cubicBezTo>
                <a:cubicBezTo>
                  <a:pt x="343547" y="178944"/>
                  <a:pt x="255333" y="206376"/>
                  <a:pt x="164125" y="217183"/>
                </a:cubicBezTo>
                <a:cubicBezTo>
                  <a:pt x="93869" y="225662"/>
                  <a:pt x="9478" y="181022"/>
                  <a:pt x="0" y="106208"/>
                </a:cubicBezTo>
                <a:cubicBezTo>
                  <a:pt x="55955" y="87670"/>
                  <a:pt x="114322" y="78609"/>
                  <a:pt x="171192" y="63730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D04F0C6C-EF11-0C17-E3B8-8859EDA64553}"/>
              </a:ext>
            </a:extLst>
          </p:cNvPr>
          <p:cNvSpPr/>
          <p:nvPr/>
        </p:nvSpPr>
        <p:spPr>
          <a:xfrm>
            <a:off x="4281656" y="3351837"/>
            <a:ext cx="1257307" cy="1530799"/>
          </a:xfrm>
          <a:custGeom>
            <a:avLst/>
            <a:gdLst>
              <a:gd name="csX0" fmla="*/ 661337 w 1275374"/>
              <a:gd name="csY0" fmla="*/ 26102 h 1612801"/>
              <a:gd name="csX1" fmla="*/ 778236 w 1275374"/>
              <a:gd name="csY1" fmla="*/ 0 h 1612801"/>
              <a:gd name="csX2" fmla="*/ 852649 w 1275374"/>
              <a:gd name="csY2" fmla="*/ 70908 h 1612801"/>
              <a:gd name="csX3" fmla="*/ 825628 w 1275374"/>
              <a:gd name="csY3" fmla="*/ 133752 h 1612801"/>
              <a:gd name="csX4" fmla="*/ 638306 w 1275374"/>
              <a:gd name="csY4" fmla="*/ 212224 h 1612801"/>
              <a:gd name="csX5" fmla="*/ 569879 w 1275374"/>
              <a:gd name="csY5" fmla="*/ 279640 h 1612801"/>
              <a:gd name="csX6" fmla="*/ 753127 w 1275374"/>
              <a:gd name="csY6" fmla="*/ 241651 h 1612801"/>
              <a:gd name="csX7" fmla="*/ 872105 w 1275374"/>
              <a:gd name="csY7" fmla="*/ 324280 h 1612801"/>
              <a:gd name="csX8" fmla="*/ 931385 w 1275374"/>
              <a:gd name="csY8" fmla="*/ 525946 h 1612801"/>
              <a:gd name="csX9" fmla="*/ 932716 w 1275374"/>
              <a:gd name="csY9" fmla="*/ 776160 h 1612801"/>
              <a:gd name="csX10" fmla="*/ 883661 w 1275374"/>
              <a:gd name="csY10" fmla="*/ 906005 h 1612801"/>
              <a:gd name="csX11" fmla="*/ 762689 w 1275374"/>
              <a:gd name="csY11" fmla="*/ 934434 h 1612801"/>
              <a:gd name="csX12" fmla="*/ 669236 w 1275374"/>
              <a:gd name="csY12" fmla="*/ 871091 h 1612801"/>
              <a:gd name="csX13" fmla="*/ 469859 w 1275374"/>
              <a:gd name="csY13" fmla="*/ 918972 h 1612801"/>
              <a:gd name="csX14" fmla="*/ 517333 w 1275374"/>
              <a:gd name="csY14" fmla="*/ 995865 h 1612801"/>
              <a:gd name="csX15" fmla="*/ 523153 w 1275374"/>
              <a:gd name="csY15" fmla="*/ 1098860 h 1612801"/>
              <a:gd name="csX16" fmla="*/ 640967 w 1275374"/>
              <a:gd name="csY16" fmla="*/ 1055634 h 1612801"/>
              <a:gd name="csX17" fmla="*/ 871856 w 1275374"/>
              <a:gd name="csY17" fmla="*/ 970012 h 1612801"/>
              <a:gd name="csX18" fmla="*/ 972043 w 1275374"/>
              <a:gd name="csY18" fmla="*/ 1086640 h 1612801"/>
              <a:gd name="csX19" fmla="*/ 819225 w 1275374"/>
              <a:gd name="csY19" fmla="*/ 1216568 h 1612801"/>
              <a:gd name="csX20" fmla="*/ 1109479 w 1275374"/>
              <a:gd name="csY20" fmla="*/ 1317401 h 1612801"/>
              <a:gd name="csX21" fmla="*/ 1257307 w 1275374"/>
              <a:gd name="csY21" fmla="*/ 1445085 h 1612801"/>
              <a:gd name="csX22" fmla="*/ 1271441 w 1275374"/>
              <a:gd name="csY22" fmla="*/ 1565869 h 1612801"/>
              <a:gd name="csX23" fmla="*/ 1202848 w 1275374"/>
              <a:gd name="csY23" fmla="*/ 1612254 h 1612801"/>
              <a:gd name="csX24" fmla="*/ 995323 w 1275374"/>
              <a:gd name="csY24" fmla="*/ 1529126 h 1612801"/>
              <a:gd name="csX25" fmla="*/ 619682 w 1275374"/>
              <a:gd name="csY25" fmla="*/ 1369605 h 1612801"/>
              <a:gd name="csX26" fmla="*/ 446245 w 1275374"/>
              <a:gd name="csY26" fmla="*/ 1448244 h 1612801"/>
              <a:gd name="csX27" fmla="*/ 178192 w 1275374"/>
              <a:gd name="csY27" fmla="*/ 1496125 h 1612801"/>
              <a:gd name="csX28" fmla="*/ 380480 w 1275374"/>
              <a:gd name="csY28" fmla="*/ 1400695 h 1612801"/>
              <a:gd name="csX29" fmla="*/ 516419 w 1275374"/>
              <a:gd name="csY29" fmla="*/ 1311582 h 1612801"/>
              <a:gd name="csX30" fmla="*/ 426956 w 1275374"/>
              <a:gd name="csY30" fmla="*/ 1242670 h 1612801"/>
              <a:gd name="csX31" fmla="*/ 244706 w 1275374"/>
              <a:gd name="csY31" fmla="*/ 1405766 h 1612801"/>
              <a:gd name="csX32" fmla="*/ 121239 w 1275374"/>
              <a:gd name="csY32" fmla="*/ 1444503 h 1612801"/>
              <a:gd name="csX33" fmla="*/ 1929 w 1275374"/>
              <a:gd name="csY33" fmla="*/ 1282238 h 1612801"/>
              <a:gd name="csX34" fmla="*/ 78919 w 1275374"/>
              <a:gd name="csY34" fmla="*/ 1208588 h 1612801"/>
              <a:gd name="csX35" fmla="*/ 328266 w 1275374"/>
              <a:gd name="csY35" fmla="*/ 967269 h 1612801"/>
              <a:gd name="csX36" fmla="*/ 365514 w 1275374"/>
              <a:gd name="csY36" fmla="*/ 875497 h 1612801"/>
              <a:gd name="csX37" fmla="*/ 463124 w 1275374"/>
              <a:gd name="csY37" fmla="*/ 915730 h 1612801"/>
              <a:gd name="csX38" fmla="*/ 450569 w 1275374"/>
              <a:gd name="csY38" fmla="*/ 850226 h 1612801"/>
              <a:gd name="csX39" fmla="*/ 557990 w 1275374"/>
              <a:gd name="csY39" fmla="*/ 785886 h 1612801"/>
              <a:gd name="csX40" fmla="*/ 704239 w 1275374"/>
              <a:gd name="csY40" fmla="*/ 727115 h 1612801"/>
              <a:gd name="csX41" fmla="*/ 733339 w 1275374"/>
              <a:gd name="csY41" fmla="*/ 626281 h 1612801"/>
              <a:gd name="csX42" fmla="*/ 749968 w 1275374"/>
              <a:gd name="csY42" fmla="*/ 476070 h 1612801"/>
              <a:gd name="csX43" fmla="*/ 736082 w 1275374"/>
              <a:gd name="csY43" fmla="*/ 435421 h 1612801"/>
              <a:gd name="csX44" fmla="*/ 613945 w 1275374"/>
              <a:gd name="csY44" fmla="*/ 443733 h 1612801"/>
              <a:gd name="csX45" fmla="*/ 521573 w 1275374"/>
              <a:gd name="csY45" fmla="*/ 349633 h 1612801"/>
              <a:gd name="csX46" fmla="*/ 455973 w 1275374"/>
              <a:gd name="csY46" fmla="*/ 808330 h 1612801"/>
              <a:gd name="csX47" fmla="*/ 412656 w 1275374"/>
              <a:gd name="csY47" fmla="*/ 847898 h 1612801"/>
              <a:gd name="csX48" fmla="*/ 332090 w 1275374"/>
              <a:gd name="csY48" fmla="*/ 806085 h 1612801"/>
              <a:gd name="csX49" fmla="*/ 296006 w 1275374"/>
              <a:gd name="csY49" fmla="*/ 645567 h 1612801"/>
              <a:gd name="csX50" fmla="*/ 376654 w 1275374"/>
              <a:gd name="csY50" fmla="*/ 416135 h 1612801"/>
              <a:gd name="csX51" fmla="*/ 478588 w 1275374"/>
              <a:gd name="csY51" fmla="*/ 301087 h 1612801"/>
              <a:gd name="csX52" fmla="*/ 544438 w 1275374"/>
              <a:gd name="csY52" fmla="*/ 225940 h 1612801"/>
              <a:gd name="csX53" fmla="*/ 336830 w 1275374"/>
              <a:gd name="csY53" fmla="*/ 278809 h 1612801"/>
              <a:gd name="csX54" fmla="*/ 243542 w 1275374"/>
              <a:gd name="csY54" fmla="*/ 160768 h 1612801"/>
              <a:gd name="csX55" fmla="*/ 264827 w 1275374"/>
              <a:gd name="csY55" fmla="*/ 131674 h 1612801"/>
              <a:gd name="csX56" fmla="*/ 425211 w 1275374"/>
              <a:gd name="csY56" fmla="*/ 96594 h 1612801"/>
              <a:gd name="csX57" fmla="*/ 661337 w 1275374"/>
              <a:gd name="csY57" fmla="*/ 26102 h 1612801"/>
              <a:gd name="csX58" fmla="*/ 674307 w 1275374"/>
              <a:gd name="csY58" fmla="*/ 1103931 h 1612801"/>
              <a:gd name="csX59" fmla="*/ 495716 w 1275374"/>
              <a:gd name="csY59" fmla="*/ 1153391 h 1612801"/>
              <a:gd name="csX60" fmla="*/ 677467 w 1275374"/>
              <a:gd name="csY60" fmla="*/ 1177914 h 1612801"/>
              <a:gd name="csX61" fmla="*/ 754374 w 1275374"/>
              <a:gd name="csY61" fmla="*/ 1106175 h 1612801"/>
              <a:gd name="csX62" fmla="*/ 674307 w 1275374"/>
              <a:gd name="csY62" fmla="*/ 1103931 h 1612801"/>
              <a:gd name="csX0" fmla="*/ 661337 w 1275374"/>
              <a:gd name="csY0" fmla="*/ 26102 h 1570660"/>
              <a:gd name="csX1" fmla="*/ 778236 w 1275374"/>
              <a:gd name="csY1" fmla="*/ 0 h 1570660"/>
              <a:gd name="csX2" fmla="*/ 852649 w 1275374"/>
              <a:gd name="csY2" fmla="*/ 70908 h 1570660"/>
              <a:gd name="csX3" fmla="*/ 825628 w 1275374"/>
              <a:gd name="csY3" fmla="*/ 133752 h 1570660"/>
              <a:gd name="csX4" fmla="*/ 638306 w 1275374"/>
              <a:gd name="csY4" fmla="*/ 212224 h 1570660"/>
              <a:gd name="csX5" fmla="*/ 569879 w 1275374"/>
              <a:gd name="csY5" fmla="*/ 279640 h 1570660"/>
              <a:gd name="csX6" fmla="*/ 753127 w 1275374"/>
              <a:gd name="csY6" fmla="*/ 241651 h 1570660"/>
              <a:gd name="csX7" fmla="*/ 872105 w 1275374"/>
              <a:gd name="csY7" fmla="*/ 324280 h 1570660"/>
              <a:gd name="csX8" fmla="*/ 931385 w 1275374"/>
              <a:gd name="csY8" fmla="*/ 525946 h 1570660"/>
              <a:gd name="csX9" fmla="*/ 932716 w 1275374"/>
              <a:gd name="csY9" fmla="*/ 776160 h 1570660"/>
              <a:gd name="csX10" fmla="*/ 883661 w 1275374"/>
              <a:gd name="csY10" fmla="*/ 906005 h 1570660"/>
              <a:gd name="csX11" fmla="*/ 762689 w 1275374"/>
              <a:gd name="csY11" fmla="*/ 934434 h 1570660"/>
              <a:gd name="csX12" fmla="*/ 669236 w 1275374"/>
              <a:gd name="csY12" fmla="*/ 871091 h 1570660"/>
              <a:gd name="csX13" fmla="*/ 469859 w 1275374"/>
              <a:gd name="csY13" fmla="*/ 918972 h 1570660"/>
              <a:gd name="csX14" fmla="*/ 517333 w 1275374"/>
              <a:gd name="csY14" fmla="*/ 995865 h 1570660"/>
              <a:gd name="csX15" fmla="*/ 523153 w 1275374"/>
              <a:gd name="csY15" fmla="*/ 1098860 h 1570660"/>
              <a:gd name="csX16" fmla="*/ 640967 w 1275374"/>
              <a:gd name="csY16" fmla="*/ 1055634 h 1570660"/>
              <a:gd name="csX17" fmla="*/ 871856 w 1275374"/>
              <a:gd name="csY17" fmla="*/ 970012 h 1570660"/>
              <a:gd name="csX18" fmla="*/ 972043 w 1275374"/>
              <a:gd name="csY18" fmla="*/ 1086640 h 1570660"/>
              <a:gd name="csX19" fmla="*/ 819225 w 1275374"/>
              <a:gd name="csY19" fmla="*/ 1216568 h 1570660"/>
              <a:gd name="csX20" fmla="*/ 1109479 w 1275374"/>
              <a:gd name="csY20" fmla="*/ 1317401 h 1570660"/>
              <a:gd name="csX21" fmla="*/ 1257307 w 1275374"/>
              <a:gd name="csY21" fmla="*/ 1445085 h 1570660"/>
              <a:gd name="csX22" fmla="*/ 1271441 w 1275374"/>
              <a:gd name="csY22" fmla="*/ 1565869 h 1570660"/>
              <a:gd name="csX23" fmla="*/ 995323 w 1275374"/>
              <a:gd name="csY23" fmla="*/ 1529126 h 1570660"/>
              <a:gd name="csX24" fmla="*/ 619682 w 1275374"/>
              <a:gd name="csY24" fmla="*/ 1369605 h 1570660"/>
              <a:gd name="csX25" fmla="*/ 446245 w 1275374"/>
              <a:gd name="csY25" fmla="*/ 1448244 h 1570660"/>
              <a:gd name="csX26" fmla="*/ 178192 w 1275374"/>
              <a:gd name="csY26" fmla="*/ 1496125 h 1570660"/>
              <a:gd name="csX27" fmla="*/ 380480 w 1275374"/>
              <a:gd name="csY27" fmla="*/ 1400695 h 1570660"/>
              <a:gd name="csX28" fmla="*/ 516419 w 1275374"/>
              <a:gd name="csY28" fmla="*/ 1311582 h 1570660"/>
              <a:gd name="csX29" fmla="*/ 426956 w 1275374"/>
              <a:gd name="csY29" fmla="*/ 1242670 h 1570660"/>
              <a:gd name="csX30" fmla="*/ 244706 w 1275374"/>
              <a:gd name="csY30" fmla="*/ 1405766 h 1570660"/>
              <a:gd name="csX31" fmla="*/ 121239 w 1275374"/>
              <a:gd name="csY31" fmla="*/ 1444503 h 1570660"/>
              <a:gd name="csX32" fmla="*/ 1929 w 1275374"/>
              <a:gd name="csY32" fmla="*/ 1282238 h 1570660"/>
              <a:gd name="csX33" fmla="*/ 78919 w 1275374"/>
              <a:gd name="csY33" fmla="*/ 1208588 h 1570660"/>
              <a:gd name="csX34" fmla="*/ 328266 w 1275374"/>
              <a:gd name="csY34" fmla="*/ 967269 h 1570660"/>
              <a:gd name="csX35" fmla="*/ 365514 w 1275374"/>
              <a:gd name="csY35" fmla="*/ 875497 h 1570660"/>
              <a:gd name="csX36" fmla="*/ 463124 w 1275374"/>
              <a:gd name="csY36" fmla="*/ 915730 h 1570660"/>
              <a:gd name="csX37" fmla="*/ 450569 w 1275374"/>
              <a:gd name="csY37" fmla="*/ 850226 h 1570660"/>
              <a:gd name="csX38" fmla="*/ 557990 w 1275374"/>
              <a:gd name="csY38" fmla="*/ 785886 h 1570660"/>
              <a:gd name="csX39" fmla="*/ 704239 w 1275374"/>
              <a:gd name="csY39" fmla="*/ 727115 h 1570660"/>
              <a:gd name="csX40" fmla="*/ 733339 w 1275374"/>
              <a:gd name="csY40" fmla="*/ 626281 h 1570660"/>
              <a:gd name="csX41" fmla="*/ 749968 w 1275374"/>
              <a:gd name="csY41" fmla="*/ 476070 h 1570660"/>
              <a:gd name="csX42" fmla="*/ 736082 w 1275374"/>
              <a:gd name="csY42" fmla="*/ 435421 h 1570660"/>
              <a:gd name="csX43" fmla="*/ 613945 w 1275374"/>
              <a:gd name="csY43" fmla="*/ 443733 h 1570660"/>
              <a:gd name="csX44" fmla="*/ 521573 w 1275374"/>
              <a:gd name="csY44" fmla="*/ 349633 h 1570660"/>
              <a:gd name="csX45" fmla="*/ 455973 w 1275374"/>
              <a:gd name="csY45" fmla="*/ 808330 h 1570660"/>
              <a:gd name="csX46" fmla="*/ 412656 w 1275374"/>
              <a:gd name="csY46" fmla="*/ 847898 h 1570660"/>
              <a:gd name="csX47" fmla="*/ 332090 w 1275374"/>
              <a:gd name="csY47" fmla="*/ 806085 h 1570660"/>
              <a:gd name="csX48" fmla="*/ 296006 w 1275374"/>
              <a:gd name="csY48" fmla="*/ 645567 h 1570660"/>
              <a:gd name="csX49" fmla="*/ 376654 w 1275374"/>
              <a:gd name="csY49" fmla="*/ 416135 h 1570660"/>
              <a:gd name="csX50" fmla="*/ 478588 w 1275374"/>
              <a:gd name="csY50" fmla="*/ 301087 h 1570660"/>
              <a:gd name="csX51" fmla="*/ 544438 w 1275374"/>
              <a:gd name="csY51" fmla="*/ 225940 h 1570660"/>
              <a:gd name="csX52" fmla="*/ 336830 w 1275374"/>
              <a:gd name="csY52" fmla="*/ 278809 h 1570660"/>
              <a:gd name="csX53" fmla="*/ 243542 w 1275374"/>
              <a:gd name="csY53" fmla="*/ 160768 h 1570660"/>
              <a:gd name="csX54" fmla="*/ 264827 w 1275374"/>
              <a:gd name="csY54" fmla="*/ 131674 h 1570660"/>
              <a:gd name="csX55" fmla="*/ 425211 w 1275374"/>
              <a:gd name="csY55" fmla="*/ 96594 h 1570660"/>
              <a:gd name="csX56" fmla="*/ 661337 w 1275374"/>
              <a:gd name="csY56" fmla="*/ 26102 h 1570660"/>
              <a:gd name="csX57" fmla="*/ 674307 w 1275374"/>
              <a:gd name="csY57" fmla="*/ 1103931 h 1570660"/>
              <a:gd name="csX58" fmla="*/ 495716 w 1275374"/>
              <a:gd name="csY58" fmla="*/ 1153391 h 1570660"/>
              <a:gd name="csX59" fmla="*/ 677467 w 1275374"/>
              <a:gd name="csY59" fmla="*/ 1177914 h 1570660"/>
              <a:gd name="csX60" fmla="*/ 754374 w 1275374"/>
              <a:gd name="csY60" fmla="*/ 1106175 h 1570660"/>
              <a:gd name="csX61" fmla="*/ 674307 w 1275374"/>
              <a:gd name="csY61" fmla="*/ 1103931 h 1570660"/>
              <a:gd name="csX0" fmla="*/ 661337 w 1257307"/>
              <a:gd name="csY0" fmla="*/ 26102 h 1530799"/>
              <a:gd name="csX1" fmla="*/ 778236 w 1257307"/>
              <a:gd name="csY1" fmla="*/ 0 h 1530799"/>
              <a:gd name="csX2" fmla="*/ 852649 w 1257307"/>
              <a:gd name="csY2" fmla="*/ 70908 h 1530799"/>
              <a:gd name="csX3" fmla="*/ 825628 w 1257307"/>
              <a:gd name="csY3" fmla="*/ 133752 h 1530799"/>
              <a:gd name="csX4" fmla="*/ 638306 w 1257307"/>
              <a:gd name="csY4" fmla="*/ 212224 h 1530799"/>
              <a:gd name="csX5" fmla="*/ 569879 w 1257307"/>
              <a:gd name="csY5" fmla="*/ 279640 h 1530799"/>
              <a:gd name="csX6" fmla="*/ 753127 w 1257307"/>
              <a:gd name="csY6" fmla="*/ 241651 h 1530799"/>
              <a:gd name="csX7" fmla="*/ 872105 w 1257307"/>
              <a:gd name="csY7" fmla="*/ 324280 h 1530799"/>
              <a:gd name="csX8" fmla="*/ 931385 w 1257307"/>
              <a:gd name="csY8" fmla="*/ 525946 h 1530799"/>
              <a:gd name="csX9" fmla="*/ 932716 w 1257307"/>
              <a:gd name="csY9" fmla="*/ 776160 h 1530799"/>
              <a:gd name="csX10" fmla="*/ 883661 w 1257307"/>
              <a:gd name="csY10" fmla="*/ 906005 h 1530799"/>
              <a:gd name="csX11" fmla="*/ 762689 w 1257307"/>
              <a:gd name="csY11" fmla="*/ 934434 h 1530799"/>
              <a:gd name="csX12" fmla="*/ 669236 w 1257307"/>
              <a:gd name="csY12" fmla="*/ 871091 h 1530799"/>
              <a:gd name="csX13" fmla="*/ 469859 w 1257307"/>
              <a:gd name="csY13" fmla="*/ 918972 h 1530799"/>
              <a:gd name="csX14" fmla="*/ 517333 w 1257307"/>
              <a:gd name="csY14" fmla="*/ 995865 h 1530799"/>
              <a:gd name="csX15" fmla="*/ 523153 w 1257307"/>
              <a:gd name="csY15" fmla="*/ 1098860 h 1530799"/>
              <a:gd name="csX16" fmla="*/ 640967 w 1257307"/>
              <a:gd name="csY16" fmla="*/ 1055634 h 1530799"/>
              <a:gd name="csX17" fmla="*/ 871856 w 1257307"/>
              <a:gd name="csY17" fmla="*/ 970012 h 1530799"/>
              <a:gd name="csX18" fmla="*/ 972043 w 1257307"/>
              <a:gd name="csY18" fmla="*/ 1086640 h 1530799"/>
              <a:gd name="csX19" fmla="*/ 819225 w 1257307"/>
              <a:gd name="csY19" fmla="*/ 1216568 h 1530799"/>
              <a:gd name="csX20" fmla="*/ 1109479 w 1257307"/>
              <a:gd name="csY20" fmla="*/ 1317401 h 1530799"/>
              <a:gd name="csX21" fmla="*/ 1257307 w 1257307"/>
              <a:gd name="csY21" fmla="*/ 1445085 h 1530799"/>
              <a:gd name="csX22" fmla="*/ 995323 w 1257307"/>
              <a:gd name="csY22" fmla="*/ 1529126 h 1530799"/>
              <a:gd name="csX23" fmla="*/ 619682 w 1257307"/>
              <a:gd name="csY23" fmla="*/ 1369605 h 1530799"/>
              <a:gd name="csX24" fmla="*/ 446245 w 1257307"/>
              <a:gd name="csY24" fmla="*/ 1448244 h 1530799"/>
              <a:gd name="csX25" fmla="*/ 178192 w 1257307"/>
              <a:gd name="csY25" fmla="*/ 1496125 h 1530799"/>
              <a:gd name="csX26" fmla="*/ 380480 w 1257307"/>
              <a:gd name="csY26" fmla="*/ 1400695 h 1530799"/>
              <a:gd name="csX27" fmla="*/ 516419 w 1257307"/>
              <a:gd name="csY27" fmla="*/ 1311582 h 1530799"/>
              <a:gd name="csX28" fmla="*/ 426956 w 1257307"/>
              <a:gd name="csY28" fmla="*/ 1242670 h 1530799"/>
              <a:gd name="csX29" fmla="*/ 244706 w 1257307"/>
              <a:gd name="csY29" fmla="*/ 1405766 h 1530799"/>
              <a:gd name="csX30" fmla="*/ 121239 w 1257307"/>
              <a:gd name="csY30" fmla="*/ 1444503 h 1530799"/>
              <a:gd name="csX31" fmla="*/ 1929 w 1257307"/>
              <a:gd name="csY31" fmla="*/ 1282238 h 1530799"/>
              <a:gd name="csX32" fmla="*/ 78919 w 1257307"/>
              <a:gd name="csY32" fmla="*/ 1208588 h 1530799"/>
              <a:gd name="csX33" fmla="*/ 328266 w 1257307"/>
              <a:gd name="csY33" fmla="*/ 967269 h 1530799"/>
              <a:gd name="csX34" fmla="*/ 365514 w 1257307"/>
              <a:gd name="csY34" fmla="*/ 875497 h 1530799"/>
              <a:gd name="csX35" fmla="*/ 463124 w 1257307"/>
              <a:gd name="csY35" fmla="*/ 915730 h 1530799"/>
              <a:gd name="csX36" fmla="*/ 450569 w 1257307"/>
              <a:gd name="csY36" fmla="*/ 850226 h 1530799"/>
              <a:gd name="csX37" fmla="*/ 557990 w 1257307"/>
              <a:gd name="csY37" fmla="*/ 785886 h 1530799"/>
              <a:gd name="csX38" fmla="*/ 704239 w 1257307"/>
              <a:gd name="csY38" fmla="*/ 727115 h 1530799"/>
              <a:gd name="csX39" fmla="*/ 733339 w 1257307"/>
              <a:gd name="csY39" fmla="*/ 626281 h 1530799"/>
              <a:gd name="csX40" fmla="*/ 749968 w 1257307"/>
              <a:gd name="csY40" fmla="*/ 476070 h 1530799"/>
              <a:gd name="csX41" fmla="*/ 736082 w 1257307"/>
              <a:gd name="csY41" fmla="*/ 435421 h 1530799"/>
              <a:gd name="csX42" fmla="*/ 613945 w 1257307"/>
              <a:gd name="csY42" fmla="*/ 443733 h 1530799"/>
              <a:gd name="csX43" fmla="*/ 521573 w 1257307"/>
              <a:gd name="csY43" fmla="*/ 349633 h 1530799"/>
              <a:gd name="csX44" fmla="*/ 455973 w 1257307"/>
              <a:gd name="csY44" fmla="*/ 808330 h 1530799"/>
              <a:gd name="csX45" fmla="*/ 412656 w 1257307"/>
              <a:gd name="csY45" fmla="*/ 847898 h 1530799"/>
              <a:gd name="csX46" fmla="*/ 332090 w 1257307"/>
              <a:gd name="csY46" fmla="*/ 806085 h 1530799"/>
              <a:gd name="csX47" fmla="*/ 296006 w 1257307"/>
              <a:gd name="csY47" fmla="*/ 645567 h 1530799"/>
              <a:gd name="csX48" fmla="*/ 376654 w 1257307"/>
              <a:gd name="csY48" fmla="*/ 416135 h 1530799"/>
              <a:gd name="csX49" fmla="*/ 478588 w 1257307"/>
              <a:gd name="csY49" fmla="*/ 301087 h 1530799"/>
              <a:gd name="csX50" fmla="*/ 544438 w 1257307"/>
              <a:gd name="csY50" fmla="*/ 225940 h 1530799"/>
              <a:gd name="csX51" fmla="*/ 336830 w 1257307"/>
              <a:gd name="csY51" fmla="*/ 278809 h 1530799"/>
              <a:gd name="csX52" fmla="*/ 243542 w 1257307"/>
              <a:gd name="csY52" fmla="*/ 160768 h 1530799"/>
              <a:gd name="csX53" fmla="*/ 264827 w 1257307"/>
              <a:gd name="csY53" fmla="*/ 131674 h 1530799"/>
              <a:gd name="csX54" fmla="*/ 425211 w 1257307"/>
              <a:gd name="csY54" fmla="*/ 96594 h 1530799"/>
              <a:gd name="csX55" fmla="*/ 661337 w 1257307"/>
              <a:gd name="csY55" fmla="*/ 26102 h 1530799"/>
              <a:gd name="csX56" fmla="*/ 674307 w 1257307"/>
              <a:gd name="csY56" fmla="*/ 1103931 h 1530799"/>
              <a:gd name="csX57" fmla="*/ 495716 w 1257307"/>
              <a:gd name="csY57" fmla="*/ 1153391 h 1530799"/>
              <a:gd name="csX58" fmla="*/ 677467 w 1257307"/>
              <a:gd name="csY58" fmla="*/ 1177914 h 1530799"/>
              <a:gd name="csX59" fmla="*/ 754374 w 1257307"/>
              <a:gd name="csY59" fmla="*/ 1106175 h 1530799"/>
              <a:gd name="csX60" fmla="*/ 674307 w 1257307"/>
              <a:gd name="csY60" fmla="*/ 1103931 h 153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</a:cxnLst>
            <a:rect l="l" t="t" r="r" b="b"/>
            <a:pathLst>
              <a:path w="1257307" h="1530799">
                <a:moveTo>
                  <a:pt x="661337" y="26102"/>
                </a:moveTo>
                <a:cubicBezTo>
                  <a:pt x="699417" y="14381"/>
                  <a:pt x="738078" y="2078"/>
                  <a:pt x="778236" y="0"/>
                </a:cubicBezTo>
                <a:cubicBezTo>
                  <a:pt x="813489" y="6983"/>
                  <a:pt x="841175" y="37823"/>
                  <a:pt x="852649" y="70908"/>
                </a:cubicBezTo>
                <a:cubicBezTo>
                  <a:pt x="862876" y="95763"/>
                  <a:pt x="842090" y="117709"/>
                  <a:pt x="825628" y="133752"/>
                </a:cubicBezTo>
                <a:cubicBezTo>
                  <a:pt x="772499" y="179389"/>
                  <a:pt x="696174" y="175565"/>
                  <a:pt x="638306" y="212224"/>
                </a:cubicBezTo>
                <a:cubicBezTo>
                  <a:pt x="611036" y="229515"/>
                  <a:pt x="586924" y="252208"/>
                  <a:pt x="569879" y="279640"/>
                </a:cubicBezTo>
                <a:cubicBezTo>
                  <a:pt x="630491" y="265343"/>
                  <a:pt x="689273" y="235500"/>
                  <a:pt x="753127" y="241651"/>
                </a:cubicBezTo>
                <a:cubicBezTo>
                  <a:pt x="802680" y="250213"/>
                  <a:pt x="842589" y="285293"/>
                  <a:pt x="872105" y="324280"/>
                </a:cubicBezTo>
                <a:cubicBezTo>
                  <a:pt x="913677" y="382718"/>
                  <a:pt x="927644" y="455621"/>
                  <a:pt x="931385" y="525946"/>
                </a:cubicBezTo>
                <a:cubicBezTo>
                  <a:pt x="934628" y="609323"/>
                  <a:pt x="934795" y="692783"/>
                  <a:pt x="932716" y="776160"/>
                </a:cubicBezTo>
                <a:cubicBezTo>
                  <a:pt x="929973" y="822711"/>
                  <a:pt x="919995" y="873502"/>
                  <a:pt x="883661" y="906005"/>
                </a:cubicBezTo>
                <a:cubicBezTo>
                  <a:pt x="853480" y="939256"/>
                  <a:pt x="804177" y="945324"/>
                  <a:pt x="762689" y="934434"/>
                </a:cubicBezTo>
                <a:cubicBezTo>
                  <a:pt x="725689" y="923212"/>
                  <a:pt x="696257" y="897442"/>
                  <a:pt x="669236" y="871091"/>
                </a:cubicBezTo>
                <a:cubicBezTo>
                  <a:pt x="607959" y="900851"/>
                  <a:pt x="540031" y="937343"/>
                  <a:pt x="469859" y="918972"/>
                </a:cubicBezTo>
                <a:cubicBezTo>
                  <a:pt x="489729" y="941666"/>
                  <a:pt x="508104" y="966687"/>
                  <a:pt x="517333" y="995865"/>
                </a:cubicBezTo>
                <a:cubicBezTo>
                  <a:pt x="528890" y="1028950"/>
                  <a:pt x="523402" y="1064528"/>
                  <a:pt x="523153" y="1098860"/>
                </a:cubicBezTo>
                <a:cubicBezTo>
                  <a:pt x="565140" y="1092708"/>
                  <a:pt x="601307" y="1069184"/>
                  <a:pt x="640967" y="1055634"/>
                </a:cubicBezTo>
                <a:cubicBezTo>
                  <a:pt x="718124" y="1027786"/>
                  <a:pt x="793368" y="994286"/>
                  <a:pt x="871856" y="970012"/>
                </a:cubicBezTo>
                <a:cubicBezTo>
                  <a:pt x="929723" y="964360"/>
                  <a:pt x="985845" y="1030778"/>
                  <a:pt x="972043" y="1086640"/>
                </a:cubicBezTo>
                <a:cubicBezTo>
                  <a:pt x="933049" y="1142335"/>
                  <a:pt x="870442" y="1173757"/>
                  <a:pt x="819225" y="1216568"/>
                </a:cubicBezTo>
                <a:cubicBezTo>
                  <a:pt x="917252" y="1246161"/>
                  <a:pt x="1016026" y="1274757"/>
                  <a:pt x="1109479" y="1317401"/>
                </a:cubicBezTo>
                <a:cubicBezTo>
                  <a:pt x="1168926" y="1345332"/>
                  <a:pt x="1227459" y="1384319"/>
                  <a:pt x="1257307" y="1445085"/>
                </a:cubicBezTo>
                <a:cubicBezTo>
                  <a:pt x="1238281" y="1480372"/>
                  <a:pt x="1101594" y="1541706"/>
                  <a:pt x="995323" y="1529126"/>
                </a:cubicBezTo>
                <a:cubicBezTo>
                  <a:pt x="889052" y="1516546"/>
                  <a:pt x="741320" y="1430870"/>
                  <a:pt x="619682" y="1369605"/>
                </a:cubicBezTo>
                <a:cubicBezTo>
                  <a:pt x="568133" y="1407844"/>
                  <a:pt x="509019" y="1434777"/>
                  <a:pt x="446245" y="1448244"/>
                </a:cubicBezTo>
                <a:cubicBezTo>
                  <a:pt x="357615" y="1467778"/>
                  <a:pt x="269899" y="1497705"/>
                  <a:pt x="178192" y="1496125"/>
                </a:cubicBezTo>
                <a:cubicBezTo>
                  <a:pt x="249944" y="1474512"/>
                  <a:pt x="315877" y="1438102"/>
                  <a:pt x="380480" y="1400695"/>
                </a:cubicBezTo>
                <a:cubicBezTo>
                  <a:pt x="426291" y="1371766"/>
                  <a:pt x="474016" y="1345582"/>
                  <a:pt x="516419" y="1311582"/>
                </a:cubicBezTo>
                <a:cubicBezTo>
                  <a:pt x="484990" y="1290634"/>
                  <a:pt x="456306" y="1266195"/>
                  <a:pt x="426956" y="1242670"/>
                </a:cubicBezTo>
                <a:cubicBezTo>
                  <a:pt x="371333" y="1302355"/>
                  <a:pt x="312967" y="1360461"/>
                  <a:pt x="244706" y="1405766"/>
                </a:cubicBezTo>
                <a:cubicBezTo>
                  <a:pt x="208539" y="1430205"/>
                  <a:pt x="165970" y="1450155"/>
                  <a:pt x="121239" y="1444503"/>
                </a:cubicBezTo>
                <a:cubicBezTo>
                  <a:pt x="49736" y="1430454"/>
                  <a:pt x="-11790" y="1356637"/>
                  <a:pt x="1929" y="1282238"/>
                </a:cubicBezTo>
                <a:cubicBezTo>
                  <a:pt x="8912" y="1242420"/>
                  <a:pt x="52064" y="1231863"/>
                  <a:pt x="78919" y="1208588"/>
                </a:cubicBezTo>
                <a:cubicBezTo>
                  <a:pt x="170626" y="1138262"/>
                  <a:pt x="264161" y="1064944"/>
                  <a:pt x="328266" y="967269"/>
                </a:cubicBezTo>
                <a:cubicBezTo>
                  <a:pt x="352709" y="940253"/>
                  <a:pt x="324607" y="889795"/>
                  <a:pt x="365514" y="875497"/>
                </a:cubicBezTo>
                <a:cubicBezTo>
                  <a:pt x="401764" y="866353"/>
                  <a:pt x="438513" y="890127"/>
                  <a:pt x="463124" y="915730"/>
                </a:cubicBezTo>
                <a:cubicBezTo>
                  <a:pt x="453147" y="895530"/>
                  <a:pt x="441090" y="873003"/>
                  <a:pt x="450569" y="850226"/>
                </a:cubicBezTo>
                <a:cubicBezTo>
                  <a:pt x="468861" y="809493"/>
                  <a:pt x="515254" y="788463"/>
                  <a:pt x="557990" y="785886"/>
                </a:cubicBezTo>
                <a:cubicBezTo>
                  <a:pt x="610703" y="780981"/>
                  <a:pt x="665827" y="765519"/>
                  <a:pt x="704239" y="727115"/>
                </a:cubicBezTo>
                <a:cubicBezTo>
                  <a:pt x="727270" y="699267"/>
                  <a:pt x="730179" y="660862"/>
                  <a:pt x="733339" y="626281"/>
                </a:cubicBezTo>
                <a:cubicBezTo>
                  <a:pt x="739491" y="576238"/>
                  <a:pt x="745229" y="526196"/>
                  <a:pt x="749968" y="476070"/>
                </a:cubicBezTo>
                <a:cubicBezTo>
                  <a:pt x="753543" y="460359"/>
                  <a:pt x="742734" y="448223"/>
                  <a:pt x="736082" y="435421"/>
                </a:cubicBezTo>
                <a:cubicBezTo>
                  <a:pt x="696091" y="442986"/>
                  <a:pt x="654270" y="458115"/>
                  <a:pt x="613945" y="443733"/>
                </a:cubicBezTo>
                <a:cubicBezTo>
                  <a:pt x="570711" y="427524"/>
                  <a:pt x="543107" y="388288"/>
                  <a:pt x="521573" y="349633"/>
                </a:cubicBezTo>
                <a:cubicBezTo>
                  <a:pt x="453562" y="492696"/>
                  <a:pt x="471438" y="655292"/>
                  <a:pt x="455973" y="808330"/>
                </a:cubicBezTo>
                <a:cubicBezTo>
                  <a:pt x="446911" y="825537"/>
                  <a:pt x="436102" y="851140"/>
                  <a:pt x="412656" y="847898"/>
                </a:cubicBezTo>
                <a:cubicBezTo>
                  <a:pt x="379731" y="851473"/>
                  <a:pt x="352543" y="828945"/>
                  <a:pt x="332090" y="806085"/>
                </a:cubicBezTo>
                <a:cubicBezTo>
                  <a:pt x="293927" y="762942"/>
                  <a:pt x="283618" y="700680"/>
                  <a:pt x="296006" y="645567"/>
                </a:cubicBezTo>
                <a:cubicBezTo>
                  <a:pt x="310806" y="565598"/>
                  <a:pt x="334501" y="486212"/>
                  <a:pt x="376654" y="416135"/>
                </a:cubicBezTo>
                <a:cubicBezTo>
                  <a:pt x="404590" y="372909"/>
                  <a:pt x="441174" y="336084"/>
                  <a:pt x="478588" y="301087"/>
                </a:cubicBezTo>
                <a:cubicBezTo>
                  <a:pt x="503531" y="278892"/>
                  <a:pt x="524234" y="252458"/>
                  <a:pt x="544438" y="225940"/>
                </a:cubicBezTo>
                <a:cubicBezTo>
                  <a:pt x="476177" y="247138"/>
                  <a:pt x="411409" y="289865"/>
                  <a:pt x="336830" y="278809"/>
                </a:cubicBezTo>
                <a:cubicBezTo>
                  <a:pt x="289937" y="257113"/>
                  <a:pt x="248614" y="213720"/>
                  <a:pt x="243542" y="160768"/>
                </a:cubicBezTo>
                <a:cubicBezTo>
                  <a:pt x="247367" y="149214"/>
                  <a:pt x="248448" y="130760"/>
                  <a:pt x="264827" y="131674"/>
                </a:cubicBezTo>
                <a:cubicBezTo>
                  <a:pt x="319702" y="127601"/>
                  <a:pt x="371832" y="108647"/>
                  <a:pt x="425211" y="96594"/>
                </a:cubicBezTo>
                <a:cubicBezTo>
                  <a:pt x="505277" y="77641"/>
                  <a:pt x="582600" y="49461"/>
                  <a:pt x="661337" y="26102"/>
                </a:cubicBezTo>
                <a:moveTo>
                  <a:pt x="674307" y="1103931"/>
                </a:moveTo>
                <a:cubicBezTo>
                  <a:pt x="614362" y="1118893"/>
                  <a:pt x="551588" y="1125294"/>
                  <a:pt x="495716" y="1153391"/>
                </a:cubicBezTo>
                <a:cubicBezTo>
                  <a:pt x="557574" y="1149484"/>
                  <a:pt x="617188" y="1168188"/>
                  <a:pt x="677467" y="1177914"/>
                </a:cubicBezTo>
                <a:cubicBezTo>
                  <a:pt x="706234" y="1157631"/>
                  <a:pt x="729930" y="1131196"/>
                  <a:pt x="754374" y="1106175"/>
                </a:cubicBezTo>
                <a:cubicBezTo>
                  <a:pt x="731344" y="1085726"/>
                  <a:pt x="700414" y="1099857"/>
                  <a:pt x="674307" y="1103931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5E6E37E-9F59-2B0F-46EE-69DAB0492B19}"/>
              </a:ext>
            </a:extLst>
          </p:cNvPr>
          <p:cNvSpPr/>
          <p:nvPr/>
        </p:nvSpPr>
        <p:spPr>
          <a:xfrm>
            <a:off x="4779019" y="3824423"/>
            <a:ext cx="190664" cy="298438"/>
          </a:xfrm>
          <a:custGeom>
            <a:avLst/>
            <a:gdLst>
              <a:gd name="csX0" fmla="*/ 13985 w 190664"/>
              <a:gd name="csY0" fmla="*/ 28007 h 298438"/>
              <a:gd name="csX1" fmla="*/ 150339 w 190664"/>
              <a:gd name="csY1" fmla="*/ 26262 h 298438"/>
              <a:gd name="csX2" fmla="*/ 183348 w 190664"/>
              <a:gd name="csY2" fmla="*/ 94343 h 298438"/>
              <a:gd name="csX3" fmla="*/ 121988 w 190664"/>
              <a:gd name="csY3" fmla="*/ 181543 h 298438"/>
              <a:gd name="csX4" fmla="*/ 190664 w 190664"/>
              <a:gd name="csY4" fmla="*/ 183455 h 298438"/>
              <a:gd name="csX5" fmla="*/ 101119 w 190664"/>
              <a:gd name="csY5" fmla="*/ 289609 h 298438"/>
              <a:gd name="csX6" fmla="*/ 2095 w 190664"/>
              <a:gd name="csY6" fmla="*/ 207978 h 298438"/>
              <a:gd name="csX7" fmla="*/ 88398 w 190664"/>
              <a:gd name="csY7" fmla="*/ 118283 h 298438"/>
              <a:gd name="csX8" fmla="*/ 19721 w 190664"/>
              <a:gd name="csY8" fmla="*/ 90935 h 298438"/>
              <a:gd name="csX9" fmla="*/ 13985 w 190664"/>
              <a:gd name="csY9" fmla="*/ 28007 h 2984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90664" h="298438">
                <a:moveTo>
                  <a:pt x="13985" y="28007"/>
                </a:moveTo>
                <a:cubicBezTo>
                  <a:pt x="48905" y="-8236"/>
                  <a:pt x="114422" y="-9815"/>
                  <a:pt x="150339" y="26262"/>
                </a:cubicBezTo>
                <a:cubicBezTo>
                  <a:pt x="168132" y="43802"/>
                  <a:pt x="186839" y="68075"/>
                  <a:pt x="183348" y="94343"/>
                </a:cubicBezTo>
                <a:cubicBezTo>
                  <a:pt x="164224" y="124352"/>
                  <a:pt x="136538" y="148625"/>
                  <a:pt x="121988" y="181543"/>
                </a:cubicBezTo>
                <a:cubicBezTo>
                  <a:pt x="144519" y="187279"/>
                  <a:pt x="167800" y="187030"/>
                  <a:pt x="190664" y="183455"/>
                </a:cubicBezTo>
                <a:cubicBezTo>
                  <a:pt x="164724" y="221777"/>
                  <a:pt x="149009" y="272651"/>
                  <a:pt x="101119" y="289609"/>
                </a:cubicBezTo>
                <a:cubicBezTo>
                  <a:pt x="51814" y="322029"/>
                  <a:pt x="-12455" y="258436"/>
                  <a:pt x="2095" y="207978"/>
                </a:cubicBezTo>
                <a:cubicBezTo>
                  <a:pt x="30862" y="178135"/>
                  <a:pt x="66947" y="154860"/>
                  <a:pt x="88398" y="118283"/>
                </a:cubicBezTo>
                <a:cubicBezTo>
                  <a:pt x="65200" y="110469"/>
                  <a:pt x="36683" y="110885"/>
                  <a:pt x="19721" y="90935"/>
                </a:cubicBezTo>
                <a:cubicBezTo>
                  <a:pt x="4174" y="74475"/>
                  <a:pt x="-4805" y="45547"/>
                  <a:pt x="13985" y="28007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弧形 12">
            <a:extLst>
              <a:ext uri="{FF2B5EF4-FFF2-40B4-BE49-F238E27FC236}">
                <a16:creationId xmlns:a16="http://schemas.microsoft.com/office/drawing/2014/main" id="{E3B45EA6-DA64-2CEA-C7D2-3EDCE88CE025}"/>
              </a:ext>
            </a:extLst>
          </p:cNvPr>
          <p:cNvSpPr/>
          <p:nvPr/>
        </p:nvSpPr>
        <p:spPr>
          <a:xfrm>
            <a:off x="3652108" y="985108"/>
            <a:ext cx="4887784" cy="4887784"/>
          </a:xfrm>
          <a:prstGeom prst="arc">
            <a:avLst>
              <a:gd name="adj1" fmla="val 1922915"/>
              <a:gd name="adj2" fmla="val 20921739"/>
            </a:avLst>
          </a:prstGeom>
          <a:ln w="635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Arc 12+">
            <a:extLst>
              <a:ext uri="{FF2B5EF4-FFF2-40B4-BE49-F238E27FC236}">
                <a16:creationId xmlns:a16="http://schemas.microsoft.com/office/drawing/2014/main" id="{8E4942DE-7A03-2E98-3A93-690A5C754C8B}"/>
              </a:ext>
            </a:extLst>
          </p:cNvPr>
          <p:cNvSpPr/>
          <p:nvPr/>
        </p:nvSpPr>
        <p:spPr>
          <a:xfrm>
            <a:off x="3067050" y="400050"/>
            <a:ext cx="6057900" cy="6057900"/>
          </a:xfrm>
          <a:prstGeom prst="arc">
            <a:avLst>
              <a:gd name="adj1" fmla="val 3600716"/>
              <a:gd name="adj2" fmla="val 12203539"/>
            </a:avLst>
          </a:prstGeom>
          <a:ln w="1016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Arc 12++">
            <a:extLst>
              <a:ext uri="{FF2B5EF4-FFF2-40B4-BE49-F238E27FC236}">
                <a16:creationId xmlns:a16="http://schemas.microsoft.com/office/drawing/2014/main" id="{19A7C068-A406-AFFA-76BC-16FC13024AF1}"/>
              </a:ext>
            </a:extLst>
          </p:cNvPr>
          <p:cNvSpPr/>
          <p:nvPr/>
        </p:nvSpPr>
        <p:spPr>
          <a:xfrm>
            <a:off x="2365829" y="-301171"/>
            <a:ext cx="7460342" cy="7460342"/>
          </a:xfrm>
          <a:prstGeom prst="arc">
            <a:avLst>
              <a:gd name="adj1" fmla="val 9606023"/>
              <a:gd name="adj2" fmla="val 12159905"/>
            </a:avLst>
          </a:prstGeom>
          <a:ln w="127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CA791A6C-EE1E-2683-3A8D-C70F5DE8AA8C}"/>
              </a:ext>
            </a:extLst>
          </p:cNvPr>
          <p:cNvSpPr/>
          <p:nvPr/>
        </p:nvSpPr>
        <p:spPr>
          <a:xfrm>
            <a:off x="4575916" y="1466437"/>
            <a:ext cx="307995" cy="872068"/>
          </a:xfrm>
          <a:custGeom>
            <a:avLst/>
            <a:gdLst>
              <a:gd name="connsiteX0" fmla="*/ 372617 w 380184"/>
              <a:gd name="connsiteY0" fmla="*/ 806419 h 1076464"/>
              <a:gd name="connsiteX1" fmla="*/ 374694 w 380184"/>
              <a:gd name="connsiteY1" fmla="*/ 890781 h 1076464"/>
              <a:gd name="connsiteX2" fmla="*/ 372617 w 380184"/>
              <a:gd name="connsiteY2" fmla="*/ 806419 h 1076464"/>
              <a:gd name="connsiteX3" fmla="*/ 370799 w 380184"/>
              <a:gd name="connsiteY3" fmla="*/ 751214 h 1076464"/>
              <a:gd name="connsiteX4" fmla="*/ 370885 w 380184"/>
              <a:gd name="connsiteY4" fmla="*/ 788592 h 1076464"/>
              <a:gd name="connsiteX5" fmla="*/ 370799 w 380184"/>
              <a:gd name="connsiteY5" fmla="*/ 751214 h 1076464"/>
              <a:gd name="connsiteX6" fmla="*/ 373051 w 380184"/>
              <a:gd name="connsiteY6" fmla="*/ 513789 h 1076464"/>
              <a:gd name="connsiteX7" fmla="*/ 372877 w 380184"/>
              <a:gd name="connsiteY7" fmla="*/ 743514 h 1076464"/>
              <a:gd name="connsiteX8" fmla="*/ 373051 w 380184"/>
              <a:gd name="connsiteY8" fmla="*/ 513789 h 1076464"/>
              <a:gd name="connsiteX9" fmla="*/ 373309 w 380184"/>
              <a:gd name="connsiteY9" fmla="*/ 374914 h 1076464"/>
              <a:gd name="connsiteX10" fmla="*/ 372963 w 380184"/>
              <a:gd name="connsiteY10" fmla="*/ 490598 h 1076464"/>
              <a:gd name="connsiteX11" fmla="*/ 373309 w 380184"/>
              <a:gd name="connsiteY11" fmla="*/ 374914 h 1076464"/>
              <a:gd name="connsiteX12" fmla="*/ 3495 w 380184"/>
              <a:gd name="connsiteY12" fmla="*/ 359600 h 1076464"/>
              <a:gd name="connsiteX13" fmla="*/ 12068 w 380184"/>
              <a:gd name="connsiteY13" fmla="*/ 361158 h 1076464"/>
              <a:gd name="connsiteX14" fmla="*/ 19864 w 380184"/>
              <a:gd name="connsiteY14" fmla="*/ 485927 h 1076464"/>
              <a:gd name="connsiteX15" fmla="*/ 18998 w 380184"/>
              <a:gd name="connsiteY15" fmla="*/ 617272 h 1076464"/>
              <a:gd name="connsiteX16" fmla="*/ 23675 w 380184"/>
              <a:gd name="connsiteY16" fmla="*/ 775529 h 1076464"/>
              <a:gd name="connsiteX17" fmla="*/ 13109 w 380184"/>
              <a:gd name="connsiteY17" fmla="*/ 834972 h 1076464"/>
              <a:gd name="connsiteX18" fmla="*/ 8864 w 380184"/>
              <a:gd name="connsiteY18" fmla="*/ 933956 h 1076464"/>
              <a:gd name="connsiteX19" fmla="*/ 8952 w 380184"/>
              <a:gd name="connsiteY19" fmla="*/ 800794 h 1076464"/>
              <a:gd name="connsiteX20" fmla="*/ 1502 w 380184"/>
              <a:gd name="connsiteY20" fmla="*/ 724478 h 1076464"/>
              <a:gd name="connsiteX21" fmla="*/ 7652 w 380184"/>
              <a:gd name="connsiteY21" fmla="*/ 593480 h 1076464"/>
              <a:gd name="connsiteX22" fmla="*/ 2022 w 380184"/>
              <a:gd name="connsiteY22" fmla="*/ 522009 h 1076464"/>
              <a:gd name="connsiteX23" fmla="*/ 3495 w 380184"/>
              <a:gd name="connsiteY23" fmla="*/ 359600 h 1076464"/>
              <a:gd name="connsiteX24" fmla="*/ 371665 w 380184"/>
              <a:gd name="connsiteY24" fmla="*/ 278005 h 1076464"/>
              <a:gd name="connsiteX25" fmla="*/ 372097 w 380184"/>
              <a:gd name="connsiteY25" fmla="*/ 360638 h 1076464"/>
              <a:gd name="connsiteX26" fmla="*/ 371665 w 380184"/>
              <a:gd name="connsiteY26" fmla="*/ 278005 h 1076464"/>
              <a:gd name="connsiteX27" fmla="*/ 369585 w 380184"/>
              <a:gd name="connsiteY27" fmla="*/ 192087 h 1076464"/>
              <a:gd name="connsiteX28" fmla="*/ 375908 w 380184"/>
              <a:gd name="connsiteY28" fmla="*/ 210171 h 1076464"/>
              <a:gd name="connsiteX29" fmla="*/ 369585 w 380184"/>
              <a:gd name="connsiteY29" fmla="*/ 192087 h 1076464"/>
              <a:gd name="connsiteX30" fmla="*/ 221052 w 380184"/>
              <a:gd name="connsiteY30" fmla="*/ 65931 h 1076464"/>
              <a:gd name="connsiteX31" fmla="*/ 221052 w 380184"/>
              <a:gd name="connsiteY31" fmla="*/ 73807 h 1076464"/>
              <a:gd name="connsiteX32" fmla="*/ 268687 w 380184"/>
              <a:gd name="connsiteY32" fmla="*/ 71471 h 1076464"/>
              <a:gd name="connsiteX33" fmla="*/ 324202 w 380184"/>
              <a:gd name="connsiteY33" fmla="*/ 75104 h 1076464"/>
              <a:gd name="connsiteX34" fmla="*/ 328879 w 380184"/>
              <a:gd name="connsiteY34" fmla="*/ 290641 h 1076464"/>
              <a:gd name="connsiteX35" fmla="*/ 325502 w 380184"/>
              <a:gd name="connsiteY35" fmla="*/ 618484 h 1076464"/>
              <a:gd name="connsiteX36" fmla="*/ 325070 w 380184"/>
              <a:gd name="connsiteY36" fmla="*/ 877976 h 1076464"/>
              <a:gd name="connsiteX37" fmla="*/ 332432 w 380184"/>
              <a:gd name="connsiteY37" fmla="*/ 1022820 h 1076464"/>
              <a:gd name="connsiteX38" fmla="*/ 348625 w 380184"/>
              <a:gd name="connsiteY38" fmla="*/ 1028357 h 1076464"/>
              <a:gd name="connsiteX39" fmla="*/ 373917 w 380184"/>
              <a:gd name="connsiteY39" fmla="*/ 929112 h 1076464"/>
              <a:gd name="connsiteX40" fmla="*/ 365428 w 380184"/>
              <a:gd name="connsiteY40" fmla="*/ 1066948 h 1076464"/>
              <a:gd name="connsiteX41" fmla="*/ 334421 w 380184"/>
              <a:gd name="connsiteY41" fmla="*/ 1073524 h 1076464"/>
              <a:gd name="connsiteX42" fmla="*/ 112879 w 380184"/>
              <a:gd name="connsiteY42" fmla="*/ 1076464 h 1076464"/>
              <a:gd name="connsiteX43" fmla="*/ 195071 w 380184"/>
              <a:gd name="connsiteY43" fmla="*/ 1063485 h 1076464"/>
              <a:gd name="connsiteX44" fmla="*/ 316494 w 380184"/>
              <a:gd name="connsiteY44" fmla="*/ 1056219 h 1076464"/>
              <a:gd name="connsiteX45" fmla="*/ 347933 w 380184"/>
              <a:gd name="connsiteY45" fmla="*/ 1043240 h 1076464"/>
              <a:gd name="connsiteX46" fmla="*/ 237248 w 380184"/>
              <a:gd name="connsiteY46" fmla="*/ 1025760 h 1076464"/>
              <a:gd name="connsiteX47" fmla="*/ 132453 w 380184"/>
              <a:gd name="connsiteY47" fmla="*/ 1023339 h 1076464"/>
              <a:gd name="connsiteX48" fmla="*/ 38657 w 380184"/>
              <a:gd name="connsiteY48" fmla="*/ 1012177 h 1076464"/>
              <a:gd name="connsiteX49" fmla="*/ 50956 w 380184"/>
              <a:gd name="connsiteY49" fmla="*/ 929892 h 1076464"/>
              <a:gd name="connsiteX50" fmla="*/ 53034 w 380184"/>
              <a:gd name="connsiteY50" fmla="*/ 811265 h 1076464"/>
              <a:gd name="connsiteX51" fmla="*/ 37099 w 380184"/>
              <a:gd name="connsiteY51" fmla="*/ 814639 h 1076464"/>
              <a:gd name="connsiteX52" fmla="*/ 52599 w 380184"/>
              <a:gd name="connsiteY52" fmla="*/ 794218 h 1076464"/>
              <a:gd name="connsiteX53" fmla="*/ 52341 w 380184"/>
              <a:gd name="connsiteY53" fmla="*/ 772932 h 1076464"/>
              <a:gd name="connsiteX54" fmla="*/ 35538 w 380184"/>
              <a:gd name="connsiteY54" fmla="*/ 772327 h 1076464"/>
              <a:gd name="connsiteX55" fmla="*/ 52253 w 380184"/>
              <a:gd name="connsiteY55" fmla="*/ 768434 h 1076464"/>
              <a:gd name="connsiteX56" fmla="*/ 53034 w 380184"/>
              <a:gd name="connsiteY56" fmla="*/ 724479 h 1076464"/>
              <a:gd name="connsiteX57" fmla="*/ 41429 w 380184"/>
              <a:gd name="connsiteY57" fmla="*/ 729758 h 1076464"/>
              <a:gd name="connsiteX58" fmla="*/ 49222 w 380184"/>
              <a:gd name="connsiteY58" fmla="*/ 558522 h 1076464"/>
              <a:gd name="connsiteX59" fmla="*/ 44026 w 380184"/>
              <a:gd name="connsiteY59" fmla="*/ 402862 h 1076464"/>
              <a:gd name="connsiteX60" fmla="*/ 50176 w 380184"/>
              <a:gd name="connsiteY60" fmla="*/ 318154 h 1076464"/>
              <a:gd name="connsiteX61" fmla="*/ 52426 w 380184"/>
              <a:gd name="connsiteY61" fmla="*/ 260528 h 1076464"/>
              <a:gd name="connsiteX62" fmla="*/ 11895 w 380184"/>
              <a:gd name="connsiteY62" fmla="*/ 343073 h 1076464"/>
              <a:gd name="connsiteX63" fmla="*/ 376 w 380184"/>
              <a:gd name="connsiteY63" fmla="*/ 308203 h 1076464"/>
              <a:gd name="connsiteX64" fmla="*/ 3407 w 380184"/>
              <a:gd name="connsiteY64" fmla="*/ 241407 h 1076464"/>
              <a:gd name="connsiteX65" fmla="*/ 9730 w 380184"/>
              <a:gd name="connsiteY65" fmla="*/ 96649 h 1076464"/>
              <a:gd name="connsiteX66" fmla="*/ 23326 w 380184"/>
              <a:gd name="connsiteY66" fmla="*/ 256461 h 1076464"/>
              <a:gd name="connsiteX67" fmla="*/ 51907 w 380184"/>
              <a:gd name="connsiteY67" fmla="*/ 258884 h 1076464"/>
              <a:gd name="connsiteX68" fmla="*/ 52168 w 380184"/>
              <a:gd name="connsiteY68" fmla="*/ 69306 h 1076464"/>
              <a:gd name="connsiteX69" fmla="*/ 126391 w 380184"/>
              <a:gd name="connsiteY69" fmla="*/ 67750 h 1076464"/>
              <a:gd name="connsiteX70" fmla="*/ 221052 w 380184"/>
              <a:gd name="connsiteY70" fmla="*/ 65931 h 1076464"/>
              <a:gd name="connsiteX71" fmla="*/ 218886 w 380184"/>
              <a:gd name="connsiteY71" fmla="*/ 0 h 1076464"/>
              <a:gd name="connsiteX72" fmla="*/ 321344 w 380184"/>
              <a:gd name="connsiteY72" fmla="*/ 15057 h 1076464"/>
              <a:gd name="connsiteX73" fmla="*/ 320739 w 380184"/>
              <a:gd name="connsiteY73" fmla="*/ 26217 h 1076464"/>
              <a:gd name="connsiteX74" fmla="*/ 194724 w 380184"/>
              <a:gd name="connsiteY74" fmla="*/ 21979 h 1076464"/>
              <a:gd name="connsiteX75" fmla="*/ 78756 w 380184"/>
              <a:gd name="connsiteY75" fmla="*/ 17046 h 1076464"/>
              <a:gd name="connsiteX76" fmla="*/ 195678 w 380184"/>
              <a:gd name="connsiteY76" fmla="*/ 4240 h 1076464"/>
              <a:gd name="connsiteX77" fmla="*/ 218886 w 380184"/>
              <a:gd name="connsiteY77" fmla="*/ 0 h 1076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80184" h="1076464">
                <a:moveTo>
                  <a:pt x="372617" y="806419"/>
                </a:moveTo>
                <a:cubicBezTo>
                  <a:pt x="375908" y="834282"/>
                  <a:pt x="379024" y="862661"/>
                  <a:pt x="374694" y="890781"/>
                </a:cubicBezTo>
                <a:cubicBezTo>
                  <a:pt x="362743" y="864046"/>
                  <a:pt x="369844" y="834194"/>
                  <a:pt x="372617" y="806419"/>
                </a:cubicBezTo>
                <a:close/>
                <a:moveTo>
                  <a:pt x="370799" y="751214"/>
                </a:moveTo>
                <a:cubicBezTo>
                  <a:pt x="382923" y="753376"/>
                  <a:pt x="382665" y="785825"/>
                  <a:pt x="370885" y="788592"/>
                </a:cubicBezTo>
                <a:cubicBezTo>
                  <a:pt x="364562" y="777603"/>
                  <a:pt x="364215" y="761769"/>
                  <a:pt x="370799" y="751214"/>
                </a:cubicBezTo>
                <a:close/>
                <a:moveTo>
                  <a:pt x="373051" y="513789"/>
                </a:moveTo>
                <a:cubicBezTo>
                  <a:pt x="379459" y="590105"/>
                  <a:pt x="378159" y="667027"/>
                  <a:pt x="372877" y="743514"/>
                </a:cubicBezTo>
                <a:cubicBezTo>
                  <a:pt x="366381" y="667198"/>
                  <a:pt x="365254" y="589931"/>
                  <a:pt x="373051" y="513789"/>
                </a:cubicBezTo>
                <a:close/>
                <a:moveTo>
                  <a:pt x="373309" y="374914"/>
                </a:moveTo>
                <a:cubicBezTo>
                  <a:pt x="379890" y="413070"/>
                  <a:pt x="377813" y="452180"/>
                  <a:pt x="372963" y="490598"/>
                </a:cubicBezTo>
                <a:cubicBezTo>
                  <a:pt x="367505" y="452353"/>
                  <a:pt x="364213" y="412727"/>
                  <a:pt x="373309" y="374914"/>
                </a:cubicBezTo>
                <a:close/>
                <a:moveTo>
                  <a:pt x="3495" y="359600"/>
                </a:moveTo>
                <a:cubicBezTo>
                  <a:pt x="5660" y="360031"/>
                  <a:pt x="9903" y="360812"/>
                  <a:pt x="12068" y="361158"/>
                </a:cubicBezTo>
                <a:cubicBezTo>
                  <a:pt x="32509" y="399834"/>
                  <a:pt x="15621" y="444481"/>
                  <a:pt x="19864" y="485927"/>
                </a:cubicBezTo>
                <a:cubicBezTo>
                  <a:pt x="24802" y="529623"/>
                  <a:pt x="12417" y="573405"/>
                  <a:pt x="18998" y="617272"/>
                </a:cubicBezTo>
                <a:cubicBezTo>
                  <a:pt x="26445" y="669793"/>
                  <a:pt x="21337" y="722835"/>
                  <a:pt x="23675" y="775529"/>
                </a:cubicBezTo>
                <a:cubicBezTo>
                  <a:pt x="29305" y="796293"/>
                  <a:pt x="17440" y="815071"/>
                  <a:pt x="13109" y="834972"/>
                </a:cubicBezTo>
                <a:cubicBezTo>
                  <a:pt x="8345" y="867679"/>
                  <a:pt x="13802" y="901076"/>
                  <a:pt x="8864" y="933956"/>
                </a:cubicBezTo>
                <a:cubicBezTo>
                  <a:pt x="3148" y="889655"/>
                  <a:pt x="9037" y="845096"/>
                  <a:pt x="8952" y="800794"/>
                </a:cubicBezTo>
                <a:cubicBezTo>
                  <a:pt x="9903" y="774921"/>
                  <a:pt x="-3606" y="750175"/>
                  <a:pt x="1502" y="724478"/>
                </a:cubicBezTo>
                <a:cubicBezTo>
                  <a:pt x="11117" y="681474"/>
                  <a:pt x="10425" y="637000"/>
                  <a:pt x="7652" y="593480"/>
                </a:cubicBezTo>
                <a:cubicBezTo>
                  <a:pt x="1071" y="570031"/>
                  <a:pt x="-1702" y="545977"/>
                  <a:pt x="2022" y="522009"/>
                </a:cubicBezTo>
                <a:cubicBezTo>
                  <a:pt x="2802" y="467842"/>
                  <a:pt x="2629" y="413764"/>
                  <a:pt x="3495" y="359600"/>
                </a:cubicBezTo>
                <a:close/>
                <a:moveTo>
                  <a:pt x="371665" y="278005"/>
                </a:moveTo>
                <a:cubicBezTo>
                  <a:pt x="379458" y="305002"/>
                  <a:pt x="377207" y="333208"/>
                  <a:pt x="372097" y="360638"/>
                </a:cubicBezTo>
                <a:cubicBezTo>
                  <a:pt x="368115" y="333208"/>
                  <a:pt x="366642" y="305260"/>
                  <a:pt x="371665" y="278005"/>
                </a:cubicBezTo>
                <a:close/>
                <a:moveTo>
                  <a:pt x="369585" y="192087"/>
                </a:moveTo>
                <a:cubicBezTo>
                  <a:pt x="381104" y="193384"/>
                  <a:pt x="383269" y="199355"/>
                  <a:pt x="375908" y="210171"/>
                </a:cubicBezTo>
                <a:cubicBezTo>
                  <a:pt x="364130" y="208613"/>
                  <a:pt x="362050" y="202557"/>
                  <a:pt x="369585" y="192087"/>
                </a:cubicBezTo>
                <a:close/>
                <a:moveTo>
                  <a:pt x="221052" y="65931"/>
                </a:moveTo>
                <a:lnTo>
                  <a:pt x="221052" y="73807"/>
                </a:lnTo>
                <a:cubicBezTo>
                  <a:pt x="236729" y="70432"/>
                  <a:pt x="253271" y="62644"/>
                  <a:pt x="268687" y="71471"/>
                </a:cubicBezTo>
                <a:cubicBezTo>
                  <a:pt x="286963" y="73546"/>
                  <a:pt x="307660" y="64722"/>
                  <a:pt x="324202" y="75104"/>
                </a:cubicBezTo>
                <a:cubicBezTo>
                  <a:pt x="326801" y="146921"/>
                  <a:pt x="322037" y="218909"/>
                  <a:pt x="328879" y="290641"/>
                </a:cubicBezTo>
                <a:cubicBezTo>
                  <a:pt x="317448" y="399749"/>
                  <a:pt x="338579" y="509288"/>
                  <a:pt x="325502" y="618484"/>
                </a:cubicBezTo>
                <a:cubicBezTo>
                  <a:pt x="330613" y="704665"/>
                  <a:pt x="331910" y="791622"/>
                  <a:pt x="325070" y="877976"/>
                </a:cubicBezTo>
                <a:cubicBezTo>
                  <a:pt x="332778" y="925910"/>
                  <a:pt x="325070" y="975056"/>
                  <a:pt x="332432" y="1022820"/>
                </a:cubicBezTo>
                <a:cubicBezTo>
                  <a:pt x="336413" y="1024202"/>
                  <a:pt x="344555" y="1026972"/>
                  <a:pt x="348625" y="1028357"/>
                </a:cubicBezTo>
                <a:cubicBezTo>
                  <a:pt x="357720" y="995392"/>
                  <a:pt x="368721" y="962943"/>
                  <a:pt x="373917" y="929112"/>
                </a:cubicBezTo>
                <a:cubicBezTo>
                  <a:pt x="371578" y="974971"/>
                  <a:pt x="376860" y="1021869"/>
                  <a:pt x="365428" y="1066948"/>
                </a:cubicBezTo>
                <a:cubicBezTo>
                  <a:pt x="357201" y="1075252"/>
                  <a:pt x="344902" y="1072573"/>
                  <a:pt x="334421" y="1073524"/>
                </a:cubicBezTo>
                <a:cubicBezTo>
                  <a:pt x="260547" y="1073870"/>
                  <a:pt x="186671" y="1069284"/>
                  <a:pt x="112879" y="1076464"/>
                </a:cubicBezTo>
                <a:cubicBezTo>
                  <a:pt x="137822" y="1062881"/>
                  <a:pt x="167617" y="1064785"/>
                  <a:pt x="195071" y="1063485"/>
                </a:cubicBezTo>
                <a:cubicBezTo>
                  <a:pt x="235775" y="1068764"/>
                  <a:pt x="275790" y="1057170"/>
                  <a:pt x="316494" y="1056219"/>
                </a:cubicBezTo>
                <a:cubicBezTo>
                  <a:pt x="328620" y="1056909"/>
                  <a:pt x="338840" y="1050248"/>
                  <a:pt x="347933" y="1043240"/>
                </a:cubicBezTo>
                <a:cubicBezTo>
                  <a:pt x="314502" y="1021435"/>
                  <a:pt x="273883" y="1034933"/>
                  <a:pt x="237248" y="1025760"/>
                </a:cubicBezTo>
                <a:cubicBezTo>
                  <a:pt x="202518" y="1018321"/>
                  <a:pt x="167268" y="1030434"/>
                  <a:pt x="132453" y="1023339"/>
                </a:cubicBezTo>
                <a:cubicBezTo>
                  <a:pt x="101621" y="1016244"/>
                  <a:pt x="66111" y="1030693"/>
                  <a:pt x="38657" y="1012177"/>
                </a:cubicBezTo>
                <a:cubicBezTo>
                  <a:pt x="43334" y="984661"/>
                  <a:pt x="44026" y="956801"/>
                  <a:pt x="50956" y="929892"/>
                </a:cubicBezTo>
                <a:cubicBezTo>
                  <a:pt x="54160" y="890348"/>
                  <a:pt x="50607" y="850721"/>
                  <a:pt x="53034" y="811265"/>
                </a:cubicBezTo>
                <a:lnTo>
                  <a:pt x="37099" y="814639"/>
                </a:lnTo>
                <a:cubicBezTo>
                  <a:pt x="42207" y="807632"/>
                  <a:pt x="47403" y="800794"/>
                  <a:pt x="52599" y="794218"/>
                </a:cubicBezTo>
                <a:cubicBezTo>
                  <a:pt x="52514" y="788854"/>
                  <a:pt x="52426" y="778211"/>
                  <a:pt x="52341" y="772932"/>
                </a:cubicBezTo>
                <a:lnTo>
                  <a:pt x="35538" y="772327"/>
                </a:lnTo>
                <a:cubicBezTo>
                  <a:pt x="39695" y="771377"/>
                  <a:pt x="48096" y="769384"/>
                  <a:pt x="52253" y="768434"/>
                </a:cubicBezTo>
                <a:cubicBezTo>
                  <a:pt x="52341" y="753638"/>
                  <a:pt x="52599" y="739016"/>
                  <a:pt x="53034" y="724479"/>
                </a:cubicBezTo>
                <a:lnTo>
                  <a:pt x="41429" y="729758"/>
                </a:lnTo>
                <a:cubicBezTo>
                  <a:pt x="52860" y="672909"/>
                  <a:pt x="35106" y="614936"/>
                  <a:pt x="49222" y="558522"/>
                </a:cubicBezTo>
                <a:cubicBezTo>
                  <a:pt x="52514" y="506694"/>
                  <a:pt x="57623" y="453393"/>
                  <a:pt x="44026" y="402862"/>
                </a:cubicBezTo>
                <a:cubicBezTo>
                  <a:pt x="41514" y="374395"/>
                  <a:pt x="42987" y="345670"/>
                  <a:pt x="50176" y="318154"/>
                </a:cubicBezTo>
                <a:cubicBezTo>
                  <a:pt x="50607" y="298772"/>
                  <a:pt x="51907" y="279563"/>
                  <a:pt x="52426" y="260528"/>
                </a:cubicBezTo>
                <a:cubicBezTo>
                  <a:pt x="2368" y="252569"/>
                  <a:pt x="28349" y="319885"/>
                  <a:pt x="11895" y="343073"/>
                </a:cubicBezTo>
                <a:cubicBezTo>
                  <a:pt x="-5427" y="341084"/>
                  <a:pt x="1676" y="319712"/>
                  <a:pt x="376" y="308203"/>
                </a:cubicBezTo>
                <a:cubicBezTo>
                  <a:pt x="2022" y="285881"/>
                  <a:pt x="4965" y="263644"/>
                  <a:pt x="3407" y="241407"/>
                </a:cubicBezTo>
                <a:cubicBezTo>
                  <a:pt x="5311" y="193039"/>
                  <a:pt x="-1962" y="144239"/>
                  <a:pt x="9730" y="96649"/>
                </a:cubicBezTo>
                <a:cubicBezTo>
                  <a:pt x="15706" y="149776"/>
                  <a:pt x="10942" y="203767"/>
                  <a:pt x="23326" y="256461"/>
                </a:cubicBezTo>
                <a:cubicBezTo>
                  <a:pt x="30515" y="257068"/>
                  <a:pt x="44806" y="258280"/>
                  <a:pt x="51907" y="258884"/>
                </a:cubicBezTo>
                <a:cubicBezTo>
                  <a:pt x="52426" y="195633"/>
                  <a:pt x="51995" y="132472"/>
                  <a:pt x="52168" y="69306"/>
                </a:cubicBezTo>
                <a:cubicBezTo>
                  <a:pt x="76937" y="67143"/>
                  <a:pt x="102053" y="73892"/>
                  <a:pt x="126391" y="67750"/>
                </a:cubicBezTo>
                <a:cubicBezTo>
                  <a:pt x="157741" y="58404"/>
                  <a:pt x="190394" y="78910"/>
                  <a:pt x="221052" y="65931"/>
                </a:cubicBezTo>
                <a:close/>
                <a:moveTo>
                  <a:pt x="218886" y="0"/>
                </a:moveTo>
                <a:cubicBezTo>
                  <a:pt x="252751" y="7183"/>
                  <a:pt x="288608" y="1470"/>
                  <a:pt x="321344" y="15057"/>
                </a:cubicBezTo>
                <a:lnTo>
                  <a:pt x="320739" y="26217"/>
                </a:lnTo>
                <a:cubicBezTo>
                  <a:pt x="278732" y="25354"/>
                  <a:pt x="236297" y="29418"/>
                  <a:pt x="194724" y="21979"/>
                </a:cubicBezTo>
                <a:cubicBezTo>
                  <a:pt x="156444" y="15315"/>
                  <a:pt x="117471" y="14883"/>
                  <a:pt x="78756" y="17046"/>
                </a:cubicBezTo>
                <a:cubicBezTo>
                  <a:pt x="114525" y="-9432"/>
                  <a:pt x="156790" y="16961"/>
                  <a:pt x="195678" y="4240"/>
                </a:cubicBezTo>
                <a:cubicBezTo>
                  <a:pt x="201479" y="3201"/>
                  <a:pt x="213086" y="1039"/>
                  <a:pt x="218886" y="0"/>
                </a:cubicBezTo>
                <a:close/>
              </a:path>
            </a:pathLst>
          </a:custGeom>
          <a:solidFill>
            <a:srgbClr val="FF0000"/>
          </a:solidFill>
          <a:ln w="331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2400" dirty="0">
              <a:cs typeface="+mn-ea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EE06D71-494D-87F3-D931-012048CB0F6B}"/>
              </a:ext>
            </a:extLst>
          </p:cNvPr>
          <p:cNvSpPr txBox="1"/>
          <p:nvPr/>
        </p:nvSpPr>
        <p:spPr>
          <a:xfrm>
            <a:off x="4664605" y="1619348"/>
            <a:ext cx="140642" cy="137963"/>
          </a:xfrm>
          <a:custGeom>
            <a:avLst/>
            <a:gdLst/>
            <a:ahLst/>
            <a:cxnLst/>
            <a:rect l="l" t="t" r="r" b="b"/>
            <a:pathLst>
              <a:path w="140642" h="137963">
                <a:moveTo>
                  <a:pt x="52834" y="31402"/>
                </a:moveTo>
                <a:lnTo>
                  <a:pt x="55512" y="31402"/>
                </a:lnTo>
                <a:lnTo>
                  <a:pt x="55512" y="32295"/>
                </a:lnTo>
                <a:lnTo>
                  <a:pt x="61763" y="32295"/>
                </a:lnTo>
                <a:lnTo>
                  <a:pt x="61763" y="33188"/>
                </a:lnTo>
                <a:lnTo>
                  <a:pt x="62656" y="33188"/>
                </a:lnTo>
                <a:lnTo>
                  <a:pt x="62656" y="32295"/>
                </a:lnTo>
                <a:lnTo>
                  <a:pt x="65335" y="32295"/>
                </a:lnTo>
                <a:lnTo>
                  <a:pt x="65335" y="33188"/>
                </a:lnTo>
                <a:lnTo>
                  <a:pt x="73521" y="33188"/>
                </a:lnTo>
                <a:lnTo>
                  <a:pt x="73521" y="34081"/>
                </a:lnTo>
                <a:lnTo>
                  <a:pt x="72628" y="34081"/>
                </a:lnTo>
                <a:lnTo>
                  <a:pt x="72628" y="34974"/>
                </a:lnTo>
                <a:lnTo>
                  <a:pt x="71735" y="34974"/>
                </a:lnTo>
                <a:lnTo>
                  <a:pt x="71735" y="35867"/>
                </a:lnTo>
                <a:lnTo>
                  <a:pt x="70842" y="35867"/>
                </a:lnTo>
                <a:lnTo>
                  <a:pt x="70842" y="36760"/>
                </a:lnTo>
                <a:lnTo>
                  <a:pt x="67121" y="36760"/>
                </a:lnTo>
                <a:lnTo>
                  <a:pt x="67121" y="35867"/>
                </a:lnTo>
                <a:lnTo>
                  <a:pt x="65335" y="35867"/>
                </a:lnTo>
                <a:lnTo>
                  <a:pt x="65335" y="36760"/>
                </a:lnTo>
                <a:lnTo>
                  <a:pt x="63549" y="36760"/>
                </a:lnTo>
                <a:lnTo>
                  <a:pt x="63549" y="35867"/>
                </a:lnTo>
                <a:lnTo>
                  <a:pt x="53726" y="35867"/>
                </a:lnTo>
                <a:lnTo>
                  <a:pt x="53726" y="36760"/>
                </a:lnTo>
                <a:lnTo>
                  <a:pt x="52834" y="36760"/>
                </a:lnTo>
                <a:lnTo>
                  <a:pt x="52834" y="35867"/>
                </a:lnTo>
                <a:lnTo>
                  <a:pt x="51941" y="35867"/>
                </a:lnTo>
                <a:lnTo>
                  <a:pt x="51941" y="34974"/>
                </a:lnTo>
                <a:lnTo>
                  <a:pt x="49262" y="34974"/>
                </a:lnTo>
                <a:lnTo>
                  <a:pt x="49262" y="35867"/>
                </a:lnTo>
                <a:lnTo>
                  <a:pt x="43011" y="35867"/>
                </a:lnTo>
                <a:lnTo>
                  <a:pt x="43011" y="34974"/>
                </a:lnTo>
                <a:lnTo>
                  <a:pt x="42118" y="34974"/>
                </a:lnTo>
                <a:lnTo>
                  <a:pt x="42118" y="33188"/>
                </a:lnTo>
                <a:lnTo>
                  <a:pt x="51048" y="33188"/>
                </a:lnTo>
                <a:lnTo>
                  <a:pt x="51048" y="32295"/>
                </a:lnTo>
                <a:lnTo>
                  <a:pt x="52834" y="32295"/>
                </a:lnTo>
                <a:close/>
                <a:moveTo>
                  <a:pt x="120997" y="21431"/>
                </a:moveTo>
                <a:lnTo>
                  <a:pt x="124569" y="21431"/>
                </a:lnTo>
                <a:lnTo>
                  <a:pt x="124569" y="22324"/>
                </a:lnTo>
                <a:lnTo>
                  <a:pt x="127248" y="22324"/>
                </a:lnTo>
                <a:lnTo>
                  <a:pt x="127248" y="23366"/>
                </a:lnTo>
                <a:lnTo>
                  <a:pt x="128141" y="23366"/>
                </a:lnTo>
                <a:lnTo>
                  <a:pt x="128141" y="24259"/>
                </a:lnTo>
                <a:lnTo>
                  <a:pt x="129034" y="24259"/>
                </a:lnTo>
                <a:lnTo>
                  <a:pt x="129034" y="25152"/>
                </a:lnTo>
                <a:lnTo>
                  <a:pt x="129926" y="25152"/>
                </a:lnTo>
                <a:lnTo>
                  <a:pt x="129926" y="26045"/>
                </a:lnTo>
                <a:lnTo>
                  <a:pt x="130819" y="26045"/>
                </a:lnTo>
                <a:lnTo>
                  <a:pt x="130819" y="27831"/>
                </a:lnTo>
                <a:lnTo>
                  <a:pt x="131712" y="27831"/>
                </a:lnTo>
                <a:lnTo>
                  <a:pt x="131712" y="28724"/>
                </a:lnTo>
                <a:lnTo>
                  <a:pt x="132605" y="28724"/>
                </a:lnTo>
                <a:lnTo>
                  <a:pt x="132605" y="29617"/>
                </a:lnTo>
                <a:lnTo>
                  <a:pt x="133498" y="29617"/>
                </a:lnTo>
                <a:lnTo>
                  <a:pt x="133498" y="30509"/>
                </a:lnTo>
                <a:lnTo>
                  <a:pt x="135284" y="30509"/>
                </a:lnTo>
                <a:lnTo>
                  <a:pt x="135284" y="31402"/>
                </a:lnTo>
                <a:lnTo>
                  <a:pt x="136177" y="31402"/>
                </a:lnTo>
                <a:lnTo>
                  <a:pt x="136177" y="34974"/>
                </a:lnTo>
                <a:lnTo>
                  <a:pt x="135284" y="34974"/>
                </a:lnTo>
                <a:lnTo>
                  <a:pt x="135284" y="35867"/>
                </a:lnTo>
                <a:lnTo>
                  <a:pt x="129926" y="35867"/>
                </a:lnTo>
                <a:lnTo>
                  <a:pt x="129926" y="37653"/>
                </a:lnTo>
                <a:lnTo>
                  <a:pt x="129034" y="37653"/>
                </a:lnTo>
                <a:lnTo>
                  <a:pt x="129034" y="38546"/>
                </a:lnTo>
                <a:lnTo>
                  <a:pt x="125462" y="38546"/>
                </a:lnTo>
                <a:lnTo>
                  <a:pt x="125462" y="36760"/>
                </a:lnTo>
                <a:lnTo>
                  <a:pt x="122783" y="36760"/>
                </a:lnTo>
                <a:lnTo>
                  <a:pt x="122783" y="37653"/>
                </a:lnTo>
                <a:lnTo>
                  <a:pt x="120997" y="37653"/>
                </a:lnTo>
                <a:lnTo>
                  <a:pt x="120997" y="36760"/>
                </a:lnTo>
                <a:lnTo>
                  <a:pt x="115639" y="36760"/>
                </a:lnTo>
                <a:lnTo>
                  <a:pt x="115639" y="35867"/>
                </a:lnTo>
                <a:lnTo>
                  <a:pt x="111918" y="35867"/>
                </a:lnTo>
                <a:lnTo>
                  <a:pt x="111918" y="36760"/>
                </a:lnTo>
                <a:lnTo>
                  <a:pt x="110132" y="36760"/>
                </a:lnTo>
                <a:lnTo>
                  <a:pt x="110132" y="37653"/>
                </a:lnTo>
                <a:lnTo>
                  <a:pt x="107453" y="37653"/>
                </a:lnTo>
                <a:lnTo>
                  <a:pt x="107453" y="36760"/>
                </a:lnTo>
                <a:lnTo>
                  <a:pt x="102989" y="36760"/>
                </a:lnTo>
                <a:lnTo>
                  <a:pt x="102989" y="35867"/>
                </a:lnTo>
                <a:lnTo>
                  <a:pt x="100310" y="35867"/>
                </a:lnTo>
                <a:lnTo>
                  <a:pt x="100310" y="34974"/>
                </a:lnTo>
                <a:lnTo>
                  <a:pt x="97631" y="34974"/>
                </a:lnTo>
                <a:lnTo>
                  <a:pt x="97631" y="35867"/>
                </a:lnTo>
                <a:lnTo>
                  <a:pt x="94952" y="35867"/>
                </a:lnTo>
                <a:lnTo>
                  <a:pt x="94952" y="36760"/>
                </a:lnTo>
                <a:lnTo>
                  <a:pt x="91380" y="36760"/>
                </a:lnTo>
                <a:lnTo>
                  <a:pt x="91380" y="35867"/>
                </a:lnTo>
                <a:lnTo>
                  <a:pt x="90487" y="35867"/>
                </a:lnTo>
                <a:lnTo>
                  <a:pt x="90487" y="34974"/>
                </a:lnTo>
                <a:lnTo>
                  <a:pt x="89594" y="34974"/>
                </a:lnTo>
                <a:lnTo>
                  <a:pt x="89594" y="34081"/>
                </a:lnTo>
                <a:lnTo>
                  <a:pt x="90487" y="34081"/>
                </a:lnTo>
                <a:lnTo>
                  <a:pt x="90487" y="33188"/>
                </a:lnTo>
                <a:lnTo>
                  <a:pt x="95845" y="33188"/>
                </a:lnTo>
                <a:lnTo>
                  <a:pt x="95845" y="32295"/>
                </a:lnTo>
                <a:lnTo>
                  <a:pt x="100310" y="32295"/>
                </a:lnTo>
                <a:lnTo>
                  <a:pt x="100310" y="33188"/>
                </a:lnTo>
                <a:lnTo>
                  <a:pt x="103882" y="33188"/>
                </a:lnTo>
                <a:lnTo>
                  <a:pt x="103882" y="32295"/>
                </a:lnTo>
                <a:lnTo>
                  <a:pt x="105667" y="32295"/>
                </a:lnTo>
                <a:lnTo>
                  <a:pt x="105667" y="33188"/>
                </a:lnTo>
                <a:lnTo>
                  <a:pt x="109239" y="33188"/>
                </a:lnTo>
                <a:lnTo>
                  <a:pt x="109239" y="32295"/>
                </a:lnTo>
                <a:lnTo>
                  <a:pt x="111025" y="32295"/>
                </a:lnTo>
                <a:lnTo>
                  <a:pt x="111025" y="31402"/>
                </a:lnTo>
                <a:lnTo>
                  <a:pt x="111918" y="31402"/>
                </a:lnTo>
                <a:lnTo>
                  <a:pt x="111918" y="29617"/>
                </a:lnTo>
                <a:lnTo>
                  <a:pt x="112811" y="29617"/>
                </a:lnTo>
                <a:lnTo>
                  <a:pt x="112811" y="28724"/>
                </a:lnTo>
                <a:lnTo>
                  <a:pt x="115639" y="28724"/>
                </a:lnTo>
                <a:lnTo>
                  <a:pt x="115639" y="27831"/>
                </a:lnTo>
                <a:lnTo>
                  <a:pt x="116532" y="27831"/>
                </a:lnTo>
                <a:lnTo>
                  <a:pt x="116532" y="25152"/>
                </a:lnTo>
                <a:lnTo>
                  <a:pt x="117425" y="25152"/>
                </a:lnTo>
                <a:lnTo>
                  <a:pt x="117425" y="24259"/>
                </a:lnTo>
                <a:lnTo>
                  <a:pt x="118318" y="24259"/>
                </a:lnTo>
                <a:lnTo>
                  <a:pt x="118318" y="23366"/>
                </a:lnTo>
                <a:lnTo>
                  <a:pt x="119211" y="23366"/>
                </a:lnTo>
                <a:lnTo>
                  <a:pt x="119211" y="22324"/>
                </a:lnTo>
                <a:lnTo>
                  <a:pt x="120997" y="22324"/>
                </a:lnTo>
                <a:close/>
                <a:moveTo>
                  <a:pt x="37653" y="893"/>
                </a:moveTo>
                <a:lnTo>
                  <a:pt x="44797" y="893"/>
                </a:lnTo>
                <a:lnTo>
                  <a:pt x="44797" y="1786"/>
                </a:lnTo>
                <a:lnTo>
                  <a:pt x="45690" y="1786"/>
                </a:lnTo>
                <a:lnTo>
                  <a:pt x="45690" y="2679"/>
                </a:lnTo>
                <a:lnTo>
                  <a:pt x="46583" y="2679"/>
                </a:lnTo>
                <a:lnTo>
                  <a:pt x="46583" y="3572"/>
                </a:lnTo>
                <a:lnTo>
                  <a:pt x="47476" y="3572"/>
                </a:lnTo>
                <a:lnTo>
                  <a:pt x="47476" y="4465"/>
                </a:lnTo>
                <a:lnTo>
                  <a:pt x="48369" y="4465"/>
                </a:lnTo>
                <a:lnTo>
                  <a:pt x="48369" y="5358"/>
                </a:lnTo>
                <a:lnTo>
                  <a:pt x="49262" y="5358"/>
                </a:lnTo>
                <a:lnTo>
                  <a:pt x="49262" y="6251"/>
                </a:lnTo>
                <a:lnTo>
                  <a:pt x="50155" y="6251"/>
                </a:lnTo>
                <a:lnTo>
                  <a:pt x="50155" y="7143"/>
                </a:lnTo>
                <a:lnTo>
                  <a:pt x="51048" y="7143"/>
                </a:lnTo>
                <a:lnTo>
                  <a:pt x="51048" y="8036"/>
                </a:lnTo>
                <a:lnTo>
                  <a:pt x="51941" y="8036"/>
                </a:lnTo>
                <a:lnTo>
                  <a:pt x="51941" y="8929"/>
                </a:lnTo>
                <a:lnTo>
                  <a:pt x="52834" y="8929"/>
                </a:lnTo>
                <a:lnTo>
                  <a:pt x="52834" y="14287"/>
                </a:lnTo>
                <a:lnTo>
                  <a:pt x="51941" y="14287"/>
                </a:lnTo>
                <a:lnTo>
                  <a:pt x="51941" y="15180"/>
                </a:lnTo>
                <a:lnTo>
                  <a:pt x="51048" y="15180"/>
                </a:lnTo>
                <a:lnTo>
                  <a:pt x="51048" y="16073"/>
                </a:lnTo>
                <a:lnTo>
                  <a:pt x="50155" y="16073"/>
                </a:lnTo>
                <a:lnTo>
                  <a:pt x="50155" y="16966"/>
                </a:lnTo>
                <a:lnTo>
                  <a:pt x="49262" y="16966"/>
                </a:lnTo>
                <a:lnTo>
                  <a:pt x="49262" y="17859"/>
                </a:lnTo>
                <a:lnTo>
                  <a:pt x="48369" y="17859"/>
                </a:lnTo>
                <a:lnTo>
                  <a:pt x="48369" y="18752"/>
                </a:lnTo>
                <a:lnTo>
                  <a:pt x="47476" y="18752"/>
                </a:lnTo>
                <a:lnTo>
                  <a:pt x="47476" y="19645"/>
                </a:lnTo>
                <a:lnTo>
                  <a:pt x="46583" y="19645"/>
                </a:lnTo>
                <a:lnTo>
                  <a:pt x="46583" y="20538"/>
                </a:lnTo>
                <a:lnTo>
                  <a:pt x="45690" y="20538"/>
                </a:lnTo>
                <a:lnTo>
                  <a:pt x="45690" y="21431"/>
                </a:lnTo>
                <a:lnTo>
                  <a:pt x="44797" y="21431"/>
                </a:lnTo>
                <a:lnTo>
                  <a:pt x="44797" y="22324"/>
                </a:lnTo>
                <a:lnTo>
                  <a:pt x="43011" y="22324"/>
                </a:lnTo>
                <a:lnTo>
                  <a:pt x="43011" y="23366"/>
                </a:lnTo>
                <a:lnTo>
                  <a:pt x="42118" y="23366"/>
                </a:lnTo>
                <a:lnTo>
                  <a:pt x="42118" y="25152"/>
                </a:lnTo>
                <a:lnTo>
                  <a:pt x="41225" y="25152"/>
                </a:lnTo>
                <a:lnTo>
                  <a:pt x="41225" y="27831"/>
                </a:lnTo>
                <a:lnTo>
                  <a:pt x="40332" y="27831"/>
                </a:lnTo>
                <a:lnTo>
                  <a:pt x="40332" y="29617"/>
                </a:lnTo>
                <a:lnTo>
                  <a:pt x="39439" y="29617"/>
                </a:lnTo>
                <a:lnTo>
                  <a:pt x="39439" y="30509"/>
                </a:lnTo>
                <a:lnTo>
                  <a:pt x="38546" y="30509"/>
                </a:lnTo>
                <a:lnTo>
                  <a:pt x="38546" y="31402"/>
                </a:lnTo>
                <a:lnTo>
                  <a:pt x="37653" y="31402"/>
                </a:lnTo>
                <a:lnTo>
                  <a:pt x="37653" y="32295"/>
                </a:lnTo>
                <a:lnTo>
                  <a:pt x="36760" y="32295"/>
                </a:lnTo>
                <a:lnTo>
                  <a:pt x="36760" y="34081"/>
                </a:lnTo>
                <a:lnTo>
                  <a:pt x="35867" y="34081"/>
                </a:lnTo>
                <a:lnTo>
                  <a:pt x="35867" y="36760"/>
                </a:lnTo>
                <a:lnTo>
                  <a:pt x="36760" y="36760"/>
                </a:lnTo>
                <a:lnTo>
                  <a:pt x="36760" y="37653"/>
                </a:lnTo>
                <a:lnTo>
                  <a:pt x="37653" y="37653"/>
                </a:lnTo>
                <a:lnTo>
                  <a:pt x="37653" y="38546"/>
                </a:lnTo>
                <a:lnTo>
                  <a:pt x="38546" y="38546"/>
                </a:lnTo>
                <a:lnTo>
                  <a:pt x="38546" y="43904"/>
                </a:lnTo>
                <a:lnTo>
                  <a:pt x="37653" y="43904"/>
                </a:lnTo>
                <a:lnTo>
                  <a:pt x="37653" y="46583"/>
                </a:lnTo>
                <a:lnTo>
                  <a:pt x="36760" y="46583"/>
                </a:lnTo>
                <a:lnTo>
                  <a:pt x="36760" y="48369"/>
                </a:lnTo>
                <a:lnTo>
                  <a:pt x="35867" y="48369"/>
                </a:lnTo>
                <a:lnTo>
                  <a:pt x="35867" y="51048"/>
                </a:lnTo>
                <a:lnTo>
                  <a:pt x="36760" y="51048"/>
                </a:lnTo>
                <a:lnTo>
                  <a:pt x="36760" y="53727"/>
                </a:lnTo>
                <a:lnTo>
                  <a:pt x="35867" y="53727"/>
                </a:lnTo>
                <a:lnTo>
                  <a:pt x="35867" y="56406"/>
                </a:lnTo>
                <a:lnTo>
                  <a:pt x="34974" y="56406"/>
                </a:lnTo>
                <a:lnTo>
                  <a:pt x="34974" y="60870"/>
                </a:lnTo>
                <a:lnTo>
                  <a:pt x="35867" y="60870"/>
                </a:lnTo>
                <a:lnTo>
                  <a:pt x="35867" y="63549"/>
                </a:lnTo>
                <a:lnTo>
                  <a:pt x="36760" y="63549"/>
                </a:lnTo>
                <a:lnTo>
                  <a:pt x="36760" y="70842"/>
                </a:lnTo>
                <a:lnTo>
                  <a:pt x="35867" y="70842"/>
                </a:lnTo>
                <a:lnTo>
                  <a:pt x="35867" y="89594"/>
                </a:lnTo>
                <a:lnTo>
                  <a:pt x="36760" y="89594"/>
                </a:lnTo>
                <a:lnTo>
                  <a:pt x="36760" y="92273"/>
                </a:lnTo>
                <a:lnTo>
                  <a:pt x="37653" y="92273"/>
                </a:lnTo>
                <a:lnTo>
                  <a:pt x="37653" y="94952"/>
                </a:lnTo>
                <a:lnTo>
                  <a:pt x="36760" y="94952"/>
                </a:lnTo>
                <a:lnTo>
                  <a:pt x="36760" y="102989"/>
                </a:lnTo>
                <a:lnTo>
                  <a:pt x="37653" y="102989"/>
                </a:lnTo>
                <a:lnTo>
                  <a:pt x="37653" y="106561"/>
                </a:lnTo>
                <a:lnTo>
                  <a:pt x="38546" y="106561"/>
                </a:lnTo>
                <a:lnTo>
                  <a:pt x="38546" y="107454"/>
                </a:lnTo>
                <a:lnTo>
                  <a:pt x="39439" y="107454"/>
                </a:lnTo>
                <a:lnTo>
                  <a:pt x="39439" y="108347"/>
                </a:lnTo>
                <a:lnTo>
                  <a:pt x="40332" y="108347"/>
                </a:lnTo>
                <a:lnTo>
                  <a:pt x="40332" y="111026"/>
                </a:lnTo>
                <a:lnTo>
                  <a:pt x="38546" y="111026"/>
                </a:lnTo>
                <a:lnTo>
                  <a:pt x="38546" y="111918"/>
                </a:lnTo>
                <a:lnTo>
                  <a:pt x="37653" y="111918"/>
                </a:lnTo>
                <a:lnTo>
                  <a:pt x="37653" y="124569"/>
                </a:lnTo>
                <a:lnTo>
                  <a:pt x="36760" y="124569"/>
                </a:lnTo>
                <a:lnTo>
                  <a:pt x="36760" y="126355"/>
                </a:lnTo>
                <a:lnTo>
                  <a:pt x="37653" y="126355"/>
                </a:lnTo>
                <a:lnTo>
                  <a:pt x="37653" y="130820"/>
                </a:lnTo>
                <a:lnTo>
                  <a:pt x="38546" y="130820"/>
                </a:lnTo>
                <a:lnTo>
                  <a:pt x="38546" y="134392"/>
                </a:lnTo>
                <a:lnTo>
                  <a:pt x="37653" y="134392"/>
                </a:lnTo>
                <a:lnTo>
                  <a:pt x="37653" y="135285"/>
                </a:lnTo>
                <a:lnTo>
                  <a:pt x="35867" y="135285"/>
                </a:lnTo>
                <a:lnTo>
                  <a:pt x="35867" y="136177"/>
                </a:lnTo>
                <a:lnTo>
                  <a:pt x="34081" y="136177"/>
                </a:lnTo>
                <a:lnTo>
                  <a:pt x="34081" y="137070"/>
                </a:lnTo>
                <a:lnTo>
                  <a:pt x="31402" y="137070"/>
                </a:lnTo>
                <a:lnTo>
                  <a:pt x="31402" y="137963"/>
                </a:lnTo>
                <a:lnTo>
                  <a:pt x="28723" y="137963"/>
                </a:lnTo>
                <a:lnTo>
                  <a:pt x="28723" y="137070"/>
                </a:lnTo>
                <a:lnTo>
                  <a:pt x="25151" y="137070"/>
                </a:lnTo>
                <a:lnTo>
                  <a:pt x="25151" y="136177"/>
                </a:lnTo>
                <a:lnTo>
                  <a:pt x="24259" y="136177"/>
                </a:lnTo>
                <a:lnTo>
                  <a:pt x="24259" y="135285"/>
                </a:lnTo>
                <a:lnTo>
                  <a:pt x="22324" y="135285"/>
                </a:lnTo>
                <a:lnTo>
                  <a:pt x="22324" y="133499"/>
                </a:lnTo>
                <a:lnTo>
                  <a:pt x="21431" y="133499"/>
                </a:lnTo>
                <a:lnTo>
                  <a:pt x="21431" y="129034"/>
                </a:lnTo>
                <a:lnTo>
                  <a:pt x="22324" y="129034"/>
                </a:lnTo>
                <a:lnTo>
                  <a:pt x="22324" y="121890"/>
                </a:lnTo>
                <a:lnTo>
                  <a:pt x="23366" y="121890"/>
                </a:lnTo>
                <a:lnTo>
                  <a:pt x="23366" y="120104"/>
                </a:lnTo>
                <a:lnTo>
                  <a:pt x="24259" y="120104"/>
                </a:lnTo>
                <a:lnTo>
                  <a:pt x="24259" y="119211"/>
                </a:lnTo>
                <a:lnTo>
                  <a:pt x="25151" y="119211"/>
                </a:lnTo>
                <a:lnTo>
                  <a:pt x="25151" y="114597"/>
                </a:lnTo>
                <a:lnTo>
                  <a:pt x="24259" y="114597"/>
                </a:lnTo>
                <a:lnTo>
                  <a:pt x="24259" y="111918"/>
                </a:lnTo>
                <a:lnTo>
                  <a:pt x="25151" y="111918"/>
                </a:lnTo>
                <a:lnTo>
                  <a:pt x="25151" y="107454"/>
                </a:lnTo>
                <a:lnTo>
                  <a:pt x="24259" y="107454"/>
                </a:lnTo>
                <a:lnTo>
                  <a:pt x="24259" y="100310"/>
                </a:lnTo>
                <a:lnTo>
                  <a:pt x="23366" y="100310"/>
                </a:lnTo>
                <a:lnTo>
                  <a:pt x="23366" y="98524"/>
                </a:lnTo>
                <a:lnTo>
                  <a:pt x="24259" y="98524"/>
                </a:lnTo>
                <a:lnTo>
                  <a:pt x="24259" y="96738"/>
                </a:lnTo>
                <a:lnTo>
                  <a:pt x="25151" y="96738"/>
                </a:lnTo>
                <a:lnTo>
                  <a:pt x="25151" y="94059"/>
                </a:lnTo>
                <a:lnTo>
                  <a:pt x="26044" y="94059"/>
                </a:lnTo>
                <a:lnTo>
                  <a:pt x="26044" y="91380"/>
                </a:lnTo>
                <a:lnTo>
                  <a:pt x="25151" y="91380"/>
                </a:lnTo>
                <a:lnTo>
                  <a:pt x="25151" y="71735"/>
                </a:lnTo>
                <a:lnTo>
                  <a:pt x="24259" y="71735"/>
                </a:lnTo>
                <a:lnTo>
                  <a:pt x="24259" y="68014"/>
                </a:lnTo>
                <a:lnTo>
                  <a:pt x="25151" y="68014"/>
                </a:lnTo>
                <a:lnTo>
                  <a:pt x="25151" y="67121"/>
                </a:lnTo>
                <a:lnTo>
                  <a:pt x="24259" y="67121"/>
                </a:lnTo>
                <a:lnTo>
                  <a:pt x="24259" y="65335"/>
                </a:lnTo>
                <a:lnTo>
                  <a:pt x="25151" y="65335"/>
                </a:lnTo>
                <a:lnTo>
                  <a:pt x="25151" y="59084"/>
                </a:lnTo>
                <a:lnTo>
                  <a:pt x="26044" y="59084"/>
                </a:lnTo>
                <a:lnTo>
                  <a:pt x="26044" y="53727"/>
                </a:lnTo>
                <a:lnTo>
                  <a:pt x="26937" y="53727"/>
                </a:lnTo>
                <a:lnTo>
                  <a:pt x="26937" y="52834"/>
                </a:lnTo>
                <a:lnTo>
                  <a:pt x="23366" y="52834"/>
                </a:lnTo>
                <a:lnTo>
                  <a:pt x="23366" y="53727"/>
                </a:lnTo>
                <a:lnTo>
                  <a:pt x="22324" y="53727"/>
                </a:lnTo>
                <a:lnTo>
                  <a:pt x="22324" y="54620"/>
                </a:lnTo>
                <a:lnTo>
                  <a:pt x="20538" y="54620"/>
                </a:lnTo>
                <a:lnTo>
                  <a:pt x="20538" y="56406"/>
                </a:lnTo>
                <a:lnTo>
                  <a:pt x="19645" y="56406"/>
                </a:lnTo>
                <a:lnTo>
                  <a:pt x="19645" y="59084"/>
                </a:lnTo>
                <a:lnTo>
                  <a:pt x="18752" y="59084"/>
                </a:lnTo>
                <a:lnTo>
                  <a:pt x="18752" y="59977"/>
                </a:lnTo>
                <a:lnTo>
                  <a:pt x="16966" y="59977"/>
                </a:lnTo>
                <a:lnTo>
                  <a:pt x="16966" y="60870"/>
                </a:lnTo>
                <a:lnTo>
                  <a:pt x="15180" y="60870"/>
                </a:lnTo>
                <a:lnTo>
                  <a:pt x="15180" y="62656"/>
                </a:lnTo>
                <a:lnTo>
                  <a:pt x="14287" y="62656"/>
                </a:lnTo>
                <a:lnTo>
                  <a:pt x="14287" y="63549"/>
                </a:lnTo>
                <a:lnTo>
                  <a:pt x="13394" y="63549"/>
                </a:lnTo>
                <a:lnTo>
                  <a:pt x="13394" y="65335"/>
                </a:lnTo>
                <a:lnTo>
                  <a:pt x="12501" y="65335"/>
                </a:lnTo>
                <a:lnTo>
                  <a:pt x="12501" y="66228"/>
                </a:lnTo>
                <a:lnTo>
                  <a:pt x="11608" y="66228"/>
                </a:lnTo>
                <a:lnTo>
                  <a:pt x="11608" y="68014"/>
                </a:lnTo>
                <a:lnTo>
                  <a:pt x="10715" y="68014"/>
                </a:lnTo>
                <a:lnTo>
                  <a:pt x="10715" y="68907"/>
                </a:lnTo>
                <a:lnTo>
                  <a:pt x="9822" y="68907"/>
                </a:lnTo>
                <a:lnTo>
                  <a:pt x="9822" y="70842"/>
                </a:lnTo>
                <a:lnTo>
                  <a:pt x="8929" y="70842"/>
                </a:lnTo>
                <a:lnTo>
                  <a:pt x="8929" y="71735"/>
                </a:lnTo>
                <a:lnTo>
                  <a:pt x="5357" y="71735"/>
                </a:lnTo>
                <a:lnTo>
                  <a:pt x="5357" y="70842"/>
                </a:lnTo>
                <a:lnTo>
                  <a:pt x="892" y="70842"/>
                </a:lnTo>
                <a:lnTo>
                  <a:pt x="892" y="68907"/>
                </a:lnTo>
                <a:lnTo>
                  <a:pt x="0" y="68907"/>
                </a:lnTo>
                <a:lnTo>
                  <a:pt x="0" y="67121"/>
                </a:lnTo>
                <a:lnTo>
                  <a:pt x="892" y="67121"/>
                </a:lnTo>
                <a:lnTo>
                  <a:pt x="892" y="66228"/>
                </a:lnTo>
                <a:lnTo>
                  <a:pt x="2678" y="66228"/>
                </a:lnTo>
                <a:lnTo>
                  <a:pt x="2678" y="65335"/>
                </a:lnTo>
                <a:lnTo>
                  <a:pt x="3571" y="65335"/>
                </a:lnTo>
                <a:lnTo>
                  <a:pt x="3571" y="63549"/>
                </a:lnTo>
                <a:lnTo>
                  <a:pt x="4464" y="63549"/>
                </a:lnTo>
                <a:lnTo>
                  <a:pt x="4464" y="62656"/>
                </a:lnTo>
                <a:lnTo>
                  <a:pt x="5357" y="62656"/>
                </a:lnTo>
                <a:lnTo>
                  <a:pt x="5357" y="61763"/>
                </a:lnTo>
                <a:lnTo>
                  <a:pt x="6250" y="61763"/>
                </a:lnTo>
                <a:lnTo>
                  <a:pt x="6250" y="60870"/>
                </a:lnTo>
                <a:lnTo>
                  <a:pt x="7143" y="60870"/>
                </a:lnTo>
                <a:lnTo>
                  <a:pt x="7143" y="59977"/>
                </a:lnTo>
                <a:lnTo>
                  <a:pt x="8036" y="59977"/>
                </a:lnTo>
                <a:lnTo>
                  <a:pt x="8036" y="58192"/>
                </a:lnTo>
                <a:lnTo>
                  <a:pt x="8929" y="58192"/>
                </a:lnTo>
                <a:lnTo>
                  <a:pt x="8929" y="56406"/>
                </a:lnTo>
                <a:lnTo>
                  <a:pt x="9822" y="56406"/>
                </a:lnTo>
                <a:lnTo>
                  <a:pt x="9822" y="55513"/>
                </a:lnTo>
                <a:lnTo>
                  <a:pt x="10715" y="55513"/>
                </a:lnTo>
                <a:lnTo>
                  <a:pt x="10715" y="53727"/>
                </a:lnTo>
                <a:lnTo>
                  <a:pt x="11608" y="53727"/>
                </a:lnTo>
                <a:lnTo>
                  <a:pt x="11608" y="51941"/>
                </a:lnTo>
                <a:lnTo>
                  <a:pt x="12501" y="51941"/>
                </a:lnTo>
                <a:lnTo>
                  <a:pt x="12501" y="51048"/>
                </a:lnTo>
                <a:lnTo>
                  <a:pt x="13394" y="51048"/>
                </a:lnTo>
                <a:lnTo>
                  <a:pt x="13394" y="49262"/>
                </a:lnTo>
                <a:lnTo>
                  <a:pt x="14287" y="49262"/>
                </a:lnTo>
                <a:lnTo>
                  <a:pt x="14287" y="48369"/>
                </a:lnTo>
                <a:lnTo>
                  <a:pt x="15180" y="48369"/>
                </a:lnTo>
                <a:lnTo>
                  <a:pt x="15180" y="46583"/>
                </a:lnTo>
                <a:lnTo>
                  <a:pt x="16073" y="46583"/>
                </a:lnTo>
                <a:lnTo>
                  <a:pt x="16073" y="43011"/>
                </a:lnTo>
                <a:lnTo>
                  <a:pt x="16966" y="43011"/>
                </a:lnTo>
                <a:lnTo>
                  <a:pt x="16966" y="41225"/>
                </a:lnTo>
                <a:lnTo>
                  <a:pt x="19645" y="41225"/>
                </a:lnTo>
                <a:lnTo>
                  <a:pt x="19645" y="40332"/>
                </a:lnTo>
                <a:lnTo>
                  <a:pt x="20538" y="40332"/>
                </a:lnTo>
                <a:lnTo>
                  <a:pt x="20538" y="39439"/>
                </a:lnTo>
                <a:lnTo>
                  <a:pt x="21431" y="39439"/>
                </a:lnTo>
                <a:lnTo>
                  <a:pt x="21431" y="37653"/>
                </a:lnTo>
                <a:lnTo>
                  <a:pt x="22324" y="37653"/>
                </a:lnTo>
                <a:lnTo>
                  <a:pt x="22324" y="34974"/>
                </a:lnTo>
                <a:lnTo>
                  <a:pt x="23366" y="34974"/>
                </a:lnTo>
                <a:lnTo>
                  <a:pt x="23366" y="33188"/>
                </a:lnTo>
                <a:lnTo>
                  <a:pt x="24259" y="33188"/>
                </a:lnTo>
                <a:lnTo>
                  <a:pt x="24259" y="32295"/>
                </a:lnTo>
                <a:lnTo>
                  <a:pt x="26937" y="32295"/>
                </a:lnTo>
                <a:lnTo>
                  <a:pt x="26937" y="31402"/>
                </a:lnTo>
                <a:lnTo>
                  <a:pt x="27830" y="31402"/>
                </a:lnTo>
                <a:lnTo>
                  <a:pt x="27830" y="26045"/>
                </a:lnTo>
                <a:lnTo>
                  <a:pt x="28723" y="26045"/>
                </a:lnTo>
                <a:lnTo>
                  <a:pt x="28723" y="22324"/>
                </a:lnTo>
                <a:lnTo>
                  <a:pt x="29616" y="22324"/>
                </a:lnTo>
                <a:lnTo>
                  <a:pt x="29616" y="20538"/>
                </a:lnTo>
                <a:lnTo>
                  <a:pt x="30509" y="20538"/>
                </a:lnTo>
                <a:lnTo>
                  <a:pt x="30509" y="19645"/>
                </a:lnTo>
                <a:lnTo>
                  <a:pt x="31402" y="19645"/>
                </a:lnTo>
                <a:lnTo>
                  <a:pt x="31402" y="18752"/>
                </a:lnTo>
                <a:lnTo>
                  <a:pt x="32295" y="18752"/>
                </a:lnTo>
                <a:lnTo>
                  <a:pt x="32295" y="17859"/>
                </a:lnTo>
                <a:lnTo>
                  <a:pt x="33188" y="17859"/>
                </a:lnTo>
                <a:lnTo>
                  <a:pt x="33188" y="14287"/>
                </a:lnTo>
                <a:lnTo>
                  <a:pt x="32295" y="14287"/>
                </a:lnTo>
                <a:lnTo>
                  <a:pt x="32295" y="13394"/>
                </a:lnTo>
                <a:lnTo>
                  <a:pt x="33188" y="13394"/>
                </a:lnTo>
                <a:lnTo>
                  <a:pt x="33188" y="8036"/>
                </a:lnTo>
                <a:lnTo>
                  <a:pt x="34974" y="8036"/>
                </a:lnTo>
                <a:lnTo>
                  <a:pt x="34974" y="7143"/>
                </a:lnTo>
                <a:lnTo>
                  <a:pt x="35867" y="7143"/>
                </a:lnTo>
                <a:lnTo>
                  <a:pt x="35867" y="5358"/>
                </a:lnTo>
                <a:lnTo>
                  <a:pt x="36760" y="5358"/>
                </a:lnTo>
                <a:lnTo>
                  <a:pt x="36760" y="2679"/>
                </a:lnTo>
                <a:lnTo>
                  <a:pt x="37653" y="2679"/>
                </a:lnTo>
                <a:close/>
                <a:moveTo>
                  <a:pt x="83343" y="0"/>
                </a:moveTo>
                <a:lnTo>
                  <a:pt x="87808" y="0"/>
                </a:lnTo>
                <a:lnTo>
                  <a:pt x="87808" y="893"/>
                </a:lnTo>
                <a:lnTo>
                  <a:pt x="88701" y="893"/>
                </a:lnTo>
                <a:lnTo>
                  <a:pt x="88701" y="1786"/>
                </a:lnTo>
                <a:lnTo>
                  <a:pt x="90487" y="1786"/>
                </a:lnTo>
                <a:lnTo>
                  <a:pt x="90487" y="2679"/>
                </a:lnTo>
                <a:lnTo>
                  <a:pt x="94952" y="2679"/>
                </a:lnTo>
                <a:lnTo>
                  <a:pt x="94952" y="3572"/>
                </a:lnTo>
                <a:lnTo>
                  <a:pt x="95845" y="3572"/>
                </a:lnTo>
                <a:lnTo>
                  <a:pt x="95845" y="4465"/>
                </a:lnTo>
                <a:lnTo>
                  <a:pt x="96738" y="4465"/>
                </a:lnTo>
                <a:lnTo>
                  <a:pt x="96738" y="5358"/>
                </a:lnTo>
                <a:lnTo>
                  <a:pt x="97631" y="5358"/>
                </a:lnTo>
                <a:lnTo>
                  <a:pt x="97631" y="6251"/>
                </a:lnTo>
                <a:lnTo>
                  <a:pt x="98524" y="6251"/>
                </a:lnTo>
                <a:lnTo>
                  <a:pt x="98524" y="10715"/>
                </a:lnTo>
                <a:lnTo>
                  <a:pt x="97631" y="10715"/>
                </a:lnTo>
                <a:lnTo>
                  <a:pt x="97631" y="11608"/>
                </a:lnTo>
                <a:lnTo>
                  <a:pt x="96738" y="11608"/>
                </a:lnTo>
                <a:lnTo>
                  <a:pt x="96738" y="12501"/>
                </a:lnTo>
                <a:lnTo>
                  <a:pt x="95845" y="12501"/>
                </a:lnTo>
                <a:lnTo>
                  <a:pt x="95845" y="13394"/>
                </a:lnTo>
                <a:lnTo>
                  <a:pt x="94059" y="13394"/>
                </a:lnTo>
                <a:lnTo>
                  <a:pt x="94059" y="14287"/>
                </a:lnTo>
                <a:lnTo>
                  <a:pt x="92273" y="14287"/>
                </a:lnTo>
                <a:lnTo>
                  <a:pt x="92273" y="17859"/>
                </a:lnTo>
                <a:lnTo>
                  <a:pt x="91380" y="17859"/>
                </a:lnTo>
                <a:lnTo>
                  <a:pt x="91380" y="19645"/>
                </a:lnTo>
                <a:lnTo>
                  <a:pt x="90487" y="19645"/>
                </a:lnTo>
                <a:lnTo>
                  <a:pt x="90487" y="22324"/>
                </a:lnTo>
                <a:lnTo>
                  <a:pt x="89594" y="22324"/>
                </a:lnTo>
                <a:lnTo>
                  <a:pt x="89594" y="23366"/>
                </a:lnTo>
                <a:lnTo>
                  <a:pt x="88701" y="23366"/>
                </a:lnTo>
                <a:lnTo>
                  <a:pt x="88701" y="26045"/>
                </a:lnTo>
                <a:lnTo>
                  <a:pt x="89594" y="26045"/>
                </a:lnTo>
                <a:lnTo>
                  <a:pt x="89594" y="27831"/>
                </a:lnTo>
                <a:lnTo>
                  <a:pt x="88701" y="27831"/>
                </a:lnTo>
                <a:lnTo>
                  <a:pt x="88701" y="32295"/>
                </a:lnTo>
                <a:lnTo>
                  <a:pt x="89594" y="32295"/>
                </a:lnTo>
                <a:lnTo>
                  <a:pt x="89594" y="34081"/>
                </a:lnTo>
                <a:lnTo>
                  <a:pt x="86915" y="34081"/>
                </a:lnTo>
                <a:lnTo>
                  <a:pt x="86915" y="34974"/>
                </a:lnTo>
                <a:lnTo>
                  <a:pt x="86022" y="34974"/>
                </a:lnTo>
                <a:lnTo>
                  <a:pt x="86022" y="38546"/>
                </a:lnTo>
                <a:lnTo>
                  <a:pt x="85129" y="38546"/>
                </a:lnTo>
                <a:lnTo>
                  <a:pt x="85129" y="39439"/>
                </a:lnTo>
                <a:lnTo>
                  <a:pt x="84236" y="39439"/>
                </a:lnTo>
                <a:lnTo>
                  <a:pt x="84236" y="43904"/>
                </a:lnTo>
                <a:lnTo>
                  <a:pt x="85129" y="43904"/>
                </a:lnTo>
                <a:lnTo>
                  <a:pt x="85129" y="45690"/>
                </a:lnTo>
                <a:lnTo>
                  <a:pt x="86022" y="45690"/>
                </a:lnTo>
                <a:lnTo>
                  <a:pt x="86022" y="46583"/>
                </a:lnTo>
                <a:lnTo>
                  <a:pt x="85129" y="46583"/>
                </a:lnTo>
                <a:lnTo>
                  <a:pt x="85129" y="48369"/>
                </a:lnTo>
                <a:lnTo>
                  <a:pt x="83343" y="48369"/>
                </a:lnTo>
                <a:lnTo>
                  <a:pt x="83343" y="50155"/>
                </a:lnTo>
                <a:lnTo>
                  <a:pt x="82450" y="50155"/>
                </a:lnTo>
                <a:lnTo>
                  <a:pt x="82450" y="52834"/>
                </a:lnTo>
                <a:lnTo>
                  <a:pt x="81557" y="52834"/>
                </a:lnTo>
                <a:lnTo>
                  <a:pt x="81557" y="54620"/>
                </a:lnTo>
                <a:lnTo>
                  <a:pt x="84236" y="54620"/>
                </a:lnTo>
                <a:lnTo>
                  <a:pt x="84236" y="53727"/>
                </a:lnTo>
                <a:lnTo>
                  <a:pt x="86915" y="53727"/>
                </a:lnTo>
                <a:lnTo>
                  <a:pt x="86915" y="54620"/>
                </a:lnTo>
                <a:lnTo>
                  <a:pt x="87808" y="54620"/>
                </a:lnTo>
                <a:lnTo>
                  <a:pt x="87808" y="55513"/>
                </a:lnTo>
                <a:lnTo>
                  <a:pt x="89594" y="55513"/>
                </a:lnTo>
                <a:lnTo>
                  <a:pt x="89594" y="54620"/>
                </a:lnTo>
                <a:lnTo>
                  <a:pt x="90487" y="54620"/>
                </a:lnTo>
                <a:lnTo>
                  <a:pt x="90487" y="53727"/>
                </a:lnTo>
                <a:lnTo>
                  <a:pt x="94059" y="53727"/>
                </a:lnTo>
                <a:lnTo>
                  <a:pt x="94059" y="54620"/>
                </a:lnTo>
                <a:lnTo>
                  <a:pt x="96738" y="54620"/>
                </a:lnTo>
                <a:lnTo>
                  <a:pt x="96738" y="53727"/>
                </a:lnTo>
                <a:lnTo>
                  <a:pt x="97631" y="53727"/>
                </a:lnTo>
                <a:lnTo>
                  <a:pt x="97631" y="52834"/>
                </a:lnTo>
                <a:lnTo>
                  <a:pt x="98524" y="52834"/>
                </a:lnTo>
                <a:lnTo>
                  <a:pt x="98524" y="53727"/>
                </a:lnTo>
                <a:lnTo>
                  <a:pt x="99417" y="53727"/>
                </a:lnTo>
                <a:lnTo>
                  <a:pt x="99417" y="54620"/>
                </a:lnTo>
                <a:lnTo>
                  <a:pt x="100310" y="54620"/>
                </a:lnTo>
                <a:lnTo>
                  <a:pt x="100310" y="55513"/>
                </a:lnTo>
                <a:lnTo>
                  <a:pt x="104775" y="55513"/>
                </a:lnTo>
                <a:lnTo>
                  <a:pt x="104775" y="54620"/>
                </a:lnTo>
                <a:lnTo>
                  <a:pt x="107453" y="54620"/>
                </a:lnTo>
                <a:lnTo>
                  <a:pt x="107453" y="53727"/>
                </a:lnTo>
                <a:lnTo>
                  <a:pt x="109239" y="53727"/>
                </a:lnTo>
                <a:lnTo>
                  <a:pt x="109239" y="52834"/>
                </a:lnTo>
                <a:lnTo>
                  <a:pt x="112811" y="52834"/>
                </a:lnTo>
                <a:lnTo>
                  <a:pt x="112811" y="51941"/>
                </a:lnTo>
                <a:lnTo>
                  <a:pt x="114597" y="51941"/>
                </a:lnTo>
                <a:lnTo>
                  <a:pt x="114597" y="52834"/>
                </a:lnTo>
                <a:lnTo>
                  <a:pt x="118318" y="52834"/>
                </a:lnTo>
                <a:lnTo>
                  <a:pt x="118318" y="53727"/>
                </a:lnTo>
                <a:lnTo>
                  <a:pt x="119211" y="53727"/>
                </a:lnTo>
                <a:lnTo>
                  <a:pt x="119211" y="54620"/>
                </a:lnTo>
                <a:lnTo>
                  <a:pt x="120997" y="54620"/>
                </a:lnTo>
                <a:lnTo>
                  <a:pt x="120997" y="52834"/>
                </a:lnTo>
                <a:lnTo>
                  <a:pt x="120104" y="52834"/>
                </a:lnTo>
                <a:lnTo>
                  <a:pt x="120104" y="49262"/>
                </a:lnTo>
                <a:lnTo>
                  <a:pt x="120997" y="49262"/>
                </a:lnTo>
                <a:lnTo>
                  <a:pt x="120997" y="48369"/>
                </a:lnTo>
                <a:lnTo>
                  <a:pt x="122783" y="48369"/>
                </a:lnTo>
                <a:lnTo>
                  <a:pt x="122783" y="47476"/>
                </a:lnTo>
                <a:lnTo>
                  <a:pt x="123676" y="47476"/>
                </a:lnTo>
                <a:lnTo>
                  <a:pt x="123676" y="45690"/>
                </a:lnTo>
                <a:lnTo>
                  <a:pt x="124569" y="45690"/>
                </a:lnTo>
                <a:lnTo>
                  <a:pt x="124569" y="44797"/>
                </a:lnTo>
                <a:lnTo>
                  <a:pt x="125462" y="44797"/>
                </a:lnTo>
                <a:lnTo>
                  <a:pt x="125462" y="43904"/>
                </a:lnTo>
                <a:lnTo>
                  <a:pt x="126355" y="43904"/>
                </a:lnTo>
                <a:lnTo>
                  <a:pt x="126355" y="44797"/>
                </a:lnTo>
                <a:lnTo>
                  <a:pt x="127248" y="44797"/>
                </a:lnTo>
                <a:lnTo>
                  <a:pt x="127248" y="45690"/>
                </a:lnTo>
                <a:lnTo>
                  <a:pt x="132605" y="45690"/>
                </a:lnTo>
                <a:lnTo>
                  <a:pt x="132605" y="46583"/>
                </a:lnTo>
                <a:lnTo>
                  <a:pt x="133498" y="46583"/>
                </a:lnTo>
                <a:lnTo>
                  <a:pt x="133498" y="47476"/>
                </a:lnTo>
                <a:lnTo>
                  <a:pt x="134391" y="47476"/>
                </a:lnTo>
                <a:lnTo>
                  <a:pt x="134391" y="49262"/>
                </a:lnTo>
                <a:lnTo>
                  <a:pt x="135284" y="49262"/>
                </a:lnTo>
                <a:lnTo>
                  <a:pt x="135284" y="50155"/>
                </a:lnTo>
                <a:lnTo>
                  <a:pt x="137070" y="50155"/>
                </a:lnTo>
                <a:lnTo>
                  <a:pt x="137070" y="51048"/>
                </a:lnTo>
                <a:lnTo>
                  <a:pt x="137963" y="51048"/>
                </a:lnTo>
                <a:lnTo>
                  <a:pt x="137963" y="51941"/>
                </a:lnTo>
                <a:lnTo>
                  <a:pt x="139749" y="51941"/>
                </a:lnTo>
                <a:lnTo>
                  <a:pt x="139749" y="55513"/>
                </a:lnTo>
                <a:lnTo>
                  <a:pt x="140642" y="55513"/>
                </a:lnTo>
                <a:lnTo>
                  <a:pt x="140642" y="58192"/>
                </a:lnTo>
                <a:lnTo>
                  <a:pt x="138856" y="58192"/>
                </a:lnTo>
                <a:lnTo>
                  <a:pt x="138856" y="59084"/>
                </a:lnTo>
                <a:lnTo>
                  <a:pt x="137963" y="59084"/>
                </a:lnTo>
                <a:lnTo>
                  <a:pt x="137963" y="59977"/>
                </a:lnTo>
                <a:lnTo>
                  <a:pt x="135284" y="59977"/>
                </a:lnTo>
                <a:lnTo>
                  <a:pt x="135284" y="59084"/>
                </a:lnTo>
                <a:lnTo>
                  <a:pt x="134391" y="59084"/>
                </a:lnTo>
                <a:lnTo>
                  <a:pt x="134391" y="58192"/>
                </a:lnTo>
                <a:lnTo>
                  <a:pt x="129926" y="58192"/>
                </a:lnTo>
                <a:lnTo>
                  <a:pt x="129926" y="59084"/>
                </a:lnTo>
                <a:lnTo>
                  <a:pt x="126355" y="59084"/>
                </a:lnTo>
                <a:lnTo>
                  <a:pt x="126355" y="58192"/>
                </a:lnTo>
                <a:lnTo>
                  <a:pt x="116532" y="58192"/>
                </a:lnTo>
                <a:lnTo>
                  <a:pt x="116532" y="59084"/>
                </a:lnTo>
                <a:lnTo>
                  <a:pt x="96738" y="59084"/>
                </a:lnTo>
                <a:lnTo>
                  <a:pt x="96738" y="58192"/>
                </a:lnTo>
                <a:lnTo>
                  <a:pt x="95845" y="58192"/>
                </a:lnTo>
                <a:lnTo>
                  <a:pt x="95845" y="57299"/>
                </a:lnTo>
                <a:lnTo>
                  <a:pt x="93166" y="57299"/>
                </a:lnTo>
                <a:lnTo>
                  <a:pt x="93166" y="58192"/>
                </a:lnTo>
                <a:lnTo>
                  <a:pt x="90487" y="58192"/>
                </a:lnTo>
                <a:lnTo>
                  <a:pt x="90487" y="59084"/>
                </a:lnTo>
                <a:lnTo>
                  <a:pt x="89594" y="59084"/>
                </a:lnTo>
                <a:lnTo>
                  <a:pt x="89594" y="58192"/>
                </a:lnTo>
                <a:lnTo>
                  <a:pt x="88701" y="58192"/>
                </a:lnTo>
                <a:lnTo>
                  <a:pt x="88701" y="57299"/>
                </a:lnTo>
                <a:lnTo>
                  <a:pt x="83343" y="57299"/>
                </a:lnTo>
                <a:lnTo>
                  <a:pt x="83343" y="58192"/>
                </a:lnTo>
                <a:lnTo>
                  <a:pt x="81557" y="58192"/>
                </a:lnTo>
                <a:lnTo>
                  <a:pt x="81557" y="59084"/>
                </a:lnTo>
                <a:lnTo>
                  <a:pt x="79771" y="59084"/>
                </a:lnTo>
                <a:lnTo>
                  <a:pt x="79771" y="64442"/>
                </a:lnTo>
                <a:lnTo>
                  <a:pt x="80664" y="64442"/>
                </a:lnTo>
                <a:lnTo>
                  <a:pt x="80664" y="67121"/>
                </a:lnTo>
                <a:lnTo>
                  <a:pt x="79771" y="67121"/>
                </a:lnTo>
                <a:lnTo>
                  <a:pt x="79771" y="68014"/>
                </a:lnTo>
                <a:lnTo>
                  <a:pt x="77985" y="68014"/>
                </a:lnTo>
                <a:lnTo>
                  <a:pt x="77985" y="69949"/>
                </a:lnTo>
                <a:lnTo>
                  <a:pt x="77092" y="69949"/>
                </a:lnTo>
                <a:lnTo>
                  <a:pt x="77092" y="74414"/>
                </a:lnTo>
                <a:lnTo>
                  <a:pt x="78878" y="74414"/>
                </a:lnTo>
                <a:lnTo>
                  <a:pt x="78878" y="75307"/>
                </a:lnTo>
                <a:lnTo>
                  <a:pt x="86915" y="75307"/>
                </a:lnTo>
                <a:lnTo>
                  <a:pt x="86915" y="76200"/>
                </a:lnTo>
                <a:lnTo>
                  <a:pt x="88701" y="76200"/>
                </a:lnTo>
                <a:lnTo>
                  <a:pt x="88701" y="75307"/>
                </a:lnTo>
                <a:lnTo>
                  <a:pt x="91380" y="75307"/>
                </a:lnTo>
                <a:lnTo>
                  <a:pt x="91380" y="76200"/>
                </a:lnTo>
                <a:lnTo>
                  <a:pt x="93166" y="76200"/>
                </a:lnTo>
                <a:lnTo>
                  <a:pt x="93166" y="75307"/>
                </a:lnTo>
                <a:lnTo>
                  <a:pt x="95845" y="75307"/>
                </a:lnTo>
                <a:lnTo>
                  <a:pt x="95845" y="74414"/>
                </a:lnTo>
                <a:lnTo>
                  <a:pt x="99417" y="74414"/>
                </a:lnTo>
                <a:lnTo>
                  <a:pt x="99417" y="73521"/>
                </a:lnTo>
                <a:lnTo>
                  <a:pt x="102096" y="73521"/>
                </a:lnTo>
                <a:lnTo>
                  <a:pt x="102096" y="74414"/>
                </a:lnTo>
                <a:lnTo>
                  <a:pt x="107453" y="74414"/>
                </a:lnTo>
                <a:lnTo>
                  <a:pt x="107453" y="73521"/>
                </a:lnTo>
                <a:lnTo>
                  <a:pt x="108346" y="73521"/>
                </a:lnTo>
                <a:lnTo>
                  <a:pt x="108346" y="72628"/>
                </a:lnTo>
                <a:lnTo>
                  <a:pt x="110132" y="72628"/>
                </a:lnTo>
                <a:lnTo>
                  <a:pt x="110132" y="71735"/>
                </a:lnTo>
                <a:lnTo>
                  <a:pt x="111025" y="71735"/>
                </a:lnTo>
                <a:lnTo>
                  <a:pt x="111025" y="70842"/>
                </a:lnTo>
                <a:lnTo>
                  <a:pt x="114597" y="70842"/>
                </a:lnTo>
                <a:lnTo>
                  <a:pt x="114597" y="69949"/>
                </a:lnTo>
                <a:lnTo>
                  <a:pt x="115639" y="69949"/>
                </a:lnTo>
                <a:lnTo>
                  <a:pt x="115639" y="70842"/>
                </a:lnTo>
                <a:lnTo>
                  <a:pt x="119211" y="70842"/>
                </a:lnTo>
                <a:lnTo>
                  <a:pt x="119211" y="71735"/>
                </a:lnTo>
                <a:lnTo>
                  <a:pt x="120104" y="71735"/>
                </a:lnTo>
                <a:lnTo>
                  <a:pt x="120104" y="72628"/>
                </a:lnTo>
                <a:lnTo>
                  <a:pt x="121890" y="72628"/>
                </a:lnTo>
                <a:lnTo>
                  <a:pt x="121890" y="73521"/>
                </a:lnTo>
                <a:lnTo>
                  <a:pt x="123676" y="73521"/>
                </a:lnTo>
                <a:lnTo>
                  <a:pt x="123676" y="75307"/>
                </a:lnTo>
                <a:lnTo>
                  <a:pt x="124569" y="75307"/>
                </a:lnTo>
                <a:lnTo>
                  <a:pt x="124569" y="76200"/>
                </a:lnTo>
                <a:lnTo>
                  <a:pt x="125462" y="76200"/>
                </a:lnTo>
                <a:lnTo>
                  <a:pt x="125462" y="77093"/>
                </a:lnTo>
                <a:lnTo>
                  <a:pt x="126355" y="77093"/>
                </a:lnTo>
                <a:lnTo>
                  <a:pt x="126355" y="80665"/>
                </a:lnTo>
                <a:lnTo>
                  <a:pt x="125462" y="80665"/>
                </a:lnTo>
                <a:lnTo>
                  <a:pt x="125462" y="81558"/>
                </a:lnTo>
                <a:lnTo>
                  <a:pt x="124569" y="81558"/>
                </a:lnTo>
                <a:lnTo>
                  <a:pt x="124569" y="82451"/>
                </a:lnTo>
                <a:lnTo>
                  <a:pt x="123676" y="82451"/>
                </a:lnTo>
                <a:lnTo>
                  <a:pt x="123676" y="83343"/>
                </a:lnTo>
                <a:lnTo>
                  <a:pt x="119211" y="83343"/>
                </a:lnTo>
                <a:lnTo>
                  <a:pt x="119211" y="85129"/>
                </a:lnTo>
                <a:lnTo>
                  <a:pt x="118318" y="85129"/>
                </a:lnTo>
                <a:lnTo>
                  <a:pt x="118318" y="86022"/>
                </a:lnTo>
                <a:lnTo>
                  <a:pt x="117425" y="86022"/>
                </a:lnTo>
                <a:lnTo>
                  <a:pt x="117425" y="86915"/>
                </a:lnTo>
                <a:lnTo>
                  <a:pt x="116532" y="86915"/>
                </a:lnTo>
                <a:lnTo>
                  <a:pt x="116532" y="87808"/>
                </a:lnTo>
                <a:lnTo>
                  <a:pt x="115639" y="87808"/>
                </a:lnTo>
                <a:lnTo>
                  <a:pt x="115639" y="89594"/>
                </a:lnTo>
                <a:lnTo>
                  <a:pt x="114597" y="89594"/>
                </a:lnTo>
                <a:lnTo>
                  <a:pt x="114597" y="90487"/>
                </a:lnTo>
                <a:lnTo>
                  <a:pt x="113704" y="90487"/>
                </a:lnTo>
                <a:lnTo>
                  <a:pt x="113704" y="92273"/>
                </a:lnTo>
                <a:lnTo>
                  <a:pt x="112811" y="92273"/>
                </a:lnTo>
                <a:lnTo>
                  <a:pt x="112811" y="93166"/>
                </a:lnTo>
                <a:lnTo>
                  <a:pt x="111918" y="93166"/>
                </a:lnTo>
                <a:lnTo>
                  <a:pt x="111918" y="94059"/>
                </a:lnTo>
                <a:lnTo>
                  <a:pt x="111025" y="94059"/>
                </a:lnTo>
                <a:lnTo>
                  <a:pt x="111025" y="94952"/>
                </a:lnTo>
                <a:lnTo>
                  <a:pt x="110132" y="94952"/>
                </a:lnTo>
                <a:lnTo>
                  <a:pt x="110132" y="96738"/>
                </a:lnTo>
                <a:lnTo>
                  <a:pt x="109239" y="96738"/>
                </a:lnTo>
                <a:lnTo>
                  <a:pt x="109239" y="97631"/>
                </a:lnTo>
                <a:lnTo>
                  <a:pt x="108346" y="97631"/>
                </a:lnTo>
                <a:lnTo>
                  <a:pt x="108346" y="98524"/>
                </a:lnTo>
                <a:lnTo>
                  <a:pt x="107453" y="98524"/>
                </a:lnTo>
                <a:lnTo>
                  <a:pt x="107453" y="100310"/>
                </a:lnTo>
                <a:lnTo>
                  <a:pt x="106560" y="100310"/>
                </a:lnTo>
                <a:lnTo>
                  <a:pt x="106560" y="101203"/>
                </a:lnTo>
                <a:lnTo>
                  <a:pt x="105667" y="101203"/>
                </a:lnTo>
                <a:lnTo>
                  <a:pt x="105667" y="102096"/>
                </a:lnTo>
                <a:lnTo>
                  <a:pt x="103882" y="102096"/>
                </a:lnTo>
                <a:lnTo>
                  <a:pt x="103882" y="102989"/>
                </a:lnTo>
                <a:lnTo>
                  <a:pt x="102096" y="102989"/>
                </a:lnTo>
                <a:lnTo>
                  <a:pt x="102096" y="105668"/>
                </a:lnTo>
                <a:lnTo>
                  <a:pt x="102989" y="105668"/>
                </a:lnTo>
                <a:lnTo>
                  <a:pt x="102989" y="107454"/>
                </a:lnTo>
                <a:lnTo>
                  <a:pt x="103882" y="107454"/>
                </a:lnTo>
                <a:lnTo>
                  <a:pt x="103882" y="108347"/>
                </a:lnTo>
                <a:lnTo>
                  <a:pt x="104775" y="108347"/>
                </a:lnTo>
                <a:lnTo>
                  <a:pt x="104775" y="110133"/>
                </a:lnTo>
                <a:lnTo>
                  <a:pt x="105667" y="110133"/>
                </a:lnTo>
                <a:lnTo>
                  <a:pt x="105667" y="111918"/>
                </a:lnTo>
                <a:lnTo>
                  <a:pt x="106560" y="111918"/>
                </a:lnTo>
                <a:lnTo>
                  <a:pt x="106560" y="112811"/>
                </a:lnTo>
                <a:lnTo>
                  <a:pt x="107453" y="112811"/>
                </a:lnTo>
                <a:lnTo>
                  <a:pt x="107453" y="113704"/>
                </a:lnTo>
                <a:lnTo>
                  <a:pt x="108346" y="113704"/>
                </a:lnTo>
                <a:lnTo>
                  <a:pt x="108346" y="114597"/>
                </a:lnTo>
                <a:lnTo>
                  <a:pt x="109239" y="114597"/>
                </a:lnTo>
                <a:lnTo>
                  <a:pt x="109239" y="116532"/>
                </a:lnTo>
                <a:lnTo>
                  <a:pt x="110132" y="116532"/>
                </a:lnTo>
                <a:lnTo>
                  <a:pt x="110132" y="117425"/>
                </a:lnTo>
                <a:lnTo>
                  <a:pt x="111025" y="117425"/>
                </a:lnTo>
                <a:lnTo>
                  <a:pt x="111025" y="118318"/>
                </a:lnTo>
                <a:lnTo>
                  <a:pt x="111918" y="118318"/>
                </a:lnTo>
                <a:lnTo>
                  <a:pt x="111918" y="120997"/>
                </a:lnTo>
                <a:lnTo>
                  <a:pt x="112811" y="120997"/>
                </a:lnTo>
                <a:lnTo>
                  <a:pt x="112811" y="121890"/>
                </a:lnTo>
                <a:lnTo>
                  <a:pt x="114597" y="121890"/>
                </a:lnTo>
                <a:lnTo>
                  <a:pt x="114597" y="123676"/>
                </a:lnTo>
                <a:lnTo>
                  <a:pt x="115639" y="123676"/>
                </a:lnTo>
                <a:lnTo>
                  <a:pt x="115639" y="129927"/>
                </a:lnTo>
                <a:lnTo>
                  <a:pt x="116532" y="129927"/>
                </a:lnTo>
                <a:lnTo>
                  <a:pt x="116532" y="130820"/>
                </a:lnTo>
                <a:lnTo>
                  <a:pt x="115639" y="130820"/>
                </a:lnTo>
                <a:lnTo>
                  <a:pt x="115639" y="132606"/>
                </a:lnTo>
                <a:lnTo>
                  <a:pt x="114597" y="132606"/>
                </a:lnTo>
                <a:lnTo>
                  <a:pt x="114597" y="134392"/>
                </a:lnTo>
                <a:lnTo>
                  <a:pt x="113704" y="134392"/>
                </a:lnTo>
                <a:lnTo>
                  <a:pt x="113704" y="135285"/>
                </a:lnTo>
                <a:lnTo>
                  <a:pt x="112811" y="135285"/>
                </a:lnTo>
                <a:lnTo>
                  <a:pt x="112811" y="136177"/>
                </a:lnTo>
                <a:lnTo>
                  <a:pt x="111918" y="136177"/>
                </a:lnTo>
                <a:lnTo>
                  <a:pt x="111918" y="137070"/>
                </a:lnTo>
                <a:lnTo>
                  <a:pt x="111025" y="137070"/>
                </a:lnTo>
                <a:lnTo>
                  <a:pt x="111025" y="137963"/>
                </a:lnTo>
                <a:lnTo>
                  <a:pt x="105667" y="137963"/>
                </a:lnTo>
                <a:lnTo>
                  <a:pt x="105667" y="137070"/>
                </a:lnTo>
                <a:lnTo>
                  <a:pt x="104775" y="137070"/>
                </a:lnTo>
                <a:lnTo>
                  <a:pt x="104775" y="136177"/>
                </a:lnTo>
                <a:lnTo>
                  <a:pt x="103882" y="136177"/>
                </a:lnTo>
                <a:lnTo>
                  <a:pt x="103882" y="135285"/>
                </a:lnTo>
                <a:lnTo>
                  <a:pt x="102096" y="135285"/>
                </a:lnTo>
                <a:lnTo>
                  <a:pt x="102096" y="134392"/>
                </a:lnTo>
                <a:lnTo>
                  <a:pt x="101203" y="134392"/>
                </a:lnTo>
                <a:lnTo>
                  <a:pt x="101203" y="133499"/>
                </a:lnTo>
                <a:lnTo>
                  <a:pt x="100310" y="133499"/>
                </a:lnTo>
                <a:lnTo>
                  <a:pt x="100310" y="129927"/>
                </a:lnTo>
                <a:lnTo>
                  <a:pt x="99417" y="129927"/>
                </a:lnTo>
                <a:lnTo>
                  <a:pt x="99417" y="128141"/>
                </a:lnTo>
                <a:lnTo>
                  <a:pt x="100310" y="128141"/>
                </a:lnTo>
                <a:lnTo>
                  <a:pt x="100310" y="127248"/>
                </a:lnTo>
                <a:lnTo>
                  <a:pt x="99417" y="127248"/>
                </a:lnTo>
                <a:lnTo>
                  <a:pt x="99417" y="125462"/>
                </a:lnTo>
                <a:lnTo>
                  <a:pt x="98524" y="125462"/>
                </a:lnTo>
                <a:lnTo>
                  <a:pt x="98524" y="123676"/>
                </a:lnTo>
                <a:lnTo>
                  <a:pt x="97631" y="123676"/>
                </a:lnTo>
                <a:lnTo>
                  <a:pt x="97631" y="122783"/>
                </a:lnTo>
                <a:lnTo>
                  <a:pt x="96738" y="122783"/>
                </a:lnTo>
                <a:lnTo>
                  <a:pt x="96738" y="120104"/>
                </a:lnTo>
                <a:lnTo>
                  <a:pt x="95845" y="120104"/>
                </a:lnTo>
                <a:lnTo>
                  <a:pt x="95845" y="119211"/>
                </a:lnTo>
                <a:lnTo>
                  <a:pt x="94952" y="119211"/>
                </a:lnTo>
                <a:lnTo>
                  <a:pt x="94952" y="118318"/>
                </a:lnTo>
                <a:lnTo>
                  <a:pt x="94059" y="118318"/>
                </a:lnTo>
                <a:lnTo>
                  <a:pt x="94059" y="115639"/>
                </a:lnTo>
                <a:lnTo>
                  <a:pt x="93166" y="115639"/>
                </a:lnTo>
                <a:lnTo>
                  <a:pt x="93166" y="114597"/>
                </a:lnTo>
                <a:lnTo>
                  <a:pt x="91380" y="114597"/>
                </a:lnTo>
                <a:lnTo>
                  <a:pt x="91380" y="111918"/>
                </a:lnTo>
                <a:lnTo>
                  <a:pt x="90487" y="111918"/>
                </a:lnTo>
                <a:lnTo>
                  <a:pt x="90487" y="111026"/>
                </a:lnTo>
                <a:lnTo>
                  <a:pt x="89594" y="111026"/>
                </a:lnTo>
                <a:lnTo>
                  <a:pt x="89594" y="110133"/>
                </a:lnTo>
                <a:lnTo>
                  <a:pt x="88701" y="110133"/>
                </a:lnTo>
                <a:lnTo>
                  <a:pt x="88701" y="109240"/>
                </a:lnTo>
                <a:lnTo>
                  <a:pt x="86915" y="109240"/>
                </a:lnTo>
                <a:lnTo>
                  <a:pt x="86915" y="108347"/>
                </a:lnTo>
                <a:lnTo>
                  <a:pt x="86022" y="108347"/>
                </a:lnTo>
                <a:lnTo>
                  <a:pt x="86022" y="107454"/>
                </a:lnTo>
                <a:lnTo>
                  <a:pt x="85129" y="107454"/>
                </a:lnTo>
                <a:lnTo>
                  <a:pt x="85129" y="106561"/>
                </a:lnTo>
                <a:lnTo>
                  <a:pt x="84236" y="106561"/>
                </a:lnTo>
                <a:lnTo>
                  <a:pt x="84236" y="105668"/>
                </a:lnTo>
                <a:lnTo>
                  <a:pt x="82450" y="105668"/>
                </a:lnTo>
                <a:lnTo>
                  <a:pt x="82450" y="103882"/>
                </a:lnTo>
                <a:lnTo>
                  <a:pt x="81557" y="103882"/>
                </a:lnTo>
                <a:lnTo>
                  <a:pt x="81557" y="102989"/>
                </a:lnTo>
                <a:lnTo>
                  <a:pt x="79771" y="102989"/>
                </a:lnTo>
                <a:lnTo>
                  <a:pt x="79771" y="102096"/>
                </a:lnTo>
                <a:lnTo>
                  <a:pt x="77092" y="102096"/>
                </a:lnTo>
                <a:lnTo>
                  <a:pt x="77092" y="101203"/>
                </a:lnTo>
                <a:lnTo>
                  <a:pt x="75307" y="101203"/>
                </a:lnTo>
                <a:lnTo>
                  <a:pt x="75307" y="98524"/>
                </a:lnTo>
                <a:lnTo>
                  <a:pt x="76200" y="98524"/>
                </a:lnTo>
                <a:lnTo>
                  <a:pt x="76200" y="97631"/>
                </a:lnTo>
                <a:lnTo>
                  <a:pt x="81557" y="97631"/>
                </a:lnTo>
                <a:lnTo>
                  <a:pt x="81557" y="98524"/>
                </a:lnTo>
                <a:lnTo>
                  <a:pt x="84236" y="98524"/>
                </a:lnTo>
                <a:lnTo>
                  <a:pt x="84236" y="99417"/>
                </a:lnTo>
                <a:lnTo>
                  <a:pt x="86915" y="99417"/>
                </a:lnTo>
                <a:lnTo>
                  <a:pt x="86915" y="100310"/>
                </a:lnTo>
                <a:lnTo>
                  <a:pt x="87808" y="100310"/>
                </a:lnTo>
                <a:lnTo>
                  <a:pt x="87808" y="101203"/>
                </a:lnTo>
                <a:lnTo>
                  <a:pt x="90487" y="101203"/>
                </a:lnTo>
                <a:lnTo>
                  <a:pt x="90487" y="102096"/>
                </a:lnTo>
                <a:lnTo>
                  <a:pt x="92273" y="102096"/>
                </a:lnTo>
                <a:lnTo>
                  <a:pt x="92273" y="102989"/>
                </a:lnTo>
                <a:lnTo>
                  <a:pt x="94952" y="102989"/>
                </a:lnTo>
                <a:lnTo>
                  <a:pt x="94952" y="104775"/>
                </a:lnTo>
                <a:lnTo>
                  <a:pt x="95845" y="104775"/>
                </a:lnTo>
                <a:lnTo>
                  <a:pt x="95845" y="105668"/>
                </a:lnTo>
                <a:lnTo>
                  <a:pt x="97631" y="105668"/>
                </a:lnTo>
                <a:lnTo>
                  <a:pt x="97631" y="101203"/>
                </a:lnTo>
                <a:lnTo>
                  <a:pt x="98524" y="101203"/>
                </a:lnTo>
                <a:lnTo>
                  <a:pt x="98524" y="100310"/>
                </a:lnTo>
                <a:lnTo>
                  <a:pt x="99417" y="100310"/>
                </a:lnTo>
                <a:lnTo>
                  <a:pt x="99417" y="95845"/>
                </a:lnTo>
                <a:lnTo>
                  <a:pt x="100310" y="95845"/>
                </a:lnTo>
                <a:lnTo>
                  <a:pt x="100310" y="94059"/>
                </a:lnTo>
                <a:lnTo>
                  <a:pt x="101203" y="94059"/>
                </a:lnTo>
                <a:lnTo>
                  <a:pt x="101203" y="92273"/>
                </a:lnTo>
                <a:lnTo>
                  <a:pt x="102096" y="92273"/>
                </a:lnTo>
                <a:lnTo>
                  <a:pt x="102096" y="88701"/>
                </a:lnTo>
                <a:lnTo>
                  <a:pt x="103882" y="88701"/>
                </a:lnTo>
                <a:lnTo>
                  <a:pt x="103882" y="86915"/>
                </a:lnTo>
                <a:lnTo>
                  <a:pt x="104775" y="86915"/>
                </a:lnTo>
                <a:lnTo>
                  <a:pt x="104775" y="84236"/>
                </a:lnTo>
                <a:lnTo>
                  <a:pt x="105667" y="84236"/>
                </a:lnTo>
                <a:lnTo>
                  <a:pt x="105667" y="82451"/>
                </a:lnTo>
                <a:lnTo>
                  <a:pt x="106560" y="82451"/>
                </a:lnTo>
                <a:lnTo>
                  <a:pt x="106560" y="81558"/>
                </a:lnTo>
                <a:lnTo>
                  <a:pt x="107453" y="81558"/>
                </a:lnTo>
                <a:lnTo>
                  <a:pt x="107453" y="79772"/>
                </a:lnTo>
                <a:lnTo>
                  <a:pt x="106560" y="79772"/>
                </a:lnTo>
                <a:lnTo>
                  <a:pt x="106560" y="78879"/>
                </a:lnTo>
                <a:lnTo>
                  <a:pt x="96738" y="78879"/>
                </a:lnTo>
                <a:lnTo>
                  <a:pt x="96738" y="79772"/>
                </a:lnTo>
                <a:lnTo>
                  <a:pt x="94952" y="79772"/>
                </a:lnTo>
                <a:lnTo>
                  <a:pt x="94952" y="78879"/>
                </a:lnTo>
                <a:lnTo>
                  <a:pt x="90487" y="78879"/>
                </a:lnTo>
                <a:lnTo>
                  <a:pt x="90487" y="77986"/>
                </a:lnTo>
                <a:lnTo>
                  <a:pt x="86915" y="77986"/>
                </a:lnTo>
                <a:lnTo>
                  <a:pt x="86915" y="78879"/>
                </a:lnTo>
                <a:lnTo>
                  <a:pt x="77985" y="78879"/>
                </a:lnTo>
                <a:lnTo>
                  <a:pt x="77985" y="79772"/>
                </a:lnTo>
                <a:lnTo>
                  <a:pt x="77092" y="79772"/>
                </a:lnTo>
                <a:lnTo>
                  <a:pt x="77092" y="80665"/>
                </a:lnTo>
                <a:lnTo>
                  <a:pt x="76200" y="80665"/>
                </a:lnTo>
                <a:lnTo>
                  <a:pt x="76200" y="81558"/>
                </a:lnTo>
                <a:lnTo>
                  <a:pt x="75307" y="81558"/>
                </a:lnTo>
                <a:lnTo>
                  <a:pt x="75307" y="82451"/>
                </a:lnTo>
                <a:lnTo>
                  <a:pt x="74414" y="82451"/>
                </a:lnTo>
                <a:lnTo>
                  <a:pt x="74414" y="83343"/>
                </a:lnTo>
                <a:lnTo>
                  <a:pt x="72628" y="83343"/>
                </a:lnTo>
                <a:lnTo>
                  <a:pt x="72628" y="84236"/>
                </a:lnTo>
                <a:lnTo>
                  <a:pt x="69949" y="84236"/>
                </a:lnTo>
                <a:lnTo>
                  <a:pt x="69949" y="83343"/>
                </a:lnTo>
                <a:lnTo>
                  <a:pt x="67121" y="83343"/>
                </a:lnTo>
                <a:lnTo>
                  <a:pt x="67121" y="82451"/>
                </a:lnTo>
                <a:lnTo>
                  <a:pt x="65335" y="82451"/>
                </a:lnTo>
                <a:lnTo>
                  <a:pt x="65335" y="79772"/>
                </a:lnTo>
                <a:lnTo>
                  <a:pt x="66228" y="79772"/>
                </a:lnTo>
                <a:lnTo>
                  <a:pt x="66228" y="78879"/>
                </a:lnTo>
                <a:lnTo>
                  <a:pt x="67121" y="78879"/>
                </a:lnTo>
                <a:lnTo>
                  <a:pt x="67121" y="77093"/>
                </a:lnTo>
                <a:lnTo>
                  <a:pt x="66228" y="77093"/>
                </a:lnTo>
                <a:lnTo>
                  <a:pt x="66228" y="72628"/>
                </a:lnTo>
                <a:lnTo>
                  <a:pt x="67121" y="72628"/>
                </a:lnTo>
                <a:lnTo>
                  <a:pt x="67121" y="71735"/>
                </a:lnTo>
                <a:lnTo>
                  <a:pt x="68014" y="71735"/>
                </a:lnTo>
                <a:lnTo>
                  <a:pt x="68014" y="70842"/>
                </a:lnTo>
                <a:lnTo>
                  <a:pt x="69056" y="70842"/>
                </a:lnTo>
                <a:lnTo>
                  <a:pt x="69056" y="69949"/>
                </a:lnTo>
                <a:lnTo>
                  <a:pt x="69949" y="69949"/>
                </a:lnTo>
                <a:lnTo>
                  <a:pt x="69949" y="68907"/>
                </a:lnTo>
                <a:lnTo>
                  <a:pt x="70842" y="68907"/>
                </a:lnTo>
                <a:lnTo>
                  <a:pt x="70842" y="67121"/>
                </a:lnTo>
                <a:lnTo>
                  <a:pt x="69949" y="67121"/>
                </a:lnTo>
                <a:lnTo>
                  <a:pt x="69949" y="63549"/>
                </a:lnTo>
                <a:lnTo>
                  <a:pt x="72628" y="63549"/>
                </a:lnTo>
                <a:lnTo>
                  <a:pt x="72628" y="62656"/>
                </a:lnTo>
                <a:lnTo>
                  <a:pt x="73521" y="62656"/>
                </a:lnTo>
                <a:lnTo>
                  <a:pt x="73521" y="60870"/>
                </a:lnTo>
                <a:lnTo>
                  <a:pt x="71735" y="60870"/>
                </a:lnTo>
                <a:lnTo>
                  <a:pt x="71735" y="59977"/>
                </a:lnTo>
                <a:lnTo>
                  <a:pt x="70842" y="59977"/>
                </a:lnTo>
                <a:lnTo>
                  <a:pt x="70842" y="59084"/>
                </a:lnTo>
                <a:lnTo>
                  <a:pt x="69949" y="59084"/>
                </a:lnTo>
                <a:lnTo>
                  <a:pt x="69949" y="58192"/>
                </a:lnTo>
                <a:lnTo>
                  <a:pt x="67121" y="58192"/>
                </a:lnTo>
                <a:lnTo>
                  <a:pt x="67121" y="59084"/>
                </a:lnTo>
                <a:lnTo>
                  <a:pt x="66228" y="59084"/>
                </a:lnTo>
                <a:lnTo>
                  <a:pt x="66228" y="58192"/>
                </a:lnTo>
                <a:lnTo>
                  <a:pt x="65335" y="58192"/>
                </a:lnTo>
                <a:lnTo>
                  <a:pt x="65335" y="59084"/>
                </a:lnTo>
                <a:lnTo>
                  <a:pt x="58191" y="59084"/>
                </a:lnTo>
                <a:lnTo>
                  <a:pt x="58191" y="58192"/>
                </a:lnTo>
                <a:lnTo>
                  <a:pt x="54619" y="58192"/>
                </a:lnTo>
                <a:lnTo>
                  <a:pt x="54619" y="59084"/>
                </a:lnTo>
                <a:lnTo>
                  <a:pt x="52834" y="59084"/>
                </a:lnTo>
                <a:lnTo>
                  <a:pt x="52834" y="58192"/>
                </a:lnTo>
                <a:lnTo>
                  <a:pt x="50155" y="58192"/>
                </a:lnTo>
                <a:lnTo>
                  <a:pt x="50155" y="59084"/>
                </a:lnTo>
                <a:lnTo>
                  <a:pt x="48369" y="59084"/>
                </a:lnTo>
                <a:lnTo>
                  <a:pt x="48369" y="58192"/>
                </a:lnTo>
                <a:lnTo>
                  <a:pt x="46583" y="58192"/>
                </a:lnTo>
                <a:lnTo>
                  <a:pt x="46583" y="57299"/>
                </a:lnTo>
                <a:lnTo>
                  <a:pt x="45690" y="57299"/>
                </a:lnTo>
                <a:lnTo>
                  <a:pt x="45690" y="56406"/>
                </a:lnTo>
                <a:lnTo>
                  <a:pt x="44797" y="56406"/>
                </a:lnTo>
                <a:lnTo>
                  <a:pt x="44797" y="57299"/>
                </a:lnTo>
                <a:lnTo>
                  <a:pt x="43904" y="57299"/>
                </a:lnTo>
                <a:lnTo>
                  <a:pt x="43904" y="58192"/>
                </a:lnTo>
                <a:lnTo>
                  <a:pt x="42118" y="58192"/>
                </a:lnTo>
                <a:lnTo>
                  <a:pt x="42118" y="57299"/>
                </a:lnTo>
                <a:lnTo>
                  <a:pt x="41225" y="57299"/>
                </a:lnTo>
                <a:lnTo>
                  <a:pt x="41225" y="55513"/>
                </a:lnTo>
                <a:lnTo>
                  <a:pt x="42118" y="55513"/>
                </a:lnTo>
                <a:lnTo>
                  <a:pt x="42118" y="54620"/>
                </a:lnTo>
                <a:lnTo>
                  <a:pt x="44797" y="54620"/>
                </a:lnTo>
                <a:lnTo>
                  <a:pt x="44797" y="55513"/>
                </a:lnTo>
                <a:lnTo>
                  <a:pt x="46583" y="55513"/>
                </a:lnTo>
                <a:lnTo>
                  <a:pt x="46583" y="54620"/>
                </a:lnTo>
                <a:lnTo>
                  <a:pt x="51941" y="54620"/>
                </a:lnTo>
                <a:lnTo>
                  <a:pt x="51941" y="55513"/>
                </a:lnTo>
                <a:lnTo>
                  <a:pt x="54619" y="55513"/>
                </a:lnTo>
                <a:lnTo>
                  <a:pt x="54619" y="54620"/>
                </a:lnTo>
                <a:lnTo>
                  <a:pt x="62656" y="54620"/>
                </a:lnTo>
                <a:lnTo>
                  <a:pt x="62656" y="55513"/>
                </a:lnTo>
                <a:lnTo>
                  <a:pt x="65335" y="55513"/>
                </a:lnTo>
                <a:lnTo>
                  <a:pt x="65335" y="56406"/>
                </a:lnTo>
                <a:lnTo>
                  <a:pt x="66228" y="56406"/>
                </a:lnTo>
                <a:lnTo>
                  <a:pt x="66228" y="55513"/>
                </a:lnTo>
                <a:lnTo>
                  <a:pt x="67121" y="55513"/>
                </a:lnTo>
                <a:lnTo>
                  <a:pt x="67121" y="54620"/>
                </a:lnTo>
                <a:lnTo>
                  <a:pt x="69949" y="54620"/>
                </a:lnTo>
                <a:lnTo>
                  <a:pt x="69949" y="55513"/>
                </a:lnTo>
                <a:lnTo>
                  <a:pt x="70842" y="55513"/>
                </a:lnTo>
                <a:lnTo>
                  <a:pt x="70842" y="56406"/>
                </a:lnTo>
                <a:lnTo>
                  <a:pt x="71735" y="56406"/>
                </a:lnTo>
                <a:lnTo>
                  <a:pt x="71735" y="53727"/>
                </a:lnTo>
                <a:lnTo>
                  <a:pt x="72628" y="53727"/>
                </a:lnTo>
                <a:lnTo>
                  <a:pt x="72628" y="49262"/>
                </a:lnTo>
                <a:lnTo>
                  <a:pt x="73521" y="49262"/>
                </a:lnTo>
                <a:lnTo>
                  <a:pt x="73521" y="40332"/>
                </a:lnTo>
                <a:lnTo>
                  <a:pt x="74414" y="40332"/>
                </a:lnTo>
                <a:lnTo>
                  <a:pt x="74414" y="38546"/>
                </a:lnTo>
                <a:lnTo>
                  <a:pt x="75307" y="38546"/>
                </a:lnTo>
                <a:lnTo>
                  <a:pt x="75307" y="37653"/>
                </a:lnTo>
                <a:lnTo>
                  <a:pt x="78878" y="37653"/>
                </a:lnTo>
                <a:lnTo>
                  <a:pt x="78878" y="35867"/>
                </a:lnTo>
                <a:lnTo>
                  <a:pt x="77985" y="35867"/>
                </a:lnTo>
                <a:lnTo>
                  <a:pt x="77985" y="33188"/>
                </a:lnTo>
                <a:lnTo>
                  <a:pt x="77092" y="33188"/>
                </a:lnTo>
                <a:lnTo>
                  <a:pt x="77092" y="29617"/>
                </a:lnTo>
                <a:lnTo>
                  <a:pt x="77985" y="29617"/>
                </a:lnTo>
                <a:lnTo>
                  <a:pt x="77985" y="27831"/>
                </a:lnTo>
                <a:lnTo>
                  <a:pt x="78878" y="27831"/>
                </a:lnTo>
                <a:lnTo>
                  <a:pt x="78878" y="26045"/>
                </a:lnTo>
                <a:lnTo>
                  <a:pt x="79771" y="26045"/>
                </a:lnTo>
                <a:lnTo>
                  <a:pt x="79771" y="16966"/>
                </a:lnTo>
                <a:lnTo>
                  <a:pt x="80664" y="16966"/>
                </a:lnTo>
                <a:lnTo>
                  <a:pt x="80664" y="14287"/>
                </a:lnTo>
                <a:lnTo>
                  <a:pt x="81557" y="14287"/>
                </a:lnTo>
                <a:lnTo>
                  <a:pt x="81557" y="11608"/>
                </a:lnTo>
                <a:lnTo>
                  <a:pt x="82450" y="11608"/>
                </a:lnTo>
                <a:lnTo>
                  <a:pt x="82450" y="9822"/>
                </a:lnTo>
                <a:lnTo>
                  <a:pt x="81557" y="9822"/>
                </a:lnTo>
                <a:lnTo>
                  <a:pt x="81557" y="7143"/>
                </a:lnTo>
                <a:lnTo>
                  <a:pt x="79771" y="7143"/>
                </a:lnTo>
                <a:lnTo>
                  <a:pt x="79771" y="6251"/>
                </a:lnTo>
                <a:lnTo>
                  <a:pt x="78878" y="6251"/>
                </a:lnTo>
                <a:lnTo>
                  <a:pt x="78878" y="1786"/>
                </a:lnTo>
                <a:lnTo>
                  <a:pt x="79771" y="1786"/>
                </a:lnTo>
                <a:lnTo>
                  <a:pt x="79771" y="893"/>
                </a:lnTo>
                <a:lnTo>
                  <a:pt x="83343" y="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52CDF65-B124-7015-1220-3FE69D89F67B}"/>
              </a:ext>
            </a:extLst>
          </p:cNvPr>
          <p:cNvSpPr txBox="1"/>
          <p:nvPr/>
        </p:nvSpPr>
        <p:spPr>
          <a:xfrm>
            <a:off x="4665647" y="1772342"/>
            <a:ext cx="137369" cy="136624"/>
          </a:xfrm>
          <a:custGeom>
            <a:avLst/>
            <a:gdLst/>
            <a:ahLst/>
            <a:cxnLst/>
            <a:rect l="l" t="t" r="r" b="b"/>
            <a:pathLst>
              <a:path w="137369" h="136624">
                <a:moveTo>
                  <a:pt x="40928" y="98227"/>
                </a:moveTo>
                <a:lnTo>
                  <a:pt x="46732" y="98227"/>
                </a:lnTo>
                <a:lnTo>
                  <a:pt x="46732" y="99268"/>
                </a:lnTo>
                <a:lnTo>
                  <a:pt x="47774" y="99268"/>
                </a:lnTo>
                <a:lnTo>
                  <a:pt x="47774" y="100608"/>
                </a:lnTo>
                <a:lnTo>
                  <a:pt x="46732" y="100608"/>
                </a:lnTo>
                <a:lnTo>
                  <a:pt x="46732" y="102543"/>
                </a:lnTo>
                <a:lnTo>
                  <a:pt x="42863" y="102543"/>
                </a:lnTo>
                <a:lnTo>
                  <a:pt x="42863" y="103584"/>
                </a:lnTo>
                <a:lnTo>
                  <a:pt x="41970" y="103584"/>
                </a:lnTo>
                <a:lnTo>
                  <a:pt x="41970" y="105519"/>
                </a:lnTo>
                <a:lnTo>
                  <a:pt x="40928" y="105519"/>
                </a:lnTo>
                <a:lnTo>
                  <a:pt x="40928" y="104477"/>
                </a:lnTo>
                <a:lnTo>
                  <a:pt x="38993" y="104477"/>
                </a:lnTo>
                <a:lnTo>
                  <a:pt x="38993" y="102543"/>
                </a:lnTo>
                <a:lnTo>
                  <a:pt x="36017" y="102543"/>
                </a:lnTo>
                <a:lnTo>
                  <a:pt x="36017" y="104477"/>
                </a:lnTo>
                <a:lnTo>
                  <a:pt x="35124" y="104477"/>
                </a:lnTo>
                <a:lnTo>
                  <a:pt x="35124" y="105519"/>
                </a:lnTo>
                <a:lnTo>
                  <a:pt x="34082" y="105519"/>
                </a:lnTo>
                <a:lnTo>
                  <a:pt x="34082" y="107454"/>
                </a:lnTo>
                <a:lnTo>
                  <a:pt x="33189" y="107454"/>
                </a:lnTo>
                <a:lnTo>
                  <a:pt x="33189" y="108347"/>
                </a:lnTo>
                <a:lnTo>
                  <a:pt x="32147" y="108347"/>
                </a:lnTo>
                <a:lnTo>
                  <a:pt x="32147" y="109389"/>
                </a:lnTo>
                <a:lnTo>
                  <a:pt x="30212" y="109389"/>
                </a:lnTo>
                <a:lnTo>
                  <a:pt x="30212" y="110282"/>
                </a:lnTo>
                <a:lnTo>
                  <a:pt x="29319" y="110282"/>
                </a:lnTo>
                <a:lnTo>
                  <a:pt x="29319" y="111323"/>
                </a:lnTo>
                <a:lnTo>
                  <a:pt x="28278" y="111323"/>
                </a:lnTo>
                <a:lnTo>
                  <a:pt x="28278" y="112365"/>
                </a:lnTo>
                <a:lnTo>
                  <a:pt x="27385" y="112365"/>
                </a:lnTo>
                <a:lnTo>
                  <a:pt x="27385" y="113258"/>
                </a:lnTo>
                <a:lnTo>
                  <a:pt x="23366" y="113258"/>
                </a:lnTo>
                <a:lnTo>
                  <a:pt x="23366" y="114300"/>
                </a:lnTo>
                <a:lnTo>
                  <a:pt x="22473" y="114300"/>
                </a:lnTo>
                <a:lnTo>
                  <a:pt x="22473" y="115193"/>
                </a:lnTo>
                <a:lnTo>
                  <a:pt x="21432" y="115193"/>
                </a:lnTo>
                <a:lnTo>
                  <a:pt x="21432" y="116235"/>
                </a:lnTo>
                <a:lnTo>
                  <a:pt x="19497" y="116235"/>
                </a:lnTo>
                <a:lnTo>
                  <a:pt x="19497" y="117128"/>
                </a:lnTo>
                <a:lnTo>
                  <a:pt x="18604" y="117128"/>
                </a:lnTo>
                <a:lnTo>
                  <a:pt x="18604" y="118170"/>
                </a:lnTo>
                <a:lnTo>
                  <a:pt x="15627" y="118170"/>
                </a:lnTo>
                <a:lnTo>
                  <a:pt x="15627" y="119063"/>
                </a:lnTo>
                <a:lnTo>
                  <a:pt x="14734" y="119063"/>
                </a:lnTo>
                <a:lnTo>
                  <a:pt x="14734" y="120104"/>
                </a:lnTo>
                <a:lnTo>
                  <a:pt x="13693" y="120104"/>
                </a:lnTo>
                <a:lnTo>
                  <a:pt x="13693" y="120997"/>
                </a:lnTo>
                <a:lnTo>
                  <a:pt x="12800" y="120997"/>
                </a:lnTo>
                <a:lnTo>
                  <a:pt x="12800" y="122039"/>
                </a:lnTo>
                <a:lnTo>
                  <a:pt x="11758" y="122039"/>
                </a:lnTo>
                <a:lnTo>
                  <a:pt x="11758" y="122932"/>
                </a:lnTo>
                <a:lnTo>
                  <a:pt x="6846" y="122932"/>
                </a:lnTo>
                <a:lnTo>
                  <a:pt x="6846" y="122039"/>
                </a:lnTo>
                <a:lnTo>
                  <a:pt x="5805" y="122039"/>
                </a:lnTo>
                <a:lnTo>
                  <a:pt x="5805" y="120997"/>
                </a:lnTo>
                <a:lnTo>
                  <a:pt x="3870" y="120997"/>
                </a:lnTo>
                <a:lnTo>
                  <a:pt x="3870" y="120104"/>
                </a:lnTo>
                <a:lnTo>
                  <a:pt x="2977" y="120104"/>
                </a:lnTo>
                <a:lnTo>
                  <a:pt x="2977" y="116235"/>
                </a:lnTo>
                <a:lnTo>
                  <a:pt x="1935" y="116235"/>
                </a:lnTo>
                <a:lnTo>
                  <a:pt x="1935" y="114300"/>
                </a:lnTo>
                <a:lnTo>
                  <a:pt x="1042" y="114300"/>
                </a:lnTo>
                <a:lnTo>
                  <a:pt x="1042" y="112365"/>
                </a:lnTo>
                <a:lnTo>
                  <a:pt x="0" y="112365"/>
                </a:lnTo>
                <a:lnTo>
                  <a:pt x="0" y="111919"/>
                </a:lnTo>
                <a:lnTo>
                  <a:pt x="1042" y="111919"/>
                </a:lnTo>
                <a:lnTo>
                  <a:pt x="1042" y="109389"/>
                </a:lnTo>
                <a:lnTo>
                  <a:pt x="0" y="109389"/>
                </a:lnTo>
                <a:lnTo>
                  <a:pt x="0" y="108049"/>
                </a:lnTo>
                <a:lnTo>
                  <a:pt x="1042" y="108049"/>
                </a:lnTo>
                <a:lnTo>
                  <a:pt x="1042" y="105073"/>
                </a:lnTo>
                <a:lnTo>
                  <a:pt x="2977" y="105073"/>
                </a:lnTo>
                <a:lnTo>
                  <a:pt x="2977" y="104180"/>
                </a:lnTo>
                <a:lnTo>
                  <a:pt x="8781" y="104180"/>
                </a:lnTo>
                <a:lnTo>
                  <a:pt x="8781" y="103138"/>
                </a:lnTo>
                <a:lnTo>
                  <a:pt x="10716" y="103138"/>
                </a:lnTo>
                <a:lnTo>
                  <a:pt x="10716" y="104180"/>
                </a:lnTo>
                <a:lnTo>
                  <a:pt x="14734" y="104180"/>
                </a:lnTo>
                <a:lnTo>
                  <a:pt x="14734" y="105073"/>
                </a:lnTo>
                <a:lnTo>
                  <a:pt x="16520" y="105073"/>
                </a:lnTo>
                <a:lnTo>
                  <a:pt x="16520" y="104180"/>
                </a:lnTo>
                <a:lnTo>
                  <a:pt x="18455" y="104180"/>
                </a:lnTo>
                <a:lnTo>
                  <a:pt x="18455" y="103138"/>
                </a:lnTo>
                <a:lnTo>
                  <a:pt x="21432" y="103138"/>
                </a:lnTo>
                <a:lnTo>
                  <a:pt x="21432" y="102245"/>
                </a:lnTo>
                <a:lnTo>
                  <a:pt x="22325" y="102245"/>
                </a:lnTo>
                <a:lnTo>
                  <a:pt x="22325" y="101203"/>
                </a:lnTo>
                <a:lnTo>
                  <a:pt x="22473" y="101203"/>
                </a:lnTo>
                <a:lnTo>
                  <a:pt x="22473" y="102245"/>
                </a:lnTo>
                <a:lnTo>
                  <a:pt x="24408" y="102245"/>
                </a:lnTo>
                <a:lnTo>
                  <a:pt x="24408" y="103138"/>
                </a:lnTo>
                <a:lnTo>
                  <a:pt x="28278" y="103138"/>
                </a:lnTo>
                <a:lnTo>
                  <a:pt x="28278" y="102245"/>
                </a:lnTo>
                <a:lnTo>
                  <a:pt x="34082" y="102245"/>
                </a:lnTo>
                <a:lnTo>
                  <a:pt x="34082" y="101203"/>
                </a:lnTo>
                <a:lnTo>
                  <a:pt x="36017" y="101203"/>
                </a:lnTo>
                <a:lnTo>
                  <a:pt x="36017" y="100310"/>
                </a:lnTo>
                <a:lnTo>
                  <a:pt x="36910" y="100310"/>
                </a:lnTo>
                <a:lnTo>
                  <a:pt x="36910" y="99268"/>
                </a:lnTo>
                <a:lnTo>
                  <a:pt x="40928" y="99268"/>
                </a:lnTo>
                <a:close/>
                <a:moveTo>
                  <a:pt x="99269" y="52536"/>
                </a:moveTo>
                <a:lnTo>
                  <a:pt x="103287" y="52536"/>
                </a:lnTo>
                <a:lnTo>
                  <a:pt x="103287" y="53578"/>
                </a:lnTo>
                <a:lnTo>
                  <a:pt x="106115" y="53578"/>
                </a:lnTo>
                <a:lnTo>
                  <a:pt x="106115" y="54471"/>
                </a:lnTo>
                <a:lnTo>
                  <a:pt x="107157" y="54471"/>
                </a:lnTo>
                <a:lnTo>
                  <a:pt x="107157" y="55513"/>
                </a:lnTo>
                <a:lnTo>
                  <a:pt x="108050" y="55513"/>
                </a:lnTo>
                <a:lnTo>
                  <a:pt x="108050" y="56406"/>
                </a:lnTo>
                <a:lnTo>
                  <a:pt x="112068" y="56406"/>
                </a:lnTo>
                <a:lnTo>
                  <a:pt x="112068" y="57448"/>
                </a:lnTo>
                <a:lnTo>
                  <a:pt x="116830" y="57448"/>
                </a:lnTo>
                <a:lnTo>
                  <a:pt x="116830" y="58341"/>
                </a:lnTo>
                <a:lnTo>
                  <a:pt x="117872" y="58341"/>
                </a:lnTo>
                <a:lnTo>
                  <a:pt x="117872" y="58787"/>
                </a:lnTo>
                <a:lnTo>
                  <a:pt x="116830" y="58787"/>
                </a:lnTo>
                <a:lnTo>
                  <a:pt x="116830" y="60275"/>
                </a:lnTo>
                <a:lnTo>
                  <a:pt x="119807" y="60275"/>
                </a:lnTo>
                <a:lnTo>
                  <a:pt x="119807" y="61317"/>
                </a:lnTo>
                <a:lnTo>
                  <a:pt x="120700" y="61317"/>
                </a:lnTo>
                <a:lnTo>
                  <a:pt x="120700" y="62210"/>
                </a:lnTo>
                <a:lnTo>
                  <a:pt x="121742" y="62210"/>
                </a:lnTo>
                <a:lnTo>
                  <a:pt x="121742" y="63252"/>
                </a:lnTo>
                <a:lnTo>
                  <a:pt x="122635" y="63252"/>
                </a:lnTo>
                <a:lnTo>
                  <a:pt x="122635" y="64294"/>
                </a:lnTo>
                <a:lnTo>
                  <a:pt x="124718" y="64294"/>
                </a:lnTo>
                <a:lnTo>
                  <a:pt x="124718" y="66229"/>
                </a:lnTo>
                <a:lnTo>
                  <a:pt x="125611" y="66229"/>
                </a:lnTo>
                <a:lnTo>
                  <a:pt x="125611" y="68461"/>
                </a:lnTo>
                <a:lnTo>
                  <a:pt x="123676" y="68461"/>
                </a:lnTo>
                <a:lnTo>
                  <a:pt x="123676" y="69503"/>
                </a:lnTo>
                <a:lnTo>
                  <a:pt x="122635" y="69503"/>
                </a:lnTo>
                <a:lnTo>
                  <a:pt x="122635" y="70991"/>
                </a:lnTo>
                <a:lnTo>
                  <a:pt x="123676" y="70991"/>
                </a:lnTo>
                <a:lnTo>
                  <a:pt x="123676" y="72033"/>
                </a:lnTo>
                <a:lnTo>
                  <a:pt x="124718" y="72033"/>
                </a:lnTo>
                <a:lnTo>
                  <a:pt x="124718" y="75307"/>
                </a:lnTo>
                <a:lnTo>
                  <a:pt x="123676" y="75307"/>
                </a:lnTo>
                <a:lnTo>
                  <a:pt x="123676" y="76349"/>
                </a:lnTo>
                <a:lnTo>
                  <a:pt x="122635" y="76349"/>
                </a:lnTo>
                <a:lnTo>
                  <a:pt x="122635" y="77242"/>
                </a:lnTo>
                <a:lnTo>
                  <a:pt x="121742" y="77242"/>
                </a:lnTo>
                <a:lnTo>
                  <a:pt x="121742" y="78284"/>
                </a:lnTo>
                <a:lnTo>
                  <a:pt x="119807" y="78284"/>
                </a:lnTo>
                <a:lnTo>
                  <a:pt x="119807" y="79177"/>
                </a:lnTo>
                <a:lnTo>
                  <a:pt x="116830" y="79177"/>
                </a:lnTo>
                <a:lnTo>
                  <a:pt x="116830" y="78284"/>
                </a:lnTo>
                <a:lnTo>
                  <a:pt x="114896" y="78284"/>
                </a:lnTo>
                <a:lnTo>
                  <a:pt x="114896" y="77242"/>
                </a:lnTo>
                <a:lnTo>
                  <a:pt x="112961" y="77242"/>
                </a:lnTo>
                <a:lnTo>
                  <a:pt x="112961" y="76349"/>
                </a:lnTo>
                <a:lnTo>
                  <a:pt x="111919" y="76349"/>
                </a:lnTo>
                <a:lnTo>
                  <a:pt x="111919" y="74414"/>
                </a:lnTo>
                <a:lnTo>
                  <a:pt x="110877" y="74414"/>
                </a:lnTo>
                <a:lnTo>
                  <a:pt x="110877" y="73372"/>
                </a:lnTo>
                <a:lnTo>
                  <a:pt x="108050" y="73372"/>
                </a:lnTo>
                <a:lnTo>
                  <a:pt x="108050" y="72331"/>
                </a:lnTo>
                <a:lnTo>
                  <a:pt x="107008" y="72331"/>
                </a:lnTo>
                <a:lnTo>
                  <a:pt x="107008" y="70991"/>
                </a:lnTo>
                <a:lnTo>
                  <a:pt x="108050" y="70991"/>
                </a:lnTo>
                <a:lnTo>
                  <a:pt x="108050" y="69056"/>
                </a:lnTo>
                <a:lnTo>
                  <a:pt x="108943" y="69056"/>
                </a:lnTo>
                <a:lnTo>
                  <a:pt x="108943" y="65633"/>
                </a:lnTo>
                <a:lnTo>
                  <a:pt x="108050" y="65633"/>
                </a:lnTo>
                <a:lnTo>
                  <a:pt x="108050" y="64591"/>
                </a:lnTo>
                <a:lnTo>
                  <a:pt x="107008" y="64591"/>
                </a:lnTo>
                <a:lnTo>
                  <a:pt x="107008" y="60722"/>
                </a:lnTo>
                <a:lnTo>
                  <a:pt x="106115" y="60722"/>
                </a:lnTo>
                <a:lnTo>
                  <a:pt x="106115" y="59680"/>
                </a:lnTo>
                <a:lnTo>
                  <a:pt x="104180" y="59680"/>
                </a:lnTo>
                <a:lnTo>
                  <a:pt x="104180" y="58787"/>
                </a:lnTo>
                <a:lnTo>
                  <a:pt x="103138" y="58787"/>
                </a:lnTo>
                <a:lnTo>
                  <a:pt x="103138" y="57745"/>
                </a:lnTo>
                <a:lnTo>
                  <a:pt x="98227" y="57745"/>
                </a:lnTo>
                <a:lnTo>
                  <a:pt x="98227" y="56852"/>
                </a:lnTo>
                <a:lnTo>
                  <a:pt x="97334" y="56852"/>
                </a:lnTo>
                <a:lnTo>
                  <a:pt x="97334" y="54471"/>
                </a:lnTo>
                <a:lnTo>
                  <a:pt x="98227" y="54471"/>
                </a:lnTo>
                <a:lnTo>
                  <a:pt x="98227" y="53578"/>
                </a:lnTo>
                <a:lnTo>
                  <a:pt x="99269" y="53578"/>
                </a:lnTo>
                <a:close/>
                <a:moveTo>
                  <a:pt x="29171" y="0"/>
                </a:moveTo>
                <a:lnTo>
                  <a:pt x="32147" y="0"/>
                </a:lnTo>
                <a:lnTo>
                  <a:pt x="32147" y="1042"/>
                </a:lnTo>
                <a:lnTo>
                  <a:pt x="33189" y="1042"/>
                </a:lnTo>
                <a:lnTo>
                  <a:pt x="33189" y="1935"/>
                </a:lnTo>
                <a:lnTo>
                  <a:pt x="35124" y="1935"/>
                </a:lnTo>
                <a:lnTo>
                  <a:pt x="35124" y="2977"/>
                </a:lnTo>
                <a:lnTo>
                  <a:pt x="37059" y="2977"/>
                </a:lnTo>
                <a:lnTo>
                  <a:pt x="37059" y="3870"/>
                </a:lnTo>
                <a:lnTo>
                  <a:pt x="38993" y="3870"/>
                </a:lnTo>
                <a:lnTo>
                  <a:pt x="38993" y="4911"/>
                </a:lnTo>
                <a:lnTo>
                  <a:pt x="40035" y="4911"/>
                </a:lnTo>
                <a:lnTo>
                  <a:pt x="40035" y="5804"/>
                </a:lnTo>
                <a:lnTo>
                  <a:pt x="40928" y="5804"/>
                </a:lnTo>
                <a:lnTo>
                  <a:pt x="40928" y="8781"/>
                </a:lnTo>
                <a:lnTo>
                  <a:pt x="41970" y="8781"/>
                </a:lnTo>
                <a:lnTo>
                  <a:pt x="41970" y="17859"/>
                </a:lnTo>
                <a:lnTo>
                  <a:pt x="40035" y="17859"/>
                </a:lnTo>
                <a:lnTo>
                  <a:pt x="40035" y="18901"/>
                </a:lnTo>
                <a:lnTo>
                  <a:pt x="38100" y="18901"/>
                </a:lnTo>
                <a:lnTo>
                  <a:pt x="38100" y="19794"/>
                </a:lnTo>
                <a:lnTo>
                  <a:pt x="36017" y="19794"/>
                </a:lnTo>
                <a:lnTo>
                  <a:pt x="36017" y="20836"/>
                </a:lnTo>
                <a:lnTo>
                  <a:pt x="35124" y="20836"/>
                </a:lnTo>
                <a:lnTo>
                  <a:pt x="35124" y="21729"/>
                </a:lnTo>
                <a:lnTo>
                  <a:pt x="34082" y="21729"/>
                </a:lnTo>
                <a:lnTo>
                  <a:pt x="34082" y="22771"/>
                </a:lnTo>
                <a:lnTo>
                  <a:pt x="32147" y="22771"/>
                </a:lnTo>
                <a:lnTo>
                  <a:pt x="32147" y="25747"/>
                </a:lnTo>
                <a:lnTo>
                  <a:pt x="31254" y="25747"/>
                </a:lnTo>
                <a:lnTo>
                  <a:pt x="31254" y="26640"/>
                </a:lnTo>
                <a:lnTo>
                  <a:pt x="30212" y="26640"/>
                </a:lnTo>
                <a:lnTo>
                  <a:pt x="30212" y="30510"/>
                </a:lnTo>
                <a:lnTo>
                  <a:pt x="28278" y="30510"/>
                </a:lnTo>
                <a:lnTo>
                  <a:pt x="28278" y="32445"/>
                </a:lnTo>
                <a:lnTo>
                  <a:pt x="27385" y="32445"/>
                </a:lnTo>
                <a:lnTo>
                  <a:pt x="27385" y="33486"/>
                </a:lnTo>
                <a:lnTo>
                  <a:pt x="26343" y="33486"/>
                </a:lnTo>
                <a:lnTo>
                  <a:pt x="26343" y="34379"/>
                </a:lnTo>
                <a:lnTo>
                  <a:pt x="25450" y="34379"/>
                </a:lnTo>
                <a:lnTo>
                  <a:pt x="25450" y="36314"/>
                </a:lnTo>
                <a:lnTo>
                  <a:pt x="24408" y="36314"/>
                </a:lnTo>
                <a:lnTo>
                  <a:pt x="24408" y="38398"/>
                </a:lnTo>
                <a:lnTo>
                  <a:pt x="23366" y="38398"/>
                </a:lnTo>
                <a:lnTo>
                  <a:pt x="23366" y="39291"/>
                </a:lnTo>
                <a:lnTo>
                  <a:pt x="22473" y="39291"/>
                </a:lnTo>
                <a:lnTo>
                  <a:pt x="22473" y="40332"/>
                </a:lnTo>
                <a:lnTo>
                  <a:pt x="21432" y="40332"/>
                </a:lnTo>
                <a:lnTo>
                  <a:pt x="21432" y="41225"/>
                </a:lnTo>
                <a:lnTo>
                  <a:pt x="20539" y="41225"/>
                </a:lnTo>
                <a:lnTo>
                  <a:pt x="20539" y="42267"/>
                </a:lnTo>
                <a:lnTo>
                  <a:pt x="18604" y="42267"/>
                </a:lnTo>
                <a:lnTo>
                  <a:pt x="18604" y="43160"/>
                </a:lnTo>
                <a:lnTo>
                  <a:pt x="17562" y="43160"/>
                </a:lnTo>
                <a:lnTo>
                  <a:pt x="17562" y="44202"/>
                </a:lnTo>
                <a:lnTo>
                  <a:pt x="16669" y="44202"/>
                </a:lnTo>
                <a:lnTo>
                  <a:pt x="16669" y="47625"/>
                </a:lnTo>
                <a:lnTo>
                  <a:pt x="17562" y="47625"/>
                </a:lnTo>
                <a:lnTo>
                  <a:pt x="17562" y="48667"/>
                </a:lnTo>
                <a:lnTo>
                  <a:pt x="21432" y="48667"/>
                </a:lnTo>
                <a:lnTo>
                  <a:pt x="21432" y="49560"/>
                </a:lnTo>
                <a:lnTo>
                  <a:pt x="26343" y="49560"/>
                </a:lnTo>
                <a:lnTo>
                  <a:pt x="26343" y="50602"/>
                </a:lnTo>
                <a:lnTo>
                  <a:pt x="27385" y="50602"/>
                </a:lnTo>
                <a:lnTo>
                  <a:pt x="27385" y="51643"/>
                </a:lnTo>
                <a:lnTo>
                  <a:pt x="30212" y="51643"/>
                </a:lnTo>
                <a:lnTo>
                  <a:pt x="30212" y="48667"/>
                </a:lnTo>
                <a:lnTo>
                  <a:pt x="31105" y="48667"/>
                </a:lnTo>
                <a:lnTo>
                  <a:pt x="31105" y="47625"/>
                </a:lnTo>
                <a:lnTo>
                  <a:pt x="32147" y="47625"/>
                </a:lnTo>
                <a:lnTo>
                  <a:pt x="32147" y="46732"/>
                </a:lnTo>
                <a:lnTo>
                  <a:pt x="34975" y="46732"/>
                </a:lnTo>
                <a:lnTo>
                  <a:pt x="34975" y="45690"/>
                </a:lnTo>
                <a:lnTo>
                  <a:pt x="36017" y="45690"/>
                </a:lnTo>
                <a:lnTo>
                  <a:pt x="36017" y="41821"/>
                </a:lnTo>
                <a:lnTo>
                  <a:pt x="36910" y="41821"/>
                </a:lnTo>
                <a:lnTo>
                  <a:pt x="36910" y="38993"/>
                </a:lnTo>
                <a:lnTo>
                  <a:pt x="37951" y="38993"/>
                </a:lnTo>
                <a:lnTo>
                  <a:pt x="37951" y="36909"/>
                </a:lnTo>
                <a:lnTo>
                  <a:pt x="38993" y="36909"/>
                </a:lnTo>
                <a:lnTo>
                  <a:pt x="38993" y="34975"/>
                </a:lnTo>
                <a:lnTo>
                  <a:pt x="39886" y="34975"/>
                </a:lnTo>
                <a:lnTo>
                  <a:pt x="39886" y="34082"/>
                </a:lnTo>
                <a:lnTo>
                  <a:pt x="40928" y="34082"/>
                </a:lnTo>
                <a:lnTo>
                  <a:pt x="40928" y="33040"/>
                </a:lnTo>
                <a:lnTo>
                  <a:pt x="41821" y="33040"/>
                </a:lnTo>
                <a:lnTo>
                  <a:pt x="41821" y="31105"/>
                </a:lnTo>
                <a:lnTo>
                  <a:pt x="44798" y="31105"/>
                </a:lnTo>
                <a:lnTo>
                  <a:pt x="44798" y="32147"/>
                </a:lnTo>
                <a:lnTo>
                  <a:pt x="45839" y="32147"/>
                </a:lnTo>
                <a:lnTo>
                  <a:pt x="45839" y="33040"/>
                </a:lnTo>
                <a:lnTo>
                  <a:pt x="46732" y="33040"/>
                </a:lnTo>
                <a:lnTo>
                  <a:pt x="46732" y="34082"/>
                </a:lnTo>
                <a:lnTo>
                  <a:pt x="47774" y="34082"/>
                </a:lnTo>
                <a:lnTo>
                  <a:pt x="47774" y="34975"/>
                </a:lnTo>
                <a:lnTo>
                  <a:pt x="48667" y="34975"/>
                </a:lnTo>
                <a:lnTo>
                  <a:pt x="48667" y="38993"/>
                </a:lnTo>
                <a:lnTo>
                  <a:pt x="49709" y="38993"/>
                </a:lnTo>
                <a:lnTo>
                  <a:pt x="49709" y="39886"/>
                </a:lnTo>
                <a:lnTo>
                  <a:pt x="51644" y="39886"/>
                </a:lnTo>
                <a:lnTo>
                  <a:pt x="51644" y="42267"/>
                </a:lnTo>
                <a:lnTo>
                  <a:pt x="50751" y="42267"/>
                </a:lnTo>
                <a:lnTo>
                  <a:pt x="50751" y="43160"/>
                </a:lnTo>
                <a:lnTo>
                  <a:pt x="49709" y="43160"/>
                </a:lnTo>
                <a:lnTo>
                  <a:pt x="49709" y="44202"/>
                </a:lnTo>
                <a:lnTo>
                  <a:pt x="48667" y="44202"/>
                </a:lnTo>
                <a:lnTo>
                  <a:pt x="48667" y="45095"/>
                </a:lnTo>
                <a:lnTo>
                  <a:pt x="46732" y="45095"/>
                </a:lnTo>
                <a:lnTo>
                  <a:pt x="46732" y="46137"/>
                </a:lnTo>
                <a:lnTo>
                  <a:pt x="45839" y="46137"/>
                </a:lnTo>
                <a:lnTo>
                  <a:pt x="45839" y="48965"/>
                </a:lnTo>
                <a:lnTo>
                  <a:pt x="44798" y="48965"/>
                </a:lnTo>
                <a:lnTo>
                  <a:pt x="44798" y="50006"/>
                </a:lnTo>
                <a:lnTo>
                  <a:pt x="42863" y="50006"/>
                </a:lnTo>
                <a:lnTo>
                  <a:pt x="42863" y="51941"/>
                </a:lnTo>
                <a:lnTo>
                  <a:pt x="40928" y="51941"/>
                </a:lnTo>
                <a:lnTo>
                  <a:pt x="40928" y="52983"/>
                </a:lnTo>
                <a:lnTo>
                  <a:pt x="40035" y="52983"/>
                </a:lnTo>
                <a:lnTo>
                  <a:pt x="40035" y="54918"/>
                </a:lnTo>
                <a:lnTo>
                  <a:pt x="38993" y="54918"/>
                </a:lnTo>
                <a:lnTo>
                  <a:pt x="38993" y="55811"/>
                </a:lnTo>
                <a:lnTo>
                  <a:pt x="38100" y="55811"/>
                </a:lnTo>
                <a:lnTo>
                  <a:pt x="38100" y="56852"/>
                </a:lnTo>
                <a:lnTo>
                  <a:pt x="37059" y="56852"/>
                </a:lnTo>
                <a:lnTo>
                  <a:pt x="37059" y="57745"/>
                </a:lnTo>
                <a:lnTo>
                  <a:pt x="36017" y="57745"/>
                </a:lnTo>
                <a:lnTo>
                  <a:pt x="36017" y="58787"/>
                </a:lnTo>
                <a:lnTo>
                  <a:pt x="35124" y="58787"/>
                </a:lnTo>
                <a:lnTo>
                  <a:pt x="35124" y="60722"/>
                </a:lnTo>
                <a:lnTo>
                  <a:pt x="34082" y="60722"/>
                </a:lnTo>
                <a:lnTo>
                  <a:pt x="34082" y="61615"/>
                </a:lnTo>
                <a:lnTo>
                  <a:pt x="32147" y="61615"/>
                </a:lnTo>
                <a:lnTo>
                  <a:pt x="32147" y="62657"/>
                </a:lnTo>
                <a:lnTo>
                  <a:pt x="31254" y="62657"/>
                </a:lnTo>
                <a:lnTo>
                  <a:pt x="31254" y="64591"/>
                </a:lnTo>
                <a:lnTo>
                  <a:pt x="30212" y="64591"/>
                </a:lnTo>
                <a:lnTo>
                  <a:pt x="30212" y="66526"/>
                </a:lnTo>
                <a:lnTo>
                  <a:pt x="29319" y="66526"/>
                </a:lnTo>
                <a:lnTo>
                  <a:pt x="29319" y="68461"/>
                </a:lnTo>
                <a:lnTo>
                  <a:pt x="28278" y="68461"/>
                </a:lnTo>
                <a:lnTo>
                  <a:pt x="28278" y="69503"/>
                </a:lnTo>
                <a:lnTo>
                  <a:pt x="26343" y="69503"/>
                </a:lnTo>
                <a:lnTo>
                  <a:pt x="26343" y="72033"/>
                </a:lnTo>
                <a:lnTo>
                  <a:pt x="27385" y="72033"/>
                </a:lnTo>
                <a:lnTo>
                  <a:pt x="27385" y="75902"/>
                </a:lnTo>
                <a:lnTo>
                  <a:pt x="28278" y="75902"/>
                </a:lnTo>
                <a:lnTo>
                  <a:pt x="28278" y="76944"/>
                </a:lnTo>
                <a:lnTo>
                  <a:pt x="30212" y="76944"/>
                </a:lnTo>
                <a:lnTo>
                  <a:pt x="30212" y="75902"/>
                </a:lnTo>
                <a:lnTo>
                  <a:pt x="37951" y="75902"/>
                </a:lnTo>
                <a:lnTo>
                  <a:pt x="37951" y="75009"/>
                </a:lnTo>
                <a:lnTo>
                  <a:pt x="40928" y="75009"/>
                </a:lnTo>
                <a:lnTo>
                  <a:pt x="40928" y="73968"/>
                </a:lnTo>
                <a:lnTo>
                  <a:pt x="45691" y="73968"/>
                </a:lnTo>
                <a:lnTo>
                  <a:pt x="45691" y="72926"/>
                </a:lnTo>
                <a:lnTo>
                  <a:pt x="46732" y="72926"/>
                </a:lnTo>
                <a:lnTo>
                  <a:pt x="46732" y="68163"/>
                </a:lnTo>
                <a:lnTo>
                  <a:pt x="47625" y="68163"/>
                </a:lnTo>
                <a:lnTo>
                  <a:pt x="47625" y="67122"/>
                </a:lnTo>
                <a:lnTo>
                  <a:pt x="48667" y="67122"/>
                </a:lnTo>
                <a:lnTo>
                  <a:pt x="48667" y="66229"/>
                </a:lnTo>
                <a:lnTo>
                  <a:pt x="49560" y="66229"/>
                </a:lnTo>
                <a:lnTo>
                  <a:pt x="49560" y="65187"/>
                </a:lnTo>
                <a:lnTo>
                  <a:pt x="52685" y="65187"/>
                </a:lnTo>
                <a:lnTo>
                  <a:pt x="52685" y="66229"/>
                </a:lnTo>
                <a:lnTo>
                  <a:pt x="54620" y="66229"/>
                </a:lnTo>
                <a:lnTo>
                  <a:pt x="54620" y="69056"/>
                </a:lnTo>
                <a:lnTo>
                  <a:pt x="58341" y="69056"/>
                </a:lnTo>
                <a:lnTo>
                  <a:pt x="58341" y="68163"/>
                </a:lnTo>
                <a:lnTo>
                  <a:pt x="59383" y="68163"/>
                </a:lnTo>
                <a:lnTo>
                  <a:pt x="59383" y="67122"/>
                </a:lnTo>
                <a:lnTo>
                  <a:pt x="60276" y="67122"/>
                </a:lnTo>
                <a:lnTo>
                  <a:pt x="60276" y="66229"/>
                </a:lnTo>
                <a:lnTo>
                  <a:pt x="61318" y="66229"/>
                </a:lnTo>
                <a:lnTo>
                  <a:pt x="61318" y="65187"/>
                </a:lnTo>
                <a:lnTo>
                  <a:pt x="62210" y="65187"/>
                </a:lnTo>
                <a:lnTo>
                  <a:pt x="62210" y="63698"/>
                </a:lnTo>
                <a:lnTo>
                  <a:pt x="61318" y="63698"/>
                </a:lnTo>
                <a:lnTo>
                  <a:pt x="61318" y="62657"/>
                </a:lnTo>
                <a:lnTo>
                  <a:pt x="60276" y="62657"/>
                </a:lnTo>
                <a:lnTo>
                  <a:pt x="60276" y="61615"/>
                </a:lnTo>
                <a:lnTo>
                  <a:pt x="59383" y="61615"/>
                </a:lnTo>
                <a:lnTo>
                  <a:pt x="59383" y="60275"/>
                </a:lnTo>
                <a:lnTo>
                  <a:pt x="60276" y="60275"/>
                </a:lnTo>
                <a:lnTo>
                  <a:pt x="60276" y="59382"/>
                </a:lnTo>
                <a:lnTo>
                  <a:pt x="61318" y="59382"/>
                </a:lnTo>
                <a:lnTo>
                  <a:pt x="61318" y="58341"/>
                </a:lnTo>
                <a:lnTo>
                  <a:pt x="62210" y="58341"/>
                </a:lnTo>
                <a:lnTo>
                  <a:pt x="62210" y="57448"/>
                </a:lnTo>
                <a:lnTo>
                  <a:pt x="64294" y="57448"/>
                </a:lnTo>
                <a:lnTo>
                  <a:pt x="64294" y="56406"/>
                </a:lnTo>
                <a:lnTo>
                  <a:pt x="65187" y="56406"/>
                </a:lnTo>
                <a:lnTo>
                  <a:pt x="65187" y="55513"/>
                </a:lnTo>
                <a:lnTo>
                  <a:pt x="66229" y="55513"/>
                </a:lnTo>
                <a:lnTo>
                  <a:pt x="66229" y="54471"/>
                </a:lnTo>
                <a:lnTo>
                  <a:pt x="67122" y="54471"/>
                </a:lnTo>
                <a:lnTo>
                  <a:pt x="67122" y="53578"/>
                </a:lnTo>
                <a:lnTo>
                  <a:pt x="67271" y="53578"/>
                </a:lnTo>
                <a:lnTo>
                  <a:pt x="67271" y="54471"/>
                </a:lnTo>
                <a:lnTo>
                  <a:pt x="68164" y="54471"/>
                </a:lnTo>
                <a:lnTo>
                  <a:pt x="68164" y="56406"/>
                </a:lnTo>
                <a:lnTo>
                  <a:pt x="70991" y="56406"/>
                </a:lnTo>
                <a:lnTo>
                  <a:pt x="70991" y="55513"/>
                </a:lnTo>
                <a:lnTo>
                  <a:pt x="72033" y="55513"/>
                </a:lnTo>
                <a:lnTo>
                  <a:pt x="72033" y="53876"/>
                </a:lnTo>
                <a:lnTo>
                  <a:pt x="70991" y="53876"/>
                </a:lnTo>
                <a:lnTo>
                  <a:pt x="70991" y="52983"/>
                </a:lnTo>
                <a:lnTo>
                  <a:pt x="68164" y="52983"/>
                </a:lnTo>
                <a:lnTo>
                  <a:pt x="68164" y="51643"/>
                </a:lnTo>
                <a:lnTo>
                  <a:pt x="69057" y="51643"/>
                </a:lnTo>
                <a:lnTo>
                  <a:pt x="69057" y="49560"/>
                </a:lnTo>
                <a:lnTo>
                  <a:pt x="70098" y="49560"/>
                </a:lnTo>
                <a:lnTo>
                  <a:pt x="70098" y="47625"/>
                </a:lnTo>
                <a:lnTo>
                  <a:pt x="70991" y="47625"/>
                </a:lnTo>
                <a:lnTo>
                  <a:pt x="70991" y="45690"/>
                </a:lnTo>
                <a:lnTo>
                  <a:pt x="72033" y="45690"/>
                </a:lnTo>
                <a:lnTo>
                  <a:pt x="72033" y="44797"/>
                </a:lnTo>
                <a:lnTo>
                  <a:pt x="72926" y="44797"/>
                </a:lnTo>
                <a:lnTo>
                  <a:pt x="72926" y="43756"/>
                </a:lnTo>
                <a:lnTo>
                  <a:pt x="73968" y="43756"/>
                </a:lnTo>
                <a:lnTo>
                  <a:pt x="73968" y="42863"/>
                </a:lnTo>
                <a:lnTo>
                  <a:pt x="75010" y="42863"/>
                </a:lnTo>
                <a:lnTo>
                  <a:pt x="75010" y="41821"/>
                </a:lnTo>
                <a:lnTo>
                  <a:pt x="75903" y="41821"/>
                </a:lnTo>
                <a:lnTo>
                  <a:pt x="75903" y="40928"/>
                </a:lnTo>
                <a:lnTo>
                  <a:pt x="76944" y="40928"/>
                </a:lnTo>
                <a:lnTo>
                  <a:pt x="76944" y="36909"/>
                </a:lnTo>
                <a:lnTo>
                  <a:pt x="77837" y="36909"/>
                </a:lnTo>
                <a:lnTo>
                  <a:pt x="77837" y="36016"/>
                </a:lnTo>
                <a:lnTo>
                  <a:pt x="78879" y="36016"/>
                </a:lnTo>
                <a:lnTo>
                  <a:pt x="78879" y="34975"/>
                </a:lnTo>
                <a:lnTo>
                  <a:pt x="79772" y="34975"/>
                </a:lnTo>
                <a:lnTo>
                  <a:pt x="79772" y="29617"/>
                </a:lnTo>
                <a:lnTo>
                  <a:pt x="78879" y="29617"/>
                </a:lnTo>
                <a:lnTo>
                  <a:pt x="78879" y="28575"/>
                </a:lnTo>
                <a:lnTo>
                  <a:pt x="75010" y="28575"/>
                </a:lnTo>
                <a:lnTo>
                  <a:pt x="75010" y="29617"/>
                </a:lnTo>
                <a:lnTo>
                  <a:pt x="74117" y="29617"/>
                </a:lnTo>
                <a:lnTo>
                  <a:pt x="74117" y="30510"/>
                </a:lnTo>
                <a:lnTo>
                  <a:pt x="70098" y="30510"/>
                </a:lnTo>
                <a:lnTo>
                  <a:pt x="70098" y="29617"/>
                </a:lnTo>
                <a:lnTo>
                  <a:pt x="66229" y="29617"/>
                </a:lnTo>
                <a:lnTo>
                  <a:pt x="66229" y="30510"/>
                </a:lnTo>
                <a:lnTo>
                  <a:pt x="63252" y="30510"/>
                </a:lnTo>
                <a:lnTo>
                  <a:pt x="63252" y="29617"/>
                </a:lnTo>
                <a:lnTo>
                  <a:pt x="61318" y="29617"/>
                </a:lnTo>
                <a:lnTo>
                  <a:pt x="61318" y="28575"/>
                </a:lnTo>
                <a:lnTo>
                  <a:pt x="59383" y="28575"/>
                </a:lnTo>
                <a:lnTo>
                  <a:pt x="59383" y="29617"/>
                </a:lnTo>
                <a:lnTo>
                  <a:pt x="58490" y="29617"/>
                </a:lnTo>
                <a:lnTo>
                  <a:pt x="58490" y="30510"/>
                </a:lnTo>
                <a:lnTo>
                  <a:pt x="56555" y="30510"/>
                </a:lnTo>
                <a:lnTo>
                  <a:pt x="56555" y="31552"/>
                </a:lnTo>
                <a:lnTo>
                  <a:pt x="55513" y="31552"/>
                </a:lnTo>
                <a:lnTo>
                  <a:pt x="55513" y="30510"/>
                </a:lnTo>
                <a:lnTo>
                  <a:pt x="52685" y="30510"/>
                </a:lnTo>
                <a:lnTo>
                  <a:pt x="52685" y="31552"/>
                </a:lnTo>
                <a:lnTo>
                  <a:pt x="50602" y="31552"/>
                </a:lnTo>
                <a:lnTo>
                  <a:pt x="50602" y="30510"/>
                </a:lnTo>
                <a:lnTo>
                  <a:pt x="49560" y="30510"/>
                </a:lnTo>
                <a:lnTo>
                  <a:pt x="49560" y="28575"/>
                </a:lnTo>
                <a:lnTo>
                  <a:pt x="48667" y="28575"/>
                </a:lnTo>
                <a:lnTo>
                  <a:pt x="48667" y="26343"/>
                </a:lnTo>
                <a:lnTo>
                  <a:pt x="49560" y="26343"/>
                </a:lnTo>
                <a:lnTo>
                  <a:pt x="49560" y="25301"/>
                </a:lnTo>
                <a:lnTo>
                  <a:pt x="50602" y="25301"/>
                </a:lnTo>
                <a:lnTo>
                  <a:pt x="50602" y="24259"/>
                </a:lnTo>
                <a:lnTo>
                  <a:pt x="54620" y="24259"/>
                </a:lnTo>
                <a:lnTo>
                  <a:pt x="54620" y="25301"/>
                </a:lnTo>
                <a:lnTo>
                  <a:pt x="56406" y="25301"/>
                </a:lnTo>
                <a:lnTo>
                  <a:pt x="56406" y="24259"/>
                </a:lnTo>
                <a:lnTo>
                  <a:pt x="59383" y="24259"/>
                </a:lnTo>
                <a:lnTo>
                  <a:pt x="59383" y="25301"/>
                </a:lnTo>
                <a:lnTo>
                  <a:pt x="62210" y="25301"/>
                </a:lnTo>
                <a:lnTo>
                  <a:pt x="62210" y="24259"/>
                </a:lnTo>
                <a:lnTo>
                  <a:pt x="63401" y="24259"/>
                </a:lnTo>
                <a:lnTo>
                  <a:pt x="63401" y="25301"/>
                </a:lnTo>
                <a:lnTo>
                  <a:pt x="72033" y="25301"/>
                </a:lnTo>
                <a:lnTo>
                  <a:pt x="72033" y="24259"/>
                </a:lnTo>
                <a:lnTo>
                  <a:pt x="75010" y="24259"/>
                </a:lnTo>
                <a:lnTo>
                  <a:pt x="75010" y="25301"/>
                </a:lnTo>
                <a:lnTo>
                  <a:pt x="76944" y="25301"/>
                </a:lnTo>
                <a:lnTo>
                  <a:pt x="76944" y="22324"/>
                </a:lnTo>
                <a:lnTo>
                  <a:pt x="78879" y="22324"/>
                </a:lnTo>
                <a:lnTo>
                  <a:pt x="78879" y="21431"/>
                </a:lnTo>
                <a:lnTo>
                  <a:pt x="79772" y="21431"/>
                </a:lnTo>
                <a:lnTo>
                  <a:pt x="79772" y="20390"/>
                </a:lnTo>
                <a:lnTo>
                  <a:pt x="80814" y="20390"/>
                </a:lnTo>
                <a:lnTo>
                  <a:pt x="80814" y="17859"/>
                </a:lnTo>
                <a:lnTo>
                  <a:pt x="79772" y="17859"/>
                </a:lnTo>
                <a:lnTo>
                  <a:pt x="79772" y="16966"/>
                </a:lnTo>
                <a:lnTo>
                  <a:pt x="78879" y="16966"/>
                </a:lnTo>
                <a:lnTo>
                  <a:pt x="78879" y="15925"/>
                </a:lnTo>
                <a:lnTo>
                  <a:pt x="77837" y="15925"/>
                </a:lnTo>
                <a:lnTo>
                  <a:pt x="77837" y="15032"/>
                </a:lnTo>
                <a:lnTo>
                  <a:pt x="75903" y="15032"/>
                </a:lnTo>
                <a:lnTo>
                  <a:pt x="75903" y="12055"/>
                </a:lnTo>
                <a:lnTo>
                  <a:pt x="72926" y="12055"/>
                </a:lnTo>
                <a:lnTo>
                  <a:pt x="72926" y="11013"/>
                </a:lnTo>
                <a:lnTo>
                  <a:pt x="69205" y="11013"/>
                </a:lnTo>
                <a:lnTo>
                  <a:pt x="69205" y="12055"/>
                </a:lnTo>
                <a:lnTo>
                  <a:pt x="69057" y="12055"/>
                </a:lnTo>
                <a:lnTo>
                  <a:pt x="69057" y="11013"/>
                </a:lnTo>
                <a:lnTo>
                  <a:pt x="68164" y="11013"/>
                </a:lnTo>
                <a:lnTo>
                  <a:pt x="68164" y="4911"/>
                </a:lnTo>
                <a:lnTo>
                  <a:pt x="69057" y="4911"/>
                </a:lnTo>
                <a:lnTo>
                  <a:pt x="69057" y="3870"/>
                </a:lnTo>
                <a:lnTo>
                  <a:pt x="75010" y="3870"/>
                </a:lnTo>
                <a:lnTo>
                  <a:pt x="75010" y="2977"/>
                </a:lnTo>
                <a:lnTo>
                  <a:pt x="77986" y="2977"/>
                </a:lnTo>
                <a:lnTo>
                  <a:pt x="77986" y="3870"/>
                </a:lnTo>
                <a:lnTo>
                  <a:pt x="78879" y="3870"/>
                </a:lnTo>
                <a:lnTo>
                  <a:pt x="78879" y="4911"/>
                </a:lnTo>
                <a:lnTo>
                  <a:pt x="81856" y="4911"/>
                </a:lnTo>
                <a:lnTo>
                  <a:pt x="81856" y="5804"/>
                </a:lnTo>
                <a:lnTo>
                  <a:pt x="84684" y="5804"/>
                </a:lnTo>
                <a:lnTo>
                  <a:pt x="84684" y="6846"/>
                </a:lnTo>
                <a:lnTo>
                  <a:pt x="88702" y="6846"/>
                </a:lnTo>
                <a:lnTo>
                  <a:pt x="88702" y="9674"/>
                </a:lnTo>
                <a:lnTo>
                  <a:pt x="91530" y="9674"/>
                </a:lnTo>
                <a:lnTo>
                  <a:pt x="91530" y="10716"/>
                </a:lnTo>
                <a:lnTo>
                  <a:pt x="92571" y="10716"/>
                </a:lnTo>
                <a:lnTo>
                  <a:pt x="92571" y="11609"/>
                </a:lnTo>
                <a:lnTo>
                  <a:pt x="93464" y="11609"/>
                </a:lnTo>
                <a:lnTo>
                  <a:pt x="93464" y="14585"/>
                </a:lnTo>
                <a:lnTo>
                  <a:pt x="94506" y="14585"/>
                </a:lnTo>
                <a:lnTo>
                  <a:pt x="94506" y="16520"/>
                </a:lnTo>
                <a:lnTo>
                  <a:pt x="95399" y="16520"/>
                </a:lnTo>
                <a:lnTo>
                  <a:pt x="95399" y="20390"/>
                </a:lnTo>
                <a:lnTo>
                  <a:pt x="96441" y="20390"/>
                </a:lnTo>
                <a:lnTo>
                  <a:pt x="96441" y="24259"/>
                </a:lnTo>
                <a:lnTo>
                  <a:pt x="97334" y="24259"/>
                </a:lnTo>
                <a:lnTo>
                  <a:pt x="97334" y="25301"/>
                </a:lnTo>
                <a:lnTo>
                  <a:pt x="99269" y="25301"/>
                </a:lnTo>
                <a:lnTo>
                  <a:pt x="99269" y="24259"/>
                </a:lnTo>
                <a:lnTo>
                  <a:pt x="99418" y="24259"/>
                </a:lnTo>
                <a:lnTo>
                  <a:pt x="99418" y="25301"/>
                </a:lnTo>
                <a:lnTo>
                  <a:pt x="101203" y="25301"/>
                </a:lnTo>
                <a:lnTo>
                  <a:pt x="101203" y="24259"/>
                </a:lnTo>
                <a:lnTo>
                  <a:pt x="109984" y="24259"/>
                </a:lnTo>
                <a:lnTo>
                  <a:pt x="109984" y="23366"/>
                </a:lnTo>
                <a:lnTo>
                  <a:pt x="111919" y="23366"/>
                </a:lnTo>
                <a:lnTo>
                  <a:pt x="111919" y="22324"/>
                </a:lnTo>
                <a:lnTo>
                  <a:pt x="112961" y="22324"/>
                </a:lnTo>
                <a:lnTo>
                  <a:pt x="112961" y="21431"/>
                </a:lnTo>
                <a:lnTo>
                  <a:pt x="113854" y="21431"/>
                </a:lnTo>
                <a:lnTo>
                  <a:pt x="113854" y="20390"/>
                </a:lnTo>
                <a:lnTo>
                  <a:pt x="114896" y="20390"/>
                </a:lnTo>
                <a:lnTo>
                  <a:pt x="114896" y="19497"/>
                </a:lnTo>
                <a:lnTo>
                  <a:pt x="115789" y="19497"/>
                </a:lnTo>
                <a:lnTo>
                  <a:pt x="115789" y="17562"/>
                </a:lnTo>
                <a:lnTo>
                  <a:pt x="116830" y="17562"/>
                </a:lnTo>
                <a:lnTo>
                  <a:pt x="116830" y="16520"/>
                </a:lnTo>
                <a:lnTo>
                  <a:pt x="117723" y="16520"/>
                </a:lnTo>
                <a:lnTo>
                  <a:pt x="117723" y="15627"/>
                </a:lnTo>
                <a:lnTo>
                  <a:pt x="120700" y="15627"/>
                </a:lnTo>
                <a:lnTo>
                  <a:pt x="120700" y="14585"/>
                </a:lnTo>
                <a:lnTo>
                  <a:pt x="124718" y="14585"/>
                </a:lnTo>
                <a:lnTo>
                  <a:pt x="124718" y="15627"/>
                </a:lnTo>
                <a:lnTo>
                  <a:pt x="126653" y="15627"/>
                </a:lnTo>
                <a:lnTo>
                  <a:pt x="126653" y="16520"/>
                </a:lnTo>
                <a:lnTo>
                  <a:pt x="128588" y="16520"/>
                </a:lnTo>
                <a:lnTo>
                  <a:pt x="128588" y="19497"/>
                </a:lnTo>
                <a:lnTo>
                  <a:pt x="129481" y="19497"/>
                </a:lnTo>
                <a:lnTo>
                  <a:pt x="129481" y="21431"/>
                </a:lnTo>
                <a:lnTo>
                  <a:pt x="130523" y="21431"/>
                </a:lnTo>
                <a:lnTo>
                  <a:pt x="130523" y="23366"/>
                </a:lnTo>
                <a:lnTo>
                  <a:pt x="131416" y="23366"/>
                </a:lnTo>
                <a:lnTo>
                  <a:pt x="131416" y="24259"/>
                </a:lnTo>
                <a:lnTo>
                  <a:pt x="133350" y="24259"/>
                </a:lnTo>
                <a:lnTo>
                  <a:pt x="133350" y="25301"/>
                </a:lnTo>
                <a:lnTo>
                  <a:pt x="134392" y="25301"/>
                </a:lnTo>
                <a:lnTo>
                  <a:pt x="134392" y="27682"/>
                </a:lnTo>
                <a:lnTo>
                  <a:pt x="133350" y="27682"/>
                </a:lnTo>
                <a:lnTo>
                  <a:pt x="133350" y="28575"/>
                </a:lnTo>
                <a:lnTo>
                  <a:pt x="132457" y="28575"/>
                </a:lnTo>
                <a:lnTo>
                  <a:pt x="132457" y="31552"/>
                </a:lnTo>
                <a:lnTo>
                  <a:pt x="131416" y="31552"/>
                </a:lnTo>
                <a:lnTo>
                  <a:pt x="131416" y="32445"/>
                </a:lnTo>
                <a:lnTo>
                  <a:pt x="130523" y="32445"/>
                </a:lnTo>
                <a:lnTo>
                  <a:pt x="130523" y="33486"/>
                </a:lnTo>
                <a:lnTo>
                  <a:pt x="129481" y="33486"/>
                </a:lnTo>
                <a:lnTo>
                  <a:pt x="129481" y="32445"/>
                </a:lnTo>
                <a:lnTo>
                  <a:pt x="127546" y="32445"/>
                </a:lnTo>
                <a:lnTo>
                  <a:pt x="127546" y="31552"/>
                </a:lnTo>
                <a:lnTo>
                  <a:pt x="120700" y="31552"/>
                </a:lnTo>
                <a:lnTo>
                  <a:pt x="120700" y="32445"/>
                </a:lnTo>
                <a:lnTo>
                  <a:pt x="111919" y="32445"/>
                </a:lnTo>
                <a:lnTo>
                  <a:pt x="111919" y="31552"/>
                </a:lnTo>
                <a:lnTo>
                  <a:pt x="108943" y="31552"/>
                </a:lnTo>
                <a:lnTo>
                  <a:pt x="108943" y="30510"/>
                </a:lnTo>
                <a:lnTo>
                  <a:pt x="103138" y="30510"/>
                </a:lnTo>
                <a:lnTo>
                  <a:pt x="103138" y="29617"/>
                </a:lnTo>
                <a:lnTo>
                  <a:pt x="99418" y="29617"/>
                </a:lnTo>
                <a:lnTo>
                  <a:pt x="99418" y="31552"/>
                </a:lnTo>
                <a:lnTo>
                  <a:pt x="98376" y="31552"/>
                </a:lnTo>
                <a:lnTo>
                  <a:pt x="98376" y="32445"/>
                </a:lnTo>
                <a:lnTo>
                  <a:pt x="97334" y="32445"/>
                </a:lnTo>
                <a:lnTo>
                  <a:pt x="97334" y="33486"/>
                </a:lnTo>
                <a:lnTo>
                  <a:pt x="96292" y="33486"/>
                </a:lnTo>
                <a:lnTo>
                  <a:pt x="96292" y="32445"/>
                </a:lnTo>
                <a:lnTo>
                  <a:pt x="93464" y="32445"/>
                </a:lnTo>
                <a:lnTo>
                  <a:pt x="93464" y="34379"/>
                </a:lnTo>
                <a:lnTo>
                  <a:pt x="92571" y="34379"/>
                </a:lnTo>
                <a:lnTo>
                  <a:pt x="92571" y="40332"/>
                </a:lnTo>
                <a:lnTo>
                  <a:pt x="91530" y="40332"/>
                </a:lnTo>
                <a:lnTo>
                  <a:pt x="91530" y="39291"/>
                </a:lnTo>
                <a:lnTo>
                  <a:pt x="89595" y="39291"/>
                </a:lnTo>
                <a:lnTo>
                  <a:pt x="89595" y="40332"/>
                </a:lnTo>
                <a:lnTo>
                  <a:pt x="88702" y="40332"/>
                </a:lnTo>
                <a:lnTo>
                  <a:pt x="88702" y="41225"/>
                </a:lnTo>
                <a:lnTo>
                  <a:pt x="86767" y="41225"/>
                </a:lnTo>
                <a:lnTo>
                  <a:pt x="86767" y="42267"/>
                </a:lnTo>
                <a:lnTo>
                  <a:pt x="85725" y="42267"/>
                </a:lnTo>
                <a:lnTo>
                  <a:pt x="85725" y="44202"/>
                </a:lnTo>
                <a:lnTo>
                  <a:pt x="84684" y="44202"/>
                </a:lnTo>
                <a:lnTo>
                  <a:pt x="84684" y="45095"/>
                </a:lnTo>
                <a:lnTo>
                  <a:pt x="82749" y="45095"/>
                </a:lnTo>
                <a:lnTo>
                  <a:pt x="82749" y="47030"/>
                </a:lnTo>
                <a:lnTo>
                  <a:pt x="81856" y="47030"/>
                </a:lnTo>
                <a:lnTo>
                  <a:pt x="81856" y="48965"/>
                </a:lnTo>
                <a:lnTo>
                  <a:pt x="80814" y="48965"/>
                </a:lnTo>
                <a:lnTo>
                  <a:pt x="80814" y="50006"/>
                </a:lnTo>
                <a:lnTo>
                  <a:pt x="79921" y="50006"/>
                </a:lnTo>
                <a:lnTo>
                  <a:pt x="79921" y="51048"/>
                </a:lnTo>
                <a:lnTo>
                  <a:pt x="78879" y="51048"/>
                </a:lnTo>
                <a:lnTo>
                  <a:pt x="78879" y="51941"/>
                </a:lnTo>
                <a:lnTo>
                  <a:pt x="77986" y="51941"/>
                </a:lnTo>
                <a:lnTo>
                  <a:pt x="77986" y="55811"/>
                </a:lnTo>
                <a:lnTo>
                  <a:pt x="75903" y="55811"/>
                </a:lnTo>
                <a:lnTo>
                  <a:pt x="75903" y="54918"/>
                </a:lnTo>
                <a:lnTo>
                  <a:pt x="74117" y="54918"/>
                </a:lnTo>
                <a:lnTo>
                  <a:pt x="74117" y="55811"/>
                </a:lnTo>
                <a:lnTo>
                  <a:pt x="73075" y="55811"/>
                </a:lnTo>
                <a:lnTo>
                  <a:pt x="73075" y="58787"/>
                </a:lnTo>
                <a:lnTo>
                  <a:pt x="72033" y="58787"/>
                </a:lnTo>
                <a:lnTo>
                  <a:pt x="72033" y="59680"/>
                </a:lnTo>
                <a:lnTo>
                  <a:pt x="71140" y="59680"/>
                </a:lnTo>
                <a:lnTo>
                  <a:pt x="71140" y="66229"/>
                </a:lnTo>
                <a:lnTo>
                  <a:pt x="75010" y="66229"/>
                </a:lnTo>
                <a:lnTo>
                  <a:pt x="75010" y="67122"/>
                </a:lnTo>
                <a:lnTo>
                  <a:pt x="77837" y="67122"/>
                </a:lnTo>
                <a:lnTo>
                  <a:pt x="77837" y="66229"/>
                </a:lnTo>
                <a:lnTo>
                  <a:pt x="80814" y="66229"/>
                </a:lnTo>
                <a:lnTo>
                  <a:pt x="80814" y="65187"/>
                </a:lnTo>
                <a:lnTo>
                  <a:pt x="83642" y="65187"/>
                </a:lnTo>
                <a:lnTo>
                  <a:pt x="83642" y="64294"/>
                </a:lnTo>
                <a:lnTo>
                  <a:pt x="86618" y="64294"/>
                </a:lnTo>
                <a:lnTo>
                  <a:pt x="86618" y="62210"/>
                </a:lnTo>
                <a:lnTo>
                  <a:pt x="87660" y="62210"/>
                </a:lnTo>
                <a:lnTo>
                  <a:pt x="88702" y="62210"/>
                </a:lnTo>
                <a:lnTo>
                  <a:pt x="88702" y="63252"/>
                </a:lnTo>
                <a:lnTo>
                  <a:pt x="89595" y="63252"/>
                </a:lnTo>
                <a:lnTo>
                  <a:pt x="89595" y="65187"/>
                </a:lnTo>
                <a:lnTo>
                  <a:pt x="92423" y="65187"/>
                </a:lnTo>
                <a:lnTo>
                  <a:pt x="92423" y="64294"/>
                </a:lnTo>
                <a:lnTo>
                  <a:pt x="96292" y="64294"/>
                </a:lnTo>
                <a:lnTo>
                  <a:pt x="96292" y="61317"/>
                </a:lnTo>
                <a:lnTo>
                  <a:pt x="97334" y="61317"/>
                </a:lnTo>
                <a:lnTo>
                  <a:pt x="97334" y="63252"/>
                </a:lnTo>
                <a:lnTo>
                  <a:pt x="100310" y="63252"/>
                </a:lnTo>
                <a:lnTo>
                  <a:pt x="101352" y="63252"/>
                </a:lnTo>
                <a:lnTo>
                  <a:pt x="101352" y="66229"/>
                </a:lnTo>
                <a:lnTo>
                  <a:pt x="102245" y="66229"/>
                </a:lnTo>
                <a:lnTo>
                  <a:pt x="102245" y="67568"/>
                </a:lnTo>
                <a:lnTo>
                  <a:pt x="101352" y="67568"/>
                </a:lnTo>
                <a:lnTo>
                  <a:pt x="101352" y="68461"/>
                </a:lnTo>
                <a:lnTo>
                  <a:pt x="100310" y="68461"/>
                </a:lnTo>
                <a:lnTo>
                  <a:pt x="100310" y="70098"/>
                </a:lnTo>
                <a:lnTo>
                  <a:pt x="101352" y="70098"/>
                </a:lnTo>
                <a:lnTo>
                  <a:pt x="101352" y="70991"/>
                </a:lnTo>
                <a:lnTo>
                  <a:pt x="102245" y="70991"/>
                </a:lnTo>
                <a:lnTo>
                  <a:pt x="102245" y="72331"/>
                </a:lnTo>
                <a:lnTo>
                  <a:pt x="101352" y="72331"/>
                </a:lnTo>
                <a:lnTo>
                  <a:pt x="101352" y="74414"/>
                </a:lnTo>
                <a:lnTo>
                  <a:pt x="100310" y="74414"/>
                </a:lnTo>
                <a:lnTo>
                  <a:pt x="100310" y="76349"/>
                </a:lnTo>
                <a:lnTo>
                  <a:pt x="99418" y="76349"/>
                </a:lnTo>
                <a:lnTo>
                  <a:pt x="99418" y="79177"/>
                </a:lnTo>
                <a:lnTo>
                  <a:pt x="97334" y="79177"/>
                </a:lnTo>
                <a:lnTo>
                  <a:pt x="97334" y="84683"/>
                </a:lnTo>
                <a:lnTo>
                  <a:pt x="98376" y="84683"/>
                </a:lnTo>
                <a:lnTo>
                  <a:pt x="98376" y="85576"/>
                </a:lnTo>
                <a:lnTo>
                  <a:pt x="99418" y="85576"/>
                </a:lnTo>
                <a:lnTo>
                  <a:pt x="99418" y="93464"/>
                </a:lnTo>
                <a:lnTo>
                  <a:pt x="100310" y="93464"/>
                </a:lnTo>
                <a:lnTo>
                  <a:pt x="100310" y="93762"/>
                </a:lnTo>
                <a:lnTo>
                  <a:pt x="99418" y="93762"/>
                </a:lnTo>
                <a:lnTo>
                  <a:pt x="99418" y="103138"/>
                </a:lnTo>
                <a:lnTo>
                  <a:pt x="100310" y="103138"/>
                </a:lnTo>
                <a:lnTo>
                  <a:pt x="100310" y="107454"/>
                </a:lnTo>
                <a:lnTo>
                  <a:pt x="99418" y="107454"/>
                </a:lnTo>
                <a:lnTo>
                  <a:pt x="99418" y="113854"/>
                </a:lnTo>
                <a:lnTo>
                  <a:pt x="100310" y="113854"/>
                </a:lnTo>
                <a:lnTo>
                  <a:pt x="100310" y="117723"/>
                </a:lnTo>
                <a:lnTo>
                  <a:pt x="104180" y="117723"/>
                </a:lnTo>
                <a:lnTo>
                  <a:pt x="104180" y="118765"/>
                </a:lnTo>
                <a:lnTo>
                  <a:pt x="105222" y="118765"/>
                </a:lnTo>
                <a:lnTo>
                  <a:pt x="105222" y="122634"/>
                </a:lnTo>
                <a:lnTo>
                  <a:pt x="108943" y="122634"/>
                </a:lnTo>
                <a:lnTo>
                  <a:pt x="108943" y="121593"/>
                </a:lnTo>
                <a:lnTo>
                  <a:pt x="110877" y="121593"/>
                </a:lnTo>
                <a:lnTo>
                  <a:pt x="110877" y="120700"/>
                </a:lnTo>
                <a:lnTo>
                  <a:pt x="111919" y="120700"/>
                </a:lnTo>
                <a:lnTo>
                  <a:pt x="111919" y="119658"/>
                </a:lnTo>
                <a:lnTo>
                  <a:pt x="115789" y="119658"/>
                </a:lnTo>
                <a:lnTo>
                  <a:pt x="115789" y="118765"/>
                </a:lnTo>
                <a:lnTo>
                  <a:pt x="118765" y="118765"/>
                </a:lnTo>
                <a:lnTo>
                  <a:pt x="118765" y="117723"/>
                </a:lnTo>
                <a:lnTo>
                  <a:pt x="121593" y="117723"/>
                </a:lnTo>
                <a:lnTo>
                  <a:pt x="121593" y="116830"/>
                </a:lnTo>
                <a:lnTo>
                  <a:pt x="122635" y="116830"/>
                </a:lnTo>
                <a:lnTo>
                  <a:pt x="122635" y="115193"/>
                </a:lnTo>
                <a:lnTo>
                  <a:pt x="121593" y="115193"/>
                </a:lnTo>
                <a:lnTo>
                  <a:pt x="121593" y="113854"/>
                </a:lnTo>
                <a:lnTo>
                  <a:pt x="122635" y="113854"/>
                </a:lnTo>
                <a:lnTo>
                  <a:pt x="122635" y="108347"/>
                </a:lnTo>
                <a:lnTo>
                  <a:pt x="121593" y="108347"/>
                </a:lnTo>
                <a:lnTo>
                  <a:pt x="121593" y="107007"/>
                </a:lnTo>
                <a:lnTo>
                  <a:pt x="122635" y="107007"/>
                </a:lnTo>
                <a:lnTo>
                  <a:pt x="122635" y="105073"/>
                </a:lnTo>
                <a:lnTo>
                  <a:pt x="123528" y="105073"/>
                </a:lnTo>
                <a:lnTo>
                  <a:pt x="123528" y="101203"/>
                </a:lnTo>
                <a:lnTo>
                  <a:pt x="124569" y="101203"/>
                </a:lnTo>
                <a:lnTo>
                  <a:pt x="124569" y="100310"/>
                </a:lnTo>
                <a:lnTo>
                  <a:pt x="125611" y="100310"/>
                </a:lnTo>
                <a:lnTo>
                  <a:pt x="125611" y="99268"/>
                </a:lnTo>
                <a:lnTo>
                  <a:pt x="129481" y="99268"/>
                </a:lnTo>
                <a:lnTo>
                  <a:pt x="129481" y="100310"/>
                </a:lnTo>
                <a:lnTo>
                  <a:pt x="131416" y="100310"/>
                </a:lnTo>
                <a:lnTo>
                  <a:pt x="131416" y="103138"/>
                </a:lnTo>
                <a:lnTo>
                  <a:pt x="132457" y="103138"/>
                </a:lnTo>
                <a:lnTo>
                  <a:pt x="132457" y="108049"/>
                </a:lnTo>
                <a:lnTo>
                  <a:pt x="133350" y="108049"/>
                </a:lnTo>
                <a:lnTo>
                  <a:pt x="133350" y="109389"/>
                </a:lnTo>
                <a:lnTo>
                  <a:pt x="132457" y="109389"/>
                </a:lnTo>
                <a:lnTo>
                  <a:pt x="132457" y="111919"/>
                </a:lnTo>
                <a:lnTo>
                  <a:pt x="133350" y="111919"/>
                </a:lnTo>
                <a:lnTo>
                  <a:pt x="133350" y="114300"/>
                </a:lnTo>
                <a:lnTo>
                  <a:pt x="132457" y="114300"/>
                </a:lnTo>
                <a:lnTo>
                  <a:pt x="132457" y="115788"/>
                </a:lnTo>
                <a:lnTo>
                  <a:pt x="133350" y="115788"/>
                </a:lnTo>
                <a:lnTo>
                  <a:pt x="133350" y="117723"/>
                </a:lnTo>
                <a:lnTo>
                  <a:pt x="134392" y="117723"/>
                </a:lnTo>
                <a:lnTo>
                  <a:pt x="134392" y="118765"/>
                </a:lnTo>
                <a:lnTo>
                  <a:pt x="135285" y="118765"/>
                </a:lnTo>
                <a:lnTo>
                  <a:pt x="135285" y="121593"/>
                </a:lnTo>
                <a:lnTo>
                  <a:pt x="136327" y="121593"/>
                </a:lnTo>
                <a:lnTo>
                  <a:pt x="136327" y="122634"/>
                </a:lnTo>
                <a:lnTo>
                  <a:pt x="137369" y="122634"/>
                </a:lnTo>
                <a:lnTo>
                  <a:pt x="137369" y="125016"/>
                </a:lnTo>
                <a:lnTo>
                  <a:pt x="136327" y="125016"/>
                </a:lnTo>
                <a:lnTo>
                  <a:pt x="136327" y="126950"/>
                </a:lnTo>
                <a:lnTo>
                  <a:pt x="135285" y="126950"/>
                </a:lnTo>
                <a:lnTo>
                  <a:pt x="135285" y="127843"/>
                </a:lnTo>
                <a:lnTo>
                  <a:pt x="133350" y="127843"/>
                </a:lnTo>
                <a:lnTo>
                  <a:pt x="133350" y="129778"/>
                </a:lnTo>
                <a:lnTo>
                  <a:pt x="132457" y="129778"/>
                </a:lnTo>
                <a:lnTo>
                  <a:pt x="132457" y="130820"/>
                </a:lnTo>
                <a:lnTo>
                  <a:pt x="129481" y="130820"/>
                </a:lnTo>
                <a:lnTo>
                  <a:pt x="129481" y="131713"/>
                </a:lnTo>
                <a:lnTo>
                  <a:pt x="126653" y="131713"/>
                </a:lnTo>
                <a:lnTo>
                  <a:pt x="126653" y="132755"/>
                </a:lnTo>
                <a:lnTo>
                  <a:pt x="124718" y="132755"/>
                </a:lnTo>
                <a:lnTo>
                  <a:pt x="124718" y="133648"/>
                </a:lnTo>
                <a:lnTo>
                  <a:pt x="121742" y="133648"/>
                </a:lnTo>
                <a:lnTo>
                  <a:pt x="121742" y="134689"/>
                </a:lnTo>
                <a:lnTo>
                  <a:pt x="119807" y="134689"/>
                </a:lnTo>
                <a:lnTo>
                  <a:pt x="119807" y="135582"/>
                </a:lnTo>
                <a:lnTo>
                  <a:pt x="109984" y="135582"/>
                </a:lnTo>
                <a:lnTo>
                  <a:pt x="109984" y="136624"/>
                </a:lnTo>
                <a:lnTo>
                  <a:pt x="107008" y="136624"/>
                </a:lnTo>
                <a:lnTo>
                  <a:pt x="107008" y="135582"/>
                </a:lnTo>
                <a:lnTo>
                  <a:pt x="106115" y="135582"/>
                </a:lnTo>
                <a:lnTo>
                  <a:pt x="106115" y="134689"/>
                </a:lnTo>
                <a:lnTo>
                  <a:pt x="105073" y="134689"/>
                </a:lnTo>
                <a:lnTo>
                  <a:pt x="105073" y="133648"/>
                </a:lnTo>
                <a:lnTo>
                  <a:pt x="100310" y="133648"/>
                </a:lnTo>
                <a:lnTo>
                  <a:pt x="100310" y="132755"/>
                </a:lnTo>
                <a:lnTo>
                  <a:pt x="94357" y="132755"/>
                </a:lnTo>
                <a:lnTo>
                  <a:pt x="94357" y="130820"/>
                </a:lnTo>
                <a:lnTo>
                  <a:pt x="93464" y="130820"/>
                </a:lnTo>
                <a:lnTo>
                  <a:pt x="93464" y="129778"/>
                </a:lnTo>
                <a:lnTo>
                  <a:pt x="92423" y="129778"/>
                </a:lnTo>
                <a:lnTo>
                  <a:pt x="92423" y="128885"/>
                </a:lnTo>
                <a:lnTo>
                  <a:pt x="91530" y="128885"/>
                </a:lnTo>
                <a:lnTo>
                  <a:pt x="91530" y="127843"/>
                </a:lnTo>
                <a:lnTo>
                  <a:pt x="89595" y="127843"/>
                </a:lnTo>
                <a:lnTo>
                  <a:pt x="89595" y="126950"/>
                </a:lnTo>
                <a:lnTo>
                  <a:pt x="87660" y="126950"/>
                </a:lnTo>
                <a:lnTo>
                  <a:pt x="87660" y="125016"/>
                </a:lnTo>
                <a:lnTo>
                  <a:pt x="86618" y="125016"/>
                </a:lnTo>
                <a:lnTo>
                  <a:pt x="86618" y="122932"/>
                </a:lnTo>
                <a:lnTo>
                  <a:pt x="85576" y="122932"/>
                </a:lnTo>
                <a:lnTo>
                  <a:pt x="85576" y="122634"/>
                </a:lnTo>
                <a:lnTo>
                  <a:pt x="86618" y="122634"/>
                </a:lnTo>
                <a:lnTo>
                  <a:pt x="86618" y="113854"/>
                </a:lnTo>
                <a:lnTo>
                  <a:pt x="87660" y="113854"/>
                </a:lnTo>
                <a:lnTo>
                  <a:pt x="87660" y="108942"/>
                </a:lnTo>
                <a:lnTo>
                  <a:pt x="88553" y="108942"/>
                </a:lnTo>
                <a:lnTo>
                  <a:pt x="88553" y="108049"/>
                </a:lnTo>
                <a:lnTo>
                  <a:pt x="89595" y="108049"/>
                </a:lnTo>
                <a:lnTo>
                  <a:pt x="89595" y="106412"/>
                </a:lnTo>
                <a:lnTo>
                  <a:pt x="88553" y="106412"/>
                </a:lnTo>
                <a:lnTo>
                  <a:pt x="88553" y="105519"/>
                </a:lnTo>
                <a:lnTo>
                  <a:pt x="87660" y="105519"/>
                </a:lnTo>
                <a:lnTo>
                  <a:pt x="87660" y="99268"/>
                </a:lnTo>
                <a:lnTo>
                  <a:pt x="88553" y="99268"/>
                </a:lnTo>
                <a:lnTo>
                  <a:pt x="88553" y="94804"/>
                </a:lnTo>
                <a:lnTo>
                  <a:pt x="87660" y="94804"/>
                </a:lnTo>
                <a:lnTo>
                  <a:pt x="87660" y="83641"/>
                </a:lnTo>
                <a:lnTo>
                  <a:pt x="88553" y="83641"/>
                </a:lnTo>
                <a:lnTo>
                  <a:pt x="88553" y="82748"/>
                </a:lnTo>
                <a:lnTo>
                  <a:pt x="90488" y="82748"/>
                </a:lnTo>
                <a:lnTo>
                  <a:pt x="90488" y="80218"/>
                </a:lnTo>
                <a:lnTo>
                  <a:pt x="89595" y="80218"/>
                </a:lnTo>
                <a:lnTo>
                  <a:pt x="89595" y="76944"/>
                </a:lnTo>
                <a:lnTo>
                  <a:pt x="90488" y="76944"/>
                </a:lnTo>
                <a:lnTo>
                  <a:pt x="90488" y="73372"/>
                </a:lnTo>
                <a:lnTo>
                  <a:pt x="85576" y="73372"/>
                </a:lnTo>
                <a:lnTo>
                  <a:pt x="85576" y="72331"/>
                </a:lnTo>
                <a:lnTo>
                  <a:pt x="83791" y="72331"/>
                </a:lnTo>
                <a:lnTo>
                  <a:pt x="83791" y="74414"/>
                </a:lnTo>
                <a:lnTo>
                  <a:pt x="82749" y="74414"/>
                </a:lnTo>
                <a:lnTo>
                  <a:pt x="82749" y="76349"/>
                </a:lnTo>
                <a:lnTo>
                  <a:pt x="80814" y="76349"/>
                </a:lnTo>
                <a:lnTo>
                  <a:pt x="80814" y="74414"/>
                </a:lnTo>
                <a:lnTo>
                  <a:pt x="79772" y="74414"/>
                </a:lnTo>
                <a:lnTo>
                  <a:pt x="79772" y="73372"/>
                </a:lnTo>
                <a:lnTo>
                  <a:pt x="77986" y="73372"/>
                </a:lnTo>
                <a:lnTo>
                  <a:pt x="77986" y="74414"/>
                </a:lnTo>
                <a:lnTo>
                  <a:pt x="76944" y="74414"/>
                </a:lnTo>
                <a:lnTo>
                  <a:pt x="76944" y="76944"/>
                </a:lnTo>
                <a:lnTo>
                  <a:pt x="77986" y="76944"/>
                </a:lnTo>
                <a:lnTo>
                  <a:pt x="77986" y="79772"/>
                </a:lnTo>
                <a:lnTo>
                  <a:pt x="78879" y="79772"/>
                </a:lnTo>
                <a:lnTo>
                  <a:pt x="78879" y="82153"/>
                </a:lnTo>
                <a:lnTo>
                  <a:pt x="77986" y="82153"/>
                </a:lnTo>
                <a:lnTo>
                  <a:pt x="77986" y="83641"/>
                </a:lnTo>
                <a:lnTo>
                  <a:pt x="78879" y="83641"/>
                </a:lnTo>
                <a:lnTo>
                  <a:pt x="78879" y="84683"/>
                </a:lnTo>
                <a:lnTo>
                  <a:pt x="80814" y="84683"/>
                </a:lnTo>
                <a:lnTo>
                  <a:pt x="80814" y="87065"/>
                </a:lnTo>
                <a:lnTo>
                  <a:pt x="76944" y="87065"/>
                </a:lnTo>
                <a:lnTo>
                  <a:pt x="76944" y="87957"/>
                </a:lnTo>
                <a:lnTo>
                  <a:pt x="76051" y="87957"/>
                </a:lnTo>
                <a:lnTo>
                  <a:pt x="76051" y="91529"/>
                </a:lnTo>
                <a:lnTo>
                  <a:pt x="76944" y="91529"/>
                </a:lnTo>
                <a:lnTo>
                  <a:pt x="76944" y="93762"/>
                </a:lnTo>
                <a:lnTo>
                  <a:pt x="76051" y="93762"/>
                </a:lnTo>
                <a:lnTo>
                  <a:pt x="76051" y="95697"/>
                </a:lnTo>
                <a:lnTo>
                  <a:pt x="75010" y="95697"/>
                </a:lnTo>
                <a:lnTo>
                  <a:pt x="75010" y="97631"/>
                </a:lnTo>
                <a:lnTo>
                  <a:pt x="74117" y="97631"/>
                </a:lnTo>
                <a:lnTo>
                  <a:pt x="74117" y="99715"/>
                </a:lnTo>
                <a:lnTo>
                  <a:pt x="73075" y="99715"/>
                </a:lnTo>
                <a:lnTo>
                  <a:pt x="73075" y="100608"/>
                </a:lnTo>
                <a:lnTo>
                  <a:pt x="72033" y="100608"/>
                </a:lnTo>
                <a:lnTo>
                  <a:pt x="72033" y="101650"/>
                </a:lnTo>
                <a:lnTo>
                  <a:pt x="71140" y="101650"/>
                </a:lnTo>
                <a:lnTo>
                  <a:pt x="71140" y="105519"/>
                </a:lnTo>
                <a:lnTo>
                  <a:pt x="70098" y="105519"/>
                </a:lnTo>
                <a:lnTo>
                  <a:pt x="70098" y="107454"/>
                </a:lnTo>
                <a:lnTo>
                  <a:pt x="69205" y="107454"/>
                </a:lnTo>
                <a:lnTo>
                  <a:pt x="69205" y="108347"/>
                </a:lnTo>
                <a:lnTo>
                  <a:pt x="68164" y="108347"/>
                </a:lnTo>
                <a:lnTo>
                  <a:pt x="68164" y="110282"/>
                </a:lnTo>
                <a:lnTo>
                  <a:pt x="67271" y="110282"/>
                </a:lnTo>
                <a:lnTo>
                  <a:pt x="67271" y="111323"/>
                </a:lnTo>
                <a:lnTo>
                  <a:pt x="66229" y="111323"/>
                </a:lnTo>
                <a:lnTo>
                  <a:pt x="66229" y="113258"/>
                </a:lnTo>
                <a:lnTo>
                  <a:pt x="65336" y="113258"/>
                </a:lnTo>
                <a:lnTo>
                  <a:pt x="65336" y="114300"/>
                </a:lnTo>
                <a:lnTo>
                  <a:pt x="64294" y="114300"/>
                </a:lnTo>
                <a:lnTo>
                  <a:pt x="64294" y="115193"/>
                </a:lnTo>
                <a:lnTo>
                  <a:pt x="61318" y="115193"/>
                </a:lnTo>
                <a:lnTo>
                  <a:pt x="61318" y="116235"/>
                </a:lnTo>
                <a:lnTo>
                  <a:pt x="60425" y="116235"/>
                </a:lnTo>
                <a:lnTo>
                  <a:pt x="60425" y="117128"/>
                </a:lnTo>
                <a:lnTo>
                  <a:pt x="59383" y="117128"/>
                </a:lnTo>
                <a:lnTo>
                  <a:pt x="59383" y="118170"/>
                </a:lnTo>
                <a:lnTo>
                  <a:pt x="58490" y="118170"/>
                </a:lnTo>
                <a:lnTo>
                  <a:pt x="58490" y="119063"/>
                </a:lnTo>
                <a:lnTo>
                  <a:pt x="57448" y="119063"/>
                </a:lnTo>
                <a:lnTo>
                  <a:pt x="57448" y="120997"/>
                </a:lnTo>
                <a:lnTo>
                  <a:pt x="56555" y="120997"/>
                </a:lnTo>
                <a:lnTo>
                  <a:pt x="56555" y="122039"/>
                </a:lnTo>
                <a:lnTo>
                  <a:pt x="55513" y="122039"/>
                </a:lnTo>
                <a:lnTo>
                  <a:pt x="55513" y="123974"/>
                </a:lnTo>
                <a:lnTo>
                  <a:pt x="53578" y="123974"/>
                </a:lnTo>
                <a:lnTo>
                  <a:pt x="53578" y="125016"/>
                </a:lnTo>
                <a:lnTo>
                  <a:pt x="52685" y="125016"/>
                </a:lnTo>
                <a:lnTo>
                  <a:pt x="52685" y="125909"/>
                </a:lnTo>
                <a:lnTo>
                  <a:pt x="51644" y="125909"/>
                </a:lnTo>
                <a:lnTo>
                  <a:pt x="51644" y="126950"/>
                </a:lnTo>
                <a:lnTo>
                  <a:pt x="48667" y="126950"/>
                </a:lnTo>
                <a:lnTo>
                  <a:pt x="48667" y="127843"/>
                </a:lnTo>
                <a:lnTo>
                  <a:pt x="47774" y="127843"/>
                </a:lnTo>
                <a:lnTo>
                  <a:pt x="47774" y="128885"/>
                </a:lnTo>
                <a:lnTo>
                  <a:pt x="44798" y="128885"/>
                </a:lnTo>
                <a:lnTo>
                  <a:pt x="44798" y="129778"/>
                </a:lnTo>
                <a:lnTo>
                  <a:pt x="43905" y="129778"/>
                </a:lnTo>
                <a:lnTo>
                  <a:pt x="43905" y="130820"/>
                </a:lnTo>
                <a:lnTo>
                  <a:pt x="40035" y="130820"/>
                </a:lnTo>
                <a:lnTo>
                  <a:pt x="40035" y="131713"/>
                </a:lnTo>
                <a:lnTo>
                  <a:pt x="38993" y="131713"/>
                </a:lnTo>
                <a:lnTo>
                  <a:pt x="38993" y="132755"/>
                </a:lnTo>
                <a:lnTo>
                  <a:pt x="38100" y="132755"/>
                </a:lnTo>
                <a:lnTo>
                  <a:pt x="38100" y="133648"/>
                </a:lnTo>
                <a:lnTo>
                  <a:pt x="30212" y="133648"/>
                </a:lnTo>
                <a:lnTo>
                  <a:pt x="30212" y="132755"/>
                </a:lnTo>
                <a:lnTo>
                  <a:pt x="28278" y="132755"/>
                </a:lnTo>
                <a:lnTo>
                  <a:pt x="28278" y="131713"/>
                </a:lnTo>
                <a:lnTo>
                  <a:pt x="27236" y="131713"/>
                </a:lnTo>
                <a:lnTo>
                  <a:pt x="27236" y="130820"/>
                </a:lnTo>
                <a:lnTo>
                  <a:pt x="26343" y="130820"/>
                </a:lnTo>
                <a:lnTo>
                  <a:pt x="26343" y="128439"/>
                </a:lnTo>
                <a:lnTo>
                  <a:pt x="27236" y="128439"/>
                </a:lnTo>
                <a:lnTo>
                  <a:pt x="27236" y="125611"/>
                </a:lnTo>
                <a:lnTo>
                  <a:pt x="29171" y="125611"/>
                </a:lnTo>
                <a:lnTo>
                  <a:pt x="29171" y="124569"/>
                </a:lnTo>
                <a:lnTo>
                  <a:pt x="30212" y="124569"/>
                </a:lnTo>
                <a:lnTo>
                  <a:pt x="30212" y="123527"/>
                </a:lnTo>
                <a:lnTo>
                  <a:pt x="33040" y="123527"/>
                </a:lnTo>
                <a:lnTo>
                  <a:pt x="33040" y="122634"/>
                </a:lnTo>
                <a:lnTo>
                  <a:pt x="34975" y="122634"/>
                </a:lnTo>
                <a:lnTo>
                  <a:pt x="34975" y="121593"/>
                </a:lnTo>
                <a:lnTo>
                  <a:pt x="36910" y="121593"/>
                </a:lnTo>
                <a:lnTo>
                  <a:pt x="36910" y="120700"/>
                </a:lnTo>
                <a:lnTo>
                  <a:pt x="39886" y="120700"/>
                </a:lnTo>
                <a:lnTo>
                  <a:pt x="39886" y="119658"/>
                </a:lnTo>
                <a:lnTo>
                  <a:pt x="42863" y="119658"/>
                </a:lnTo>
                <a:lnTo>
                  <a:pt x="42863" y="117723"/>
                </a:lnTo>
                <a:lnTo>
                  <a:pt x="43756" y="117723"/>
                </a:lnTo>
                <a:lnTo>
                  <a:pt x="43756" y="116830"/>
                </a:lnTo>
                <a:lnTo>
                  <a:pt x="44798" y="116830"/>
                </a:lnTo>
                <a:lnTo>
                  <a:pt x="44798" y="115788"/>
                </a:lnTo>
                <a:lnTo>
                  <a:pt x="46732" y="115788"/>
                </a:lnTo>
                <a:lnTo>
                  <a:pt x="46732" y="114895"/>
                </a:lnTo>
                <a:lnTo>
                  <a:pt x="50602" y="114895"/>
                </a:lnTo>
                <a:lnTo>
                  <a:pt x="50602" y="113854"/>
                </a:lnTo>
                <a:lnTo>
                  <a:pt x="52537" y="113854"/>
                </a:lnTo>
                <a:lnTo>
                  <a:pt x="52537" y="112961"/>
                </a:lnTo>
                <a:lnTo>
                  <a:pt x="53578" y="112961"/>
                </a:lnTo>
                <a:lnTo>
                  <a:pt x="53578" y="111919"/>
                </a:lnTo>
                <a:lnTo>
                  <a:pt x="54471" y="111919"/>
                </a:lnTo>
                <a:lnTo>
                  <a:pt x="54471" y="110877"/>
                </a:lnTo>
                <a:lnTo>
                  <a:pt x="56406" y="110877"/>
                </a:lnTo>
                <a:lnTo>
                  <a:pt x="56406" y="108942"/>
                </a:lnTo>
                <a:lnTo>
                  <a:pt x="57448" y="108942"/>
                </a:lnTo>
                <a:lnTo>
                  <a:pt x="57448" y="108049"/>
                </a:lnTo>
                <a:lnTo>
                  <a:pt x="58341" y="108049"/>
                </a:lnTo>
                <a:lnTo>
                  <a:pt x="58341" y="107007"/>
                </a:lnTo>
                <a:lnTo>
                  <a:pt x="59383" y="107007"/>
                </a:lnTo>
                <a:lnTo>
                  <a:pt x="59383" y="105073"/>
                </a:lnTo>
                <a:lnTo>
                  <a:pt x="60276" y="105073"/>
                </a:lnTo>
                <a:lnTo>
                  <a:pt x="60276" y="103138"/>
                </a:lnTo>
                <a:lnTo>
                  <a:pt x="61318" y="103138"/>
                </a:lnTo>
                <a:lnTo>
                  <a:pt x="61318" y="102245"/>
                </a:lnTo>
                <a:lnTo>
                  <a:pt x="62210" y="102245"/>
                </a:lnTo>
                <a:lnTo>
                  <a:pt x="62210" y="100310"/>
                </a:lnTo>
                <a:lnTo>
                  <a:pt x="63252" y="100310"/>
                </a:lnTo>
                <a:lnTo>
                  <a:pt x="63252" y="99268"/>
                </a:lnTo>
                <a:lnTo>
                  <a:pt x="64294" y="99268"/>
                </a:lnTo>
                <a:lnTo>
                  <a:pt x="64294" y="98227"/>
                </a:lnTo>
                <a:lnTo>
                  <a:pt x="66229" y="98227"/>
                </a:lnTo>
                <a:lnTo>
                  <a:pt x="66229" y="97334"/>
                </a:lnTo>
                <a:lnTo>
                  <a:pt x="67122" y="97334"/>
                </a:lnTo>
                <a:lnTo>
                  <a:pt x="67122" y="92869"/>
                </a:lnTo>
                <a:lnTo>
                  <a:pt x="66229" y="92869"/>
                </a:lnTo>
                <a:lnTo>
                  <a:pt x="66229" y="91827"/>
                </a:lnTo>
                <a:lnTo>
                  <a:pt x="65187" y="91827"/>
                </a:lnTo>
                <a:lnTo>
                  <a:pt x="65187" y="90934"/>
                </a:lnTo>
                <a:lnTo>
                  <a:pt x="64294" y="90934"/>
                </a:lnTo>
                <a:lnTo>
                  <a:pt x="64294" y="90488"/>
                </a:lnTo>
                <a:lnTo>
                  <a:pt x="65187" y="90488"/>
                </a:lnTo>
                <a:lnTo>
                  <a:pt x="65187" y="89595"/>
                </a:lnTo>
                <a:lnTo>
                  <a:pt x="66229" y="89595"/>
                </a:lnTo>
                <a:lnTo>
                  <a:pt x="66229" y="88553"/>
                </a:lnTo>
                <a:lnTo>
                  <a:pt x="67122" y="88553"/>
                </a:lnTo>
                <a:lnTo>
                  <a:pt x="67122" y="87660"/>
                </a:lnTo>
                <a:lnTo>
                  <a:pt x="68164" y="87660"/>
                </a:lnTo>
                <a:lnTo>
                  <a:pt x="68164" y="83046"/>
                </a:lnTo>
                <a:lnTo>
                  <a:pt x="67122" y="83046"/>
                </a:lnTo>
                <a:lnTo>
                  <a:pt x="67122" y="77837"/>
                </a:lnTo>
                <a:lnTo>
                  <a:pt x="67271" y="77837"/>
                </a:lnTo>
                <a:lnTo>
                  <a:pt x="67271" y="78879"/>
                </a:lnTo>
                <a:lnTo>
                  <a:pt x="69057" y="78879"/>
                </a:lnTo>
                <a:lnTo>
                  <a:pt x="69057" y="77837"/>
                </a:lnTo>
                <a:lnTo>
                  <a:pt x="70098" y="77837"/>
                </a:lnTo>
                <a:lnTo>
                  <a:pt x="70098" y="76349"/>
                </a:lnTo>
                <a:lnTo>
                  <a:pt x="64294" y="76349"/>
                </a:lnTo>
                <a:lnTo>
                  <a:pt x="64294" y="75307"/>
                </a:lnTo>
                <a:lnTo>
                  <a:pt x="63252" y="75307"/>
                </a:lnTo>
                <a:lnTo>
                  <a:pt x="63252" y="73372"/>
                </a:lnTo>
                <a:lnTo>
                  <a:pt x="61318" y="73372"/>
                </a:lnTo>
                <a:lnTo>
                  <a:pt x="61318" y="74414"/>
                </a:lnTo>
                <a:lnTo>
                  <a:pt x="60425" y="74414"/>
                </a:lnTo>
                <a:lnTo>
                  <a:pt x="60425" y="75307"/>
                </a:lnTo>
                <a:lnTo>
                  <a:pt x="59383" y="75307"/>
                </a:lnTo>
                <a:lnTo>
                  <a:pt x="59383" y="76349"/>
                </a:lnTo>
                <a:lnTo>
                  <a:pt x="56555" y="76349"/>
                </a:lnTo>
                <a:lnTo>
                  <a:pt x="56555" y="77242"/>
                </a:lnTo>
                <a:lnTo>
                  <a:pt x="55513" y="77242"/>
                </a:lnTo>
                <a:lnTo>
                  <a:pt x="55513" y="78284"/>
                </a:lnTo>
                <a:lnTo>
                  <a:pt x="52685" y="78284"/>
                </a:lnTo>
                <a:lnTo>
                  <a:pt x="52685" y="79177"/>
                </a:lnTo>
                <a:lnTo>
                  <a:pt x="51644" y="79177"/>
                </a:lnTo>
                <a:lnTo>
                  <a:pt x="51644" y="78284"/>
                </a:lnTo>
                <a:lnTo>
                  <a:pt x="50602" y="78284"/>
                </a:lnTo>
                <a:lnTo>
                  <a:pt x="50602" y="76349"/>
                </a:lnTo>
                <a:lnTo>
                  <a:pt x="49560" y="76349"/>
                </a:lnTo>
                <a:lnTo>
                  <a:pt x="49560" y="75307"/>
                </a:lnTo>
                <a:lnTo>
                  <a:pt x="45839" y="75307"/>
                </a:lnTo>
                <a:lnTo>
                  <a:pt x="45839" y="79177"/>
                </a:lnTo>
                <a:lnTo>
                  <a:pt x="40035" y="79177"/>
                </a:lnTo>
                <a:lnTo>
                  <a:pt x="40035" y="80218"/>
                </a:lnTo>
                <a:lnTo>
                  <a:pt x="35124" y="80218"/>
                </a:lnTo>
                <a:lnTo>
                  <a:pt x="35124" y="81111"/>
                </a:lnTo>
                <a:lnTo>
                  <a:pt x="33189" y="81111"/>
                </a:lnTo>
                <a:lnTo>
                  <a:pt x="33189" y="82153"/>
                </a:lnTo>
                <a:lnTo>
                  <a:pt x="30212" y="82153"/>
                </a:lnTo>
                <a:lnTo>
                  <a:pt x="30212" y="83046"/>
                </a:lnTo>
                <a:lnTo>
                  <a:pt x="29319" y="83046"/>
                </a:lnTo>
                <a:lnTo>
                  <a:pt x="29319" y="84088"/>
                </a:lnTo>
                <a:lnTo>
                  <a:pt x="26343" y="84088"/>
                </a:lnTo>
                <a:lnTo>
                  <a:pt x="26343" y="84981"/>
                </a:lnTo>
                <a:lnTo>
                  <a:pt x="24408" y="84981"/>
                </a:lnTo>
                <a:lnTo>
                  <a:pt x="24408" y="86023"/>
                </a:lnTo>
                <a:lnTo>
                  <a:pt x="23366" y="86023"/>
                </a:lnTo>
                <a:lnTo>
                  <a:pt x="23366" y="87065"/>
                </a:lnTo>
                <a:lnTo>
                  <a:pt x="17562" y="87065"/>
                </a:lnTo>
                <a:lnTo>
                  <a:pt x="17562" y="87957"/>
                </a:lnTo>
                <a:lnTo>
                  <a:pt x="14734" y="87957"/>
                </a:lnTo>
                <a:lnTo>
                  <a:pt x="14734" y="88999"/>
                </a:lnTo>
                <a:lnTo>
                  <a:pt x="13693" y="88999"/>
                </a:lnTo>
                <a:lnTo>
                  <a:pt x="13693" y="89892"/>
                </a:lnTo>
                <a:lnTo>
                  <a:pt x="11758" y="89892"/>
                </a:lnTo>
                <a:lnTo>
                  <a:pt x="11758" y="90934"/>
                </a:lnTo>
                <a:lnTo>
                  <a:pt x="10716" y="90934"/>
                </a:lnTo>
                <a:lnTo>
                  <a:pt x="10716" y="91827"/>
                </a:lnTo>
                <a:lnTo>
                  <a:pt x="6846" y="91827"/>
                </a:lnTo>
                <a:lnTo>
                  <a:pt x="6846" y="90934"/>
                </a:lnTo>
                <a:lnTo>
                  <a:pt x="4912" y="90934"/>
                </a:lnTo>
                <a:lnTo>
                  <a:pt x="4912" y="89892"/>
                </a:lnTo>
                <a:lnTo>
                  <a:pt x="3870" y="89892"/>
                </a:lnTo>
                <a:lnTo>
                  <a:pt x="3870" y="87065"/>
                </a:lnTo>
                <a:lnTo>
                  <a:pt x="2977" y="87065"/>
                </a:lnTo>
                <a:lnTo>
                  <a:pt x="2977" y="86023"/>
                </a:lnTo>
                <a:lnTo>
                  <a:pt x="1042" y="86023"/>
                </a:lnTo>
                <a:lnTo>
                  <a:pt x="1042" y="84981"/>
                </a:lnTo>
                <a:lnTo>
                  <a:pt x="0" y="84981"/>
                </a:lnTo>
                <a:lnTo>
                  <a:pt x="0" y="77837"/>
                </a:lnTo>
                <a:lnTo>
                  <a:pt x="1042" y="77837"/>
                </a:lnTo>
                <a:lnTo>
                  <a:pt x="1042" y="76944"/>
                </a:lnTo>
                <a:lnTo>
                  <a:pt x="1935" y="76944"/>
                </a:lnTo>
                <a:lnTo>
                  <a:pt x="1935" y="75009"/>
                </a:lnTo>
                <a:lnTo>
                  <a:pt x="2977" y="75009"/>
                </a:lnTo>
                <a:lnTo>
                  <a:pt x="2977" y="73968"/>
                </a:lnTo>
                <a:lnTo>
                  <a:pt x="7888" y="73968"/>
                </a:lnTo>
                <a:lnTo>
                  <a:pt x="7888" y="75009"/>
                </a:lnTo>
                <a:lnTo>
                  <a:pt x="10716" y="75009"/>
                </a:lnTo>
                <a:lnTo>
                  <a:pt x="10716" y="73968"/>
                </a:lnTo>
                <a:lnTo>
                  <a:pt x="14585" y="73968"/>
                </a:lnTo>
                <a:lnTo>
                  <a:pt x="14585" y="70991"/>
                </a:lnTo>
                <a:lnTo>
                  <a:pt x="15627" y="70991"/>
                </a:lnTo>
                <a:lnTo>
                  <a:pt x="15627" y="67122"/>
                </a:lnTo>
                <a:lnTo>
                  <a:pt x="16520" y="67122"/>
                </a:lnTo>
                <a:lnTo>
                  <a:pt x="16520" y="66229"/>
                </a:lnTo>
                <a:lnTo>
                  <a:pt x="18455" y="66229"/>
                </a:lnTo>
                <a:lnTo>
                  <a:pt x="18455" y="65187"/>
                </a:lnTo>
                <a:lnTo>
                  <a:pt x="19497" y="65187"/>
                </a:lnTo>
                <a:lnTo>
                  <a:pt x="19497" y="64294"/>
                </a:lnTo>
                <a:lnTo>
                  <a:pt x="21432" y="64294"/>
                </a:lnTo>
                <a:lnTo>
                  <a:pt x="21432" y="63252"/>
                </a:lnTo>
                <a:lnTo>
                  <a:pt x="22325" y="63252"/>
                </a:lnTo>
                <a:lnTo>
                  <a:pt x="22325" y="62210"/>
                </a:lnTo>
                <a:lnTo>
                  <a:pt x="23366" y="62210"/>
                </a:lnTo>
                <a:lnTo>
                  <a:pt x="23366" y="60275"/>
                </a:lnTo>
                <a:lnTo>
                  <a:pt x="24259" y="60275"/>
                </a:lnTo>
                <a:lnTo>
                  <a:pt x="24259" y="58787"/>
                </a:lnTo>
                <a:lnTo>
                  <a:pt x="23366" y="58787"/>
                </a:lnTo>
                <a:lnTo>
                  <a:pt x="23366" y="57745"/>
                </a:lnTo>
                <a:lnTo>
                  <a:pt x="17562" y="57745"/>
                </a:lnTo>
                <a:lnTo>
                  <a:pt x="17562" y="56852"/>
                </a:lnTo>
                <a:lnTo>
                  <a:pt x="16520" y="56852"/>
                </a:lnTo>
                <a:lnTo>
                  <a:pt x="16520" y="55811"/>
                </a:lnTo>
                <a:lnTo>
                  <a:pt x="13693" y="55811"/>
                </a:lnTo>
                <a:lnTo>
                  <a:pt x="13693" y="56852"/>
                </a:lnTo>
                <a:lnTo>
                  <a:pt x="9823" y="56852"/>
                </a:lnTo>
                <a:lnTo>
                  <a:pt x="9823" y="57745"/>
                </a:lnTo>
                <a:lnTo>
                  <a:pt x="4912" y="57745"/>
                </a:lnTo>
                <a:lnTo>
                  <a:pt x="4912" y="56852"/>
                </a:lnTo>
                <a:lnTo>
                  <a:pt x="3870" y="56852"/>
                </a:lnTo>
                <a:lnTo>
                  <a:pt x="3870" y="54918"/>
                </a:lnTo>
                <a:lnTo>
                  <a:pt x="2977" y="54918"/>
                </a:lnTo>
                <a:lnTo>
                  <a:pt x="2977" y="51941"/>
                </a:lnTo>
                <a:lnTo>
                  <a:pt x="1935" y="51941"/>
                </a:lnTo>
                <a:lnTo>
                  <a:pt x="1935" y="50006"/>
                </a:lnTo>
                <a:lnTo>
                  <a:pt x="1042" y="50006"/>
                </a:lnTo>
                <a:lnTo>
                  <a:pt x="1042" y="46732"/>
                </a:lnTo>
                <a:lnTo>
                  <a:pt x="1935" y="46732"/>
                </a:lnTo>
                <a:lnTo>
                  <a:pt x="1935" y="44797"/>
                </a:lnTo>
                <a:lnTo>
                  <a:pt x="3870" y="44797"/>
                </a:lnTo>
                <a:lnTo>
                  <a:pt x="3870" y="43756"/>
                </a:lnTo>
                <a:lnTo>
                  <a:pt x="4912" y="43756"/>
                </a:lnTo>
                <a:lnTo>
                  <a:pt x="4912" y="42863"/>
                </a:lnTo>
                <a:lnTo>
                  <a:pt x="6846" y="42863"/>
                </a:lnTo>
                <a:lnTo>
                  <a:pt x="6846" y="41821"/>
                </a:lnTo>
                <a:lnTo>
                  <a:pt x="8781" y="41821"/>
                </a:lnTo>
                <a:lnTo>
                  <a:pt x="8781" y="40928"/>
                </a:lnTo>
                <a:lnTo>
                  <a:pt x="9674" y="40928"/>
                </a:lnTo>
                <a:lnTo>
                  <a:pt x="9674" y="39886"/>
                </a:lnTo>
                <a:lnTo>
                  <a:pt x="10716" y="39886"/>
                </a:lnTo>
                <a:lnTo>
                  <a:pt x="10716" y="36909"/>
                </a:lnTo>
                <a:lnTo>
                  <a:pt x="11609" y="36909"/>
                </a:lnTo>
                <a:lnTo>
                  <a:pt x="11609" y="36016"/>
                </a:lnTo>
                <a:lnTo>
                  <a:pt x="12651" y="36016"/>
                </a:lnTo>
                <a:lnTo>
                  <a:pt x="12651" y="33040"/>
                </a:lnTo>
                <a:lnTo>
                  <a:pt x="13693" y="33040"/>
                </a:lnTo>
                <a:lnTo>
                  <a:pt x="13693" y="31105"/>
                </a:lnTo>
                <a:lnTo>
                  <a:pt x="14585" y="31105"/>
                </a:lnTo>
                <a:lnTo>
                  <a:pt x="14585" y="29170"/>
                </a:lnTo>
                <a:lnTo>
                  <a:pt x="15627" y="29170"/>
                </a:lnTo>
                <a:lnTo>
                  <a:pt x="15627" y="27236"/>
                </a:lnTo>
                <a:lnTo>
                  <a:pt x="16520" y="27236"/>
                </a:lnTo>
                <a:lnTo>
                  <a:pt x="16520" y="25301"/>
                </a:lnTo>
                <a:lnTo>
                  <a:pt x="17562" y="25301"/>
                </a:lnTo>
                <a:lnTo>
                  <a:pt x="17562" y="23366"/>
                </a:lnTo>
                <a:lnTo>
                  <a:pt x="18455" y="23366"/>
                </a:lnTo>
                <a:lnTo>
                  <a:pt x="18455" y="21431"/>
                </a:lnTo>
                <a:lnTo>
                  <a:pt x="19497" y="21431"/>
                </a:lnTo>
                <a:lnTo>
                  <a:pt x="19497" y="20390"/>
                </a:lnTo>
                <a:lnTo>
                  <a:pt x="20390" y="20390"/>
                </a:lnTo>
                <a:lnTo>
                  <a:pt x="20390" y="18455"/>
                </a:lnTo>
                <a:lnTo>
                  <a:pt x="21432" y="18455"/>
                </a:lnTo>
                <a:lnTo>
                  <a:pt x="21432" y="16520"/>
                </a:lnTo>
                <a:lnTo>
                  <a:pt x="22325" y="16520"/>
                </a:lnTo>
                <a:lnTo>
                  <a:pt x="22325" y="14585"/>
                </a:lnTo>
                <a:lnTo>
                  <a:pt x="23366" y="14585"/>
                </a:lnTo>
                <a:lnTo>
                  <a:pt x="23366" y="13692"/>
                </a:lnTo>
                <a:lnTo>
                  <a:pt x="24259" y="13692"/>
                </a:lnTo>
                <a:lnTo>
                  <a:pt x="24259" y="11609"/>
                </a:lnTo>
                <a:lnTo>
                  <a:pt x="25301" y="11609"/>
                </a:lnTo>
                <a:lnTo>
                  <a:pt x="25301" y="10716"/>
                </a:lnTo>
                <a:lnTo>
                  <a:pt x="26343" y="10716"/>
                </a:lnTo>
                <a:lnTo>
                  <a:pt x="26343" y="8781"/>
                </a:lnTo>
                <a:lnTo>
                  <a:pt x="27236" y="8781"/>
                </a:lnTo>
                <a:lnTo>
                  <a:pt x="27236" y="7739"/>
                </a:lnTo>
                <a:lnTo>
                  <a:pt x="28278" y="7739"/>
                </a:lnTo>
                <a:lnTo>
                  <a:pt x="28278" y="5804"/>
                </a:lnTo>
                <a:lnTo>
                  <a:pt x="29171" y="58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4E1488AB-5166-FB08-D70D-CA675A7D8BE1}"/>
              </a:ext>
            </a:extLst>
          </p:cNvPr>
          <p:cNvSpPr txBox="1"/>
          <p:nvPr/>
        </p:nvSpPr>
        <p:spPr>
          <a:xfrm>
            <a:off x="4665944" y="1924445"/>
            <a:ext cx="136624" cy="134095"/>
          </a:xfrm>
          <a:custGeom>
            <a:avLst/>
            <a:gdLst/>
            <a:ahLst/>
            <a:cxnLst/>
            <a:rect l="l" t="t" r="r" b="b"/>
            <a:pathLst>
              <a:path w="136624" h="134095">
                <a:moveTo>
                  <a:pt x="102096" y="99566"/>
                </a:moveTo>
                <a:lnTo>
                  <a:pt x="102096" y="101204"/>
                </a:lnTo>
                <a:lnTo>
                  <a:pt x="102840" y="101204"/>
                </a:lnTo>
                <a:lnTo>
                  <a:pt x="102840" y="103734"/>
                </a:lnTo>
                <a:lnTo>
                  <a:pt x="103733" y="103734"/>
                </a:lnTo>
                <a:lnTo>
                  <a:pt x="103733" y="99566"/>
                </a:lnTo>
                <a:close/>
                <a:moveTo>
                  <a:pt x="46434" y="15181"/>
                </a:moveTo>
                <a:lnTo>
                  <a:pt x="46434" y="16074"/>
                </a:lnTo>
                <a:lnTo>
                  <a:pt x="47178" y="16074"/>
                </a:lnTo>
                <a:lnTo>
                  <a:pt x="47178" y="15181"/>
                </a:lnTo>
                <a:close/>
                <a:moveTo>
                  <a:pt x="45541" y="7591"/>
                </a:moveTo>
                <a:lnTo>
                  <a:pt x="45541" y="8484"/>
                </a:lnTo>
                <a:lnTo>
                  <a:pt x="44648" y="8484"/>
                </a:lnTo>
                <a:lnTo>
                  <a:pt x="44648" y="9228"/>
                </a:lnTo>
                <a:lnTo>
                  <a:pt x="46434" y="9228"/>
                </a:lnTo>
                <a:lnTo>
                  <a:pt x="46434" y="7591"/>
                </a:lnTo>
                <a:close/>
                <a:moveTo>
                  <a:pt x="85130" y="0"/>
                </a:moveTo>
                <a:lnTo>
                  <a:pt x="86023" y="0"/>
                </a:lnTo>
                <a:lnTo>
                  <a:pt x="86023" y="893"/>
                </a:lnTo>
                <a:lnTo>
                  <a:pt x="93613" y="893"/>
                </a:lnTo>
                <a:lnTo>
                  <a:pt x="93613" y="1637"/>
                </a:lnTo>
                <a:lnTo>
                  <a:pt x="94506" y="1637"/>
                </a:lnTo>
                <a:lnTo>
                  <a:pt x="94506" y="3423"/>
                </a:lnTo>
                <a:lnTo>
                  <a:pt x="95250" y="3423"/>
                </a:lnTo>
                <a:lnTo>
                  <a:pt x="95250" y="5954"/>
                </a:lnTo>
                <a:lnTo>
                  <a:pt x="94506" y="5954"/>
                </a:lnTo>
                <a:lnTo>
                  <a:pt x="94506" y="7591"/>
                </a:lnTo>
                <a:lnTo>
                  <a:pt x="93613" y="7591"/>
                </a:lnTo>
                <a:lnTo>
                  <a:pt x="93613" y="9228"/>
                </a:lnTo>
                <a:lnTo>
                  <a:pt x="92720" y="9228"/>
                </a:lnTo>
                <a:lnTo>
                  <a:pt x="92720" y="14288"/>
                </a:lnTo>
                <a:lnTo>
                  <a:pt x="91976" y="14288"/>
                </a:lnTo>
                <a:lnTo>
                  <a:pt x="91976" y="16074"/>
                </a:lnTo>
                <a:lnTo>
                  <a:pt x="92720" y="16074"/>
                </a:lnTo>
                <a:lnTo>
                  <a:pt x="92720" y="21878"/>
                </a:lnTo>
                <a:lnTo>
                  <a:pt x="93613" y="21878"/>
                </a:lnTo>
                <a:lnTo>
                  <a:pt x="93613" y="22771"/>
                </a:lnTo>
                <a:lnTo>
                  <a:pt x="96143" y="22771"/>
                </a:lnTo>
                <a:lnTo>
                  <a:pt x="96143" y="23664"/>
                </a:lnTo>
                <a:lnTo>
                  <a:pt x="101203" y="23664"/>
                </a:lnTo>
                <a:lnTo>
                  <a:pt x="101203" y="24408"/>
                </a:lnTo>
                <a:lnTo>
                  <a:pt x="104626" y="24408"/>
                </a:lnTo>
                <a:lnTo>
                  <a:pt x="104626" y="23664"/>
                </a:lnTo>
                <a:lnTo>
                  <a:pt x="107156" y="23664"/>
                </a:lnTo>
                <a:lnTo>
                  <a:pt x="107156" y="22771"/>
                </a:lnTo>
                <a:lnTo>
                  <a:pt x="108793" y="22771"/>
                </a:lnTo>
                <a:lnTo>
                  <a:pt x="108793" y="23664"/>
                </a:lnTo>
                <a:lnTo>
                  <a:pt x="112216" y="23664"/>
                </a:lnTo>
                <a:lnTo>
                  <a:pt x="112216" y="22771"/>
                </a:lnTo>
                <a:lnTo>
                  <a:pt x="113853" y="22771"/>
                </a:lnTo>
                <a:lnTo>
                  <a:pt x="113853" y="21134"/>
                </a:lnTo>
                <a:lnTo>
                  <a:pt x="114746" y="21134"/>
                </a:lnTo>
                <a:lnTo>
                  <a:pt x="114746" y="20241"/>
                </a:lnTo>
                <a:lnTo>
                  <a:pt x="116384" y="20241"/>
                </a:lnTo>
                <a:lnTo>
                  <a:pt x="116384" y="19348"/>
                </a:lnTo>
                <a:lnTo>
                  <a:pt x="118021" y="19348"/>
                </a:lnTo>
                <a:lnTo>
                  <a:pt x="118021" y="18604"/>
                </a:lnTo>
                <a:lnTo>
                  <a:pt x="119807" y="18604"/>
                </a:lnTo>
                <a:lnTo>
                  <a:pt x="119807" y="17711"/>
                </a:lnTo>
                <a:lnTo>
                  <a:pt x="123974" y="17711"/>
                </a:lnTo>
                <a:lnTo>
                  <a:pt x="123974" y="18604"/>
                </a:lnTo>
                <a:lnTo>
                  <a:pt x="124867" y="18604"/>
                </a:lnTo>
                <a:lnTo>
                  <a:pt x="124867" y="17711"/>
                </a:lnTo>
                <a:lnTo>
                  <a:pt x="126504" y="17711"/>
                </a:lnTo>
                <a:lnTo>
                  <a:pt x="126504" y="18604"/>
                </a:lnTo>
                <a:lnTo>
                  <a:pt x="128141" y="18604"/>
                </a:lnTo>
                <a:lnTo>
                  <a:pt x="128141" y="19348"/>
                </a:lnTo>
                <a:lnTo>
                  <a:pt x="129034" y="19348"/>
                </a:lnTo>
                <a:lnTo>
                  <a:pt x="129034" y="21878"/>
                </a:lnTo>
                <a:lnTo>
                  <a:pt x="129927" y="21878"/>
                </a:lnTo>
                <a:lnTo>
                  <a:pt x="129927" y="22771"/>
                </a:lnTo>
                <a:lnTo>
                  <a:pt x="133201" y="22771"/>
                </a:lnTo>
                <a:lnTo>
                  <a:pt x="133201" y="23664"/>
                </a:lnTo>
                <a:lnTo>
                  <a:pt x="134987" y="23664"/>
                </a:lnTo>
                <a:lnTo>
                  <a:pt x="134987" y="24408"/>
                </a:lnTo>
                <a:lnTo>
                  <a:pt x="136624" y="24408"/>
                </a:lnTo>
                <a:lnTo>
                  <a:pt x="136624" y="26938"/>
                </a:lnTo>
                <a:lnTo>
                  <a:pt x="135731" y="26938"/>
                </a:lnTo>
                <a:lnTo>
                  <a:pt x="135731" y="27831"/>
                </a:lnTo>
                <a:lnTo>
                  <a:pt x="134987" y="27831"/>
                </a:lnTo>
                <a:lnTo>
                  <a:pt x="134987" y="28724"/>
                </a:lnTo>
                <a:lnTo>
                  <a:pt x="134094" y="28724"/>
                </a:lnTo>
                <a:lnTo>
                  <a:pt x="134094" y="31998"/>
                </a:lnTo>
                <a:lnTo>
                  <a:pt x="133201" y="31998"/>
                </a:lnTo>
                <a:lnTo>
                  <a:pt x="133201" y="32891"/>
                </a:lnTo>
                <a:lnTo>
                  <a:pt x="129034" y="32891"/>
                </a:lnTo>
                <a:lnTo>
                  <a:pt x="129034" y="31998"/>
                </a:lnTo>
                <a:lnTo>
                  <a:pt x="125611" y="31998"/>
                </a:lnTo>
                <a:lnTo>
                  <a:pt x="125611" y="32891"/>
                </a:lnTo>
                <a:lnTo>
                  <a:pt x="124867" y="32891"/>
                </a:lnTo>
                <a:lnTo>
                  <a:pt x="124867" y="31998"/>
                </a:lnTo>
                <a:lnTo>
                  <a:pt x="119807" y="31998"/>
                </a:lnTo>
                <a:lnTo>
                  <a:pt x="119807" y="31254"/>
                </a:lnTo>
                <a:lnTo>
                  <a:pt x="116384" y="31254"/>
                </a:lnTo>
                <a:lnTo>
                  <a:pt x="116384" y="30361"/>
                </a:lnTo>
                <a:lnTo>
                  <a:pt x="114746" y="30361"/>
                </a:lnTo>
                <a:lnTo>
                  <a:pt x="114746" y="31254"/>
                </a:lnTo>
                <a:lnTo>
                  <a:pt x="108793" y="31254"/>
                </a:lnTo>
                <a:lnTo>
                  <a:pt x="108793" y="30361"/>
                </a:lnTo>
                <a:lnTo>
                  <a:pt x="96143" y="30361"/>
                </a:lnTo>
                <a:lnTo>
                  <a:pt x="96143" y="31254"/>
                </a:lnTo>
                <a:lnTo>
                  <a:pt x="93613" y="31254"/>
                </a:lnTo>
                <a:lnTo>
                  <a:pt x="93613" y="31998"/>
                </a:lnTo>
                <a:lnTo>
                  <a:pt x="92720" y="31998"/>
                </a:lnTo>
                <a:lnTo>
                  <a:pt x="92720" y="32891"/>
                </a:lnTo>
                <a:lnTo>
                  <a:pt x="91976" y="32891"/>
                </a:lnTo>
                <a:lnTo>
                  <a:pt x="91976" y="39589"/>
                </a:lnTo>
                <a:lnTo>
                  <a:pt x="92720" y="39589"/>
                </a:lnTo>
                <a:lnTo>
                  <a:pt x="92720" y="43012"/>
                </a:lnTo>
                <a:lnTo>
                  <a:pt x="93613" y="43012"/>
                </a:lnTo>
                <a:lnTo>
                  <a:pt x="93613" y="46435"/>
                </a:lnTo>
                <a:lnTo>
                  <a:pt x="92720" y="46435"/>
                </a:lnTo>
                <a:lnTo>
                  <a:pt x="92720" y="48072"/>
                </a:lnTo>
                <a:lnTo>
                  <a:pt x="89446" y="48072"/>
                </a:lnTo>
                <a:lnTo>
                  <a:pt x="89446" y="48965"/>
                </a:lnTo>
                <a:lnTo>
                  <a:pt x="86023" y="48965"/>
                </a:lnTo>
                <a:lnTo>
                  <a:pt x="86023" y="49709"/>
                </a:lnTo>
                <a:lnTo>
                  <a:pt x="80070" y="49709"/>
                </a:lnTo>
                <a:lnTo>
                  <a:pt x="80070" y="48965"/>
                </a:lnTo>
                <a:lnTo>
                  <a:pt x="79325" y="48965"/>
                </a:lnTo>
                <a:lnTo>
                  <a:pt x="79325" y="37059"/>
                </a:lnTo>
                <a:lnTo>
                  <a:pt x="80070" y="37059"/>
                </a:lnTo>
                <a:lnTo>
                  <a:pt x="80070" y="34529"/>
                </a:lnTo>
                <a:lnTo>
                  <a:pt x="79325" y="34529"/>
                </a:lnTo>
                <a:lnTo>
                  <a:pt x="79325" y="30361"/>
                </a:lnTo>
                <a:lnTo>
                  <a:pt x="78432" y="30361"/>
                </a:lnTo>
                <a:lnTo>
                  <a:pt x="78432" y="27831"/>
                </a:lnTo>
                <a:lnTo>
                  <a:pt x="61615" y="27831"/>
                </a:lnTo>
                <a:lnTo>
                  <a:pt x="61615" y="28724"/>
                </a:lnTo>
                <a:lnTo>
                  <a:pt x="59085" y="28724"/>
                </a:lnTo>
                <a:lnTo>
                  <a:pt x="59085" y="29468"/>
                </a:lnTo>
                <a:lnTo>
                  <a:pt x="55662" y="29468"/>
                </a:lnTo>
                <a:lnTo>
                  <a:pt x="55662" y="30361"/>
                </a:lnTo>
                <a:lnTo>
                  <a:pt x="54769" y="30361"/>
                </a:lnTo>
                <a:lnTo>
                  <a:pt x="54769" y="31254"/>
                </a:lnTo>
                <a:lnTo>
                  <a:pt x="54025" y="31254"/>
                </a:lnTo>
                <a:lnTo>
                  <a:pt x="54025" y="31998"/>
                </a:lnTo>
                <a:lnTo>
                  <a:pt x="55662" y="31998"/>
                </a:lnTo>
                <a:lnTo>
                  <a:pt x="55662" y="32891"/>
                </a:lnTo>
                <a:lnTo>
                  <a:pt x="56555" y="32891"/>
                </a:lnTo>
                <a:lnTo>
                  <a:pt x="56555" y="37952"/>
                </a:lnTo>
                <a:lnTo>
                  <a:pt x="57299" y="37952"/>
                </a:lnTo>
                <a:lnTo>
                  <a:pt x="57299" y="42119"/>
                </a:lnTo>
                <a:lnTo>
                  <a:pt x="56555" y="42119"/>
                </a:lnTo>
                <a:lnTo>
                  <a:pt x="56555" y="43012"/>
                </a:lnTo>
                <a:lnTo>
                  <a:pt x="57299" y="43012"/>
                </a:lnTo>
                <a:lnTo>
                  <a:pt x="57299" y="46435"/>
                </a:lnTo>
                <a:lnTo>
                  <a:pt x="56555" y="46435"/>
                </a:lnTo>
                <a:lnTo>
                  <a:pt x="56555" y="49709"/>
                </a:lnTo>
                <a:lnTo>
                  <a:pt x="57299" y="49709"/>
                </a:lnTo>
                <a:lnTo>
                  <a:pt x="57299" y="50602"/>
                </a:lnTo>
                <a:lnTo>
                  <a:pt x="59829" y="50602"/>
                </a:lnTo>
                <a:lnTo>
                  <a:pt x="59829" y="51495"/>
                </a:lnTo>
                <a:lnTo>
                  <a:pt x="61615" y="51495"/>
                </a:lnTo>
                <a:lnTo>
                  <a:pt x="61615" y="52239"/>
                </a:lnTo>
                <a:lnTo>
                  <a:pt x="70842" y="52239"/>
                </a:lnTo>
                <a:lnTo>
                  <a:pt x="70842" y="53132"/>
                </a:lnTo>
                <a:lnTo>
                  <a:pt x="71735" y="53132"/>
                </a:lnTo>
                <a:lnTo>
                  <a:pt x="71735" y="54025"/>
                </a:lnTo>
                <a:lnTo>
                  <a:pt x="73372" y="54025"/>
                </a:lnTo>
                <a:lnTo>
                  <a:pt x="73372" y="53132"/>
                </a:lnTo>
                <a:lnTo>
                  <a:pt x="74265" y="53132"/>
                </a:lnTo>
                <a:lnTo>
                  <a:pt x="74265" y="52239"/>
                </a:lnTo>
                <a:lnTo>
                  <a:pt x="79325" y="52239"/>
                </a:lnTo>
                <a:lnTo>
                  <a:pt x="79325" y="51495"/>
                </a:lnTo>
                <a:lnTo>
                  <a:pt x="80962" y="51495"/>
                </a:lnTo>
                <a:lnTo>
                  <a:pt x="80962" y="52239"/>
                </a:lnTo>
                <a:lnTo>
                  <a:pt x="82600" y="52239"/>
                </a:lnTo>
                <a:lnTo>
                  <a:pt x="82600" y="53132"/>
                </a:lnTo>
                <a:lnTo>
                  <a:pt x="86023" y="53132"/>
                </a:lnTo>
                <a:lnTo>
                  <a:pt x="86023" y="54025"/>
                </a:lnTo>
                <a:lnTo>
                  <a:pt x="86916" y="54025"/>
                </a:lnTo>
                <a:lnTo>
                  <a:pt x="86916" y="54769"/>
                </a:lnTo>
                <a:lnTo>
                  <a:pt x="88553" y="54769"/>
                </a:lnTo>
                <a:lnTo>
                  <a:pt x="88553" y="54025"/>
                </a:lnTo>
                <a:lnTo>
                  <a:pt x="89446" y="54025"/>
                </a:lnTo>
                <a:lnTo>
                  <a:pt x="89446" y="53132"/>
                </a:lnTo>
                <a:lnTo>
                  <a:pt x="91976" y="53132"/>
                </a:lnTo>
                <a:lnTo>
                  <a:pt x="91976" y="54025"/>
                </a:lnTo>
                <a:lnTo>
                  <a:pt x="97036" y="54025"/>
                </a:lnTo>
                <a:lnTo>
                  <a:pt x="97036" y="54769"/>
                </a:lnTo>
                <a:lnTo>
                  <a:pt x="97780" y="54769"/>
                </a:lnTo>
                <a:lnTo>
                  <a:pt x="97780" y="54025"/>
                </a:lnTo>
                <a:lnTo>
                  <a:pt x="99566" y="54025"/>
                </a:lnTo>
                <a:lnTo>
                  <a:pt x="99566" y="53132"/>
                </a:lnTo>
                <a:lnTo>
                  <a:pt x="100310" y="53132"/>
                </a:lnTo>
                <a:lnTo>
                  <a:pt x="100310" y="51495"/>
                </a:lnTo>
                <a:lnTo>
                  <a:pt x="101203" y="51495"/>
                </a:lnTo>
                <a:lnTo>
                  <a:pt x="101203" y="50602"/>
                </a:lnTo>
                <a:lnTo>
                  <a:pt x="102096" y="50602"/>
                </a:lnTo>
                <a:lnTo>
                  <a:pt x="102096" y="49709"/>
                </a:lnTo>
                <a:lnTo>
                  <a:pt x="102840" y="49709"/>
                </a:lnTo>
                <a:lnTo>
                  <a:pt x="102840" y="48072"/>
                </a:lnTo>
                <a:lnTo>
                  <a:pt x="103733" y="48072"/>
                </a:lnTo>
                <a:lnTo>
                  <a:pt x="103733" y="47179"/>
                </a:lnTo>
                <a:lnTo>
                  <a:pt x="105370" y="47179"/>
                </a:lnTo>
                <a:lnTo>
                  <a:pt x="105370" y="45542"/>
                </a:lnTo>
                <a:lnTo>
                  <a:pt x="107900" y="45542"/>
                </a:lnTo>
                <a:lnTo>
                  <a:pt x="107900" y="46435"/>
                </a:lnTo>
                <a:lnTo>
                  <a:pt x="111323" y="46435"/>
                </a:lnTo>
                <a:lnTo>
                  <a:pt x="111323" y="47179"/>
                </a:lnTo>
                <a:lnTo>
                  <a:pt x="112216" y="47179"/>
                </a:lnTo>
                <a:lnTo>
                  <a:pt x="112216" y="48072"/>
                </a:lnTo>
                <a:lnTo>
                  <a:pt x="113853" y="48072"/>
                </a:lnTo>
                <a:lnTo>
                  <a:pt x="113853" y="48965"/>
                </a:lnTo>
                <a:lnTo>
                  <a:pt x="116384" y="48965"/>
                </a:lnTo>
                <a:lnTo>
                  <a:pt x="116384" y="49709"/>
                </a:lnTo>
                <a:lnTo>
                  <a:pt x="118021" y="49709"/>
                </a:lnTo>
                <a:lnTo>
                  <a:pt x="118021" y="50602"/>
                </a:lnTo>
                <a:lnTo>
                  <a:pt x="118914" y="50602"/>
                </a:lnTo>
                <a:lnTo>
                  <a:pt x="118914" y="51495"/>
                </a:lnTo>
                <a:lnTo>
                  <a:pt x="120551" y="51495"/>
                </a:lnTo>
                <a:lnTo>
                  <a:pt x="120551" y="52239"/>
                </a:lnTo>
                <a:lnTo>
                  <a:pt x="121444" y="52239"/>
                </a:lnTo>
                <a:lnTo>
                  <a:pt x="121444" y="53132"/>
                </a:lnTo>
                <a:lnTo>
                  <a:pt x="122337" y="53132"/>
                </a:lnTo>
                <a:lnTo>
                  <a:pt x="122337" y="54025"/>
                </a:lnTo>
                <a:lnTo>
                  <a:pt x="123081" y="54025"/>
                </a:lnTo>
                <a:lnTo>
                  <a:pt x="123081" y="59829"/>
                </a:lnTo>
                <a:lnTo>
                  <a:pt x="122337" y="59829"/>
                </a:lnTo>
                <a:lnTo>
                  <a:pt x="122337" y="60722"/>
                </a:lnTo>
                <a:lnTo>
                  <a:pt x="121444" y="60722"/>
                </a:lnTo>
                <a:lnTo>
                  <a:pt x="121444" y="61615"/>
                </a:lnTo>
                <a:lnTo>
                  <a:pt x="120551" y="61615"/>
                </a:lnTo>
                <a:lnTo>
                  <a:pt x="120551" y="62359"/>
                </a:lnTo>
                <a:lnTo>
                  <a:pt x="119807" y="62359"/>
                </a:lnTo>
                <a:lnTo>
                  <a:pt x="119807" y="63252"/>
                </a:lnTo>
                <a:lnTo>
                  <a:pt x="118914" y="63252"/>
                </a:lnTo>
                <a:lnTo>
                  <a:pt x="118914" y="64145"/>
                </a:lnTo>
                <a:lnTo>
                  <a:pt x="118021" y="64145"/>
                </a:lnTo>
                <a:lnTo>
                  <a:pt x="118021" y="64889"/>
                </a:lnTo>
                <a:lnTo>
                  <a:pt x="117277" y="64889"/>
                </a:lnTo>
                <a:lnTo>
                  <a:pt x="117277" y="69950"/>
                </a:lnTo>
                <a:lnTo>
                  <a:pt x="118021" y="69950"/>
                </a:lnTo>
                <a:lnTo>
                  <a:pt x="118021" y="71736"/>
                </a:lnTo>
                <a:lnTo>
                  <a:pt x="118914" y="71736"/>
                </a:lnTo>
                <a:lnTo>
                  <a:pt x="118914" y="80963"/>
                </a:lnTo>
                <a:lnTo>
                  <a:pt x="118021" y="80963"/>
                </a:lnTo>
                <a:lnTo>
                  <a:pt x="118021" y="85130"/>
                </a:lnTo>
                <a:lnTo>
                  <a:pt x="117277" y="85130"/>
                </a:lnTo>
                <a:lnTo>
                  <a:pt x="117277" y="86023"/>
                </a:lnTo>
                <a:lnTo>
                  <a:pt x="116384" y="86023"/>
                </a:lnTo>
                <a:lnTo>
                  <a:pt x="116384" y="86916"/>
                </a:lnTo>
                <a:lnTo>
                  <a:pt x="117277" y="86916"/>
                </a:lnTo>
                <a:lnTo>
                  <a:pt x="117277" y="93613"/>
                </a:lnTo>
                <a:lnTo>
                  <a:pt x="116384" y="93613"/>
                </a:lnTo>
                <a:lnTo>
                  <a:pt x="116384" y="97036"/>
                </a:lnTo>
                <a:lnTo>
                  <a:pt x="115491" y="97036"/>
                </a:lnTo>
                <a:lnTo>
                  <a:pt x="115491" y="98673"/>
                </a:lnTo>
                <a:lnTo>
                  <a:pt x="116384" y="98673"/>
                </a:lnTo>
                <a:lnTo>
                  <a:pt x="116384" y="102096"/>
                </a:lnTo>
                <a:lnTo>
                  <a:pt x="115491" y="102096"/>
                </a:lnTo>
                <a:lnTo>
                  <a:pt x="115491" y="103734"/>
                </a:lnTo>
                <a:lnTo>
                  <a:pt x="114746" y="103734"/>
                </a:lnTo>
                <a:lnTo>
                  <a:pt x="114746" y="104627"/>
                </a:lnTo>
                <a:lnTo>
                  <a:pt x="113853" y="104627"/>
                </a:lnTo>
                <a:lnTo>
                  <a:pt x="113853" y="105371"/>
                </a:lnTo>
                <a:lnTo>
                  <a:pt x="112961" y="105371"/>
                </a:lnTo>
                <a:lnTo>
                  <a:pt x="112961" y="107157"/>
                </a:lnTo>
                <a:lnTo>
                  <a:pt x="112216" y="107157"/>
                </a:lnTo>
                <a:lnTo>
                  <a:pt x="112216" y="107901"/>
                </a:lnTo>
                <a:lnTo>
                  <a:pt x="111323" y="107901"/>
                </a:lnTo>
                <a:lnTo>
                  <a:pt x="111323" y="108794"/>
                </a:lnTo>
                <a:lnTo>
                  <a:pt x="110430" y="108794"/>
                </a:lnTo>
                <a:lnTo>
                  <a:pt x="110430" y="109687"/>
                </a:lnTo>
                <a:lnTo>
                  <a:pt x="107900" y="109687"/>
                </a:lnTo>
                <a:lnTo>
                  <a:pt x="107900" y="110431"/>
                </a:lnTo>
                <a:lnTo>
                  <a:pt x="106263" y="110431"/>
                </a:lnTo>
                <a:lnTo>
                  <a:pt x="106263" y="111324"/>
                </a:lnTo>
                <a:lnTo>
                  <a:pt x="105370" y="111324"/>
                </a:lnTo>
                <a:lnTo>
                  <a:pt x="105370" y="112217"/>
                </a:lnTo>
                <a:lnTo>
                  <a:pt x="104626" y="112217"/>
                </a:lnTo>
                <a:lnTo>
                  <a:pt x="104626" y="113854"/>
                </a:lnTo>
                <a:lnTo>
                  <a:pt x="102840" y="113854"/>
                </a:lnTo>
                <a:lnTo>
                  <a:pt x="102840" y="114747"/>
                </a:lnTo>
                <a:lnTo>
                  <a:pt x="100310" y="114747"/>
                </a:lnTo>
                <a:lnTo>
                  <a:pt x="100310" y="113854"/>
                </a:lnTo>
                <a:lnTo>
                  <a:pt x="99566" y="113854"/>
                </a:lnTo>
                <a:lnTo>
                  <a:pt x="99566" y="114747"/>
                </a:lnTo>
                <a:lnTo>
                  <a:pt x="97780" y="114747"/>
                </a:lnTo>
                <a:lnTo>
                  <a:pt x="97780" y="115491"/>
                </a:lnTo>
                <a:lnTo>
                  <a:pt x="97036" y="115491"/>
                </a:lnTo>
                <a:lnTo>
                  <a:pt x="97036" y="116384"/>
                </a:lnTo>
                <a:lnTo>
                  <a:pt x="94506" y="116384"/>
                </a:lnTo>
                <a:lnTo>
                  <a:pt x="94506" y="117277"/>
                </a:lnTo>
                <a:lnTo>
                  <a:pt x="89446" y="117277"/>
                </a:lnTo>
                <a:lnTo>
                  <a:pt x="89446" y="116384"/>
                </a:lnTo>
                <a:lnTo>
                  <a:pt x="88553" y="116384"/>
                </a:lnTo>
                <a:lnTo>
                  <a:pt x="88553" y="115491"/>
                </a:lnTo>
                <a:lnTo>
                  <a:pt x="87660" y="115491"/>
                </a:lnTo>
                <a:lnTo>
                  <a:pt x="87660" y="114747"/>
                </a:lnTo>
                <a:lnTo>
                  <a:pt x="86916" y="114747"/>
                </a:lnTo>
                <a:lnTo>
                  <a:pt x="86916" y="113854"/>
                </a:lnTo>
                <a:lnTo>
                  <a:pt x="85130" y="113854"/>
                </a:lnTo>
                <a:lnTo>
                  <a:pt x="85130" y="112961"/>
                </a:lnTo>
                <a:lnTo>
                  <a:pt x="84386" y="112961"/>
                </a:lnTo>
                <a:lnTo>
                  <a:pt x="84386" y="112217"/>
                </a:lnTo>
                <a:lnTo>
                  <a:pt x="82600" y="112217"/>
                </a:lnTo>
                <a:lnTo>
                  <a:pt x="82600" y="111324"/>
                </a:lnTo>
                <a:lnTo>
                  <a:pt x="81855" y="111324"/>
                </a:lnTo>
                <a:lnTo>
                  <a:pt x="81855" y="110431"/>
                </a:lnTo>
                <a:lnTo>
                  <a:pt x="80962" y="110431"/>
                </a:lnTo>
                <a:lnTo>
                  <a:pt x="80962" y="109687"/>
                </a:lnTo>
                <a:lnTo>
                  <a:pt x="76795" y="109687"/>
                </a:lnTo>
                <a:lnTo>
                  <a:pt x="76795" y="108794"/>
                </a:lnTo>
                <a:lnTo>
                  <a:pt x="75902" y="108794"/>
                </a:lnTo>
                <a:lnTo>
                  <a:pt x="75902" y="107901"/>
                </a:lnTo>
                <a:lnTo>
                  <a:pt x="75009" y="107901"/>
                </a:lnTo>
                <a:lnTo>
                  <a:pt x="75009" y="106264"/>
                </a:lnTo>
                <a:lnTo>
                  <a:pt x="75902" y="106264"/>
                </a:lnTo>
                <a:lnTo>
                  <a:pt x="75902" y="105371"/>
                </a:lnTo>
                <a:lnTo>
                  <a:pt x="76795" y="105371"/>
                </a:lnTo>
                <a:lnTo>
                  <a:pt x="76795" y="104627"/>
                </a:lnTo>
                <a:lnTo>
                  <a:pt x="77539" y="104627"/>
                </a:lnTo>
                <a:lnTo>
                  <a:pt x="77539" y="103734"/>
                </a:lnTo>
                <a:lnTo>
                  <a:pt x="80070" y="103734"/>
                </a:lnTo>
                <a:lnTo>
                  <a:pt x="80070" y="102841"/>
                </a:lnTo>
                <a:lnTo>
                  <a:pt x="81855" y="102841"/>
                </a:lnTo>
                <a:lnTo>
                  <a:pt x="81855" y="102096"/>
                </a:lnTo>
                <a:lnTo>
                  <a:pt x="82600" y="102096"/>
                </a:lnTo>
                <a:lnTo>
                  <a:pt x="82600" y="102841"/>
                </a:lnTo>
                <a:lnTo>
                  <a:pt x="86916" y="102841"/>
                </a:lnTo>
                <a:lnTo>
                  <a:pt x="86916" y="102096"/>
                </a:lnTo>
                <a:lnTo>
                  <a:pt x="87660" y="102096"/>
                </a:lnTo>
                <a:lnTo>
                  <a:pt x="87660" y="101204"/>
                </a:lnTo>
                <a:lnTo>
                  <a:pt x="88553" y="101204"/>
                </a:lnTo>
                <a:lnTo>
                  <a:pt x="88553" y="102096"/>
                </a:lnTo>
                <a:lnTo>
                  <a:pt x="90190" y="102096"/>
                </a:lnTo>
                <a:lnTo>
                  <a:pt x="90190" y="102841"/>
                </a:lnTo>
                <a:lnTo>
                  <a:pt x="97036" y="102841"/>
                </a:lnTo>
                <a:lnTo>
                  <a:pt x="97036" y="100311"/>
                </a:lnTo>
                <a:lnTo>
                  <a:pt x="97780" y="100311"/>
                </a:lnTo>
                <a:lnTo>
                  <a:pt x="97780" y="99566"/>
                </a:lnTo>
                <a:lnTo>
                  <a:pt x="99566" y="99566"/>
                </a:lnTo>
                <a:lnTo>
                  <a:pt x="99566" y="98673"/>
                </a:lnTo>
                <a:lnTo>
                  <a:pt x="100310" y="98673"/>
                </a:lnTo>
                <a:lnTo>
                  <a:pt x="100310" y="97780"/>
                </a:lnTo>
                <a:lnTo>
                  <a:pt x="101203" y="97780"/>
                </a:lnTo>
                <a:lnTo>
                  <a:pt x="101203" y="97036"/>
                </a:lnTo>
                <a:lnTo>
                  <a:pt x="102096" y="97036"/>
                </a:lnTo>
                <a:lnTo>
                  <a:pt x="102096" y="95250"/>
                </a:lnTo>
                <a:lnTo>
                  <a:pt x="102840" y="95250"/>
                </a:lnTo>
                <a:lnTo>
                  <a:pt x="102840" y="94506"/>
                </a:lnTo>
                <a:lnTo>
                  <a:pt x="103733" y="94506"/>
                </a:lnTo>
                <a:lnTo>
                  <a:pt x="103733" y="91083"/>
                </a:lnTo>
                <a:lnTo>
                  <a:pt x="104626" y="91083"/>
                </a:lnTo>
                <a:lnTo>
                  <a:pt x="104626" y="90190"/>
                </a:lnTo>
                <a:lnTo>
                  <a:pt x="105370" y="90190"/>
                </a:lnTo>
                <a:lnTo>
                  <a:pt x="105370" y="83493"/>
                </a:lnTo>
                <a:lnTo>
                  <a:pt x="106263" y="83493"/>
                </a:lnTo>
                <a:lnTo>
                  <a:pt x="106263" y="81856"/>
                </a:lnTo>
                <a:lnTo>
                  <a:pt x="107156" y="81856"/>
                </a:lnTo>
                <a:lnTo>
                  <a:pt x="107156" y="78433"/>
                </a:lnTo>
                <a:lnTo>
                  <a:pt x="107900" y="78433"/>
                </a:lnTo>
                <a:lnTo>
                  <a:pt x="107900" y="76796"/>
                </a:lnTo>
                <a:lnTo>
                  <a:pt x="107156" y="76796"/>
                </a:lnTo>
                <a:lnTo>
                  <a:pt x="107156" y="75010"/>
                </a:lnTo>
                <a:lnTo>
                  <a:pt x="106263" y="75010"/>
                </a:lnTo>
                <a:lnTo>
                  <a:pt x="106263" y="74266"/>
                </a:lnTo>
                <a:lnTo>
                  <a:pt x="105370" y="74266"/>
                </a:lnTo>
                <a:lnTo>
                  <a:pt x="105370" y="64889"/>
                </a:lnTo>
                <a:lnTo>
                  <a:pt x="106263" y="64889"/>
                </a:lnTo>
                <a:lnTo>
                  <a:pt x="106263" y="62359"/>
                </a:lnTo>
                <a:lnTo>
                  <a:pt x="105370" y="62359"/>
                </a:lnTo>
                <a:lnTo>
                  <a:pt x="105370" y="60722"/>
                </a:lnTo>
                <a:lnTo>
                  <a:pt x="104626" y="60722"/>
                </a:lnTo>
                <a:lnTo>
                  <a:pt x="104626" y="59829"/>
                </a:lnTo>
                <a:lnTo>
                  <a:pt x="103733" y="59829"/>
                </a:lnTo>
                <a:lnTo>
                  <a:pt x="103733" y="59085"/>
                </a:lnTo>
                <a:lnTo>
                  <a:pt x="102096" y="59085"/>
                </a:lnTo>
                <a:lnTo>
                  <a:pt x="102096" y="58192"/>
                </a:lnTo>
                <a:lnTo>
                  <a:pt x="100310" y="58192"/>
                </a:lnTo>
                <a:lnTo>
                  <a:pt x="100310" y="57299"/>
                </a:lnTo>
                <a:lnTo>
                  <a:pt x="98673" y="57299"/>
                </a:lnTo>
                <a:lnTo>
                  <a:pt x="98673" y="58192"/>
                </a:lnTo>
                <a:lnTo>
                  <a:pt x="97036" y="58192"/>
                </a:lnTo>
                <a:lnTo>
                  <a:pt x="97036" y="59085"/>
                </a:lnTo>
                <a:lnTo>
                  <a:pt x="96143" y="59085"/>
                </a:lnTo>
                <a:lnTo>
                  <a:pt x="96143" y="58192"/>
                </a:lnTo>
                <a:lnTo>
                  <a:pt x="86023" y="58192"/>
                </a:lnTo>
                <a:lnTo>
                  <a:pt x="86023" y="57299"/>
                </a:lnTo>
                <a:lnTo>
                  <a:pt x="84386" y="57299"/>
                </a:lnTo>
                <a:lnTo>
                  <a:pt x="84386" y="58192"/>
                </a:lnTo>
                <a:lnTo>
                  <a:pt x="81855" y="58192"/>
                </a:lnTo>
                <a:lnTo>
                  <a:pt x="81855" y="59085"/>
                </a:lnTo>
                <a:lnTo>
                  <a:pt x="76795" y="59085"/>
                </a:lnTo>
                <a:lnTo>
                  <a:pt x="76795" y="59829"/>
                </a:lnTo>
                <a:lnTo>
                  <a:pt x="75009" y="59829"/>
                </a:lnTo>
                <a:lnTo>
                  <a:pt x="75009" y="61615"/>
                </a:lnTo>
                <a:lnTo>
                  <a:pt x="74265" y="61615"/>
                </a:lnTo>
                <a:lnTo>
                  <a:pt x="74265" y="64145"/>
                </a:lnTo>
                <a:lnTo>
                  <a:pt x="72479" y="64145"/>
                </a:lnTo>
                <a:lnTo>
                  <a:pt x="72479" y="65782"/>
                </a:lnTo>
                <a:lnTo>
                  <a:pt x="71735" y="65782"/>
                </a:lnTo>
                <a:lnTo>
                  <a:pt x="71735" y="66675"/>
                </a:lnTo>
                <a:lnTo>
                  <a:pt x="70842" y="66675"/>
                </a:lnTo>
                <a:lnTo>
                  <a:pt x="70842" y="68312"/>
                </a:lnTo>
                <a:lnTo>
                  <a:pt x="69949" y="68312"/>
                </a:lnTo>
                <a:lnTo>
                  <a:pt x="69949" y="71736"/>
                </a:lnTo>
                <a:lnTo>
                  <a:pt x="69205" y="71736"/>
                </a:lnTo>
                <a:lnTo>
                  <a:pt x="69205" y="73373"/>
                </a:lnTo>
                <a:lnTo>
                  <a:pt x="68312" y="73373"/>
                </a:lnTo>
                <a:lnTo>
                  <a:pt x="68312" y="76796"/>
                </a:lnTo>
                <a:lnTo>
                  <a:pt x="69205" y="76796"/>
                </a:lnTo>
                <a:lnTo>
                  <a:pt x="69205" y="77540"/>
                </a:lnTo>
                <a:lnTo>
                  <a:pt x="69949" y="77540"/>
                </a:lnTo>
                <a:lnTo>
                  <a:pt x="69949" y="81856"/>
                </a:lnTo>
                <a:lnTo>
                  <a:pt x="69205" y="81856"/>
                </a:lnTo>
                <a:lnTo>
                  <a:pt x="69205" y="84386"/>
                </a:lnTo>
                <a:lnTo>
                  <a:pt x="69949" y="84386"/>
                </a:lnTo>
                <a:lnTo>
                  <a:pt x="69949" y="91976"/>
                </a:lnTo>
                <a:lnTo>
                  <a:pt x="69205" y="91976"/>
                </a:lnTo>
                <a:lnTo>
                  <a:pt x="69205" y="94506"/>
                </a:lnTo>
                <a:lnTo>
                  <a:pt x="69949" y="94506"/>
                </a:lnTo>
                <a:lnTo>
                  <a:pt x="69949" y="101204"/>
                </a:lnTo>
                <a:lnTo>
                  <a:pt x="69205" y="101204"/>
                </a:lnTo>
                <a:lnTo>
                  <a:pt x="69205" y="104627"/>
                </a:lnTo>
                <a:lnTo>
                  <a:pt x="69949" y="104627"/>
                </a:lnTo>
                <a:lnTo>
                  <a:pt x="69949" y="106264"/>
                </a:lnTo>
                <a:lnTo>
                  <a:pt x="69205" y="106264"/>
                </a:lnTo>
                <a:lnTo>
                  <a:pt x="69205" y="108794"/>
                </a:lnTo>
                <a:lnTo>
                  <a:pt x="69949" y="108794"/>
                </a:lnTo>
                <a:lnTo>
                  <a:pt x="69949" y="109687"/>
                </a:lnTo>
                <a:lnTo>
                  <a:pt x="70842" y="109687"/>
                </a:lnTo>
                <a:lnTo>
                  <a:pt x="70842" y="112217"/>
                </a:lnTo>
                <a:lnTo>
                  <a:pt x="69949" y="112217"/>
                </a:lnTo>
                <a:lnTo>
                  <a:pt x="69949" y="125611"/>
                </a:lnTo>
                <a:lnTo>
                  <a:pt x="70842" y="125611"/>
                </a:lnTo>
                <a:lnTo>
                  <a:pt x="70842" y="128141"/>
                </a:lnTo>
                <a:lnTo>
                  <a:pt x="69949" y="128141"/>
                </a:lnTo>
                <a:lnTo>
                  <a:pt x="69949" y="131564"/>
                </a:lnTo>
                <a:lnTo>
                  <a:pt x="69205" y="131564"/>
                </a:lnTo>
                <a:lnTo>
                  <a:pt x="69205" y="132457"/>
                </a:lnTo>
                <a:lnTo>
                  <a:pt x="66675" y="132457"/>
                </a:lnTo>
                <a:lnTo>
                  <a:pt x="66675" y="133202"/>
                </a:lnTo>
                <a:lnTo>
                  <a:pt x="59829" y="133202"/>
                </a:lnTo>
                <a:lnTo>
                  <a:pt x="59829" y="134095"/>
                </a:lnTo>
                <a:lnTo>
                  <a:pt x="57299" y="134095"/>
                </a:lnTo>
                <a:lnTo>
                  <a:pt x="57299" y="133202"/>
                </a:lnTo>
                <a:lnTo>
                  <a:pt x="55662" y="133202"/>
                </a:lnTo>
                <a:lnTo>
                  <a:pt x="55662" y="132457"/>
                </a:lnTo>
                <a:lnTo>
                  <a:pt x="54769" y="132457"/>
                </a:lnTo>
                <a:lnTo>
                  <a:pt x="54769" y="131564"/>
                </a:lnTo>
                <a:lnTo>
                  <a:pt x="54025" y="131564"/>
                </a:lnTo>
                <a:lnTo>
                  <a:pt x="54025" y="129927"/>
                </a:lnTo>
                <a:lnTo>
                  <a:pt x="53132" y="129927"/>
                </a:lnTo>
                <a:lnTo>
                  <a:pt x="53132" y="129034"/>
                </a:lnTo>
                <a:lnTo>
                  <a:pt x="54025" y="129034"/>
                </a:lnTo>
                <a:lnTo>
                  <a:pt x="54025" y="124867"/>
                </a:lnTo>
                <a:lnTo>
                  <a:pt x="53132" y="124867"/>
                </a:lnTo>
                <a:lnTo>
                  <a:pt x="53132" y="121444"/>
                </a:lnTo>
                <a:lnTo>
                  <a:pt x="54025" y="121444"/>
                </a:lnTo>
                <a:lnTo>
                  <a:pt x="54025" y="118914"/>
                </a:lnTo>
                <a:lnTo>
                  <a:pt x="53132" y="118914"/>
                </a:lnTo>
                <a:lnTo>
                  <a:pt x="53132" y="112217"/>
                </a:lnTo>
                <a:lnTo>
                  <a:pt x="54025" y="112217"/>
                </a:lnTo>
                <a:lnTo>
                  <a:pt x="54025" y="110431"/>
                </a:lnTo>
                <a:lnTo>
                  <a:pt x="54769" y="110431"/>
                </a:lnTo>
                <a:lnTo>
                  <a:pt x="54769" y="107901"/>
                </a:lnTo>
                <a:lnTo>
                  <a:pt x="55662" y="107901"/>
                </a:lnTo>
                <a:lnTo>
                  <a:pt x="55662" y="101204"/>
                </a:lnTo>
                <a:lnTo>
                  <a:pt x="54769" y="101204"/>
                </a:lnTo>
                <a:lnTo>
                  <a:pt x="54769" y="91083"/>
                </a:lnTo>
                <a:lnTo>
                  <a:pt x="55662" y="91083"/>
                </a:lnTo>
                <a:lnTo>
                  <a:pt x="55662" y="86916"/>
                </a:lnTo>
                <a:lnTo>
                  <a:pt x="56555" y="86916"/>
                </a:lnTo>
                <a:lnTo>
                  <a:pt x="56555" y="80070"/>
                </a:lnTo>
                <a:lnTo>
                  <a:pt x="57299" y="80070"/>
                </a:lnTo>
                <a:lnTo>
                  <a:pt x="57299" y="79326"/>
                </a:lnTo>
                <a:lnTo>
                  <a:pt x="56555" y="79326"/>
                </a:lnTo>
                <a:lnTo>
                  <a:pt x="56555" y="77540"/>
                </a:lnTo>
                <a:lnTo>
                  <a:pt x="55662" y="77540"/>
                </a:lnTo>
                <a:lnTo>
                  <a:pt x="55662" y="75903"/>
                </a:lnTo>
                <a:lnTo>
                  <a:pt x="56555" y="75903"/>
                </a:lnTo>
                <a:lnTo>
                  <a:pt x="56555" y="74266"/>
                </a:lnTo>
                <a:lnTo>
                  <a:pt x="55662" y="74266"/>
                </a:lnTo>
                <a:lnTo>
                  <a:pt x="55662" y="72480"/>
                </a:lnTo>
                <a:lnTo>
                  <a:pt x="56555" y="72480"/>
                </a:lnTo>
                <a:lnTo>
                  <a:pt x="56555" y="69950"/>
                </a:lnTo>
                <a:lnTo>
                  <a:pt x="57299" y="69950"/>
                </a:lnTo>
                <a:lnTo>
                  <a:pt x="57299" y="63252"/>
                </a:lnTo>
                <a:lnTo>
                  <a:pt x="56555" y="63252"/>
                </a:lnTo>
                <a:lnTo>
                  <a:pt x="56555" y="62359"/>
                </a:lnTo>
                <a:lnTo>
                  <a:pt x="55662" y="62359"/>
                </a:lnTo>
                <a:lnTo>
                  <a:pt x="55662" y="60722"/>
                </a:lnTo>
                <a:lnTo>
                  <a:pt x="54769" y="60722"/>
                </a:lnTo>
                <a:lnTo>
                  <a:pt x="54769" y="59829"/>
                </a:lnTo>
                <a:lnTo>
                  <a:pt x="48964" y="59829"/>
                </a:lnTo>
                <a:lnTo>
                  <a:pt x="48964" y="60722"/>
                </a:lnTo>
                <a:lnTo>
                  <a:pt x="48071" y="60722"/>
                </a:lnTo>
                <a:lnTo>
                  <a:pt x="48071" y="59829"/>
                </a:lnTo>
                <a:lnTo>
                  <a:pt x="45541" y="59829"/>
                </a:lnTo>
                <a:lnTo>
                  <a:pt x="45541" y="60722"/>
                </a:lnTo>
                <a:lnTo>
                  <a:pt x="42118" y="60722"/>
                </a:lnTo>
                <a:lnTo>
                  <a:pt x="42118" y="59829"/>
                </a:lnTo>
                <a:lnTo>
                  <a:pt x="37951" y="59829"/>
                </a:lnTo>
                <a:lnTo>
                  <a:pt x="37951" y="60722"/>
                </a:lnTo>
                <a:lnTo>
                  <a:pt x="36314" y="60722"/>
                </a:lnTo>
                <a:lnTo>
                  <a:pt x="36314" y="59829"/>
                </a:lnTo>
                <a:lnTo>
                  <a:pt x="31998" y="59829"/>
                </a:lnTo>
                <a:lnTo>
                  <a:pt x="31998" y="60722"/>
                </a:lnTo>
                <a:lnTo>
                  <a:pt x="26938" y="60722"/>
                </a:lnTo>
                <a:lnTo>
                  <a:pt x="26938" y="61615"/>
                </a:lnTo>
                <a:lnTo>
                  <a:pt x="25301" y="61615"/>
                </a:lnTo>
                <a:lnTo>
                  <a:pt x="25301" y="60722"/>
                </a:lnTo>
                <a:lnTo>
                  <a:pt x="21878" y="60722"/>
                </a:lnTo>
                <a:lnTo>
                  <a:pt x="21878" y="61615"/>
                </a:lnTo>
                <a:lnTo>
                  <a:pt x="17711" y="61615"/>
                </a:lnTo>
                <a:lnTo>
                  <a:pt x="17711" y="62359"/>
                </a:lnTo>
                <a:lnTo>
                  <a:pt x="11757" y="62359"/>
                </a:lnTo>
                <a:lnTo>
                  <a:pt x="11757" y="63252"/>
                </a:lnTo>
                <a:lnTo>
                  <a:pt x="8483" y="63252"/>
                </a:lnTo>
                <a:lnTo>
                  <a:pt x="8483" y="62359"/>
                </a:lnTo>
                <a:lnTo>
                  <a:pt x="7590" y="62359"/>
                </a:lnTo>
                <a:lnTo>
                  <a:pt x="7590" y="60722"/>
                </a:lnTo>
                <a:lnTo>
                  <a:pt x="6697" y="60722"/>
                </a:lnTo>
                <a:lnTo>
                  <a:pt x="6697" y="59829"/>
                </a:lnTo>
                <a:lnTo>
                  <a:pt x="5953" y="59829"/>
                </a:lnTo>
                <a:lnTo>
                  <a:pt x="5953" y="59085"/>
                </a:lnTo>
                <a:lnTo>
                  <a:pt x="5060" y="59085"/>
                </a:lnTo>
                <a:lnTo>
                  <a:pt x="5060" y="58192"/>
                </a:lnTo>
                <a:lnTo>
                  <a:pt x="4167" y="58192"/>
                </a:lnTo>
                <a:lnTo>
                  <a:pt x="4167" y="56555"/>
                </a:lnTo>
                <a:lnTo>
                  <a:pt x="3423" y="56555"/>
                </a:lnTo>
                <a:lnTo>
                  <a:pt x="3423" y="55662"/>
                </a:lnTo>
                <a:lnTo>
                  <a:pt x="2530" y="55662"/>
                </a:lnTo>
                <a:lnTo>
                  <a:pt x="2530" y="54769"/>
                </a:lnTo>
                <a:lnTo>
                  <a:pt x="1637" y="54769"/>
                </a:lnTo>
                <a:lnTo>
                  <a:pt x="1637" y="53132"/>
                </a:lnTo>
                <a:lnTo>
                  <a:pt x="893" y="53132"/>
                </a:lnTo>
                <a:lnTo>
                  <a:pt x="893" y="48965"/>
                </a:lnTo>
                <a:lnTo>
                  <a:pt x="7590" y="48965"/>
                </a:lnTo>
                <a:lnTo>
                  <a:pt x="7590" y="49709"/>
                </a:lnTo>
                <a:lnTo>
                  <a:pt x="15180" y="49709"/>
                </a:lnTo>
                <a:lnTo>
                  <a:pt x="15180" y="50602"/>
                </a:lnTo>
                <a:lnTo>
                  <a:pt x="18603" y="50602"/>
                </a:lnTo>
                <a:lnTo>
                  <a:pt x="18603" y="51495"/>
                </a:lnTo>
                <a:lnTo>
                  <a:pt x="31254" y="51495"/>
                </a:lnTo>
                <a:lnTo>
                  <a:pt x="31254" y="52239"/>
                </a:lnTo>
                <a:lnTo>
                  <a:pt x="32891" y="52239"/>
                </a:lnTo>
                <a:lnTo>
                  <a:pt x="32891" y="51495"/>
                </a:lnTo>
                <a:lnTo>
                  <a:pt x="34528" y="51495"/>
                </a:lnTo>
                <a:lnTo>
                  <a:pt x="34528" y="52239"/>
                </a:lnTo>
                <a:lnTo>
                  <a:pt x="39588" y="52239"/>
                </a:lnTo>
                <a:lnTo>
                  <a:pt x="39588" y="53132"/>
                </a:lnTo>
                <a:lnTo>
                  <a:pt x="41374" y="53132"/>
                </a:lnTo>
                <a:lnTo>
                  <a:pt x="41374" y="52239"/>
                </a:lnTo>
                <a:lnTo>
                  <a:pt x="42118" y="52239"/>
                </a:lnTo>
                <a:lnTo>
                  <a:pt x="42118" y="51495"/>
                </a:lnTo>
                <a:lnTo>
                  <a:pt x="43011" y="51495"/>
                </a:lnTo>
                <a:lnTo>
                  <a:pt x="43011" y="50602"/>
                </a:lnTo>
                <a:lnTo>
                  <a:pt x="43904" y="50602"/>
                </a:lnTo>
                <a:lnTo>
                  <a:pt x="43904" y="49709"/>
                </a:lnTo>
                <a:lnTo>
                  <a:pt x="44648" y="49709"/>
                </a:lnTo>
                <a:lnTo>
                  <a:pt x="44648" y="48965"/>
                </a:lnTo>
                <a:lnTo>
                  <a:pt x="43904" y="48965"/>
                </a:lnTo>
                <a:lnTo>
                  <a:pt x="43904" y="45542"/>
                </a:lnTo>
                <a:lnTo>
                  <a:pt x="44648" y="45542"/>
                </a:lnTo>
                <a:lnTo>
                  <a:pt x="44648" y="44649"/>
                </a:lnTo>
                <a:lnTo>
                  <a:pt x="45541" y="44649"/>
                </a:lnTo>
                <a:lnTo>
                  <a:pt x="45541" y="43905"/>
                </a:lnTo>
                <a:lnTo>
                  <a:pt x="44648" y="43905"/>
                </a:lnTo>
                <a:lnTo>
                  <a:pt x="44648" y="40482"/>
                </a:lnTo>
                <a:lnTo>
                  <a:pt x="43904" y="40482"/>
                </a:lnTo>
                <a:lnTo>
                  <a:pt x="43904" y="37952"/>
                </a:lnTo>
                <a:lnTo>
                  <a:pt x="43011" y="37952"/>
                </a:lnTo>
                <a:lnTo>
                  <a:pt x="43011" y="37059"/>
                </a:lnTo>
                <a:lnTo>
                  <a:pt x="42118" y="37059"/>
                </a:lnTo>
                <a:lnTo>
                  <a:pt x="42118" y="35421"/>
                </a:lnTo>
                <a:lnTo>
                  <a:pt x="43011" y="35421"/>
                </a:lnTo>
                <a:lnTo>
                  <a:pt x="43011" y="32891"/>
                </a:lnTo>
                <a:lnTo>
                  <a:pt x="42118" y="32891"/>
                </a:lnTo>
                <a:lnTo>
                  <a:pt x="42118" y="31254"/>
                </a:lnTo>
                <a:lnTo>
                  <a:pt x="41374" y="31254"/>
                </a:lnTo>
                <a:lnTo>
                  <a:pt x="41374" y="30361"/>
                </a:lnTo>
                <a:lnTo>
                  <a:pt x="38844" y="30361"/>
                </a:lnTo>
                <a:lnTo>
                  <a:pt x="38844" y="31254"/>
                </a:lnTo>
                <a:lnTo>
                  <a:pt x="37058" y="31254"/>
                </a:lnTo>
                <a:lnTo>
                  <a:pt x="37058" y="30361"/>
                </a:lnTo>
                <a:lnTo>
                  <a:pt x="28724" y="30361"/>
                </a:lnTo>
                <a:lnTo>
                  <a:pt x="28724" y="31254"/>
                </a:lnTo>
                <a:lnTo>
                  <a:pt x="22771" y="31254"/>
                </a:lnTo>
                <a:lnTo>
                  <a:pt x="22771" y="30361"/>
                </a:lnTo>
                <a:lnTo>
                  <a:pt x="20241" y="30361"/>
                </a:lnTo>
                <a:lnTo>
                  <a:pt x="20241" y="31254"/>
                </a:lnTo>
                <a:lnTo>
                  <a:pt x="12650" y="31254"/>
                </a:lnTo>
                <a:lnTo>
                  <a:pt x="12650" y="30361"/>
                </a:lnTo>
                <a:lnTo>
                  <a:pt x="9227" y="30361"/>
                </a:lnTo>
                <a:lnTo>
                  <a:pt x="9227" y="31254"/>
                </a:lnTo>
                <a:lnTo>
                  <a:pt x="5953" y="31254"/>
                </a:lnTo>
                <a:lnTo>
                  <a:pt x="5953" y="30361"/>
                </a:lnTo>
                <a:lnTo>
                  <a:pt x="4167" y="30361"/>
                </a:lnTo>
                <a:lnTo>
                  <a:pt x="4167" y="29468"/>
                </a:lnTo>
                <a:lnTo>
                  <a:pt x="1637" y="29468"/>
                </a:lnTo>
                <a:lnTo>
                  <a:pt x="1637" y="28724"/>
                </a:lnTo>
                <a:lnTo>
                  <a:pt x="893" y="28724"/>
                </a:lnTo>
                <a:lnTo>
                  <a:pt x="893" y="27831"/>
                </a:lnTo>
                <a:lnTo>
                  <a:pt x="0" y="27831"/>
                </a:lnTo>
                <a:lnTo>
                  <a:pt x="0" y="22771"/>
                </a:lnTo>
                <a:lnTo>
                  <a:pt x="893" y="22771"/>
                </a:lnTo>
                <a:lnTo>
                  <a:pt x="893" y="21878"/>
                </a:lnTo>
                <a:lnTo>
                  <a:pt x="1637" y="21878"/>
                </a:lnTo>
                <a:lnTo>
                  <a:pt x="1637" y="21134"/>
                </a:lnTo>
                <a:lnTo>
                  <a:pt x="3423" y="21134"/>
                </a:lnTo>
                <a:lnTo>
                  <a:pt x="3423" y="22771"/>
                </a:lnTo>
                <a:lnTo>
                  <a:pt x="4167" y="22771"/>
                </a:lnTo>
                <a:lnTo>
                  <a:pt x="4167" y="23664"/>
                </a:lnTo>
                <a:lnTo>
                  <a:pt x="5060" y="23664"/>
                </a:lnTo>
                <a:lnTo>
                  <a:pt x="5060" y="22771"/>
                </a:lnTo>
                <a:lnTo>
                  <a:pt x="5953" y="22771"/>
                </a:lnTo>
                <a:lnTo>
                  <a:pt x="5953" y="21878"/>
                </a:lnTo>
                <a:lnTo>
                  <a:pt x="6697" y="21878"/>
                </a:lnTo>
                <a:lnTo>
                  <a:pt x="6697" y="21134"/>
                </a:lnTo>
                <a:lnTo>
                  <a:pt x="9227" y="21134"/>
                </a:lnTo>
                <a:lnTo>
                  <a:pt x="9227" y="21878"/>
                </a:lnTo>
                <a:lnTo>
                  <a:pt x="12650" y="21878"/>
                </a:lnTo>
                <a:lnTo>
                  <a:pt x="12650" y="22771"/>
                </a:lnTo>
                <a:lnTo>
                  <a:pt x="13543" y="22771"/>
                </a:lnTo>
                <a:lnTo>
                  <a:pt x="13543" y="21878"/>
                </a:lnTo>
                <a:lnTo>
                  <a:pt x="17711" y="21878"/>
                </a:lnTo>
                <a:lnTo>
                  <a:pt x="17711" y="22771"/>
                </a:lnTo>
                <a:lnTo>
                  <a:pt x="20241" y="22771"/>
                </a:lnTo>
                <a:lnTo>
                  <a:pt x="20241" y="21878"/>
                </a:lnTo>
                <a:lnTo>
                  <a:pt x="26938" y="21878"/>
                </a:lnTo>
                <a:lnTo>
                  <a:pt x="26938" y="22771"/>
                </a:lnTo>
                <a:lnTo>
                  <a:pt x="28724" y="22771"/>
                </a:lnTo>
                <a:lnTo>
                  <a:pt x="28724" y="21878"/>
                </a:lnTo>
                <a:lnTo>
                  <a:pt x="29468" y="21878"/>
                </a:lnTo>
                <a:lnTo>
                  <a:pt x="29468" y="22771"/>
                </a:lnTo>
                <a:lnTo>
                  <a:pt x="32891" y="22771"/>
                </a:lnTo>
                <a:lnTo>
                  <a:pt x="32891" y="21878"/>
                </a:lnTo>
                <a:lnTo>
                  <a:pt x="34528" y="21878"/>
                </a:lnTo>
                <a:lnTo>
                  <a:pt x="34528" y="22771"/>
                </a:lnTo>
                <a:lnTo>
                  <a:pt x="37951" y="22771"/>
                </a:lnTo>
                <a:lnTo>
                  <a:pt x="37951" y="21878"/>
                </a:lnTo>
                <a:lnTo>
                  <a:pt x="40481" y="21878"/>
                </a:lnTo>
                <a:lnTo>
                  <a:pt x="40481" y="21134"/>
                </a:lnTo>
                <a:lnTo>
                  <a:pt x="41374" y="21134"/>
                </a:lnTo>
                <a:lnTo>
                  <a:pt x="41374" y="20241"/>
                </a:lnTo>
                <a:lnTo>
                  <a:pt x="42118" y="20241"/>
                </a:lnTo>
                <a:lnTo>
                  <a:pt x="42118" y="19348"/>
                </a:lnTo>
                <a:lnTo>
                  <a:pt x="43011" y="19348"/>
                </a:lnTo>
                <a:lnTo>
                  <a:pt x="43011" y="16074"/>
                </a:lnTo>
                <a:lnTo>
                  <a:pt x="42118" y="16074"/>
                </a:lnTo>
                <a:lnTo>
                  <a:pt x="42118" y="2530"/>
                </a:lnTo>
                <a:lnTo>
                  <a:pt x="43011" y="2530"/>
                </a:lnTo>
                <a:lnTo>
                  <a:pt x="43011" y="1637"/>
                </a:lnTo>
                <a:lnTo>
                  <a:pt x="47178" y="1637"/>
                </a:lnTo>
                <a:lnTo>
                  <a:pt x="47178" y="893"/>
                </a:lnTo>
                <a:lnTo>
                  <a:pt x="52239" y="893"/>
                </a:lnTo>
                <a:lnTo>
                  <a:pt x="52239" y="1637"/>
                </a:lnTo>
                <a:lnTo>
                  <a:pt x="55662" y="1637"/>
                </a:lnTo>
                <a:lnTo>
                  <a:pt x="55662" y="893"/>
                </a:lnTo>
                <a:lnTo>
                  <a:pt x="59085" y="893"/>
                </a:lnTo>
                <a:lnTo>
                  <a:pt x="59085" y="1637"/>
                </a:lnTo>
                <a:lnTo>
                  <a:pt x="61615" y="1637"/>
                </a:lnTo>
                <a:lnTo>
                  <a:pt x="61615" y="2530"/>
                </a:lnTo>
                <a:lnTo>
                  <a:pt x="62359" y="2530"/>
                </a:lnTo>
                <a:lnTo>
                  <a:pt x="62359" y="5954"/>
                </a:lnTo>
                <a:lnTo>
                  <a:pt x="61615" y="5954"/>
                </a:lnTo>
                <a:lnTo>
                  <a:pt x="61615" y="6698"/>
                </a:lnTo>
                <a:lnTo>
                  <a:pt x="59829" y="6698"/>
                </a:lnTo>
                <a:lnTo>
                  <a:pt x="59829" y="8484"/>
                </a:lnTo>
                <a:lnTo>
                  <a:pt x="59085" y="8484"/>
                </a:lnTo>
                <a:lnTo>
                  <a:pt x="59085" y="10121"/>
                </a:lnTo>
                <a:lnTo>
                  <a:pt x="58192" y="10121"/>
                </a:lnTo>
                <a:lnTo>
                  <a:pt x="58192" y="12651"/>
                </a:lnTo>
                <a:lnTo>
                  <a:pt x="57299" y="12651"/>
                </a:lnTo>
                <a:lnTo>
                  <a:pt x="57299" y="13544"/>
                </a:lnTo>
                <a:lnTo>
                  <a:pt x="56555" y="13544"/>
                </a:lnTo>
                <a:lnTo>
                  <a:pt x="56555" y="14288"/>
                </a:lnTo>
                <a:lnTo>
                  <a:pt x="55662" y="14288"/>
                </a:lnTo>
                <a:lnTo>
                  <a:pt x="55662" y="16818"/>
                </a:lnTo>
                <a:lnTo>
                  <a:pt x="56555" y="16818"/>
                </a:lnTo>
                <a:lnTo>
                  <a:pt x="56555" y="19348"/>
                </a:lnTo>
                <a:lnTo>
                  <a:pt x="57299" y="19348"/>
                </a:lnTo>
                <a:lnTo>
                  <a:pt x="57299" y="21134"/>
                </a:lnTo>
                <a:lnTo>
                  <a:pt x="58192" y="21134"/>
                </a:lnTo>
                <a:lnTo>
                  <a:pt x="58192" y="21878"/>
                </a:lnTo>
                <a:lnTo>
                  <a:pt x="59829" y="21878"/>
                </a:lnTo>
                <a:lnTo>
                  <a:pt x="59829" y="22771"/>
                </a:lnTo>
                <a:lnTo>
                  <a:pt x="61615" y="22771"/>
                </a:lnTo>
                <a:lnTo>
                  <a:pt x="61615" y="23664"/>
                </a:lnTo>
                <a:lnTo>
                  <a:pt x="64889" y="23664"/>
                </a:lnTo>
                <a:lnTo>
                  <a:pt x="64889" y="22771"/>
                </a:lnTo>
                <a:lnTo>
                  <a:pt x="66675" y="22771"/>
                </a:lnTo>
                <a:lnTo>
                  <a:pt x="66675" y="21878"/>
                </a:lnTo>
                <a:lnTo>
                  <a:pt x="72479" y="21878"/>
                </a:lnTo>
                <a:lnTo>
                  <a:pt x="72479" y="22771"/>
                </a:lnTo>
                <a:lnTo>
                  <a:pt x="73372" y="22771"/>
                </a:lnTo>
                <a:lnTo>
                  <a:pt x="73372" y="23664"/>
                </a:lnTo>
                <a:lnTo>
                  <a:pt x="75009" y="23664"/>
                </a:lnTo>
                <a:lnTo>
                  <a:pt x="75009" y="22771"/>
                </a:lnTo>
                <a:lnTo>
                  <a:pt x="75902" y="22771"/>
                </a:lnTo>
                <a:lnTo>
                  <a:pt x="75902" y="21878"/>
                </a:lnTo>
                <a:lnTo>
                  <a:pt x="77539" y="21878"/>
                </a:lnTo>
                <a:lnTo>
                  <a:pt x="77539" y="21134"/>
                </a:lnTo>
                <a:lnTo>
                  <a:pt x="78432" y="21134"/>
                </a:lnTo>
                <a:lnTo>
                  <a:pt x="78432" y="16818"/>
                </a:lnTo>
                <a:lnTo>
                  <a:pt x="79325" y="16818"/>
                </a:lnTo>
                <a:lnTo>
                  <a:pt x="79325" y="10121"/>
                </a:lnTo>
                <a:lnTo>
                  <a:pt x="78432" y="10121"/>
                </a:lnTo>
                <a:lnTo>
                  <a:pt x="78432" y="9228"/>
                </a:lnTo>
                <a:lnTo>
                  <a:pt x="77539" y="9228"/>
                </a:lnTo>
                <a:lnTo>
                  <a:pt x="77539" y="7591"/>
                </a:lnTo>
                <a:lnTo>
                  <a:pt x="76795" y="7591"/>
                </a:lnTo>
                <a:lnTo>
                  <a:pt x="76795" y="5061"/>
                </a:lnTo>
                <a:lnTo>
                  <a:pt x="77539" y="5061"/>
                </a:lnTo>
                <a:lnTo>
                  <a:pt x="77539" y="3423"/>
                </a:lnTo>
                <a:lnTo>
                  <a:pt x="78432" y="3423"/>
                </a:lnTo>
                <a:lnTo>
                  <a:pt x="78432" y="2530"/>
                </a:lnTo>
                <a:lnTo>
                  <a:pt x="80070" y="2530"/>
                </a:lnTo>
                <a:lnTo>
                  <a:pt x="80070" y="3423"/>
                </a:lnTo>
                <a:lnTo>
                  <a:pt x="80962" y="3423"/>
                </a:lnTo>
                <a:lnTo>
                  <a:pt x="80962" y="1637"/>
                </a:lnTo>
                <a:lnTo>
                  <a:pt x="81855" y="1637"/>
                </a:lnTo>
                <a:lnTo>
                  <a:pt x="81855" y="893"/>
                </a:lnTo>
                <a:lnTo>
                  <a:pt x="85130" y="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C6DD504-C26B-1CA9-EE64-35977DFD73CC}"/>
              </a:ext>
            </a:extLst>
          </p:cNvPr>
          <p:cNvSpPr txBox="1"/>
          <p:nvPr/>
        </p:nvSpPr>
        <p:spPr>
          <a:xfrm>
            <a:off x="4664010" y="2078185"/>
            <a:ext cx="134987" cy="132159"/>
          </a:xfrm>
          <a:custGeom>
            <a:avLst/>
            <a:gdLst/>
            <a:ahLst/>
            <a:cxnLst/>
            <a:rect l="l" t="t" r="r" b="b"/>
            <a:pathLst>
              <a:path w="134987" h="132159">
                <a:moveTo>
                  <a:pt x="98971" y="32593"/>
                </a:moveTo>
                <a:lnTo>
                  <a:pt x="99566" y="32593"/>
                </a:lnTo>
                <a:cubicBezTo>
                  <a:pt x="101848" y="32593"/>
                  <a:pt x="105271" y="34330"/>
                  <a:pt x="109835" y="37802"/>
                </a:cubicBezTo>
                <a:cubicBezTo>
                  <a:pt x="112812" y="41076"/>
                  <a:pt x="114300" y="42962"/>
                  <a:pt x="114300" y="43458"/>
                </a:cubicBezTo>
                <a:cubicBezTo>
                  <a:pt x="113705" y="45244"/>
                  <a:pt x="112564" y="46583"/>
                  <a:pt x="110877" y="47476"/>
                </a:cubicBezTo>
                <a:lnTo>
                  <a:pt x="109240" y="47476"/>
                </a:lnTo>
                <a:cubicBezTo>
                  <a:pt x="107653" y="47476"/>
                  <a:pt x="105569" y="47327"/>
                  <a:pt x="102989" y="47030"/>
                </a:cubicBezTo>
                <a:cubicBezTo>
                  <a:pt x="102196" y="47327"/>
                  <a:pt x="101600" y="47476"/>
                  <a:pt x="101203" y="47476"/>
                </a:cubicBezTo>
                <a:cubicBezTo>
                  <a:pt x="100410" y="46583"/>
                  <a:pt x="100013" y="45641"/>
                  <a:pt x="100013" y="44648"/>
                </a:cubicBezTo>
                <a:lnTo>
                  <a:pt x="98971" y="44648"/>
                </a:lnTo>
                <a:cubicBezTo>
                  <a:pt x="98475" y="45244"/>
                  <a:pt x="96193" y="45839"/>
                  <a:pt x="92125" y="46434"/>
                </a:cubicBezTo>
                <a:cubicBezTo>
                  <a:pt x="92125" y="46831"/>
                  <a:pt x="91926" y="47030"/>
                  <a:pt x="91530" y="47030"/>
                </a:cubicBezTo>
                <a:lnTo>
                  <a:pt x="88702" y="47030"/>
                </a:lnTo>
                <a:cubicBezTo>
                  <a:pt x="87313" y="47030"/>
                  <a:pt x="85775" y="46236"/>
                  <a:pt x="84088" y="44648"/>
                </a:cubicBezTo>
                <a:lnTo>
                  <a:pt x="83493" y="44648"/>
                </a:lnTo>
                <a:cubicBezTo>
                  <a:pt x="82005" y="46236"/>
                  <a:pt x="79524" y="47030"/>
                  <a:pt x="76051" y="47030"/>
                </a:cubicBezTo>
                <a:lnTo>
                  <a:pt x="76051" y="46434"/>
                </a:lnTo>
                <a:lnTo>
                  <a:pt x="74861" y="47030"/>
                </a:lnTo>
                <a:lnTo>
                  <a:pt x="71438" y="47030"/>
                </a:lnTo>
                <a:lnTo>
                  <a:pt x="72033" y="44053"/>
                </a:lnTo>
                <a:cubicBezTo>
                  <a:pt x="71636" y="44053"/>
                  <a:pt x="69156" y="44847"/>
                  <a:pt x="64592" y="46434"/>
                </a:cubicBezTo>
                <a:lnTo>
                  <a:pt x="62359" y="46434"/>
                </a:lnTo>
                <a:cubicBezTo>
                  <a:pt x="58887" y="46434"/>
                  <a:pt x="55612" y="46037"/>
                  <a:pt x="52537" y="45244"/>
                </a:cubicBezTo>
                <a:cubicBezTo>
                  <a:pt x="51842" y="45244"/>
                  <a:pt x="50552" y="45641"/>
                  <a:pt x="48667" y="46434"/>
                </a:cubicBezTo>
                <a:lnTo>
                  <a:pt x="47476" y="45839"/>
                </a:lnTo>
                <a:cubicBezTo>
                  <a:pt x="44797" y="46633"/>
                  <a:pt x="42515" y="47030"/>
                  <a:pt x="40630" y="47030"/>
                </a:cubicBezTo>
                <a:cubicBezTo>
                  <a:pt x="37158" y="47030"/>
                  <a:pt x="34280" y="46633"/>
                  <a:pt x="31998" y="45839"/>
                </a:cubicBezTo>
                <a:lnTo>
                  <a:pt x="28575" y="46434"/>
                </a:lnTo>
                <a:cubicBezTo>
                  <a:pt x="24011" y="45144"/>
                  <a:pt x="21729" y="44003"/>
                  <a:pt x="21729" y="43011"/>
                </a:cubicBezTo>
                <a:lnTo>
                  <a:pt x="21729" y="41821"/>
                </a:lnTo>
                <a:cubicBezTo>
                  <a:pt x="22324" y="40332"/>
                  <a:pt x="23664" y="39588"/>
                  <a:pt x="25747" y="39588"/>
                </a:cubicBezTo>
                <a:cubicBezTo>
                  <a:pt x="27732" y="39886"/>
                  <a:pt x="28873" y="40035"/>
                  <a:pt x="29171" y="40035"/>
                </a:cubicBezTo>
                <a:lnTo>
                  <a:pt x="30361" y="39588"/>
                </a:lnTo>
                <a:cubicBezTo>
                  <a:pt x="32643" y="40283"/>
                  <a:pt x="33784" y="41225"/>
                  <a:pt x="33784" y="42416"/>
                </a:cubicBezTo>
                <a:cubicBezTo>
                  <a:pt x="35868" y="40630"/>
                  <a:pt x="38348" y="39687"/>
                  <a:pt x="41226" y="39588"/>
                </a:cubicBezTo>
                <a:lnTo>
                  <a:pt x="59531" y="41225"/>
                </a:lnTo>
                <a:cubicBezTo>
                  <a:pt x="59829" y="41225"/>
                  <a:pt x="59978" y="41027"/>
                  <a:pt x="59978" y="40630"/>
                </a:cubicBezTo>
                <a:lnTo>
                  <a:pt x="65782" y="41225"/>
                </a:lnTo>
                <a:lnTo>
                  <a:pt x="66378" y="41225"/>
                </a:lnTo>
                <a:cubicBezTo>
                  <a:pt x="71338" y="41225"/>
                  <a:pt x="77788" y="40828"/>
                  <a:pt x="85725" y="40035"/>
                </a:cubicBezTo>
                <a:cubicBezTo>
                  <a:pt x="85924" y="40828"/>
                  <a:pt x="86321" y="41225"/>
                  <a:pt x="86916" y="41225"/>
                </a:cubicBezTo>
                <a:cubicBezTo>
                  <a:pt x="93365" y="40233"/>
                  <a:pt x="96590" y="39092"/>
                  <a:pt x="96590" y="37802"/>
                </a:cubicBezTo>
                <a:cubicBezTo>
                  <a:pt x="96590" y="34826"/>
                  <a:pt x="97383" y="33089"/>
                  <a:pt x="98971" y="32593"/>
                </a:cubicBezTo>
                <a:close/>
                <a:moveTo>
                  <a:pt x="30361" y="0"/>
                </a:moveTo>
                <a:cubicBezTo>
                  <a:pt x="37803" y="3472"/>
                  <a:pt x="42367" y="5209"/>
                  <a:pt x="44053" y="5209"/>
                </a:cubicBezTo>
                <a:lnTo>
                  <a:pt x="45690" y="7441"/>
                </a:lnTo>
                <a:cubicBezTo>
                  <a:pt x="45690" y="8334"/>
                  <a:pt x="42267" y="11956"/>
                  <a:pt x="35421" y="18306"/>
                </a:cubicBezTo>
                <a:cubicBezTo>
                  <a:pt x="33933" y="20389"/>
                  <a:pt x="33189" y="22126"/>
                  <a:pt x="33189" y="23515"/>
                </a:cubicBezTo>
                <a:lnTo>
                  <a:pt x="34380" y="24110"/>
                </a:lnTo>
                <a:cubicBezTo>
                  <a:pt x="38646" y="23316"/>
                  <a:pt x="41672" y="22919"/>
                  <a:pt x="43458" y="22919"/>
                </a:cubicBezTo>
                <a:lnTo>
                  <a:pt x="44649" y="22919"/>
                </a:lnTo>
                <a:cubicBezTo>
                  <a:pt x="46236" y="22919"/>
                  <a:pt x="50403" y="23316"/>
                  <a:pt x="57150" y="24110"/>
                </a:cubicBezTo>
                <a:cubicBezTo>
                  <a:pt x="59432" y="22919"/>
                  <a:pt x="61367" y="22324"/>
                  <a:pt x="62955" y="22324"/>
                </a:cubicBezTo>
                <a:lnTo>
                  <a:pt x="62955" y="22919"/>
                </a:lnTo>
                <a:cubicBezTo>
                  <a:pt x="63252" y="22919"/>
                  <a:pt x="63401" y="22721"/>
                  <a:pt x="63401" y="22324"/>
                </a:cubicBezTo>
                <a:lnTo>
                  <a:pt x="67419" y="22919"/>
                </a:lnTo>
                <a:lnTo>
                  <a:pt x="72628" y="22919"/>
                </a:lnTo>
                <a:lnTo>
                  <a:pt x="76051" y="22324"/>
                </a:lnTo>
                <a:lnTo>
                  <a:pt x="77242" y="22919"/>
                </a:lnTo>
                <a:cubicBezTo>
                  <a:pt x="79028" y="22126"/>
                  <a:pt x="87213" y="21580"/>
                  <a:pt x="101799" y="21282"/>
                </a:cubicBezTo>
                <a:cubicBezTo>
                  <a:pt x="105569" y="20191"/>
                  <a:pt x="107454" y="17909"/>
                  <a:pt x="107454" y="14436"/>
                </a:cubicBezTo>
                <a:cubicBezTo>
                  <a:pt x="108347" y="12055"/>
                  <a:pt x="109141" y="10864"/>
                  <a:pt x="109835" y="10864"/>
                </a:cubicBezTo>
                <a:lnTo>
                  <a:pt x="112663" y="10864"/>
                </a:lnTo>
                <a:cubicBezTo>
                  <a:pt x="114449" y="12749"/>
                  <a:pt x="118467" y="15230"/>
                  <a:pt x="124718" y="18306"/>
                </a:cubicBezTo>
                <a:lnTo>
                  <a:pt x="126951" y="26342"/>
                </a:lnTo>
                <a:cubicBezTo>
                  <a:pt x="125760" y="28625"/>
                  <a:pt x="123875" y="29766"/>
                  <a:pt x="121295" y="29766"/>
                </a:cubicBezTo>
                <a:cubicBezTo>
                  <a:pt x="120303" y="29766"/>
                  <a:pt x="118765" y="29567"/>
                  <a:pt x="116681" y="29170"/>
                </a:cubicBezTo>
                <a:lnTo>
                  <a:pt x="113258" y="29766"/>
                </a:lnTo>
                <a:cubicBezTo>
                  <a:pt x="112465" y="29766"/>
                  <a:pt x="110728" y="29021"/>
                  <a:pt x="108049" y="27533"/>
                </a:cubicBezTo>
                <a:cubicBezTo>
                  <a:pt x="107256" y="28128"/>
                  <a:pt x="104428" y="28674"/>
                  <a:pt x="99566" y="29170"/>
                </a:cubicBezTo>
                <a:cubicBezTo>
                  <a:pt x="97483" y="28873"/>
                  <a:pt x="95548" y="28724"/>
                  <a:pt x="93762" y="28724"/>
                </a:cubicBezTo>
                <a:cubicBezTo>
                  <a:pt x="92472" y="29418"/>
                  <a:pt x="91331" y="29766"/>
                  <a:pt x="90339" y="29766"/>
                </a:cubicBezTo>
                <a:lnTo>
                  <a:pt x="85130" y="29766"/>
                </a:lnTo>
                <a:cubicBezTo>
                  <a:pt x="82550" y="29766"/>
                  <a:pt x="81260" y="29418"/>
                  <a:pt x="81260" y="28724"/>
                </a:cubicBezTo>
                <a:lnTo>
                  <a:pt x="72033" y="29766"/>
                </a:lnTo>
                <a:cubicBezTo>
                  <a:pt x="67568" y="28674"/>
                  <a:pt x="64542" y="28128"/>
                  <a:pt x="62955" y="28128"/>
                </a:cubicBezTo>
                <a:lnTo>
                  <a:pt x="60573" y="29170"/>
                </a:lnTo>
                <a:cubicBezTo>
                  <a:pt x="58490" y="28873"/>
                  <a:pt x="56803" y="28724"/>
                  <a:pt x="55513" y="28724"/>
                </a:cubicBezTo>
                <a:cubicBezTo>
                  <a:pt x="54819" y="28724"/>
                  <a:pt x="53678" y="29071"/>
                  <a:pt x="52090" y="29766"/>
                </a:cubicBezTo>
                <a:cubicBezTo>
                  <a:pt x="45442" y="29369"/>
                  <a:pt x="39688" y="28625"/>
                  <a:pt x="34826" y="27533"/>
                </a:cubicBezTo>
                <a:lnTo>
                  <a:pt x="33784" y="28128"/>
                </a:lnTo>
                <a:cubicBezTo>
                  <a:pt x="32197" y="27732"/>
                  <a:pt x="30857" y="27533"/>
                  <a:pt x="29766" y="27533"/>
                </a:cubicBezTo>
                <a:cubicBezTo>
                  <a:pt x="28079" y="27533"/>
                  <a:pt x="26541" y="28476"/>
                  <a:pt x="25152" y="30361"/>
                </a:cubicBezTo>
                <a:lnTo>
                  <a:pt x="25747" y="31551"/>
                </a:lnTo>
                <a:lnTo>
                  <a:pt x="25747" y="32147"/>
                </a:lnTo>
                <a:cubicBezTo>
                  <a:pt x="25747" y="34032"/>
                  <a:pt x="23813" y="36512"/>
                  <a:pt x="19943" y="39588"/>
                </a:cubicBezTo>
                <a:cubicBezTo>
                  <a:pt x="19943" y="42466"/>
                  <a:pt x="16917" y="45492"/>
                  <a:pt x="10865" y="48667"/>
                </a:cubicBezTo>
                <a:cubicBezTo>
                  <a:pt x="10865" y="49659"/>
                  <a:pt x="8980" y="51544"/>
                  <a:pt x="5209" y="54322"/>
                </a:cubicBezTo>
                <a:lnTo>
                  <a:pt x="5209" y="56703"/>
                </a:lnTo>
                <a:lnTo>
                  <a:pt x="8037" y="57299"/>
                </a:lnTo>
                <a:cubicBezTo>
                  <a:pt x="8831" y="57299"/>
                  <a:pt x="9575" y="57100"/>
                  <a:pt x="10269" y="56703"/>
                </a:cubicBezTo>
                <a:cubicBezTo>
                  <a:pt x="11658" y="57795"/>
                  <a:pt x="16074" y="58539"/>
                  <a:pt x="23515" y="58936"/>
                </a:cubicBezTo>
                <a:lnTo>
                  <a:pt x="23515" y="59531"/>
                </a:lnTo>
                <a:lnTo>
                  <a:pt x="26343" y="58936"/>
                </a:lnTo>
                <a:cubicBezTo>
                  <a:pt x="27037" y="58936"/>
                  <a:pt x="28922" y="59333"/>
                  <a:pt x="31998" y="60126"/>
                </a:cubicBezTo>
                <a:cubicBezTo>
                  <a:pt x="33288" y="59333"/>
                  <a:pt x="34429" y="58936"/>
                  <a:pt x="35421" y="58936"/>
                </a:cubicBezTo>
                <a:lnTo>
                  <a:pt x="38249" y="58936"/>
                </a:lnTo>
                <a:cubicBezTo>
                  <a:pt x="39539" y="58936"/>
                  <a:pt x="40531" y="59134"/>
                  <a:pt x="41226" y="59531"/>
                </a:cubicBezTo>
                <a:cubicBezTo>
                  <a:pt x="44599" y="59035"/>
                  <a:pt x="46683" y="58638"/>
                  <a:pt x="47476" y="58341"/>
                </a:cubicBezTo>
                <a:lnTo>
                  <a:pt x="50304" y="59531"/>
                </a:lnTo>
                <a:cubicBezTo>
                  <a:pt x="52586" y="58440"/>
                  <a:pt x="56009" y="57894"/>
                  <a:pt x="60573" y="57894"/>
                </a:cubicBezTo>
                <a:cubicBezTo>
                  <a:pt x="60672" y="58589"/>
                  <a:pt x="61069" y="58936"/>
                  <a:pt x="61764" y="58936"/>
                </a:cubicBezTo>
                <a:lnTo>
                  <a:pt x="66378" y="58936"/>
                </a:lnTo>
                <a:cubicBezTo>
                  <a:pt x="67965" y="58936"/>
                  <a:pt x="70049" y="59134"/>
                  <a:pt x="72628" y="59531"/>
                </a:cubicBezTo>
                <a:lnTo>
                  <a:pt x="73819" y="58936"/>
                </a:lnTo>
                <a:cubicBezTo>
                  <a:pt x="75803" y="59333"/>
                  <a:pt x="77490" y="59531"/>
                  <a:pt x="78879" y="59531"/>
                </a:cubicBezTo>
                <a:lnTo>
                  <a:pt x="84088" y="59531"/>
                </a:lnTo>
                <a:cubicBezTo>
                  <a:pt x="86866" y="59531"/>
                  <a:pt x="88950" y="57249"/>
                  <a:pt x="90339" y="52685"/>
                </a:cubicBezTo>
                <a:lnTo>
                  <a:pt x="92125" y="51494"/>
                </a:lnTo>
                <a:cubicBezTo>
                  <a:pt x="98276" y="54173"/>
                  <a:pt x="101898" y="55513"/>
                  <a:pt x="102989" y="55513"/>
                </a:cubicBezTo>
                <a:cubicBezTo>
                  <a:pt x="107553" y="57696"/>
                  <a:pt x="110183" y="59432"/>
                  <a:pt x="110877" y="60722"/>
                </a:cubicBezTo>
                <a:lnTo>
                  <a:pt x="110877" y="61317"/>
                </a:lnTo>
                <a:cubicBezTo>
                  <a:pt x="108694" y="63798"/>
                  <a:pt x="105668" y="65683"/>
                  <a:pt x="101799" y="66973"/>
                </a:cubicBezTo>
                <a:lnTo>
                  <a:pt x="102394" y="69800"/>
                </a:lnTo>
                <a:lnTo>
                  <a:pt x="102394" y="72182"/>
                </a:lnTo>
                <a:cubicBezTo>
                  <a:pt x="102394" y="74265"/>
                  <a:pt x="102196" y="76894"/>
                  <a:pt x="101799" y="80069"/>
                </a:cubicBezTo>
                <a:cubicBezTo>
                  <a:pt x="103188" y="86419"/>
                  <a:pt x="104527" y="90438"/>
                  <a:pt x="105817" y="92125"/>
                </a:cubicBezTo>
                <a:lnTo>
                  <a:pt x="104626" y="93910"/>
                </a:lnTo>
                <a:lnTo>
                  <a:pt x="104626" y="94357"/>
                </a:lnTo>
                <a:cubicBezTo>
                  <a:pt x="107305" y="96738"/>
                  <a:pt x="108645" y="100360"/>
                  <a:pt x="108645" y="105221"/>
                </a:cubicBezTo>
                <a:cubicBezTo>
                  <a:pt x="109637" y="105221"/>
                  <a:pt x="110381" y="107355"/>
                  <a:pt x="110877" y="111621"/>
                </a:cubicBezTo>
                <a:cubicBezTo>
                  <a:pt x="112365" y="111621"/>
                  <a:pt x="115044" y="113903"/>
                  <a:pt x="118914" y="118467"/>
                </a:cubicBezTo>
                <a:lnTo>
                  <a:pt x="120105" y="118467"/>
                </a:lnTo>
                <a:cubicBezTo>
                  <a:pt x="120997" y="118467"/>
                  <a:pt x="121742" y="116532"/>
                  <a:pt x="122337" y="112663"/>
                </a:cubicBezTo>
                <a:cubicBezTo>
                  <a:pt x="124817" y="112663"/>
                  <a:pt x="127298" y="109041"/>
                  <a:pt x="129778" y="101798"/>
                </a:cubicBezTo>
                <a:lnTo>
                  <a:pt x="132160" y="100161"/>
                </a:lnTo>
                <a:lnTo>
                  <a:pt x="133201" y="100161"/>
                </a:lnTo>
                <a:cubicBezTo>
                  <a:pt x="133797" y="100161"/>
                  <a:pt x="134392" y="100707"/>
                  <a:pt x="134987" y="101798"/>
                </a:cubicBezTo>
                <a:lnTo>
                  <a:pt x="134987" y="111621"/>
                </a:lnTo>
                <a:cubicBezTo>
                  <a:pt x="131912" y="114300"/>
                  <a:pt x="130374" y="117525"/>
                  <a:pt x="130374" y="121295"/>
                </a:cubicBezTo>
                <a:cubicBezTo>
                  <a:pt x="131564" y="124271"/>
                  <a:pt x="132160" y="126157"/>
                  <a:pt x="132160" y="126950"/>
                </a:cubicBezTo>
                <a:cubicBezTo>
                  <a:pt x="132160" y="130423"/>
                  <a:pt x="130622" y="132159"/>
                  <a:pt x="127546" y="132159"/>
                </a:cubicBezTo>
                <a:cubicBezTo>
                  <a:pt x="124669" y="131366"/>
                  <a:pt x="122932" y="130969"/>
                  <a:pt x="122337" y="130969"/>
                </a:cubicBezTo>
                <a:lnTo>
                  <a:pt x="120105" y="131564"/>
                </a:lnTo>
                <a:cubicBezTo>
                  <a:pt x="116136" y="131564"/>
                  <a:pt x="113060" y="129877"/>
                  <a:pt x="110877" y="126504"/>
                </a:cubicBezTo>
                <a:cubicBezTo>
                  <a:pt x="110282" y="126504"/>
                  <a:pt x="108794" y="125363"/>
                  <a:pt x="106412" y="123081"/>
                </a:cubicBezTo>
                <a:cubicBezTo>
                  <a:pt x="102146" y="118814"/>
                  <a:pt x="100013" y="115342"/>
                  <a:pt x="100013" y="112663"/>
                </a:cubicBezTo>
                <a:cubicBezTo>
                  <a:pt x="97433" y="110282"/>
                  <a:pt x="96094" y="108396"/>
                  <a:pt x="95994" y="107007"/>
                </a:cubicBezTo>
                <a:lnTo>
                  <a:pt x="96590" y="104180"/>
                </a:lnTo>
                <a:cubicBezTo>
                  <a:pt x="94308" y="104180"/>
                  <a:pt x="92819" y="100360"/>
                  <a:pt x="92125" y="92720"/>
                </a:cubicBezTo>
                <a:cubicBezTo>
                  <a:pt x="92422" y="92025"/>
                  <a:pt x="92571" y="91281"/>
                  <a:pt x="92571" y="90487"/>
                </a:cubicBezTo>
                <a:cubicBezTo>
                  <a:pt x="91678" y="90487"/>
                  <a:pt x="91133" y="89694"/>
                  <a:pt x="90934" y="88106"/>
                </a:cubicBezTo>
                <a:cubicBezTo>
                  <a:pt x="90934" y="85328"/>
                  <a:pt x="91331" y="82848"/>
                  <a:pt x="92125" y="80665"/>
                </a:cubicBezTo>
                <a:lnTo>
                  <a:pt x="90339" y="77837"/>
                </a:lnTo>
                <a:lnTo>
                  <a:pt x="90339" y="75009"/>
                </a:lnTo>
                <a:cubicBezTo>
                  <a:pt x="90339" y="74612"/>
                  <a:pt x="90537" y="74414"/>
                  <a:pt x="90934" y="74414"/>
                </a:cubicBezTo>
                <a:lnTo>
                  <a:pt x="90339" y="73223"/>
                </a:lnTo>
                <a:lnTo>
                  <a:pt x="90339" y="71586"/>
                </a:lnTo>
                <a:cubicBezTo>
                  <a:pt x="90339" y="69602"/>
                  <a:pt x="90537" y="66725"/>
                  <a:pt x="90934" y="62954"/>
                </a:cubicBezTo>
                <a:lnTo>
                  <a:pt x="89744" y="62359"/>
                </a:lnTo>
                <a:lnTo>
                  <a:pt x="86916" y="63550"/>
                </a:lnTo>
                <a:lnTo>
                  <a:pt x="84088" y="61764"/>
                </a:lnTo>
                <a:cubicBezTo>
                  <a:pt x="83592" y="63748"/>
                  <a:pt x="82997" y="64740"/>
                  <a:pt x="82302" y="64740"/>
                </a:cubicBezTo>
                <a:lnTo>
                  <a:pt x="80665" y="64740"/>
                </a:lnTo>
                <a:lnTo>
                  <a:pt x="78879" y="63550"/>
                </a:lnTo>
                <a:cubicBezTo>
                  <a:pt x="72827" y="64641"/>
                  <a:pt x="63897" y="65187"/>
                  <a:pt x="52090" y="65187"/>
                </a:cubicBezTo>
                <a:lnTo>
                  <a:pt x="49113" y="65187"/>
                </a:lnTo>
                <a:lnTo>
                  <a:pt x="45244" y="64145"/>
                </a:lnTo>
                <a:cubicBezTo>
                  <a:pt x="45244" y="65137"/>
                  <a:pt x="43706" y="65881"/>
                  <a:pt x="40630" y="66377"/>
                </a:cubicBezTo>
                <a:lnTo>
                  <a:pt x="40035" y="66377"/>
                </a:lnTo>
                <a:cubicBezTo>
                  <a:pt x="39539" y="66377"/>
                  <a:pt x="36463" y="65633"/>
                  <a:pt x="30808" y="64145"/>
                </a:cubicBezTo>
                <a:cubicBezTo>
                  <a:pt x="29419" y="65236"/>
                  <a:pt x="28129" y="65782"/>
                  <a:pt x="26938" y="65782"/>
                </a:cubicBezTo>
                <a:cubicBezTo>
                  <a:pt x="24755" y="65087"/>
                  <a:pt x="22275" y="64542"/>
                  <a:pt x="19497" y="64145"/>
                </a:cubicBezTo>
                <a:cubicBezTo>
                  <a:pt x="17413" y="64542"/>
                  <a:pt x="15478" y="64740"/>
                  <a:pt x="13692" y="64740"/>
                </a:cubicBezTo>
                <a:lnTo>
                  <a:pt x="11460" y="64145"/>
                </a:lnTo>
                <a:cubicBezTo>
                  <a:pt x="10170" y="64839"/>
                  <a:pt x="9029" y="65187"/>
                  <a:pt x="8037" y="65187"/>
                </a:cubicBezTo>
                <a:lnTo>
                  <a:pt x="6251" y="65187"/>
                </a:lnTo>
                <a:cubicBezTo>
                  <a:pt x="5457" y="65187"/>
                  <a:pt x="4713" y="65038"/>
                  <a:pt x="4019" y="64740"/>
                </a:cubicBezTo>
                <a:cubicBezTo>
                  <a:pt x="3324" y="65038"/>
                  <a:pt x="2580" y="65187"/>
                  <a:pt x="1786" y="65187"/>
                </a:cubicBezTo>
                <a:cubicBezTo>
                  <a:pt x="992" y="63798"/>
                  <a:pt x="596" y="62309"/>
                  <a:pt x="596" y="60722"/>
                </a:cubicBezTo>
                <a:lnTo>
                  <a:pt x="596" y="60126"/>
                </a:lnTo>
                <a:lnTo>
                  <a:pt x="4019" y="56703"/>
                </a:lnTo>
                <a:lnTo>
                  <a:pt x="4019" y="56108"/>
                </a:lnTo>
                <a:cubicBezTo>
                  <a:pt x="1340" y="56108"/>
                  <a:pt x="0" y="55513"/>
                  <a:pt x="0" y="54322"/>
                </a:cubicBezTo>
                <a:lnTo>
                  <a:pt x="0" y="53280"/>
                </a:lnTo>
                <a:cubicBezTo>
                  <a:pt x="1191" y="46434"/>
                  <a:pt x="3473" y="43011"/>
                  <a:pt x="6846" y="43011"/>
                </a:cubicBezTo>
                <a:cubicBezTo>
                  <a:pt x="6846" y="42714"/>
                  <a:pt x="8186" y="40432"/>
                  <a:pt x="10865" y="36165"/>
                </a:cubicBezTo>
                <a:cubicBezTo>
                  <a:pt x="14139" y="30807"/>
                  <a:pt x="16619" y="27930"/>
                  <a:pt x="18306" y="27533"/>
                </a:cubicBezTo>
                <a:lnTo>
                  <a:pt x="17711" y="24705"/>
                </a:lnTo>
                <a:lnTo>
                  <a:pt x="17711" y="24110"/>
                </a:lnTo>
                <a:cubicBezTo>
                  <a:pt x="20092" y="21927"/>
                  <a:pt x="21431" y="19447"/>
                  <a:pt x="21729" y="16669"/>
                </a:cubicBezTo>
                <a:cubicBezTo>
                  <a:pt x="22721" y="16669"/>
                  <a:pt x="23862" y="14932"/>
                  <a:pt x="25152" y="11460"/>
                </a:cubicBezTo>
                <a:cubicBezTo>
                  <a:pt x="24358" y="11460"/>
                  <a:pt x="23962" y="11112"/>
                  <a:pt x="23962" y="10418"/>
                </a:cubicBezTo>
                <a:cubicBezTo>
                  <a:pt x="23962" y="3472"/>
                  <a:pt x="26095" y="0"/>
                  <a:pt x="3036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71" name="Arc 12++">
            <a:extLst>
              <a:ext uri="{FF2B5EF4-FFF2-40B4-BE49-F238E27FC236}">
                <a16:creationId xmlns:a16="http://schemas.microsoft.com/office/drawing/2014/main" id="{941CC00A-1835-7E5D-144B-EE78D98C5BE1}"/>
              </a:ext>
            </a:extLst>
          </p:cNvPr>
          <p:cNvSpPr/>
          <p:nvPr/>
        </p:nvSpPr>
        <p:spPr>
          <a:xfrm>
            <a:off x="3067050" y="400050"/>
            <a:ext cx="6057900" cy="6057900"/>
          </a:xfrm>
          <a:prstGeom prst="arc">
            <a:avLst>
              <a:gd name="adj1" fmla="val 14620097"/>
              <a:gd name="adj2" fmla="val 184891"/>
            </a:avLst>
          </a:prstGeom>
          <a:ln w="1016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5E94B90C-27E0-AECE-D1B5-A865E1696666}"/>
              </a:ext>
            </a:extLst>
          </p:cNvPr>
          <p:cNvSpPr/>
          <p:nvPr/>
        </p:nvSpPr>
        <p:spPr>
          <a:xfrm>
            <a:off x="6912077" y="3789649"/>
            <a:ext cx="1156248" cy="1594675"/>
          </a:xfrm>
          <a:custGeom>
            <a:avLst/>
            <a:gdLst>
              <a:gd name="csX0" fmla="*/ 937676 w 1156248"/>
              <a:gd name="csY0" fmla="*/ 154952 h 1594675"/>
              <a:gd name="csX1" fmla="*/ 846879 w 1156248"/>
              <a:gd name="csY1" fmla="*/ 160989 h 1594675"/>
              <a:gd name="csX2" fmla="*/ 672515 w 1156248"/>
              <a:gd name="csY2" fmla="*/ 206092 h 1594675"/>
              <a:gd name="csX3" fmla="*/ 503637 w 1156248"/>
              <a:gd name="csY3" fmla="*/ 290836 h 1594675"/>
              <a:gd name="csX4" fmla="*/ 402786 w 1156248"/>
              <a:gd name="csY4" fmla="*/ 401316 h 1594675"/>
              <a:gd name="csX5" fmla="*/ 334708 w 1156248"/>
              <a:gd name="csY5" fmla="*/ 578167 h 1594675"/>
              <a:gd name="csX6" fmla="*/ 288166 w 1156248"/>
              <a:gd name="csY6" fmla="*/ 811816 h 1594675"/>
              <a:gd name="csX7" fmla="*/ 250221 w 1156248"/>
              <a:gd name="csY7" fmla="*/ 1052817 h 1594675"/>
              <a:gd name="csX8" fmla="*/ 209455 w 1156248"/>
              <a:gd name="csY8" fmla="*/ 1258271 h 1594675"/>
              <a:gd name="csX9" fmla="*/ 161604 w 1156248"/>
              <a:gd name="csY9" fmla="*/ 1415986 h 1594675"/>
              <a:gd name="csX10" fmla="*/ 123828 w 1156248"/>
              <a:gd name="csY10" fmla="*/ 1501151 h 1594675"/>
              <a:gd name="csX11" fmla="*/ 102671 w 1156248"/>
              <a:gd name="csY11" fmla="*/ 1550746 h 1594675"/>
              <a:gd name="csX12" fmla="*/ 52319 w 1156248"/>
              <a:gd name="csY12" fmla="*/ 1479041 h 1594675"/>
              <a:gd name="csX13" fmla="*/ 82006 w 1156248"/>
              <a:gd name="csY13" fmla="*/ 1464194 h 1594675"/>
              <a:gd name="csX14" fmla="*/ 187219 w 1156248"/>
              <a:gd name="csY14" fmla="*/ 1361058 h 1594675"/>
              <a:gd name="csX15" fmla="*/ 343219 w 1156248"/>
              <a:gd name="csY15" fmla="*/ 1217735 h 1594675"/>
              <a:gd name="csX16" fmla="*/ 500448 w 1156248"/>
              <a:gd name="csY16" fmla="*/ 1102597 h 1594675"/>
              <a:gd name="csX17" fmla="*/ 673184 w 1156248"/>
              <a:gd name="csY17" fmla="*/ 977276 h 1594675"/>
              <a:gd name="csX18" fmla="*/ 860151 w 1156248"/>
              <a:gd name="csY18" fmla="*/ 764440 h 1594675"/>
              <a:gd name="csX19" fmla="*/ 977041 w 1156248"/>
              <a:gd name="csY19" fmla="*/ 528430 h 1594675"/>
              <a:gd name="csX20" fmla="*/ 1054205 w 1156248"/>
              <a:gd name="csY20" fmla="*/ 322385 h 1594675"/>
              <a:gd name="csX21" fmla="*/ 1086319 w 1156248"/>
              <a:gd name="csY21" fmla="*/ 227343 h 1594675"/>
              <a:gd name="csX22" fmla="*/ 1113172 w 1156248"/>
              <a:gd name="csY22" fmla="*/ 222921 h 1594675"/>
              <a:gd name="csX23" fmla="*/ 1156065 w 1156248"/>
              <a:gd name="csY23" fmla="*/ 336783 h 1594675"/>
              <a:gd name="csX24" fmla="*/ 1094450 w 1156248"/>
              <a:gd name="csY24" fmla="*/ 581814 h 1594675"/>
              <a:gd name="csX25" fmla="*/ 952814 w 1156248"/>
              <a:gd name="csY25" fmla="*/ 830636 h 1594675"/>
              <a:gd name="csX26" fmla="*/ 755951 w 1156248"/>
              <a:gd name="csY26" fmla="*/ 1065979 h 1594675"/>
              <a:gd name="csX27" fmla="*/ 579376 w 1156248"/>
              <a:gd name="csY27" fmla="*/ 1220856 h 1594675"/>
              <a:gd name="csX28" fmla="*/ 424833 w 1156248"/>
              <a:gd name="csY28" fmla="*/ 1321668 h 1594675"/>
              <a:gd name="csX29" fmla="*/ 279977 w 1156248"/>
              <a:gd name="csY29" fmla="*/ 1454657 h 1594675"/>
              <a:gd name="csX30" fmla="*/ 139922 w 1156248"/>
              <a:gd name="csY30" fmla="*/ 1559193 h 1594675"/>
              <a:gd name="csX31" fmla="*/ 63704 w 1156248"/>
              <a:gd name="csY31" fmla="*/ 1594676 h 1594675"/>
              <a:gd name="csX32" fmla="*/ 8748 w 1156248"/>
              <a:gd name="csY32" fmla="*/ 1500767 h 1594675"/>
              <a:gd name="csX33" fmla="*/ 32515 w 1156248"/>
              <a:gd name="csY33" fmla="*/ 1460101 h 1594675"/>
              <a:gd name="csX34" fmla="*/ 64734 w 1156248"/>
              <a:gd name="csY34" fmla="*/ 1377029 h 1594675"/>
              <a:gd name="csX35" fmla="*/ 124653 w 1156248"/>
              <a:gd name="csY35" fmla="*/ 1234278 h 1594675"/>
              <a:gd name="csX36" fmla="*/ 174553 w 1156248"/>
              <a:gd name="csY36" fmla="*/ 1038568 h 1594675"/>
              <a:gd name="csX37" fmla="*/ 216903 w 1156248"/>
              <a:gd name="csY37" fmla="*/ 799805 h 1594675"/>
              <a:gd name="csX38" fmla="*/ 263393 w 1156248"/>
              <a:gd name="csY38" fmla="*/ 559242 h 1594675"/>
              <a:gd name="csX39" fmla="*/ 332730 w 1156248"/>
              <a:gd name="csY39" fmla="*/ 359760 h 1594675"/>
              <a:gd name="csX40" fmla="*/ 454193 w 1156248"/>
              <a:gd name="csY40" fmla="*/ 219056 h 1594675"/>
              <a:gd name="csX41" fmla="*/ 635559 w 1156248"/>
              <a:gd name="csY41" fmla="*/ 113796 h 1594675"/>
              <a:gd name="csX42" fmla="*/ 814210 w 1156248"/>
              <a:gd name="csY42" fmla="*/ 38743 h 1594675"/>
              <a:gd name="csX43" fmla="*/ 929967 w 1156248"/>
              <a:gd name="csY43" fmla="*/ 2965 h 1594675"/>
              <a:gd name="csX44" fmla="*/ 937675 w 1156248"/>
              <a:gd name="csY44" fmla="*/ 154926 h 15946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1156248" h="1594675">
                <a:moveTo>
                  <a:pt x="937676" y="154952"/>
                </a:moveTo>
                <a:cubicBezTo>
                  <a:pt x="907428" y="146657"/>
                  <a:pt x="877163" y="155933"/>
                  <a:pt x="846879" y="160989"/>
                </a:cubicBezTo>
                <a:cubicBezTo>
                  <a:pt x="787950" y="172912"/>
                  <a:pt x="730522" y="190499"/>
                  <a:pt x="672515" y="206092"/>
                </a:cubicBezTo>
                <a:cubicBezTo>
                  <a:pt x="610857" y="223395"/>
                  <a:pt x="557567" y="257356"/>
                  <a:pt x="503637" y="290836"/>
                </a:cubicBezTo>
                <a:cubicBezTo>
                  <a:pt x="462054" y="321302"/>
                  <a:pt x="431335" y="359528"/>
                  <a:pt x="402786" y="401316"/>
                </a:cubicBezTo>
                <a:cubicBezTo>
                  <a:pt x="369657" y="455729"/>
                  <a:pt x="351450" y="517179"/>
                  <a:pt x="334708" y="578167"/>
                </a:cubicBezTo>
                <a:cubicBezTo>
                  <a:pt x="312098" y="654415"/>
                  <a:pt x="301124" y="733472"/>
                  <a:pt x="288166" y="811816"/>
                </a:cubicBezTo>
                <a:cubicBezTo>
                  <a:pt x="277054" y="892466"/>
                  <a:pt x="263223" y="972559"/>
                  <a:pt x="250221" y="1052817"/>
                </a:cubicBezTo>
                <a:cubicBezTo>
                  <a:pt x="242167" y="1122399"/>
                  <a:pt x="227251" y="1190624"/>
                  <a:pt x="209455" y="1258271"/>
                </a:cubicBezTo>
                <a:cubicBezTo>
                  <a:pt x="194513" y="1311100"/>
                  <a:pt x="176598" y="1363075"/>
                  <a:pt x="161604" y="1415986"/>
                </a:cubicBezTo>
                <a:cubicBezTo>
                  <a:pt x="148340" y="1444222"/>
                  <a:pt x="136312" y="1473344"/>
                  <a:pt x="123828" y="1501151"/>
                </a:cubicBezTo>
                <a:cubicBezTo>
                  <a:pt x="118367" y="1518468"/>
                  <a:pt x="109684" y="1534713"/>
                  <a:pt x="102671" y="1550746"/>
                </a:cubicBezTo>
                <a:cubicBezTo>
                  <a:pt x="119995" y="1508103"/>
                  <a:pt x="96471" y="1491967"/>
                  <a:pt x="52319" y="1479041"/>
                </a:cubicBezTo>
                <a:cubicBezTo>
                  <a:pt x="50090" y="1484553"/>
                  <a:pt x="75216" y="1467589"/>
                  <a:pt x="82006" y="1464194"/>
                </a:cubicBezTo>
                <a:cubicBezTo>
                  <a:pt x="118432" y="1431129"/>
                  <a:pt x="154238" y="1397512"/>
                  <a:pt x="187219" y="1361058"/>
                </a:cubicBezTo>
                <a:cubicBezTo>
                  <a:pt x="234185" y="1308136"/>
                  <a:pt x="288355" y="1262130"/>
                  <a:pt x="343219" y="1217735"/>
                </a:cubicBezTo>
                <a:cubicBezTo>
                  <a:pt x="393729" y="1176937"/>
                  <a:pt x="447547" y="1140021"/>
                  <a:pt x="500448" y="1102597"/>
                </a:cubicBezTo>
                <a:cubicBezTo>
                  <a:pt x="559817" y="1063318"/>
                  <a:pt x="618616" y="1023166"/>
                  <a:pt x="673184" y="977276"/>
                </a:cubicBezTo>
                <a:cubicBezTo>
                  <a:pt x="744987" y="914367"/>
                  <a:pt x="802991" y="840192"/>
                  <a:pt x="860151" y="764440"/>
                </a:cubicBezTo>
                <a:cubicBezTo>
                  <a:pt x="908137" y="690228"/>
                  <a:pt x="944503" y="610297"/>
                  <a:pt x="977041" y="528430"/>
                </a:cubicBezTo>
                <a:cubicBezTo>
                  <a:pt x="1005153" y="460641"/>
                  <a:pt x="1029798" y="391574"/>
                  <a:pt x="1054205" y="322385"/>
                </a:cubicBezTo>
                <a:cubicBezTo>
                  <a:pt x="1085054" y="291985"/>
                  <a:pt x="1078411" y="260172"/>
                  <a:pt x="1086319" y="227343"/>
                </a:cubicBezTo>
                <a:cubicBezTo>
                  <a:pt x="1090826" y="208635"/>
                  <a:pt x="1105805" y="205143"/>
                  <a:pt x="1113172" y="222921"/>
                </a:cubicBezTo>
                <a:cubicBezTo>
                  <a:pt x="1128436" y="259758"/>
                  <a:pt x="1140224" y="298699"/>
                  <a:pt x="1156065" y="336783"/>
                </a:cubicBezTo>
                <a:cubicBezTo>
                  <a:pt x="1158665" y="424089"/>
                  <a:pt x="1133409" y="504014"/>
                  <a:pt x="1094450" y="581814"/>
                </a:cubicBezTo>
                <a:cubicBezTo>
                  <a:pt x="1050972" y="666691"/>
                  <a:pt x="1008836" y="753169"/>
                  <a:pt x="952814" y="830636"/>
                </a:cubicBezTo>
                <a:cubicBezTo>
                  <a:pt x="895372" y="915174"/>
                  <a:pt x="827398" y="993008"/>
                  <a:pt x="755951" y="1065979"/>
                </a:cubicBezTo>
                <a:cubicBezTo>
                  <a:pt x="701129" y="1122230"/>
                  <a:pt x="646833" y="1179441"/>
                  <a:pt x="579376" y="1220856"/>
                </a:cubicBezTo>
                <a:cubicBezTo>
                  <a:pt x="527266" y="1253389"/>
                  <a:pt x="474449" y="1285122"/>
                  <a:pt x="424833" y="1321668"/>
                </a:cubicBezTo>
                <a:cubicBezTo>
                  <a:pt x="374025" y="1363616"/>
                  <a:pt x="325088" y="1406679"/>
                  <a:pt x="279977" y="1454657"/>
                </a:cubicBezTo>
                <a:cubicBezTo>
                  <a:pt x="235768" y="1492541"/>
                  <a:pt x="194105" y="1534566"/>
                  <a:pt x="139922" y="1559193"/>
                </a:cubicBezTo>
                <a:cubicBezTo>
                  <a:pt x="115644" y="1572969"/>
                  <a:pt x="91310" y="1589385"/>
                  <a:pt x="63704" y="1594676"/>
                </a:cubicBezTo>
                <a:cubicBezTo>
                  <a:pt x="2014" y="1579322"/>
                  <a:pt x="-11491" y="1555190"/>
                  <a:pt x="8748" y="1500767"/>
                </a:cubicBezTo>
                <a:cubicBezTo>
                  <a:pt x="16197" y="1488021"/>
                  <a:pt x="24346" y="1473496"/>
                  <a:pt x="32515" y="1460101"/>
                </a:cubicBezTo>
                <a:cubicBezTo>
                  <a:pt x="43244" y="1433008"/>
                  <a:pt x="56127" y="1405576"/>
                  <a:pt x="64734" y="1377029"/>
                </a:cubicBezTo>
                <a:cubicBezTo>
                  <a:pt x="88822" y="1331015"/>
                  <a:pt x="108821" y="1283802"/>
                  <a:pt x="124653" y="1234278"/>
                </a:cubicBezTo>
                <a:cubicBezTo>
                  <a:pt x="143098" y="1169458"/>
                  <a:pt x="161381" y="1104701"/>
                  <a:pt x="174553" y="1038568"/>
                </a:cubicBezTo>
                <a:cubicBezTo>
                  <a:pt x="190455" y="959312"/>
                  <a:pt x="203580" y="879577"/>
                  <a:pt x="216903" y="799805"/>
                </a:cubicBezTo>
                <a:cubicBezTo>
                  <a:pt x="230674" y="719241"/>
                  <a:pt x="247598" y="639395"/>
                  <a:pt x="263393" y="559242"/>
                </a:cubicBezTo>
                <a:cubicBezTo>
                  <a:pt x="282886" y="491332"/>
                  <a:pt x="300007" y="422901"/>
                  <a:pt x="332730" y="359760"/>
                </a:cubicBezTo>
                <a:cubicBezTo>
                  <a:pt x="365732" y="305569"/>
                  <a:pt x="397604" y="251965"/>
                  <a:pt x="454193" y="219056"/>
                </a:cubicBezTo>
                <a:cubicBezTo>
                  <a:pt x="512309" y="179589"/>
                  <a:pt x="572608" y="145090"/>
                  <a:pt x="635559" y="113796"/>
                </a:cubicBezTo>
                <a:cubicBezTo>
                  <a:pt x="693454" y="84710"/>
                  <a:pt x="752373" y="58599"/>
                  <a:pt x="814210" y="38743"/>
                </a:cubicBezTo>
                <a:cubicBezTo>
                  <a:pt x="852529" y="25836"/>
                  <a:pt x="891208" y="14283"/>
                  <a:pt x="929967" y="2965"/>
                </a:cubicBezTo>
                <a:cubicBezTo>
                  <a:pt x="1033246" y="-27196"/>
                  <a:pt x="1041438" y="183387"/>
                  <a:pt x="937675" y="15492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65698678-57F0-4BBE-F4F9-FE1FC76D5BD7}"/>
              </a:ext>
            </a:extLst>
          </p:cNvPr>
          <p:cNvSpPr/>
          <p:nvPr/>
        </p:nvSpPr>
        <p:spPr>
          <a:xfrm>
            <a:off x="7991559" y="3554265"/>
            <a:ext cx="1053170" cy="461119"/>
          </a:xfrm>
          <a:custGeom>
            <a:avLst/>
            <a:gdLst>
              <a:gd name="csX0" fmla="*/ 50599 w 1053170"/>
              <a:gd name="csY0" fmla="*/ 316231 h 461119"/>
              <a:gd name="csX1" fmla="*/ 123124 w 1053170"/>
              <a:gd name="csY1" fmla="*/ 333626 h 461119"/>
              <a:gd name="csX2" fmla="*/ 259532 w 1053170"/>
              <a:gd name="csY2" fmla="*/ 361879 h 461119"/>
              <a:gd name="csX3" fmla="*/ 429515 w 1053170"/>
              <a:gd name="csY3" fmla="*/ 381342 h 461119"/>
              <a:gd name="csX4" fmla="*/ 580515 w 1053170"/>
              <a:gd name="csY4" fmla="*/ 368971 h 461119"/>
              <a:gd name="csX5" fmla="*/ 746507 w 1053170"/>
              <a:gd name="csY5" fmla="*/ 306524 h 461119"/>
              <a:gd name="csX6" fmla="*/ 884515 w 1053170"/>
              <a:gd name="csY6" fmla="*/ 207236 h 461119"/>
              <a:gd name="csX7" fmla="*/ 936550 w 1053170"/>
              <a:gd name="csY7" fmla="*/ 134192 h 461119"/>
              <a:gd name="csX8" fmla="*/ 943221 w 1053170"/>
              <a:gd name="csY8" fmla="*/ 98760 h 461119"/>
              <a:gd name="csX9" fmla="*/ 940162 w 1053170"/>
              <a:gd name="csY9" fmla="*/ 86192 h 461119"/>
              <a:gd name="csX10" fmla="*/ 944156 w 1053170"/>
              <a:gd name="csY10" fmla="*/ 97294 h 461119"/>
              <a:gd name="csX11" fmla="*/ 960898 w 1053170"/>
              <a:gd name="csY11" fmla="*/ 101979 h 461119"/>
              <a:gd name="csX12" fmla="*/ 855170 w 1053170"/>
              <a:gd name="csY12" fmla="*/ 117932 h 461119"/>
              <a:gd name="csX13" fmla="*/ 667766 w 1053170"/>
              <a:gd name="csY13" fmla="*/ 166190 h 461119"/>
              <a:gd name="csX14" fmla="*/ 484257 w 1053170"/>
              <a:gd name="csY14" fmla="*/ 208179 h 461119"/>
              <a:gd name="csX15" fmla="*/ 295233 w 1053170"/>
              <a:gd name="csY15" fmla="*/ 234657 h 461119"/>
              <a:gd name="csX16" fmla="*/ 92923 w 1053170"/>
              <a:gd name="csY16" fmla="*/ 266502 h 461119"/>
              <a:gd name="csX17" fmla="*/ 89893 w 1053170"/>
              <a:gd name="csY17" fmla="*/ 239456 h 461119"/>
              <a:gd name="csX18" fmla="*/ 289108 w 1053170"/>
              <a:gd name="csY18" fmla="*/ 208141 h 461119"/>
              <a:gd name="csX19" fmla="*/ 468121 w 1053170"/>
              <a:gd name="csY19" fmla="*/ 142685 h 461119"/>
              <a:gd name="csX20" fmla="*/ 652363 w 1053170"/>
              <a:gd name="csY20" fmla="*/ 102301 h 461119"/>
              <a:gd name="csX21" fmla="*/ 832919 w 1053170"/>
              <a:gd name="csY21" fmla="*/ 46635 h 461119"/>
              <a:gd name="csX22" fmla="*/ 949133 w 1053170"/>
              <a:gd name="csY22" fmla="*/ 4585 h 461119"/>
              <a:gd name="csX23" fmla="*/ 1025737 w 1053170"/>
              <a:gd name="csY23" fmla="*/ 15471 h 461119"/>
              <a:gd name="csX24" fmla="*/ 1048434 w 1053170"/>
              <a:gd name="csY24" fmla="*/ 60227 h 461119"/>
              <a:gd name="csX25" fmla="*/ 1052584 w 1053170"/>
              <a:gd name="csY25" fmla="*/ 106887 h 461119"/>
              <a:gd name="csX26" fmla="*/ 1030457 w 1053170"/>
              <a:gd name="csY26" fmla="*/ 181423 h 461119"/>
              <a:gd name="csX27" fmla="*/ 940307 w 1053170"/>
              <a:gd name="csY27" fmla="*/ 275475 h 461119"/>
              <a:gd name="csX28" fmla="*/ 780286 w 1053170"/>
              <a:gd name="csY28" fmla="*/ 371916 h 461119"/>
              <a:gd name="csX29" fmla="*/ 596568 w 1053170"/>
              <a:gd name="csY29" fmla="*/ 453611 h 461119"/>
              <a:gd name="csX30" fmla="*/ 425890 w 1053170"/>
              <a:gd name="csY30" fmla="*/ 456959 h 461119"/>
              <a:gd name="csX31" fmla="*/ 245219 w 1053170"/>
              <a:gd name="csY31" fmla="*/ 440588 h 461119"/>
              <a:gd name="csX32" fmla="*/ 105345 w 1053170"/>
              <a:gd name="csY32" fmla="*/ 411966 h 461119"/>
              <a:gd name="csX33" fmla="*/ 23560 w 1053170"/>
              <a:gd name="csY33" fmla="*/ 384679 h 461119"/>
              <a:gd name="csX34" fmla="*/ 50594 w 1053170"/>
              <a:gd name="csY34" fmla="*/ 316234 h 4611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53170" h="461119">
                <a:moveTo>
                  <a:pt x="50599" y="316231"/>
                </a:moveTo>
                <a:cubicBezTo>
                  <a:pt x="75064" y="317211"/>
                  <a:pt x="99473" y="326198"/>
                  <a:pt x="123124" y="333626"/>
                </a:cubicBezTo>
                <a:cubicBezTo>
                  <a:pt x="168224" y="345301"/>
                  <a:pt x="213505" y="354566"/>
                  <a:pt x="259532" y="361879"/>
                </a:cubicBezTo>
                <a:cubicBezTo>
                  <a:pt x="315014" y="376768"/>
                  <a:pt x="372660" y="379252"/>
                  <a:pt x="429515" y="381342"/>
                </a:cubicBezTo>
                <a:cubicBezTo>
                  <a:pt x="480672" y="383028"/>
                  <a:pt x="530432" y="377665"/>
                  <a:pt x="580515" y="368971"/>
                </a:cubicBezTo>
                <a:cubicBezTo>
                  <a:pt x="639512" y="358806"/>
                  <a:pt x="692786" y="331634"/>
                  <a:pt x="746507" y="306524"/>
                </a:cubicBezTo>
                <a:cubicBezTo>
                  <a:pt x="797462" y="279727"/>
                  <a:pt x="841663" y="245089"/>
                  <a:pt x="884515" y="207236"/>
                </a:cubicBezTo>
                <a:cubicBezTo>
                  <a:pt x="908876" y="187294"/>
                  <a:pt x="921700" y="158957"/>
                  <a:pt x="936550" y="134192"/>
                </a:cubicBezTo>
                <a:cubicBezTo>
                  <a:pt x="946957" y="123635"/>
                  <a:pt x="941129" y="109875"/>
                  <a:pt x="943221" y="98760"/>
                </a:cubicBezTo>
                <a:cubicBezTo>
                  <a:pt x="942991" y="93979"/>
                  <a:pt x="941303" y="90879"/>
                  <a:pt x="940162" y="86192"/>
                </a:cubicBezTo>
                <a:cubicBezTo>
                  <a:pt x="938375" y="82688"/>
                  <a:pt x="942825" y="93593"/>
                  <a:pt x="944156" y="97294"/>
                </a:cubicBezTo>
                <a:cubicBezTo>
                  <a:pt x="949148" y="100238"/>
                  <a:pt x="955318" y="100418"/>
                  <a:pt x="960898" y="101979"/>
                </a:cubicBezTo>
                <a:cubicBezTo>
                  <a:pt x="925655" y="100344"/>
                  <a:pt x="889746" y="110429"/>
                  <a:pt x="855170" y="117932"/>
                </a:cubicBezTo>
                <a:cubicBezTo>
                  <a:pt x="793000" y="135140"/>
                  <a:pt x="730155" y="149576"/>
                  <a:pt x="667766" y="166190"/>
                </a:cubicBezTo>
                <a:cubicBezTo>
                  <a:pt x="606667" y="180642"/>
                  <a:pt x="545617" y="194953"/>
                  <a:pt x="484257" y="208179"/>
                </a:cubicBezTo>
                <a:cubicBezTo>
                  <a:pt x="420835" y="231554"/>
                  <a:pt x="358403" y="239252"/>
                  <a:pt x="295233" y="234657"/>
                </a:cubicBezTo>
                <a:cubicBezTo>
                  <a:pt x="228635" y="250297"/>
                  <a:pt x="160740" y="258450"/>
                  <a:pt x="92923" y="266502"/>
                </a:cubicBezTo>
                <a:cubicBezTo>
                  <a:pt x="73813" y="268770"/>
                  <a:pt x="70783" y="241723"/>
                  <a:pt x="89893" y="239456"/>
                </a:cubicBezTo>
                <a:cubicBezTo>
                  <a:pt x="156671" y="231536"/>
                  <a:pt x="223529" y="223532"/>
                  <a:pt x="289108" y="208141"/>
                </a:cubicBezTo>
                <a:cubicBezTo>
                  <a:pt x="342477" y="176375"/>
                  <a:pt x="402456" y="153410"/>
                  <a:pt x="468121" y="142685"/>
                </a:cubicBezTo>
                <a:cubicBezTo>
                  <a:pt x="529096" y="127192"/>
                  <a:pt x="590746" y="115417"/>
                  <a:pt x="652363" y="102301"/>
                </a:cubicBezTo>
                <a:cubicBezTo>
                  <a:pt x="713982" y="87984"/>
                  <a:pt x="774273" y="70534"/>
                  <a:pt x="832919" y="46635"/>
                </a:cubicBezTo>
                <a:cubicBezTo>
                  <a:pt x="871439" y="31865"/>
                  <a:pt x="910169" y="17672"/>
                  <a:pt x="949133" y="4585"/>
                </a:cubicBezTo>
                <a:cubicBezTo>
                  <a:pt x="979779" y="118"/>
                  <a:pt x="999130" y="-6638"/>
                  <a:pt x="1025737" y="15471"/>
                </a:cubicBezTo>
                <a:cubicBezTo>
                  <a:pt x="1033532" y="29982"/>
                  <a:pt x="1049077" y="42285"/>
                  <a:pt x="1048434" y="60227"/>
                </a:cubicBezTo>
                <a:cubicBezTo>
                  <a:pt x="1049805" y="75639"/>
                  <a:pt x="1054876" y="90722"/>
                  <a:pt x="1052584" y="106887"/>
                </a:cubicBezTo>
                <a:cubicBezTo>
                  <a:pt x="1046830" y="132242"/>
                  <a:pt x="1041739" y="157742"/>
                  <a:pt x="1030457" y="181423"/>
                </a:cubicBezTo>
                <a:cubicBezTo>
                  <a:pt x="1003776" y="216416"/>
                  <a:pt x="979899" y="253021"/>
                  <a:pt x="940307" y="275475"/>
                </a:cubicBezTo>
                <a:cubicBezTo>
                  <a:pt x="889357" y="311343"/>
                  <a:pt x="837093" y="345866"/>
                  <a:pt x="780286" y="371916"/>
                </a:cubicBezTo>
                <a:cubicBezTo>
                  <a:pt x="721157" y="403688"/>
                  <a:pt x="661681" y="435743"/>
                  <a:pt x="596568" y="453611"/>
                </a:cubicBezTo>
                <a:cubicBezTo>
                  <a:pt x="539706" y="460926"/>
                  <a:pt x="483144" y="464434"/>
                  <a:pt x="425890" y="456959"/>
                </a:cubicBezTo>
                <a:cubicBezTo>
                  <a:pt x="365887" y="452360"/>
                  <a:pt x="305399" y="447236"/>
                  <a:pt x="245219" y="440588"/>
                </a:cubicBezTo>
                <a:cubicBezTo>
                  <a:pt x="198763" y="430078"/>
                  <a:pt x="152304" y="420107"/>
                  <a:pt x="105345" y="411966"/>
                </a:cubicBezTo>
                <a:cubicBezTo>
                  <a:pt x="76764" y="405857"/>
                  <a:pt x="47677" y="402514"/>
                  <a:pt x="23560" y="384679"/>
                </a:cubicBezTo>
                <a:cubicBezTo>
                  <a:pt x="-18277" y="353737"/>
                  <a:pt x="-1400" y="314151"/>
                  <a:pt x="50594" y="31623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D2F942C7-6279-F30B-8850-FEC91AD4FA3A}"/>
              </a:ext>
            </a:extLst>
          </p:cNvPr>
          <p:cNvSpPr/>
          <p:nvPr/>
        </p:nvSpPr>
        <p:spPr>
          <a:xfrm>
            <a:off x="9117420" y="3574548"/>
            <a:ext cx="1424884" cy="588274"/>
          </a:xfrm>
          <a:custGeom>
            <a:avLst/>
            <a:gdLst>
              <a:gd name="csX0" fmla="*/ 37543 w 1424884"/>
              <a:gd name="csY0" fmla="*/ 6960 h 588274"/>
              <a:gd name="csX1" fmla="*/ 198125 w 1424884"/>
              <a:gd name="csY1" fmla="*/ 104 h 588274"/>
              <a:gd name="csX2" fmla="*/ 486609 w 1424884"/>
              <a:gd name="csY2" fmla="*/ 36390 h 588274"/>
              <a:gd name="csX3" fmla="*/ 815774 w 1424884"/>
              <a:gd name="csY3" fmla="*/ 142831 h 588274"/>
              <a:gd name="csX4" fmla="*/ 1108658 w 1424884"/>
              <a:gd name="csY4" fmla="*/ 269438 h 588274"/>
              <a:gd name="csX5" fmla="*/ 1287880 w 1424884"/>
              <a:gd name="csY5" fmla="*/ 357330 h 588274"/>
              <a:gd name="csX6" fmla="*/ 1379522 w 1424884"/>
              <a:gd name="csY6" fmla="*/ 416909 h 588274"/>
              <a:gd name="csX7" fmla="*/ 1423203 w 1424884"/>
              <a:gd name="csY7" fmla="*/ 540982 h 588274"/>
              <a:gd name="csX8" fmla="*/ 1302236 w 1424884"/>
              <a:gd name="csY8" fmla="*/ 573510 h 588274"/>
              <a:gd name="csX9" fmla="*/ 1285696 w 1424884"/>
              <a:gd name="csY9" fmla="*/ 551898 h 588274"/>
              <a:gd name="csX10" fmla="*/ 1247569 w 1424884"/>
              <a:gd name="csY10" fmla="*/ 500143 h 588274"/>
              <a:gd name="csX11" fmla="*/ 1253984 w 1424884"/>
              <a:gd name="csY11" fmla="*/ 540188 h 588274"/>
              <a:gd name="csX12" fmla="*/ 1201685 w 1424884"/>
              <a:gd name="csY12" fmla="*/ 486101 h 588274"/>
              <a:gd name="csX13" fmla="*/ 1055485 w 1424884"/>
              <a:gd name="csY13" fmla="*/ 372353 h 588274"/>
              <a:gd name="csX14" fmla="*/ 777574 w 1424884"/>
              <a:gd name="csY14" fmla="*/ 235660 h 588274"/>
              <a:gd name="csX15" fmla="*/ 468050 w 1424884"/>
              <a:gd name="csY15" fmla="*/ 123598 h 588274"/>
              <a:gd name="csX16" fmla="*/ 194416 w 1424884"/>
              <a:gd name="csY16" fmla="*/ 91167 h 588274"/>
              <a:gd name="csX17" fmla="*/ 41635 w 1424884"/>
              <a:gd name="csY17" fmla="*/ 82571 h 588274"/>
              <a:gd name="csX18" fmla="*/ 37530 w 1424884"/>
              <a:gd name="csY18" fmla="*/ 6954 h 5882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1424884" h="588274">
                <a:moveTo>
                  <a:pt x="37543" y="6960"/>
                </a:moveTo>
                <a:cubicBezTo>
                  <a:pt x="93442" y="13249"/>
                  <a:pt x="141042" y="-1361"/>
                  <a:pt x="198125" y="104"/>
                </a:cubicBezTo>
                <a:cubicBezTo>
                  <a:pt x="294461" y="11490"/>
                  <a:pt x="390549" y="23311"/>
                  <a:pt x="486609" y="36390"/>
                </a:cubicBezTo>
                <a:cubicBezTo>
                  <a:pt x="599957" y="60180"/>
                  <a:pt x="706370" y="106196"/>
                  <a:pt x="815774" y="142831"/>
                </a:cubicBezTo>
                <a:cubicBezTo>
                  <a:pt x="913081" y="185872"/>
                  <a:pt x="1012408" y="224093"/>
                  <a:pt x="1108658" y="269438"/>
                </a:cubicBezTo>
                <a:cubicBezTo>
                  <a:pt x="1171731" y="291760"/>
                  <a:pt x="1228483" y="327206"/>
                  <a:pt x="1287880" y="357330"/>
                </a:cubicBezTo>
                <a:cubicBezTo>
                  <a:pt x="1323832" y="368565"/>
                  <a:pt x="1351231" y="393340"/>
                  <a:pt x="1379522" y="416909"/>
                </a:cubicBezTo>
                <a:cubicBezTo>
                  <a:pt x="1418353" y="453678"/>
                  <a:pt x="1429592" y="486357"/>
                  <a:pt x="1423203" y="540982"/>
                </a:cubicBezTo>
                <a:cubicBezTo>
                  <a:pt x="1392434" y="602096"/>
                  <a:pt x="1364019" y="593327"/>
                  <a:pt x="1302236" y="573510"/>
                </a:cubicBezTo>
                <a:cubicBezTo>
                  <a:pt x="1283911" y="567633"/>
                  <a:pt x="1290770" y="570461"/>
                  <a:pt x="1285696" y="551898"/>
                </a:cubicBezTo>
                <a:cubicBezTo>
                  <a:pt x="1282655" y="540777"/>
                  <a:pt x="1266254" y="453829"/>
                  <a:pt x="1247569" y="500143"/>
                </a:cubicBezTo>
                <a:cubicBezTo>
                  <a:pt x="1248302" y="507040"/>
                  <a:pt x="1259026" y="574765"/>
                  <a:pt x="1253984" y="540188"/>
                </a:cubicBezTo>
                <a:cubicBezTo>
                  <a:pt x="1236559" y="522572"/>
                  <a:pt x="1220243" y="502966"/>
                  <a:pt x="1201685" y="486101"/>
                </a:cubicBezTo>
                <a:cubicBezTo>
                  <a:pt x="1154701" y="445859"/>
                  <a:pt x="1105082" y="409401"/>
                  <a:pt x="1055485" y="372353"/>
                </a:cubicBezTo>
                <a:cubicBezTo>
                  <a:pt x="965478" y="321405"/>
                  <a:pt x="874729" y="272198"/>
                  <a:pt x="777574" y="235660"/>
                </a:cubicBezTo>
                <a:cubicBezTo>
                  <a:pt x="678924" y="186811"/>
                  <a:pt x="574902" y="150102"/>
                  <a:pt x="468050" y="123598"/>
                </a:cubicBezTo>
                <a:cubicBezTo>
                  <a:pt x="378259" y="96872"/>
                  <a:pt x="288447" y="85988"/>
                  <a:pt x="194416" y="91167"/>
                </a:cubicBezTo>
                <a:cubicBezTo>
                  <a:pt x="140125" y="89201"/>
                  <a:pt x="94299" y="70229"/>
                  <a:pt x="41635" y="82571"/>
                </a:cubicBezTo>
                <a:cubicBezTo>
                  <a:pt x="-10501" y="94790"/>
                  <a:pt x="-15683" y="966"/>
                  <a:pt x="37530" y="695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E01A0E43-710C-7F2B-4184-778FAB8956AF}"/>
              </a:ext>
            </a:extLst>
          </p:cNvPr>
          <p:cNvSpPr/>
          <p:nvPr/>
        </p:nvSpPr>
        <p:spPr>
          <a:xfrm>
            <a:off x="7466635" y="2573941"/>
            <a:ext cx="811458" cy="1203497"/>
          </a:xfrm>
          <a:custGeom>
            <a:avLst/>
            <a:gdLst>
              <a:gd name="csX0" fmla="*/ 615623 w 811458"/>
              <a:gd name="csY0" fmla="*/ 1049192 h 1203497"/>
              <a:gd name="csX1" fmla="*/ 660413 w 811458"/>
              <a:gd name="csY1" fmla="*/ 987364 h 1203497"/>
              <a:gd name="csX2" fmla="*/ 698188 w 811458"/>
              <a:gd name="csY2" fmla="*/ 911382 h 1203497"/>
              <a:gd name="csX3" fmla="*/ 718757 w 811458"/>
              <a:gd name="csY3" fmla="*/ 834642 h 1203497"/>
              <a:gd name="csX4" fmla="*/ 719135 w 811458"/>
              <a:gd name="csY4" fmla="*/ 753393 h 1203497"/>
              <a:gd name="csX5" fmla="*/ 684980 w 811458"/>
              <a:gd name="csY5" fmla="*/ 646246 h 1203497"/>
              <a:gd name="csX6" fmla="*/ 620323 w 811458"/>
              <a:gd name="csY6" fmla="*/ 512020 h 1203497"/>
              <a:gd name="csX7" fmla="*/ 527986 w 811458"/>
              <a:gd name="csY7" fmla="*/ 382289 h 1203497"/>
              <a:gd name="csX8" fmla="*/ 406790 w 811458"/>
              <a:gd name="csY8" fmla="*/ 270370 h 1203497"/>
              <a:gd name="csX9" fmla="*/ 290775 w 811458"/>
              <a:gd name="csY9" fmla="*/ 178893 h 1203497"/>
              <a:gd name="csX10" fmla="*/ 210184 w 811458"/>
              <a:gd name="csY10" fmla="*/ 125992 h 1203497"/>
              <a:gd name="csX11" fmla="*/ 167842 w 811458"/>
              <a:gd name="csY11" fmla="*/ 101079 h 1203497"/>
              <a:gd name="csX12" fmla="*/ 146476 w 811458"/>
              <a:gd name="csY12" fmla="*/ 96269 h 1203497"/>
              <a:gd name="csX13" fmla="*/ 123767 w 811458"/>
              <a:gd name="csY13" fmla="*/ 82256 h 1203497"/>
              <a:gd name="csX14" fmla="*/ 91258 w 811458"/>
              <a:gd name="csY14" fmla="*/ 116553 h 1203497"/>
              <a:gd name="csX15" fmla="*/ 57750 w 811458"/>
              <a:gd name="csY15" fmla="*/ 190145 h 1203497"/>
              <a:gd name="csX16" fmla="*/ 36738 w 811458"/>
              <a:gd name="csY16" fmla="*/ 288481 h 1203497"/>
              <a:gd name="csX17" fmla="*/ 33454 w 811458"/>
              <a:gd name="csY17" fmla="*/ 409563 h 1203497"/>
              <a:gd name="csX18" fmla="*/ 53608 w 811458"/>
              <a:gd name="csY18" fmla="*/ 558762 h 1203497"/>
              <a:gd name="csX19" fmla="*/ 99557 w 811458"/>
              <a:gd name="csY19" fmla="*/ 715734 h 1203497"/>
              <a:gd name="csX20" fmla="*/ 167565 w 811458"/>
              <a:gd name="csY20" fmla="*/ 865067 h 1203497"/>
              <a:gd name="csX21" fmla="*/ 249392 w 811458"/>
              <a:gd name="csY21" fmla="*/ 995693 h 1203497"/>
              <a:gd name="csX22" fmla="*/ 366568 w 811458"/>
              <a:gd name="csY22" fmla="*/ 1117423 h 1203497"/>
              <a:gd name="csX23" fmla="*/ 454003 w 811458"/>
              <a:gd name="csY23" fmla="*/ 1190574 h 1203497"/>
              <a:gd name="csX24" fmla="*/ 447228 w 811458"/>
              <a:gd name="csY24" fmla="*/ 1202374 h 1203497"/>
              <a:gd name="csX25" fmla="*/ 343243 w 811458"/>
              <a:gd name="csY25" fmla="*/ 1145301 h 1203497"/>
              <a:gd name="csX26" fmla="*/ 214227 w 811458"/>
              <a:gd name="csY26" fmla="*/ 1021181 h 1203497"/>
              <a:gd name="csX27" fmla="*/ 133466 w 811458"/>
              <a:gd name="csY27" fmla="*/ 882430 h 1203497"/>
              <a:gd name="csX28" fmla="*/ 67237 w 811458"/>
              <a:gd name="csY28" fmla="*/ 726877 h 1203497"/>
              <a:gd name="csX29" fmla="*/ 24646 w 811458"/>
              <a:gd name="csY29" fmla="*/ 564819 h 1203497"/>
              <a:gd name="csX30" fmla="*/ 645 w 811458"/>
              <a:gd name="csY30" fmla="*/ 410419 h 1203497"/>
              <a:gd name="csX31" fmla="*/ 5641 w 811458"/>
              <a:gd name="csY31" fmla="*/ 284641 h 1203497"/>
              <a:gd name="csX32" fmla="*/ 27157 w 811458"/>
              <a:gd name="csY32" fmla="*/ 179257 h 1203497"/>
              <a:gd name="csX33" fmla="*/ 60758 w 811458"/>
              <a:gd name="csY33" fmla="*/ 99411 h 1203497"/>
              <a:gd name="csX34" fmla="*/ 96830 w 811458"/>
              <a:gd name="csY34" fmla="*/ 43801 h 1203497"/>
              <a:gd name="csX35" fmla="*/ 148248 w 811458"/>
              <a:gd name="csY35" fmla="*/ 0 h 1203497"/>
              <a:gd name="csX36" fmla="*/ 206474 w 811458"/>
              <a:gd name="csY36" fmla="*/ 10105 h 1203497"/>
              <a:gd name="csX37" fmla="*/ 265731 w 811458"/>
              <a:gd name="csY37" fmla="*/ 43812 h 1203497"/>
              <a:gd name="csX38" fmla="*/ 346753 w 811458"/>
              <a:gd name="csY38" fmla="*/ 109083 h 1203497"/>
              <a:gd name="csX39" fmla="*/ 459195 w 811458"/>
              <a:gd name="csY39" fmla="*/ 211743 h 1203497"/>
              <a:gd name="csX40" fmla="*/ 582087 w 811458"/>
              <a:gd name="csY40" fmla="*/ 335654 h 1203497"/>
              <a:gd name="csX41" fmla="*/ 687224 w 811458"/>
              <a:gd name="csY41" fmla="*/ 474395 h 1203497"/>
              <a:gd name="csX42" fmla="*/ 757255 w 811458"/>
              <a:gd name="csY42" fmla="*/ 615270 h 1203497"/>
              <a:gd name="csX43" fmla="*/ 804305 w 811458"/>
              <a:gd name="csY43" fmla="*/ 738009 h 1203497"/>
              <a:gd name="csX44" fmla="*/ 806367 w 811458"/>
              <a:gd name="csY44" fmla="*/ 852090 h 1203497"/>
              <a:gd name="csX45" fmla="*/ 775614 w 811458"/>
              <a:gd name="csY45" fmla="*/ 947579 h 1203497"/>
              <a:gd name="csX46" fmla="*/ 719870 w 811458"/>
              <a:gd name="csY46" fmla="*/ 1030791 h 1203497"/>
              <a:gd name="csX47" fmla="*/ 670986 w 811458"/>
              <a:gd name="csY47" fmla="*/ 1090419 h 1203497"/>
              <a:gd name="csX48" fmla="*/ 615622 w 811458"/>
              <a:gd name="csY48" fmla="*/ 1049185 h 12034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11458" h="1203497">
                <a:moveTo>
                  <a:pt x="615623" y="1049192"/>
                </a:moveTo>
                <a:cubicBezTo>
                  <a:pt x="628126" y="1027284"/>
                  <a:pt x="646433" y="1009090"/>
                  <a:pt x="660413" y="987364"/>
                </a:cubicBezTo>
                <a:cubicBezTo>
                  <a:pt x="677084" y="964084"/>
                  <a:pt x="687585" y="937708"/>
                  <a:pt x="698188" y="911382"/>
                </a:cubicBezTo>
                <a:cubicBezTo>
                  <a:pt x="706591" y="886219"/>
                  <a:pt x="712244" y="860409"/>
                  <a:pt x="718757" y="834642"/>
                </a:cubicBezTo>
                <a:cubicBezTo>
                  <a:pt x="724821" y="807580"/>
                  <a:pt x="721954" y="780608"/>
                  <a:pt x="719135" y="753393"/>
                </a:cubicBezTo>
                <a:cubicBezTo>
                  <a:pt x="711808" y="716480"/>
                  <a:pt x="697414" y="681637"/>
                  <a:pt x="684980" y="646246"/>
                </a:cubicBezTo>
                <a:cubicBezTo>
                  <a:pt x="663649" y="601235"/>
                  <a:pt x="645443" y="555184"/>
                  <a:pt x="620323" y="512020"/>
                </a:cubicBezTo>
                <a:cubicBezTo>
                  <a:pt x="597387" y="463802"/>
                  <a:pt x="561861" y="423125"/>
                  <a:pt x="527986" y="382289"/>
                </a:cubicBezTo>
                <a:cubicBezTo>
                  <a:pt x="492572" y="339686"/>
                  <a:pt x="447076" y="307694"/>
                  <a:pt x="406790" y="270370"/>
                </a:cubicBezTo>
                <a:cubicBezTo>
                  <a:pt x="369285" y="238365"/>
                  <a:pt x="330816" y="207631"/>
                  <a:pt x="290775" y="178893"/>
                </a:cubicBezTo>
                <a:cubicBezTo>
                  <a:pt x="265193" y="159319"/>
                  <a:pt x="237042" y="143555"/>
                  <a:pt x="210184" y="125992"/>
                </a:cubicBezTo>
                <a:cubicBezTo>
                  <a:pt x="195070" y="119217"/>
                  <a:pt x="182044" y="109426"/>
                  <a:pt x="167842" y="101079"/>
                </a:cubicBezTo>
                <a:cubicBezTo>
                  <a:pt x="160642" y="99353"/>
                  <a:pt x="153623" y="97878"/>
                  <a:pt x="146476" y="96269"/>
                </a:cubicBezTo>
                <a:cubicBezTo>
                  <a:pt x="142523" y="77357"/>
                  <a:pt x="137444" y="85852"/>
                  <a:pt x="123767" y="82256"/>
                </a:cubicBezTo>
                <a:cubicBezTo>
                  <a:pt x="110465" y="91196"/>
                  <a:pt x="100498" y="103630"/>
                  <a:pt x="91258" y="116553"/>
                </a:cubicBezTo>
                <a:cubicBezTo>
                  <a:pt x="77713" y="140006"/>
                  <a:pt x="67684" y="165119"/>
                  <a:pt x="57750" y="190145"/>
                </a:cubicBezTo>
                <a:cubicBezTo>
                  <a:pt x="44968" y="221411"/>
                  <a:pt x="40737" y="255141"/>
                  <a:pt x="36738" y="288481"/>
                </a:cubicBezTo>
                <a:cubicBezTo>
                  <a:pt x="33830" y="328589"/>
                  <a:pt x="32353" y="369304"/>
                  <a:pt x="33454" y="409563"/>
                </a:cubicBezTo>
                <a:cubicBezTo>
                  <a:pt x="36023" y="459675"/>
                  <a:pt x="44075" y="509499"/>
                  <a:pt x="53608" y="558762"/>
                </a:cubicBezTo>
                <a:cubicBezTo>
                  <a:pt x="65909" y="611968"/>
                  <a:pt x="83288" y="663671"/>
                  <a:pt x="99557" y="715734"/>
                </a:cubicBezTo>
                <a:cubicBezTo>
                  <a:pt x="120619" y="766376"/>
                  <a:pt x="141802" y="816575"/>
                  <a:pt x="167565" y="865067"/>
                </a:cubicBezTo>
                <a:cubicBezTo>
                  <a:pt x="194994" y="908682"/>
                  <a:pt x="217941" y="954687"/>
                  <a:pt x="249392" y="995693"/>
                </a:cubicBezTo>
                <a:cubicBezTo>
                  <a:pt x="283407" y="1040239"/>
                  <a:pt x="322810" y="1082315"/>
                  <a:pt x="366568" y="1117423"/>
                </a:cubicBezTo>
                <a:cubicBezTo>
                  <a:pt x="397866" y="1140747"/>
                  <a:pt x="420079" y="1171110"/>
                  <a:pt x="454003" y="1190574"/>
                </a:cubicBezTo>
                <a:cubicBezTo>
                  <a:pt x="462349" y="1195362"/>
                  <a:pt x="455570" y="1207168"/>
                  <a:pt x="447228" y="1202374"/>
                </a:cubicBezTo>
                <a:cubicBezTo>
                  <a:pt x="412697" y="1182533"/>
                  <a:pt x="372771" y="1173549"/>
                  <a:pt x="343243" y="1145301"/>
                </a:cubicBezTo>
                <a:cubicBezTo>
                  <a:pt x="298117" y="1106030"/>
                  <a:pt x="251157" y="1068910"/>
                  <a:pt x="214227" y="1021181"/>
                </a:cubicBezTo>
                <a:cubicBezTo>
                  <a:pt x="183912" y="977083"/>
                  <a:pt x="154299" y="931933"/>
                  <a:pt x="133466" y="882430"/>
                </a:cubicBezTo>
                <a:cubicBezTo>
                  <a:pt x="108775" y="831864"/>
                  <a:pt x="83615" y="780799"/>
                  <a:pt x="67237" y="726877"/>
                </a:cubicBezTo>
                <a:cubicBezTo>
                  <a:pt x="47518" y="674485"/>
                  <a:pt x="34425" y="619893"/>
                  <a:pt x="24646" y="564819"/>
                </a:cubicBezTo>
                <a:cubicBezTo>
                  <a:pt x="13186" y="513792"/>
                  <a:pt x="2597" y="462883"/>
                  <a:pt x="645" y="410419"/>
                </a:cubicBezTo>
                <a:cubicBezTo>
                  <a:pt x="-395" y="368204"/>
                  <a:pt x="-1011" y="326566"/>
                  <a:pt x="5641" y="284641"/>
                </a:cubicBezTo>
                <a:cubicBezTo>
                  <a:pt x="11251" y="249080"/>
                  <a:pt x="16330" y="213796"/>
                  <a:pt x="27157" y="179257"/>
                </a:cubicBezTo>
                <a:cubicBezTo>
                  <a:pt x="36747" y="151990"/>
                  <a:pt x="46385" y="124641"/>
                  <a:pt x="60758" y="99411"/>
                </a:cubicBezTo>
                <a:cubicBezTo>
                  <a:pt x="70569" y="79021"/>
                  <a:pt x="77980" y="58530"/>
                  <a:pt x="96830" y="43801"/>
                </a:cubicBezTo>
                <a:cubicBezTo>
                  <a:pt x="113198" y="27908"/>
                  <a:pt x="129282" y="12607"/>
                  <a:pt x="148248" y="0"/>
                </a:cubicBezTo>
                <a:cubicBezTo>
                  <a:pt x="168529" y="405"/>
                  <a:pt x="187943" y="40"/>
                  <a:pt x="206474" y="10105"/>
                </a:cubicBezTo>
                <a:cubicBezTo>
                  <a:pt x="228359" y="18295"/>
                  <a:pt x="248499" y="27568"/>
                  <a:pt x="265731" y="43812"/>
                </a:cubicBezTo>
                <a:cubicBezTo>
                  <a:pt x="294007" y="63992"/>
                  <a:pt x="320345" y="86462"/>
                  <a:pt x="346753" y="109083"/>
                </a:cubicBezTo>
                <a:cubicBezTo>
                  <a:pt x="384708" y="142806"/>
                  <a:pt x="422304" y="176855"/>
                  <a:pt x="459195" y="211743"/>
                </a:cubicBezTo>
                <a:cubicBezTo>
                  <a:pt x="503181" y="249714"/>
                  <a:pt x="542371" y="293220"/>
                  <a:pt x="582087" y="335654"/>
                </a:cubicBezTo>
                <a:cubicBezTo>
                  <a:pt x="620902" y="379119"/>
                  <a:pt x="654527" y="426269"/>
                  <a:pt x="687224" y="474395"/>
                </a:cubicBezTo>
                <a:cubicBezTo>
                  <a:pt x="712280" y="520390"/>
                  <a:pt x="738588" y="566258"/>
                  <a:pt x="757255" y="615270"/>
                </a:cubicBezTo>
                <a:cubicBezTo>
                  <a:pt x="777030" y="654472"/>
                  <a:pt x="794279" y="695143"/>
                  <a:pt x="804305" y="738009"/>
                </a:cubicBezTo>
                <a:cubicBezTo>
                  <a:pt x="811061" y="776130"/>
                  <a:pt x="815326" y="813592"/>
                  <a:pt x="806367" y="852090"/>
                </a:cubicBezTo>
                <a:cubicBezTo>
                  <a:pt x="800073" y="885388"/>
                  <a:pt x="792577" y="917738"/>
                  <a:pt x="775614" y="947579"/>
                </a:cubicBezTo>
                <a:cubicBezTo>
                  <a:pt x="759182" y="976598"/>
                  <a:pt x="741553" y="1005071"/>
                  <a:pt x="719870" y="1030791"/>
                </a:cubicBezTo>
                <a:cubicBezTo>
                  <a:pt x="703164" y="1050320"/>
                  <a:pt x="689671" y="1073888"/>
                  <a:pt x="670986" y="1090419"/>
                </a:cubicBezTo>
                <a:cubicBezTo>
                  <a:pt x="634428" y="1122765"/>
                  <a:pt x="591426" y="1091579"/>
                  <a:pt x="615622" y="104918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21D54A22-8FDF-5215-3ABB-0F01F5BB938B}"/>
              </a:ext>
            </a:extLst>
          </p:cNvPr>
          <p:cNvSpPr/>
          <p:nvPr/>
        </p:nvSpPr>
        <p:spPr>
          <a:xfrm>
            <a:off x="8381130" y="2155529"/>
            <a:ext cx="706066" cy="1559411"/>
          </a:xfrm>
          <a:custGeom>
            <a:avLst/>
            <a:gdLst>
              <a:gd name="csX0" fmla="*/ 171663 w 706066"/>
              <a:gd name="csY0" fmla="*/ 1457793 h 1559411"/>
              <a:gd name="csX1" fmla="*/ 231527 w 706066"/>
              <a:gd name="csY1" fmla="*/ 1442465 h 1559411"/>
              <a:gd name="csX2" fmla="*/ 360467 w 706066"/>
              <a:gd name="csY2" fmla="*/ 1327232 h 1559411"/>
              <a:gd name="csX3" fmla="*/ 489007 w 706066"/>
              <a:gd name="csY3" fmla="*/ 1078172 h 1559411"/>
              <a:gd name="csX4" fmla="*/ 574545 w 706066"/>
              <a:gd name="csY4" fmla="*/ 804252 h 1559411"/>
              <a:gd name="csX5" fmla="*/ 619813 w 706066"/>
              <a:gd name="csY5" fmla="*/ 575243 h 1559411"/>
              <a:gd name="csX6" fmla="*/ 632196 w 706066"/>
              <a:gd name="csY6" fmla="*/ 392667 h 1559411"/>
              <a:gd name="csX7" fmla="*/ 616989 w 706066"/>
              <a:gd name="csY7" fmla="*/ 257165 h 1559411"/>
              <a:gd name="csX8" fmla="*/ 588590 w 706066"/>
              <a:gd name="csY8" fmla="*/ 156104 h 1559411"/>
              <a:gd name="csX9" fmla="*/ 561610 w 706066"/>
              <a:gd name="csY9" fmla="*/ 104586 h 1559411"/>
              <a:gd name="csX10" fmla="*/ 547968 w 706066"/>
              <a:gd name="csY10" fmla="*/ 89340 h 1559411"/>
              <a:gd name="csX11" fmla="*/ 517130 w 706066"/>
              <a:gd name="csY11" fmla="*/ 96564 h 1559411"/>
              <a:gd name="csX12" fmla="*/ 411812 w 706066"/>
              <a:gd name="csY12" fmla="*/ 204415 h 1559411"/>
              <a:gd name="csX13" fmla="*/ 295255 w 706066"/>
              <a:gd name="csY13" fmla="*/ 416671 h 1559411"/>
              <a:gd name="csX14" fmla="*/ 174392 w 706066"/>
              <a:gd name="csY14" fmla="*/ 698601 h 1559411"/>
              <a:gd name="csX15" fmla="*/ 75761 w 706066"/>
              <a:gd name="csY15" fmla="*/ 1016193 h 1559411"/>
              <a:gd name="csX16" fmla="*/ 21365 w 706066"/>
              <a:gd name="csY16" fmla="*/ 1326584 h 1559411"/>
              <a:gd name="csX17" fmla="*/ 17077 w 706066"/>
              <a:gd name="csY17" fmla="*/ 1455696 h 1559411"/>
              <a:gd name="csX18" fmla="*/ 3487 w 706066"/>
              <a:gd name="csY18" fmla="*/ 1456382 h 1559411"/>
              <a:gd name="csX19" fmla="*/ 0 w 706066"/>
              <a:gd name="csY19" fmla="*/ 1324489 h 1559411"/>
              <a:gd name="csX20" fmla="*/ 60747 w 706066"/>
              <a:gd name="csY20" fmla="*/ 1012031 h 1559411"/>
              <a:gd name="csX21" fmla="*/ 161664 w 706066"/>
              <a:gd name="csY21" fmla="*/ 693772 h 1559411"/>
              <a:gd name="csX22" fmla="*/ 282555 w 706066"/>
              <a:gd name="csY22" fmla="*/ 410413 h 1559411"/>
              <a:gd name="csX23" fmla="*/ 390674 w 706066"/>
              <a:gd name="csY23" fmla="*/ 190843 h 1559411"/>
              <a:gd name="csX24" fmla="*/ 484133 w 706066"/>
              <a:gd name="csY24" fmla="*/ 56607 h 1559411"/>
              <a:gd name="csX25" fmla="*/ 584460 w 706066"/>
              <a:gd name="csY25" fmla="*/ 1141 h 1559411"/>
              <a:gd name="csX26" fmla="*/ 644550 w 706066"/>
              <a:gd name="csY26" fmla="*/ 50698 h 1559411"/>
              <a:gd name="csX27" fmla="*/ 675822 w 706066"/>
              <a:gd name="csY27" fmla="*/ 131566 h 1559411"/>
              <a:gd name="csX28" fmla="*/ 696882 w 706066"/>
              <a:gd name="csY28" fmla="*/ 244189 h 1559411"/>
              <a:gd name="csX29" fmla="*/ 705380 w 706066"/>
              <a:gd name="csY29" fmla="*/ 393484 h 1559411"/>
              <a:gd name="csX30" fmla="*/ 683468 w 706066"/>
              <a:gd name="csY30" fmla="*/ 587204 h 1559411"/>
              <a:gd name="csX31" fmla="*/ 620910 w 706066"/>
              <a:gd name="csY31" fmla="*/ 817137 h 1559411"/>
              <a:gd name="csX32" fmla="*/ 530203 w 706066"/>
              <a:gd name="csY32" fmla="*/ 1094372 h 1559411"/>
              <a:gd name="csX33" fmla="*/ 407930 w 706066"/>
              <a:gd name="csY33" fmla="*/ 1359995 h 1559411"/>
              <a:gd name="csX34" fmla="*/ 273456 w 706066"/>
              <a:gd name="csY34" fmla="*/ 1517682 h 1559411"/>
              <a:gd name="csX35" fmla="*/ 191433 w 706066"/>
              <a:gd name="csY35" fmla="*/ 1558375 h 1559411"/>
              <a:gd name="csX36" fmla="*/ 171672 w 706066"/>
              <a:gd name="csY36" fmla="*/ 1457782 h 15594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706066" h="1559411">
                <a:moveTo>
                  <a:pt x="171663" y="1457793"/>
                </a:moveTo>
                <a:cubicBezTo>
                  <a:pt x="192018" y="1456780"/>
                  <a:pt x="211718" y="1449420"/>
                  <a:pt x="231527" y="1442465"/>
                </a:cubicBezTo>
                <a:cubicBezTo>
                  <a:pt x="285337" y="1418312"/>
                  <a:pt x="323948" y="1371894"/>
                  <a:pt x="360467" y="1327232"/>
                </a:cubicBezTo>
                <a:cubicBezTo>
                  <a:pt x="416010" y="1251154"/>
                  <a:pt x="454262" y="1165192"/>
                  <a:pt x="489007" y="1078172"/>
                </a:cubicBezTo>
                <a:cubicBezTo>
                  <a:pt x="523645" y="988869"/>
                  <a:pt x="550029" y="896750"/>
                  <a:pt x="574545" y="804252"/>
                </a:cubicBezTo>
                <a:cubicBezTo>
                  <a:pt x="594055" y="728812"/>
                  <a:pt x="607708" y="652148"/>
                  <a:pt x="619813" y="575243"/>
                </a:cubicBezTo>
                <a:cubicBezTo>
                  <a:pt x="629265" y="514867"/>
                  <a:pt x="633765" y="453751"/>
                  <a:pt x="632196" y="392667"/>
                </a:cubicBezTo>
                <a:cubicBezTo>
                  <a:pt x="632208" y="346902"/>
                  <a:pt x="624527" y="302083"/>
                  <a:pt x="616989" y="257165"/>
                </a:cubicBezTo>
                <a:cubicBezTo>
                  <a:pt x="609681" y="222895"/>
                  <a:pt x="599365" y="189304"/>
                  <a:pt x="588590" y="156104"/>
                </a:cubicBezTo>
                <a:cubicBezTo>
                  <a:pt x="584451" y="136066"/>
                  <a:pt x="573313" y="120513"/>
                  <a:pt x="561610" y="104586"/>
                </a:cubicBezTo>
                <a:cubicBezTo>
                  <a:pt x="558129" y="98722"/>
                  <a:pt x="552516" y="94422"/>
                  <a:pt x="547968" y="89340"/>
                </a:cubicBezTo>
                <a:cubicBezTo>
                  <a:pt x="567806" y="75999"/>
                  <a:pt x="522887" y="93825"/>
                  <a:pt x="517130" y="96564"/>
                </a:cubicBezTo>
                <a:cubicBezTo>
                  <a:pt x="475369" y="125690"/>
                  <a:pt x="442497" y="164158"/>
                  <a:pt x="411812" y="204415"/>
                </a:cubicBezTo>
                <a:cubicBezTo>
                  <a:pt x="365074" y="270742"/>
                  <a:pt x="330461" y="343900"/>
                  <a:pt x="295255" y="416671"/>
                </a:cubicBezTo>
                <a:cubicBezTo>
                  <a:pt x="250172" y="508565"/>
                  <a:pt x="210585" y="602904"/>
                  <a:pt x="174392" y="698601"/>
                </a:cubicBezTo>
                <a:cubicBezTo>
                  <a:pt x="135890" y="802633"/>
                  <a:pt x="103408" y="908799"/>
                  <a:pt x="75761" y="1016193"/>
                </a:cubicBezTo>
                <a:cubicBezTo>
                  <a:pt x="50804" y="1118330"/>
                  <a:pt x="31518" y="1221914"/>
                  <a:pt x="21365" y="1326584"/>
                </a:cubicBezTo>
                <a:cubicBezTo>
                  <a:pt x="12713" y="1369342"/>
                  <a:pt x="14889" y="1412535"/>
                  <a:pt x="17077" y="1455696"/>
                </a:cubicBezTo>
                <a:cubicBezTo>
                  <a:pt x="17564" y="1465306"/>
                  <a:pt x="3970" y="1465991"/>
                  <a:pt x="3487" y="1456382"/>
                </a:cubicBezTo>
                <a:cubicBezTo>
                  <a:pt x="1279" y="1412430"/>
                  <a:pt x="338" y="1368501"/>
                  <a:pt x="0" y="1324489"/>
                </a:cubicBezTo>
                <a:cubicBezTo>
                  <a:pt x="10456" y="1218514"/>
                  <a:pt x="28698" y="1113872"/>
                  <a:pt x="60747" y="1012031"/>
                </a:cubicBezTo>
                <a:cubicBezTo>
                  <a:pt x="92316" y="905303"/>
                  <a:pt x="122009" y="797909"/>
                  <a:pt x="161664" y="693772"/>
                </a:cubicBezTo>
                <a:cubicBezTo>
                  <a:pt x="198014" y="597674"/>
                  <a:pt x="235595" y="501920"/>
                  <a:pt x="282555" y="410413"/>
                </a:cubicBezTo>
                <a:cubicBezTo>
                  <a:pt x="318973" y="337390"/>
                  <a:pt x="353823" y="263595"/>
                  <a:pt x="390674" y="190843"/>
                </a:cubicBezTo>
                <a:cubicBezTo>
                  <a:pt x="416633" y="142482"/>
                  <a:pt x="445320" y="95824"/>
                  <a:pt x="484133" y="56607"/>
                </a:cubicBezTo>
                <a:cubicBezTo>
                  <a:pt x="511916" y="25713"/>
                  <a:pt x="538636" y="-6512"/>
                  <a:pt x="584460" y="1141"/>
                </a:cubicBezTo>
                <a:cubicBezTo>
                  <a:pt x="609233" y="13719"/>
                  <a:pt x="628536" y="26945"/>
                  <a:pt x="644550" y="50698"/>
                </a:cubicBezTo>
                <a:cubicBezTo>
                  <a:pt x="657617" y="76664"/>
                  <a:pt x="668905" y="103106"/>
                  <a:pt x="675822" y="131566"/>
                </a:cubicBezTo>
                <a:cubicBezTo>
                  <a:pt x="683713" y="168928"/>
                  <a:pt x="691273" y="206386"/>
                  <a:pt x="696882" y="244189"/>
                </a:cubicBezTo>
                <a:cubicBezTo>
                  <a:pt x="703642" y="293644"/>
                  <a:pt x="707778" y="343487"/>
                  <a:pt x="705380" y="393484"/>
                </a:cubicBezTo>
                <a:cubicBezTo>
                  <a:pt x="702425" y="458503"/>
                  <a:pt x="697145" y="523405"/>
                  <a:pt x="683468" y="587204"/>
                </a:cubicBezTo>
                <a:cubicBezTo>
                  <a:pt x="666535" y="664864"/>
                  <a:pt x="643945" y="741099"/>
                  <a:pt x="620910" y="817137"/>
                </a:cubicBezTo>
                <a:cubicBezTo>
                  <a:pt x="593689" y="910585"/>
                  <a:pt x="565181" y="1003446"/>
                  <a:pt x="530203" y="1094372"/>
                </a:cubicBezTo>
                <a:cubicBezTo>
                  <a:pt x="494924" y="1185241"/>
                  <a:pt x="457058" y="1275633"/>
                  <a:pt x="407930" y="1359995"/>
                </a:cubicBezTo>
                <a:cubicBezTo>
                  <a:pt x="372244" y="1420749"/>
                  <a:pt x="332206" y="1476982"/>
                  <a:pt x="273456" y="1517682"/>
                </a:cubicBezTo>
                <a:cubicBezTo>
                  <a:pt x="247890" y="1534089"/>
                  <a:pt x="220904" y="1553094"/>
                  <a:pt x="191433" y="1558375"/>
                </a:cubicBezTo>
                <a:cubicBezTo>
                  <a:pt x="120081" y="1571163"/>
                  <a:pt x="99272" y="1461382"/>
                  <a:pt x="171672" y="1457782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8C5A058F-5D89-F389-8FED-B5C7160CAF6B}"/>
              </a:ext>
            </a:extLst>
          </p:cNvPr>
          <p:cNvSpPr/>
          <p:nvPr/>
        </p:nvSpPr>
        <p:spPr>
          <a:xfrm>
            <a:off x="8812551" y="2806612"/>
            <a:ext cx="600087" cy="840122"/>
          </a:xfrm>
          <a:custGeom>
            <a:avLst/>
            <a:gdLst>
              <a:gd name="csX0" fmla="*/ 22468 w 600087"/>
              <a:gd name="csY0" fmla="*/ 758989 h 840122"/>
              <a:gd name="csX1" fmla="*/ 95765 w 600087"/>
              <a:gd name="csY1" fmla="*/ 712523 h 840122"/>
              <a:gd name="csX2" fmla="*/ 246727 w 600087"/>
              <a:gd name="csY2" fmla="*/ 566885 h 840122"/>
              <a:gd name="csX3" fmla="*/ 384516 w 600087"/>
              <a:gd name="csY3" fmla="*/ 385491 h 840122"/>
              <a:gd name="csX4" fmla="*/ 494719 w 600087"/>
              <a:gd name="csY4" fmla="*/ 203945 h 840122"/>
              <a:gd name="csX5" fmla="*/ 578261 w 600087"/>
              <a:gd name="csY5" fmla="*/ 34066 h 840122"/>
              <a:gd name="csX6" fmla="*/ 586660 w 600087"/>
              <a:gd name="csY6" fmla="*/ 5307 h 840122"/>
              <a:gd name="csX7" fmla="*/ 599722 w 600087"/>
              <a:gd name="csY7" fmla="*/ 9122 h 840122"/>
              <a:gd name="csX8" fmla="*/ 591198 w 600087"/>
              <a:gd name="csY8" fmla="*/ 38285 h 840122"/>
              <a:gd name="csX9" fmla="*/ 525282 w 600087"/>
              <a:gd name="csY9" fmla="*/ 220432 h 840122"/>
              <a:gd name="csX10" fmla="*/ 413811 w 600087"/>
              <a:gd name="csY10" fmla="*/ 405483 h 840122"/>
              <a:gd name="csX11" fmla="*/ 275375 w 600087"/>
              <a:gd name="csY11" fmla="*/ 592240 h 840122"/>
              <a:gd name="csX12" fmla="*/ 133272 w 600087"/>
              <a:gd name="csY12" fmla="*/ 751917 h 840122"/>
              <a:gd name="csX13" fmla="*/ 65177 w 600087"/>
              <a:gd name="csY13" fmla="*/ 829797 h 840122"/>
              <a:gd name="csX14" fmla="*/ 22467 w 600087"/>
              <a:gd name="csY14" fmla="*/ 758995 h 840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600087" h="840122">
                <a:moveTo>
                  <a:pt x="22468" y="758989"/>
                </a:moveTo>
                <a:cubicBezTo>
                  <a:pt x="48467" y="747628"/>
                  <a:pt x="72772" y="729570"/>
                  <a:pt x="95765" y="712523"/>
                </a:cubicBezTo>
                <a:cubicBezTo>
                  <a:pt x="150448" y="668753"/>
                  <a:pt x="199092" y="618063"/>
                  <a:pt x="246727" y="566885"/>
                </a:cubicBezTo>
                <a:cubicBezTo>
                  <a:pt x="297206" y="509940"/>
                  <a:pt x="342386" y="448775"/>
                  <a:pt x="384516" y="385491"/>
                </a:cubicBezTo>
                <a:cubicBezTo>
                  <a:pt x="422240" y="325490"/>
                  <a:pt x="459610" y="265515"/>
                  <a:pt x="494719" y="203945"/>
                </a:cubicBezTo>
                <a:cubicBezTo>
                  <a:pt x="527212" y="149396"/>
                  <a:pt x="558423" y="94922"/>
                  <a:pt x="578261" y="34066"/>
                </a:cubicBezTo>
                <a:cubicBezTo>
                  <a:pt x="581061" y="24480"/>
                  <a:pt x="583861" y="14894"/>
                  <a:pt x="586660" y="5307"/>
                </a:cubicBezTo>
                <a:cubicBezTo>
                  <a:pt x="589358" y="-3929"/>
                  <a:pt x="602420" y="-113"/>
                  <a:pt x="599722" y="9122"/>
                </a:cubicBezTo>
                <a:cubicBezTo>
                  <a:pt x="596881" y="18844"/>
                  <a:pt x="594039" y="28564"/>
                  <a:pt x="591198" y="38285"/>
                </a:cubicBezTo>
                <a:cubicBezTo>
                  <a:pt x="571192" y="99596"/>
                  <a:pt x="554392" y="162977"/>
                  <a:pt x="525282" y="220432"/>
                </a:cubicBezTo>
                <a:cubicBezTo>
                  <a:pt x="492587" y="284460"/>
                  <a:pt x="456397" y="347505"/>
                  <a:pt x="413811" y="405483"/>
                </a:cubicBezTo>
                <a:cubicBezTo>
                  <a:pt x="369394" y="468979"/>
                  <a:pt x="326410" y="533747"/>
                  <a:pt x="275375" y="592240"/>
                </a:cubicBezTo>
                <a:cubicBezTo>
                  <a:pt x="229433" y="646751"/>
                  <a:pt x="179506" y="697663"/>
                  <a:pt x="133272" y="751917"/>
                </a:cubicBezTo>
                <a:cubicBezTo>
                  <a:pt x="111247" y="778443"/>
                  <a:pt x="90413" y="806155"/>
                  <a:pt x="65177" y="829797"/>
                </a:cubicBezTo>
                <a:cubicBezTo>
                  <a:pt x="22509" y="869772"/>
                  <a:pt x="-31111" y="782408"/>
                  <a:pt x="22467" y="75899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11E8B837-7E9D-5543-5377-AFBA05A4FD92}"/>
              </a:ext>
            </a:extLst>
          </p:cNvPr>
          <p:cNvSpPr/>
          <p:nvPr/>
        </p:nvSpPr>
        <p:spPr>
          <a:xfrm>
            <a:off x="8951989" y="2107506"/>
            <a:ext cx="579866" cy="821256"/>
          </a:xfrm>
          <a:custGeom>
            <a:avLst/>
            <a:gdLst>
              <a:gd name="csX0" fmla="*/ 524157 w 579866"/>
              <a:gd name="csY0" fmla="*/ 242038 h 821256"/>
              <a:gd name="csX1" fmla="*/ 531629 w 579866"/>
              <a:gd name="csY1" fmla="*/ 195381 h 821256"/>
              <a:gd name="csX2" fmla="*/ 536382 w 579866"/>
              <a:gd name="csY2" fmla="*/ 122180 h 821256"/>
              <a:gd name="csX3" fmla="*/ 532125 w 579866"/>
              <a:gd name="csY3" fmla="*/ 62173 h 821256"/>
              <a:gd name="csX4" fmla="*/ 526167 w 579866"/>
              <a:gd name="csY4" fmla="*/ 41098 h 821256"/>
              <a:gd name="csX5" fmla="*/ 524517 w 579866"/>
              <a:gd name="csY5" fmla="*/ 49658 h 821256"/>
              <a:gd name="csX6" fmla="*/ 441930 w 579866"/>
              <a:gd name="csY6" fmla="*/ 153909 h 821256"/>
              <a:gd name="csX7" fmla="*/ 306780 w 579866"/>
              <a:gd name="csY7" fmla="*/ 361716 h 821256"/>
              <a:gd name="csX8" fmla="*/ 153951 w 579866"/>
              <a:gd name="csY8" fmla="*/ 586458 h 821256"/>
              <a:gd name="csX9" fmla="*/ 12962 w 579866"/>
              <a:gd name="csY9" fmla="*/ 817363 h 821256"/>
              <a:gd name="csX10" fmla="*/ 1069 w 579866"/>
              <a:gd name="csY10" fmla="*/ 810752 h 821256"/>
              <a:gd name="csX11" fmla="*/ 142611 w 579866"/>
              <a:gd name="csY11" fmla="*/ 578942 h 821256"/>
              <a:gd name="csX12" fmla="*/ 295468 w 579866"/>
              <a:gd name="csY12" fmla="*/ 354152 h 821256"/>
              <a:gd name="csX13" fmla="*/ 430275 w 579866"/>
              <a:gd name="csY13" fmla="*/ 146888 h 821256"/>
              <a:gd name="csX14" fmla="*/ 500831 w 579866"/>
              <a:gd name="csY14" fmla="*/ 22815 h 821256"/>
              <a:gd name="csX15" fmla="*/ 564862 w 579866"/>
              <a:gd name="csY15" fmla="*/ 10814 h 821256"/>
              <a:gd name="csX16" fmla="*/ 579576 w 579866"/>
              <a:gd name="csY16" fmla="*/ 58900 h 821256"/>
              <a:gd name="csX17" fmla="*/ 578384 w 579866"/>
              <a:gd name="csY17" fmla="*/ 123851 h 821256"/>
              <a:gd name="csX18" fmla="*/ 569886 w 579866"/>
              <a:gd name="csY18" fmla="*/ 201051 h 821256"/>
              <a:gd name="csX19" fmla="*/ 562260 w 579866"/>
              <a:gd name="csY19" fmla="*/ 251638 h 821256"/>
              <a:gd name="csX20" fmla="*/ 524159 w 579866"/>
              <a:gd name="csY20" fmla="*/ 242033 h 8212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79866" h="821256">
                <a:moveTo>
                  <a:pt x="524157" y="242038"/>
                </a:moveTo>
                <a:cubicBezTo>
                  <a:pt x="521088" y="229310"/>
                  <a:pt x="527929" y="210189"/>
                  <a:pt x="531629" y="195381"/>
                </a:cubicBezTo>
                <a:cubicBezTo>
                  <a:pt x="537265" y="171228"/>
                  <a:pt x="537669" y="146765"/>
                  <a:pt x="536382" y="122180"/>
                </a:cubicBezTo>
                <a:cubicBezTo>
                  <a:pt x="537937" y="102022"/>
                  <a:pt x="534379" y="82073"/>
                  <a:pt x="532125" y="62173"/>
                </a:cubicBezTo>
                <a:cubicBezTo>
                  <a:pt x="533053" y="55495"/>
                  <a:pt x="526875" y="43605"/>
                  <a:pt x="526167" y="41098"/>
                </a:cubicBezTo>
                <a:cubicBezTo>
                  <a:pt x="543747" y="52035"/>
                  <a:pt x="526348" y="40158"/>
                  <a:pt x="524517" y="49658"/>
                </a:cubicBezTo>
                <a:cubicBezTo>
                  <a:pt x="488839" y="77027"/>
                  <a:pt x="464821" y="115900"/>
                  <a:pt x="441930" y="153909"/>
                </a:cubicBezTo>
                <a:cubicBezTo>
                  <a:pt x="398793" y="224405"/>
                  <a:pt x="352720" y="293031"/>
                  <a:pt x="306780" y="361716"/>
                </a:cubicBezTo>
                <a:cubicBezTo>
                  <a:pt x="255871" y="436661"/>
                  <a:pt x="204005" y="510934"/>
                  <a:pt x="153951" y="586458"/>
                </a:cubicBezTo>
                <a:cubicBezTo>
                  <a:pt x="103943" y="661567"/>
                  <a:pt x="56796" y="738506"/>
                  <a:pt x="12962" y="817363"/>
                </a:cubicBezTo>
                <a:cubicBezTo>
                  <a:pt x="8287" y="825773"/>
                  <a:pt x="-3606" y="819161"/>
                  <a:pt x="1069" y="810752"/>
                </a:cubicBezTo>
                <a:cubicBezTo>
                  <a:pt x="45083" y="731585"/>
                  <a:pt x="92405" y="654342"/>
                  <a:pt x="142611" y="578942"/>
                </a:cubicBezTo>
                <a:cubicBezTo>
                  <a:pt x="192673" y="503401"/>
                  <a:pt x="244547" y="429104"/>
                  <a:pt x="295468" y="354152"/>
                </a:cubicBezTo>
                <a:cubicBezTo>
                  <a:pt x="341288" y="285649"/>
                  <a:pt x="387244" y="217201"/>
                  <a:pt x="430275" y="146888"/>
                </a:cubicBezTo>
                <a:cubicBezTo>
                  <a:pt x="454863" y="106064"/>
                  <a:pt x="473981" y="62208"/>
                  <a:pt x="500831" y="22815"/>
                </a:cubicBezTo>
                <a:cubicBezTo>
                  <a:pt x="521922" y="866"/>
                  <a:pt x="537780" y="-9265"/>
                  <a:pt x="564862" y="10814"/>
                </a:cubicBezTo>
                <a:cubicBezTo>
                  <a:pt x="573182" y="26251"/>
                  <a:pt x="581546" y="39425"/>
                  <a:pt x="579576" y="58900"/>
                </a:cubicBezTo>
                <a:cubicBezTo>
                  <a:pt x="579397" y="80562"/>
                  <a:pt x="578373" y="102178"/>
                  <a:pt x="578384" y="123851"/>
                </a:cubicBezTo>
                <a:cubicBezTo>
                  <a:pt x="574574" y="149539"/>
                  <a:pt x="571814" y="175166"/>
                  <a:pt x="569886" y="201051"/>
                </a:cubicBezTo>
                <a:cubicBezTo>
                  <a:pt x="568973" y="217778"/>
                  <a:pt x="570379" y="238874"/>
                  <a:pt x="562260" y="251638"/>
                </a:cubicBezTo>
                <a:cubicBezTo>
                  <a:pt x="547348" y="275081"/>
                  <a:pt x="530672" y="269043"/>
                  <a:pt x="524159" y="242033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7B5A3402-B1AE-D217-5F99-7D075594886D}"/>
              </a:ext>
            </a:extLst>
          </p:cNvPr>
          <p:cNvSpPr/>
          <p:nvPr/>
        </p:nvSpPr>
        <p:spPr>
          <a:xfrm>
            <a:off x="9175602" y="1645294"/>
            <a:ext cx="874831" cy="1760874"/>
          </a:xfrm>
          <a:custGeom>
            <a:avLst/>
            <a:gdLst>
              <a:gd name="csX0" fmla="*/ 4222 w 874831"/>
              <a:gd name="csY0" fmla="*/ 1720853 h 1760874"/>
              <a:gd name="csX1" fmla="*/ 76151 w 874831"/>
              <a:gd name="csY1" fmla="*/ 1631727 h 1760874"/>
              <a:gd name="csX2" fmla="*/ 236828 w 874831"/>
              <a:gd name="csY2" fmla="*/ 1419129 h 1760874"/>
              <a:gd name="csX3" fmla="*/ 438234 w 874831"/>
              <a:gd name="csY3" fmla="*/ 1157496 h 1760874"/>
              <a:gd name="csX4" fmla="*/ 629792 w 874831"/>
              <a:gd name="csY4" fmla="*/ 851439 h 1760874"/>
              <a:gd name="csX5" fmla="*/ 725585 w 874831"/>
              <a:gd name="csY5" fmla="*/ 583263 h 1760874"/>
              <a:gd name="csX6" fmla="*/ 781722 w 874831"/>
              <a:gd name="csY6" fmla="*/ 360797 h 1760874"/>
              <a:gd name="csX7" fmla="*/ 801658 w 874831"/>
              <a:gd name="csY7" fmla="*/ 192995 h 1760874"/>
              <a:gd name="csX8" fmla="*/ 790311 w 874831"/>
              <a:gd name="csY8" fmla="*/ 107831 h 1760874"/>
              <a:gd name="csX9" fmla="*/ 769938 w 874831"/>
              <a:gd name="csY9" fmla="*/ 89490 h 1760874"/>
              <a:gd name="csX10" fmla="*/ 750898 w 874831"/>
              <a:gd name="csY10" fmla="*/ 93555 h 1760874"/>
              <a:gd name="csX11" fmla="*/ 597050 w 874831"/>
              <a:gd name="csY11" fmla="*/ 203130 h 1760874"/>
              <a:gd name="csX12" fmla="*/ 537537 w 874831"/>
              <a:gd name="csY12" fmla="*/ 286484 h 1760874"/>
              <a:gd name="csX13" fmla="*/ 526284 w 874831"/>
              <a:gd name="csY13" fmla="*/ 278835 h 1760874"/>
              <a:gd name="csX14" fmla="*/ 586598 w 874831"/>
              <a:gd name="csY14" fmla="*/ 194419 h 1760874"/>
              <a:gd name="csX15" fmla="*/ 712461 w 874831"/>
              <a:gd name="csY15" fmla="*/ 26208 h 1760874"/>
              <a:gd name="csX16" fmla="*/ 828818 w 874831"/>
              <a:gd name="csY16" fmla="*/ 14517 h 1760874"/>
              <a:gd name="csX17" fmla="*/ 874028 w 874831"/>
              <a:gd name="csY17" fmla="*/ 88384 h 1760874"/>
              <a:gd name="csX18" fmla="*/ 864523 w 874831"/>
              <a:gd name="csY18" fmla="*/ 201675 h 1760874"/>
              <a:gd name="csX19" fmla="*/ 819628 w 874831"/>
              <a:gd name="csY19" fmla="*/ 370000 h 1760874"/>
              <a:gd name="csX20" fmla="*/ 759868 w 874831"/>
              <a:gd name="csY20" fmla="*/ 593657 h 1760874"/>
              <a:gd name="csX21" fmla="*/ 645701 w 874831"/>
              <a:gd name="csY21" fmla="*/ 859652 h 1760874"/>
              <a:gd name="csX22" fmla="*/ 467003 w 874831"/>
              <a:gd name="csY22" fmla="*/ 1177149 h 1760874"/>
              <a:gd name="csX23" fmla="*/ 273121 w 874831"/>
              <a:gd name="csY23" fmla="*/ 1446983 h 1760874"/>
              <a:gd name="csX24" fmla="*/ 113682 w 874831"/>
              <a:gd name="csY24" fmla="*/ 1660771 h 1760874"/>
              <a:gd name="csX25" fmla="*/ 42390 w 874831"/>
              <a:gd name="csY25" fmla="*/ 1752400 h 1760874"/>
              <a:gd name="csX26" fmla="*/ 4232 w 874831"/>
              <a:gd name="csY26" fmla="*/ 1720861 h 17608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74831" h="1760874">
                <a:moveTo>
                  <a:pt x="4222" y="1720853"/>
                </a:moveTo>
                <a:cubicBezTo>
                  <a:pt x="20362" y="1684888"/>
                  <a:pt x="49929" y="1659996"/>
                  <a:pt x="76151" y="1631727"/>
                </a:cubicBezTo>
                <a:cubicBezTo>
                  <a:pt x="137340" y="1566796"/>
                  <a:pt x="182336" y="1489423"/>
                  <a:pt x="236828" y="1419129"/>
                </a:cubicBezTo>
                <a:cubicBezTo>
                  <a:pt x="307350" y="1334506"/>
                  <a:pt x="374331" y="1247184"/>
                  <a:pt x="438234" y="1157496"/>
                </a:cubicBezTo>
                <a:cubicBezTo>
                  <a:pt x="505893" y="1058160"/>
                  <a:pt x="577756" y="960071"/>
                  <a:pt x="629792" y="851439"/>
                </a:cubicBezTo>
                <a:cubicBezTo>
                  <a:pt x="671377" y="765523"/>
                  <a:pt x="700822" y="675160"/>
                  <a:pt x="725585" y="583263"/>
                </a:cubicBezTo>
                <a:cubicBezTo>
                  <a:pt x="748035" y="510098"/>
                  <a:pt x="764357" y="435282"/>
                  <a:pt x="781722" y="360797"/>
                </a:cubicBezTo>
                <a:cubicBezTo>
                  <a:pt x="791472" y="305176"/>
                  <a:pt x="799126" y="249402"/>
                  <a:pt x="801658" y="192995"/>
                </a:cubicBezTo>
                <a:cubicBezTo>
                  <a:pt x="806610" y="163105"/>
                  <a:pt x="797698" y="135300"/>
                  <a:pt x="790311" y="107831"/>
                </a:cubicBezTo>
                <a:cubicBezTo>
                  <a:pt x="786310" y="98345"/>
                  <a:pt x="777268" y="95222"/>
                  <a:pt x="769938" y="89490"/>
                </a:cubicBezTo>
                <a:cubicBezTo>
                  <a:pt x="768984" y="86262"/>
                  <a:pt x="756670" y="92323"/>
                  <a:pt x="750898" y="93555"/>
                </a:cubicBezTo>
                <a:cubicBezTo>
                  <a:pt x="686684" y="114925"/>
                  <a:pt x="639894" y="151711"/>
                  <a:pt x="597050" y="203130"/>
                </a:cubicBezTo>
                <a:cubicBezTo>
                  <a:pt x="557022" y="256247"/>
                  <a:pt x="576931" y="228513"/>
                  <a:pt x="537537" y="286484"/>
                </a:cubicBezTo>
                <a:cubicBezTo>
                  <a:pt x="532129" y="294442"/>
                  <a:pt x="520874" y="286791"/>
                  <a:pt x="526284" y="278835"/>
                </a:cubicBezTo>
                <a:cubicBezTo>
                  <a:pt x="566195" y="220142"/>
                  <a:pt x="546018" y="248230"/>
                  <a:pt x="586598" y="194419"/>
                </a:cubicBezTo>
                <a:cubicBezTo>
                  <a:pt x="631894" y="140081"/>
                  <a:pt x="664650" y="77700"/>
                  <a:pt x="712461" y="26208"/>
                </a:cubicBezTo>
                <a:cubicBezTo>
                  <a:pt x="750255" y="-1237"/>
                  <a:pt x="787139" y="-10314"/>
                  <a:pt x="828818" y="14517"/>
                </a:cubicBezTo>
                <a:cubicBezTo>
                  <a:pt x="850478" y="35680"/>
                  <a:pt x="868697" y="57238"/>
                  <a:pt x="874028" y="88384"/>
                </a:cubicBezTo>
                <a:cubicBezTo>
                  <a:pt x="876201" y="127115"/>
                  <a:pt x="874262" y="163757"/>
                  <a:pt x="864523" y="201675"/>
                </a:cubicBezTo>
                <a:cubicBezTo>
                  <a:pt x="851581" y="258309"/>
                  <a:pt x="836845" y="314431"/>
                  <a:pt x="819628" y="370000"/>
                </a:cubicBezTo>
                <a:cubicBezTo>
                  <a:pt x="800734" y="444828"/>
                  <a:pt x="778785" y="518857"/>
                  <a:pt x="759868" y="593657"/>
                </a:cubicBezTo>
                <a:cubicBezTo>
                  <a:pt x="729023" y="685190"/>
                  <a:pt x="691955" y="774746"/>
                  <a:pt x="645701" y="859652"/>
                </a:cubicBezTo>
                <a:cubicBezTo>
                  <a:pt x="586780" y="965799"/>
                  <a:pt x="535297" y="1076222"/>
                  <a:pt x="467003" y="1177149"/>
                </a:cubicBezTo>
                <a:cubicBezTo>
                  <a:pt x="406238" y="1269912"/>
                  <a:pt x="340406" y="1358867"/>
                  <a:pt x="273121" y="1446983"/>
                </a:cubicBezTo>
                <a:cubicBezTo>
                  <a:pt x="219329" y="1517789"/>
                  <a:pt x="159450" y="1584181"/>
                  <a:pt x="113682" y="1660771"/>
                </a:cubicBezTo>
                <a:cubicBezTo>
                  <a:pt x="92459" y="1693801"/>
                  <a:pt x="74607" y="1728425"/>
                  <a:pt x="42390" y="1752400"/>
                </a:cubicBezTo>
                <a:cubicBezTo>
                  <a:pt x="14307" y="1773298"/>
                  <a:pt x="-10099" y="1752797"/>
                  <a:pt x="4232" y="172086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92C3E325-F6A1-034A-00B9-BE48E622412E}"/>
              </a:ext>
            </a:extLst>
          </p:cNvPr>
          <p:cNvSpPr/>
          <p:nvPr/>
        </p:nvSpPr>
        <p:spPr>
          <a:xfrm>
            <a:off x="6556623" y="2684045"/>
            <a:ext cx="1308942" cy="1142169"/>
          </a:xfrm>
          <a:custGeom>
            <a:avLst/>
            <a:gdLst>
              <a:gd name="csX0" fmla="*/ 1265126 w 1308942"/>
              <a:gd name="csY0" fmla="*/ 1140160 h 1142169"/>
              <a:gd name="csX1" fmla="*/ 1170852 w 1308942"/>
              <a:gd name="csY1" fmla="*/ 1111350 h 1142169"/>
              <a:gd name="csX2" fmla="*/ 921421 w 1308942"/>
              <a:gd name="csY2" fmla="*/ 1022181 h 1142169"/>
              <a:gd name="csX3" fmla="*/ 593980 w 1308942"/>
              <a:gd name="csY3" fmla="*/ 864180 h 1142169"/>
              <a:gd name="csX4" fmla="*/ 315193 w 1308942"/>
              <a:gd name="csY4" fmla="*/ 592089 h 1142169"/>
              <a:gd name="csX5" fmla="*/ 130817 w 1308942"/>
              <a:gd name="csY5" fmla="*/ 328761 h 1142169"/>
              <a:gd name="csX6" fmla="*/ 54251 w 1308942"/>
              <a:gd name="csY6" fmla="*/ 160511 h 1142169"/>
              <a:gd name="csX7" fmla="*/ 20673 w 1308942"/>
              <a:gd name="csY7" fmla="*/ 84043 h 1142169"/>
              <a:gd name="csX8" fmla="*/ 1467 w 1308942"/>
              <a:gd name="csY8" fmla="*/ 49166 h 1142169"/>
              <a:gd name="csX9" fmla="*/ 51244 w 1308942"/>
              <a:gd name="csY9" fmla="*/ 62 h 1142169"/>
              <a:gd name="csX10" fmla="*/ 148999 w 1308942"/>
              <a:gd name="csY10" fmla="*/ 42823 h 1142169"/>
              <a:gd name="csX11" fmla="*/ 342661 w 1308942"/>
              <a:gd name="csY11" fmla="*/ 112206 h 1142169"/>
              <a:gd name="csX12" fmla="*/ 604675 w 1308942"/>
              <a:gd name="csY12" fmla="*/ 256615 h 1142169"/>
              <a:gd name="csX13" fmla="*/ 839828 w 1308942"/>
              <a:gd name="csY13" fmla="*/ 431446 h 1142169"/>
              <a:gd name="csX14" fmla="*/ 942412 w 1308942"/>
              <a:gd name="csY14" fmla="*/ 554871 h 1142169"/>
              <a:gd name="csX15" fmla="*/ 932162 w 1308942"/>
              <a:gd name="csY15" fmla="*/ 563820 h 1142169"/>
              <a:gd name="csX16" fmla="*/ 815548 w 1308942"/>
              <a:gd name="csY16" fmla="*/ 458625 h 1142169"/>
              <a:gd name="csX17" fmla="*/ 590786 w 1308942"/>
              <a:gd name="csY17" fmla="*/ 277993 h 1142169"/>
              <a:gd name="csX18" fmla="*/ 333240 w 1308942"/>
              <a:gd name="csY18" fmla="*/ 138824 h 1142169"/>
              <a:gd name="csX19" fmla="*/ 134653 w 1308942"/>
              <a:gd name="csY19" fmla="*/ 84426 h 1142169"/>
              <a:gd name="csX20" fmla="*/ 40533 w 1308942"/>
              <a:gd name="csY20" fmla="*/ 63207 h 1142169"/>
              <a:gd name="csX21" fmla="*/ 65866 w 1308942"/>
              <a:gd name="csY21" fmla="*/ 28037 h 1142169"/>
              <a:gd name="csX22" fmla="*/ 76475 w 1308942"/>
              <a:gd name="csY22" fmla="*/ 62606 h 1142169"/>
              <a:gd name="csX23" fmla="*/ 94131 w 1308942"/>
              <a:gd name="csY23" fmla="*/ 148215 h 1142169"/>
              <a:gd name="csX24" fmla="*/ 151868 w 1308942"/>
              <a:gd name="csY24" fmla="*/ 317322 h 1142169"/>
              <a:gd name="csX25" fmla="*/ 325709 w 1308942"/>
              <a:gd name="csY25" fmla="*/ 583460 h 1142169"/>
              <a:gd name="csX26" fmla="*/ 601449 w 1308942"/>
              <a:gd name="csY26" fmla="*/ 852818 h 1142169"/>
              <a:gd name="csX27" fmla="*/ 925956 w 1308942"/>
              <a:gd name="csY27" fmla="*/ 1007990 h 1142169"/>
              <a:gd name="csX28" fmla="*/ 1181559 w 1308942"/>
              <a:gd name="csY28" fmla="*/ 1053665 h 1142169"/>
              <a:gd name="csX29" fmla="*/ 1266577 w 1308942"/>
              <a:gd name="csY29" fmla="*/ 1056051 h 1142169"/>
              <a:gd name="csX30" fmla="*/ 1265131 w 1308942"/>
              <a:gd name="csY30" fmla="*/ 1140174 h 11421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1308942" h="1142169">
                <a:moveTo>
                  <a:pt x="1265126" y="1140160"/>
                </a:moveTo>
                <a:cubicBezTo>
                  <a:pt x="1233832" y="1130014"/>
                  <a:pt x="1202587" y="1120260"/>
                  <a:pt x="1170852" y="1111350"/>
                </a:cubicBezTo>
                <a:cubicBezTo>
                  <a:pt x="1086076" y="1086242"/>
                  <a:pt x="1003508" y="1054996"/>
                  <a:pt x="921421" y="1022181"/>
                </a:cubicBezTo>
                <a:cubicBezTo>
                  <a:pt x="804749" y="985158"/>
                  <a:pt x="696079" y="931103"/>
                  <a:pt x="593980" y="864180"/>
                </a:cubicBezTo>
                <a:cubicBezTo>
                  <a:pt x="485976" y="789795"/>
                  <a:pt x="397965" y="692701"/>
                  <a:pt x="315193" y="592089"/>
                </a:cubicBezTo>
                <a:cubicBezTo>
                  <a:pt x="247300" y="508917"/>
                  <a:pt x="188082" y="419391"/>
                  <a:pt x="130817" y="328761"/>
                </a:cubicBezTo>
                <a:cubicBezTo>
                  <a:pt x="99187" y="275508"/>
                  <a:pt x="78002" y="217413"/>
                  <a:pt x="54251" y="160511"/>
                </a:cubicBezTo>
                <a:cubicBezTo>
                  <a:pt x="42218" y="135414"/>
                  <a:pt x="31858" y="109542"/>
                  <a:pt x="20673" y="84043"/>
                </a:cubicBezTo>
                <a:cubicBezTo>
                  <a:pt x="14441" y="72156"/>
                  <a:pt x="8220" y="60767"/>
                  <a:pt x="1467" y="49166"/>
                </a:cubicBezTo>
                <a:cubicBezTo>
                  <a:pt x="-6130" y="10725"/>
                  <a:pt x="16573" y="-975"/>
                  <a:pt x="51244" y="62"/>
                </a:cubicBezTo>
                <a:cubicBezTo>
                  <a:pt x="84408" y="13178"/>
                  <a:pt x="115221" y="31332"/>
                  <a:pt x="148999" y="42823"/>
                </a:cubicBezTo>
                <a:cubicBezTo>
                  <a:pt x="211502" y="71122"/>
                  <a:pt x="277529" y="90928"/>
                  <a:pt x="342661" y="112206"/>
                </a:cubicBezTo>
                <a:cubicBezTo>
                  <a:pt x="434740" y="151001"/>
                  <a:pt x="521893" y="200811"/>
                  <a:pt x="604675" y="256615"/>
                </a:cubicBezTo>
                <a:cubicBezTo>
                  <a:pt x="689075" y="306914"/>
                  <a:pt x="766647" y="366162"/>
                  <a:pt x="839828" y="431446"/>
                </a:cubicBezTo>
                <a:cubicBezTo>
                  <a:pt x="875914" y="471155"/>
                  <a:pt x="907023" y="514340"/>
                  <a:pt x="942412" y="554871"/>
                </a:cubicBezTo>
                <a:cubicBezTo>
                  <a:pt x="948741" y="562119"/>
                  <a:pt x="938489" y="571068"/>
                  <a:pt x="932162" y="563820"/>
                </a:cubicBezTo>
                <a:cubicBezTo>
                  <a:pt x="897046" y="523589"/>
                  <a:pt x="858365" y="490489"/>
                  <a:pt x="815548" y="458625"/>
                </a:cubicBezTo>
                <a:cubicBezTo>
                  <a:pt x="743941" y="394503"/>
                  <a:pt x="668444" y="334610"/>
                  <a:pt x="590786" y="277993"/>
                </a:cubicBezTo>
                <a:cubicBezTo>
                  <a:pt x="507985" y="226159"/>
                  <a:pt x="426480" y="170685"/>
                  <a:pt x="333240" y="138824"/>
                </a:cubicBezTo>
                <a:cubicBezTo>
                  <a:pt x="268933" y="114208"/>
                  <a:pt x="201871" y="99062"/>
                  <a:pt x="134653" y="84426"/>
                </a:cubicBezTo>
                <a:cubicBezTo>
                  <a:pt x="104343" y="73835"/>
                  <a:pt x="72652" y="65324"/>
                  <a:pt x="40533" y="63207"/>
                </a:cubicBezTo>
                <a:cubicBezTo>
                  <a:pt x="49762" y="56515"/>
                  <a:pt x="73237" y="50061"/>
                  <a:pt x="65866" y="28037"/>
                </a:cubicBezTo>
                <a:cubicBezTo>
                  <a:pt x="69083" y="37709"/>
                  <a:pt x="71738" y="51980"/>
                  <a:pt x="76475" y="62606"/>
                </a:cubicBezTo>
                <a:cubicBezTo>
                  <a:pt x="84694" y="90555"/>
                  <a:pt x="91870" y="118996"/>
                  <a:pt x="94131" y="148215"/>
                </a:cubicBezTo>
                <a:cubicBezTo>
                  <a:pt x="105983" y="206852"/>
                  <a:pt x="126963" y="262934"/>
                  <a:pt x="151868" y="317322"/>
                </a:cubicBezTo>
                <a:cubicBezTo>
                  <a:pt x="196521" y="414230"/>
                  <a:pt x="258692" y="500726"/>
                  <a:pt x="325709" y="583460"/>
                </a:cubicBezTo>
                <a:cubicBezTo>
                  <a:pt x="407590" y="683025"/>
                  <a:pt x="494616" y="779161"/>
                  <a:pt x="601449" y="852818"/>
                </a:cubicBezTo>
                <a:cubicBezTo>
                  <a:pt x="702347" y="919013"/>
                  <a:pt x="809818" y="973566"/>
                  <a:pt x="925956" y="1007990"/>
                </a:cubicBezTo>
                <a:cubicBezTo>
                  <a:pt x="1009983" y="1028263"/>
                  <a:pt x="1095101" y="1048229"/>
                  <a:pt x="1181559" y="1053665"/>
                </a:cubicBezTo>
                <a:cubicBezTo>
                  <a:pt x="1209576" y="1056277"/>
                  <a:pt x="1238898" y="1061766"/>
                  <a:pt x="1266577" y="1056051"/>
                </a:cubicBezTo>
                <a:cubicBezTo>
                  <a:pt x="1324841" y="1044021"/>
                  <a:pt x="1321724" y="1158521"/>
                  <a:pt x="1265131" y="114017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6" name="任意多边形: 形状 85">
            <a:extLst>
              <a:ext uri="{FF2B5EF4-FFF2-40B4-BE49-F238E27FC236}">
                <a16:creationId xmlns:a16="http://schemas.microsoft.com/office/drawing/2014/main" id="{A4653D4F-FB3D-F9A8-9735-2BC03BE058D2}"/>
              </a:ext>
            </a:extLst>
          </p:cNvPr>
          <p:cNvSpPr/>
          <p:nvPr/>
        </p:nvSpPr>
        <p:spPr>
          <a:xfrm>
            <a:off x="5348579" y="3118732"/>
            <a:ext cx="2427372" cy="727780"/>
          </a:xfrm>
          <a:custGeom>
            <a:avLst/>
            <a:gdLst>
              <a:gd name="csX0" fmla="*/ 2396589 w 2427372"/>
              <a:gd name="csY0" fmla="*/ 700806 h 727780"/>
              <a:gd name="csX1" fmla="*/ 2326783 w 2427372"/>
              <a:gd name="csY1" fmla="*/ 716880 h 727780"/>
              <a:gd name="csX2" fmla="*/ 2150837 w 2427372"/>
              <a:gd name="csY2" fmla="*/ 727777 h 727780"/>
              <a:gd name="csX3" fmla="*/ 1859886 w 2427372"/>
              <a:gd name="csY3" fmla="*/ 726334 h 727780"/>
              <a:gd name="csX4" fmla="*/ 1492059 w 2427372"/>
              <a:gd name="csY4" fmla="*/ 711264 h 727780"/>
              <a:gd name="csX5" fmla="*/ 1087037 w 2427372"/>
              <a:gd name="csY5" fmla="*/ 653473 h 727780"/>
              <a:gd name="csX6" fmla="*/ 693436 w 2427372"/>
              <a:gd name="csY6" fmla="*/ 539620 h 727780"/>
              <a:gd name="csX7" fmla="*/ 381006 w 2427372"/>
              <a:gd name="csY7" fmla="*/ 411195 h 727780"/>
              <a:gd name="csX8" fmla="*/ 183686 w 2427372"/>
              <a:gd name="csY8" fmla="*/ 308925 h 727780"/>
              <a:gd name="csX9" fmla="*/ 80835 w 2427372"/>
              <a:gd name="csY9" fmla="*/ 241513 h 727780"/>
              <a:gd name="csX10" fmla="*/ 24722 w 2427372"/>
              <a:gd name="csY10" fmla="*/ 175288 h 727780"/>
              <a:gd name="csX11" fmla="*/ 3705 w 2427372"/>
              <a:gd name="csY11" fmla="*/ 110366 h 727780"/>
              <a:gd name="csX12" fmla="*/ 238 w 2427372"/>
              <a:gd name="csY12" fmla="*/ 65193 h 727780"/>
              <a:gd name="csX13" fmla="*/ 29131 w 2427372"/>
              <a:gd name="csY13" fmla="*/ 9226 h 727780"/>
              <a:gd name="csX14" fmla="*/ 106439 w 2427372"/>
              <a:gd name="csY14" fmla="*/ 1885 h 727780"/>
              <a:gd name="csX15" fmla="*/ 224882 w 2427372"/>
              <a:gd name="csY15" fmla="*/ 2747 h 727780"/>
              <a:gd name="csX16" fmla="*/ 411801 w 2427372"/>
              <a:gd name="csY16" fmla="*/ 17559 h 727780"/>
              <a:gd name="csX17" fmla="*/ 630952 w 2427372"/>
              <a:gd name="csY17" fmla="*/ 44529 h 727780"/>
              <a:gd name="csX18" fmla="*/ 854342 w 2427372"/>
              <a:gd name="csY18" fmla="*/ 94500 h 727780"/>
              <a:gd name="csX19" fmla="*/ 1087057 w 2427372"/>
              <a:gd name="csY19" fmla="*/ 164794 h 727780"/>
              <a:gd name="csX20" fmla="*/ 1305113 w 2427372"/>
              <a:gd name="csY20" fmla="*/ 250901 h 727780"/>
              <a:gd name="csX21" fmla="*/ 1300168 w 2427372"/>
              <a:gd name="csY21" fmla="*/ 263579 h 727780"/>
              <a:gd name="csX22" fmla="*/ 1075826 w 2427372"/>
              <a:gd name="csY22" fmla="*/ 203703 h 727780"/>
              <a:gd name="csX23" fmla="*/ 842530 w 2427372"/>
              <a:gd name="csY23" fmla="*/ 136073 h 727780"/>
              <a:gd name="csX24" fmla="*/ 624789 w 2427372"/>
              <a:gd name="csY24" fmla="*/ 88266 h 727780"/>
              <a:gd name="csX25" fmla="*/ 407485 w 2427372"/>
              <a:gd name="csY25" fmla="*/ 64906 h 727780"/>
              <a:gd name="csX26" fmla="*/ 226587 w 2427372"/>
              <a:gd name="csY26" fmla="*/ 61377 h 727780"/>
              <a:gd name="csX27" fmla="*/ 113915 w 2427372"/>
              <a:gd name="csY27" fmla="*/ 76854 h 727780"/>
              <a:gd name="csX28" fmla="*/ 90956 w 2427372"/>
              <a:gd name="csY28" fmla="*/ 87106 h 727780"/>
              <a:gd name="csX29" fmla="*/ 101638 w 2427372"/>
              <a:gd name="csY29" fmla="*/ 69944 h 727780"/>
              <a:gd name="csX30" fmla="*/ 104286 w 2427372"/>
              <a:gd name="csY30" fmla="*/ 92126 h 727780"/>
              <a:gd name="csX31" fmla="*/ 113998 w 2427372"/>
              <a:gd name="csY31" fmla="*/ 124290 h 727780"/>
              <a:gd name="csX32" fmla="*/ 145342 w 2427372"/>
              <a:gd name="csY32" fmla="*/ 160144 h 727780"/>
              <a:gd name="csX33" fmla="*/ 235136 w 2427372"/>
              <a:gd name="csY33" fmla="*/ 229503 h 727780"/>
              <a:gd name="csX34" fmla="*/ 413225 w 2427372"/>
              <a:gd name="csY34" fmla="*/ 350347 h 727780"/>
              <a:gd name="csX35" fmla="*/ 707681 w 2427372"/>
              <a:gd name="csY35" fmla="*/ 499442 h 727780"/>
              <a:gd name="csX36" fmla="*/ 1095482 w 2427372"/>
              <a:gd name="csY36" fmla="*/ 611389 h 727780"/>
              <a:gd name="csX37" fmla="*/ 1495056 w 2427372"/>
              <a:gd name="csY37" fmla="*/ 662748 h 727780"/>
              <a:gd name="csX38" fmla="*/ 1858530 w 2427372"/>
              <a:gd name="csY38" fmla="*/ 662734 h 727780"/>
              <a:gd name="csX39" fmla="*/ 2145985 w 2427372"/>
              <a:gd name="csY39" fmla="*/ 643273 h 727780"/>
              <a:gd name="csX40" fmla="*/ 2317540 w 2427372"/>
              <a:gd name="csY40" fmla="*/ 626729 h 727780"/>
              <a:gd name="csX41" fmla="*/ 2387465 w 2427372"/>
              <a:gd name="csY41" fmla="*/ 630032 h 727780"/>
              <a:gd name="csX42" fmla="*/ 2396590 w 2427372"/>
              <a:gd name="csY42" fmla="*/ 700815 h 7277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2427372" h="727780">
                <a:moveTo>
                  <a:pt x="2396589" y="700806"/>
                </a:moveTo>
                <a:cubicBezTo>
                  <a:pt x="2374843" y="710817"/>
                  <a:pt x="2350615" y="714034"/>
                  <a:pt x="2326783" y="716880"/>
                </a:cubicBezTo>
                <a:cubicBezTo>
                  <a:pt x="2268243" y="722268"/>
                  <a:pt x="2209682" y="727285"/>
                  <a:pt x="2150837" y="727777"/>
                </a:cubicBezTo>
                <a:cubicBezTo>
                  <a:pt x="2053863" y="727879"/>
                  <a:pt x="1956879" y="725885"/>
                  <a:pt x="1859886" y="726334"/>
                </a:cubicBezTo>
                <a:cubicBezTo>
                  <a:pt x="1736928" y="728030"/>
                  <a:pt x="1614665" y="718873"/>
                  <a:pt x="1492059" y="711264"/>
                </a:cubicBezTo>
                <a:cubicBezTo>
                  <a:pt x="1355680" y="701483"/>
                  <a:pt x="1220711" y="681898"/>
                  <a:pt x="1087037" y="653473"/>
                </a:cubicBezTo>
                <a:cubicBezTo>
                  <a:pt x="953030" y="625225"/>
                  <a:pt x="822938" y="583451"/>
                  <a:pt x="693436" y="539620"/>
                </a:cubicBezTo>
                <a:cubicBezTo>
                  <a:pt x="586279" y="504231"/>
                  <a:pt x="482914" y="459313"/>
                  <a:pt x="381006" y="411195"/>
                </a:cubicBezTo>
                <a:cubicBezTo>
                  <a:pt x="315254" y="377335"/>
                  <a:pt x="247732" y="346091"/>
                  <a:pt x="183686" y="308925"/>
                </a:cubicBezTo>
                <a:cubicBezTo>
                  <a:pt x="147261" y="290161"/>
                  <a:pt x="113763" y="265782"/>
                  <a:pt x="80835" y="241513"/>
                </a:cubicBezTo>
                <a:cubicBezTo>
                  <a:pt x="56665" y="223490"/>
                  <a:pt x="39371" y="201039"/>
                  <a:pt x="24722" y="175288"/>
                </a:cubicBezTo>
                <a:cubicBezTo>
                  <a:pt x="13550" y="154943"/>
                  <a:pt x="8853" y="132591"/>
                  <a:pt x="3705" y="110366"/>
                </a:cubicBezTo>
                <a:cubicBezTo>
                  <a:pt x="-320" y="95398"/>
                  <a:pt x="-265" y="80457"/>
                  <a:pt x="238" y="65193"/>
                </a:cubicBezTo>
                <a:cubicBezTo>
                  <a:pt x="1171" y="40712"/>
                  <a:pt x="13969" y="26637"/>
                  <a:pt x="29131" y="9226"/>
                </a:cubicBezTo>
                <a:cubicBezTo>
                  <a:pt x="54255" y="-3630"/>
                  <a:pt x="79697" y="156"/>
                  <a:pt x="106439" y="1885"/>
                </a:cubicBezTo>
                <a:cubicBezTo>
                  <a:pt x="145888" y="48"/>
                  <a:pt x="185384" y="2721"/>
                  <a:pt x="224882" y="2747"/>
                </a:cubicBezTo>
                <a:cubicBezTo>
                  <a:pt x="287282" y="7084"/>
                  <a:pt x="349641" y="10273"/>
                  <a:pt x="411801" y="17559"/>
                </a:cubicBezTo>
                <a:cubicBezTo>
                  <a:pt x="484921" y="26017"/>
                  <a:pt x="557848" y="35896"/>
                  <a:pt x="630952" y="44529"/>
                </a:cubicBezTo>
                <a:cubicBezTo>
                  <a:pt x="707254" y="52100"/>
                  <a:pt x="780895" y="73604"/>
                  <a:pt x="854342" y="94500"/>
                </a:cubicBezTo>
                <a:cubicBezTo>
                  <a:pt x="931783" y="118330"/>
                  <a:pt x="1009190" y="142383"/>
                  <a:pt x="1087057" y="164794"/>
                </a:cubicBezTo>
                <a:cubicBezTo>
                  <a:pt x="1162730" y="186242"/>
                  <a:pt x="1232123" y="222445"/>
                  <a:pt x="1305113" y="250901"/>
                </a:cubicBezTo>
                <a:cubicBezTo>
                  <a:pt x="1314077" y="254396"/>
                  <a:pt x="1309132" y="267074"/>
                  <a:pt x="1300168" y="263579"/>
                </a:cubicBezTo>
                <a:cubicBezTo>
                  <a:pt x="1227106" y="235081"/>
                  <a:pt x="1151283" y="224828"/>
                  <a:pt x="1075826" y="203703"/>
                </a:cubicBezTo>
                <a:cubicBezTo>
                  <a:pt x="998004" y="181171"/>
                  <a:pt x="920273" y="158833"/>
                  <a:pt x="842530" y="136073"/>
                </a:cubicBezTo>
                <a:cubicBezTo>
                  <a:pt x="770919" y="115768"/>
                  <a:pt x="698293" y="100153"/>
                  <a:pt x="624789" y="88266"/>
                </a:cubicBezTo>
                <a:cubicBezTo>
                  <a:pt x="552746" y="76459"/>
                  <a:pt x="480304" y="69822"/>
                  <a:pt x="407485" y="64906"/>
                </a:cubicBezTo>
                <a:cubicBezTo>
                  <a:pt x="347213" y="61028"/>
                  <a:pt x="286927" y="55380"/>
                  <a:pt x="226587" y="61377"/>
                </a:cubicBezTo>
                <a:cubicBezTo>
                  <a:pt x="188573" y="63680"/>
                  <a:pt x="151415" y="70672"/>
                  <a:pt x="113915" y="76854"/>
                </a:cubicBezTo>
                <a:cubicBezTo>
                  <a:pt x="110674" y="77827"/>
                  <a:pt x="68898" y="91125"/>
                  <a:pt x="90956" y="87106"/>
                </a:cubicBezTo>
                <a:cubicBezTo>
                  <a:pt x="93280" y="83299"/>
                  <a:pt x="103334" y="72055"/>
                  <a:pt x="101638" y="69944"/>
                </a:cubicBezTo>
                <a:cubicBezTo>
                  <a:pt x="101893" y="72079"/>
                  <a:pt x="104937" y="85595"/>
                  <a:pt x="104286" y="92126"/>
                </a:cubicBezTo>
                <a:cubicBezTo>
                  <a:pt x="106444" y="103309"/>
                  <a:pt x="107571" y="114566"/>
                  <a:pt x="113998" y="124290"/>
                </a:cubicBezTo>
                <a:cubicBezTo>
                  <a:pt x="123478" y="137228"/>
                  <a:pt x="132289" y="150380"/>
                  <a:pt x="145342" y="160144"/>
                </a:cubicBezTo>
                <a:cubicBezTo>
                  <a:pt x="174738" y="183848"/>
                  <a:pt x="205247" y="206311"/>
                  <a:pt x="235136" y="229503"/>
                </a:cubicBezTo>
                <a:cubicBezTo>
                  <a:pt x="293345" y="271649"/>
                  <a:pt x="350608" y="314761"/>
                  <a:pt x="413225" y="350347"/>
                </a:cubicBezTo>
                <a:cubicBezTo>
                  <a:pt x="507980" y="406371"/>
                  <a:pt x="605316" y="458560"/>
                  <a:pt x="707681" y="499442"/>
                </a:cubicBezTo>
                <a:cubicBezTo>
                  <a:pt x="833887" y="546266"/>
                  <a:pt x="963675" y="583910"/>
                  <a:pt x="1095482" y="611389"/>
                </a:cubicBezTo>
                <a:cubicBezTo>
                  <a:pt x="1227460" y="636296"/>
                  <a:pt x="1360925" y="654891"/>
                  <a:pt x="1495056" y="662748"/>
                </a:cubicBezTo>
                <a:cubicBezTo>
                  <a:pt x="1616061" y="670240"/>
                  <a:pt x="1737457" y="668422"/>
                  <a:pt x="1858530" y="662734"/>
                </a:cubicBezTo>
                <a:cubicBezTo>
                  <a:pt x="1954503" y="659108"/>
                  <a:pt x="2050458" y="652915"/>
                  <a:pt x="2145985" y="643273"/>
                </a:cubicBezTo>
                <a:cubicBezTo>
                  <a:pt x="2203154" y="637085"/>
                  <a:pt x="2260418" y="633143"/>
                  <a:pt x="2317540" y="626729"/>
                </a:cubicBezTo>
                <a:cubicBezTo>
                  <a:pt x="2340963" y="624887"/>
                  <a:pt x="2365093" y="622298"/>
                  <a:pt x="2387465" y="630032"/>
                </a:cubicBezTo>
                <a:cubicBezTo>
                  <a:pt x="2435162" y="646520"/>
                  <a:pt x="2442432" y="679713"/>
                  <a:pt x="2396590" y="70081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A419378B-D0BA-221C-F959-85E9A4916260}"/>
              </a:ext>
            </a:extLst>
          </p:cNvPr>
          <p:cNvSpPr/>
          <p:nvPr/>
        </p:nvSpPr>
        <p:spPr>
          <a:xfrm>
            <a:off x="8041257" y="2409368"/>
            <a:ext cx="597236" cy="455778"/>
          </a:xfrm>
          <a:custGeom>
            <a:avLst/>
            <a:gdLst>
              <a:gd name="csX0" fmla="*/ 1758 w 597236"/>
              <a:gd name="csY0" fmla="*/ 422618 h 455778"/>
              <a:gd name="csX1" fmla="*/ 46687 w 597236"/>
              <a:gd name="csY1" fmla="*/ 352986 h 455778"/>
              <a:gd name="csX2" fmla="*/ 144175 w 597236"/>
              <a:gd name="csY2" fmla="*/ 213655 h 455778"/>
              <a:gd name="csX3" fmla="*/ 251170 w 597236"/>
              <a:gd name="csY3" fmla="*/ 73504 h 455778"/>
              <a:gd name="csX4" fmla="*/ 365936 w 597236"/>
              <a:gd name="csY4" fmla="*/ 1891 h 455778"/>
              <a:gd name="csX5" fmla="*/ 491943 w 597236"/>
              <a:gd name="csY5" fmla="*/ 43867 h 455778"/>
              <a:gd name="csX6" fmla="*/ 584530 w 597236"/>
              <a:gd name="csY6" fmla="*/ 162700 h 455778"/>
              <a:gd name="csX7" fmla="*/ 596081 w 597236"/>
              <a:gd name="csY7" fmla="*/ 182426 h 455778"/>
              <a:gd name="csX8" fmla="*/ 584336 w 597236"/>
              <a:gd name="csY8" fmla="*/ 189296 h 455778"/>
              <a:gd name="csX9" fmla="*/ 573195 w 597236"/>
              <a:gd name="csY9" fmla="*/ 170227 h 455778"/>
              <a:gd name="csX10" fmla="*/ 471401 w 597236"/>
              <a:gd name="csY10" fmla="*/ 73434 h 455778"/>
              <a:gd name="csX11" fmla="*/ 373122 w 597236"/>
              <a:gd name="csY11" fmla="*/ 39580 h 455778"/>
              <a:gd name="csX12" fmla="*/ 269881 w 597236"/>
              <a:gd name="csY12" fmla="*/ 91352 h 455778"/>
              <a:gd name="csX13" fmla="*/ 159781 w 597236"/>
              <a:gd name="csY13" fmla="*/ 224274 h 455778"/>
              <a:gd name="csX14" fmla="*/ 73689 w 597236"/>
              <a:gd name="csY14" fmla="*/ 368397 h 455778"/>
              <a:gd name="csX15" fmla="*/ 55008 w 597236"/>
              <a:gd name="csY15" fmla="*/ 432285 h 455778"/>
              <a:gd name="csX16" fmla="*/ 1763 w 597236"/>
              <a:gd name="csY16" fmla="*/ 422604 h 4557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597236" h="455778">
                <a:moveTo>
                  <a:pt x="1758" y="422618"/>
                </a:moveTo>
                <a:cubicBezTo>
                  <a:pt x="11196" y="396198"/>
                  <a:pt x="28323" y="373927"/>
                  <a:pt x="46687" y="352986"/>
                </a:cubicBezTo>
                <a:cubicBezTo>
                  <a:pt x="78632" y="306201"/>
                  <a:pt x="110709" y="259393"/>
                  <a:pt x="144175" y="213655"/>
                </a:cubicBezTo>
                <a:cubicBezTo>
                  <a:pt x="177427" y="165032"/>
                  <a:pt x="212111" y="117633"/>
                  <a:pt x="251170" y="73504"/>
                </a:cubicBezTo>
                <a:cubicBezTo>
                  <a:pt x="282430" y="37556"/>
                  <a:pt x="320141" y="13764"/>
                  <a:pt x="365936" y="1891"/>
                </a:cubicBezTo>
                <a:cubicBezTo>
                  <a:pt x="414329" y="-6626"/>
                  <a:pt x="455165" y="14732"/>
                  <a:pt x="491943" y="43867"/>
                </a:cubicBezTo>
                <a:cubicBezTo>
                  <a:pt x="538043" y="72476"/>
                  <a:pt x="556262" y="120168"/>
                  <a:pt x="584530" y="162700"/>
                </a:cubicBezTo>
                <a:cubicBezTo>
                  <a:pt x="588381" y="169275"/>
                  <a:pt x="592231" y="175851"/>
                  <a:pt x="596081" y="182426"/>
                </a:cubicBezTo>
                <a:cubicBezTo>
                  <a:pt x="600943" y="190729"/>
                  <a:pt x="589190" y="197604"/>
                  <a:pt x="584336" y="189296"/>
                </a:cubicBezTo>
                <a:cubicBezTo>
                  <a:pt x="580622" y="182940"/>
                  <a:pt x="576909" y="176583"/>
                  <a:pt x="573195" y="170227"/>
                </a:cubicBezTo>
                <a:cubicBezTo>
                  <a:pt x="547548" y="131563"/>
                  <a:pt x="505231" y="104864"/>
                  <a:pt x="471401" y="73434"/>
                </a:cubicBezTo>
                <a:cubicBezTo>
                  <a:pt x="440625" y="55256"/>
                  <a:pt x="409875" y="38392"/>
                  <a:pt x="373122" y="39580"/>
                </a:cubicBezTo>
                <a:cubicBezTo>
                  <a:pt x="333585" y="47334"/>
                  <a:pt x="298985" y="61451"/>
                  <a:pt x="269881" y="91352"/>
                </a:cubicBezTo>
                <a:cubicBezTo>
                  <a:pt x="228449" y="131505"/>
                  <a:pt x="191982" y="176391"/>
                  <a:pt x="159781" y="224274"/>
                </a:cubicBezTo>
                <a:cubicBezTo>
                  <a:pt x="129848" y="271600"/>
                  <a:pt x="99370" y="318553"/>
                  <a:pt x="73689" y="368397"/>
                </a:cubicBezTo>
                <a:cubicBezTo>
                  <a:pt x="66959" y="389687"/>
                  <a:pt x="57578" y="410211"/>
                  <a:pt x="55008" y="432285"/>
                </a:cubicBezTo>
                <a:cubicBezTo>
                  <a:pt x="50582" y="470294"/>
                  <a:pt x="-11110" y="458641"/>
                  <a:pt x="1763" y="42260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293C7195-9F6A-7D1B-85A5-F8DAC7391D99}"/>
              </a:ext>
            </a:extLst>
          </p:cNvPr>
          <p:cNvSpPr/>
          <p:nvPr/>
        </p:nvSpPr>
        <p:spPr>
          <a:xfrm>
            <a:off x="7780724" y="2522268"/>
            <a:ext cx="413494" cy="188045"/>
          </a:xfrm>
          <a:custGeom>
            <a:avLst/>
            <a:gdLst>
              <a:gd name="csX0" fmla="*/ 384306 w 413494"/>
              <a:gd name="csY0" fmla="*/ 113217 h 188045"/>
              <a:gd name="csX1" fmla="*/ 359807 w 413494"/>
              <a:gd name="csY1" fmla="*/ 90265 h 188045"/>
              <a:gd name="csX2" fmla="*/ 313230 w 413494"/>
              <a:gd name="csY2" fmla="*/ 53173 h 188045"/>
              <a:gd name="csX3" fmla="*/ 257905 w 413494"/>
              <a:gd name="csY3" fmla="*/ 33596 h 188045"/>
              <a:gd name="csX4" fmla="*/ 192971 w 413494"/>
              <a:gd name="csY4" fmla="*/ 28948 h 188045"/>
              <a:gd name="csX5" fmla="*/ 133282 w 413494"/>
              <a:gd name="csY5" fmla="*/ 41010 h 188045"/>
              <a:gd name="csX6" fmla="*/ 86479 w 413494"/>
              <a:gd name="csY6" fmla="*/ 71342 h 188045"/>
              <a:gd name="csX7" fmla="*/ 45280 w 413494"/>
              <a:gd name="csY7" fmla="*/ 121428 h 188045"/>
              <a:gd name="csX8" fmla="*/ 17260 w 413494"/>
              <a:gd name="csY8" fmla="*/ 174766 h 188045"/>
              <a:gd name="csX9" fmla="*/ 13107 w 413494"/>
              <a:gd name="csY9" fmla="*/ 183165 h 188045"/>
              <a:gd name="csX10" fmla="*/ 241 w 413494"/>
              <a:gd name="csY10" fmla="*/ 178734 h 188045"/>
              <a:gd name="csX11" fmla="*/ 2180 w 413494"/>
              <a:gd name="csY11" fmla="*/ 169445 h 188045"/>
              <a:gd name="csX12" fmla="*/ 23939 w 413494"/>
              <a:gd name="csY12" fmla="*/ 107523 h 188045"/>
              <a:gd name="csX13" fmla="*/ 67051 w 413494"/>
              <a:gd name="csY13" fmla="*/ 50825 h 188045"/>
              <a:gd name="csX14" fmla="*/ 124124 w 413494"/>
              <a:gd name="csY14" fmla="*/ 12006 h 188045"/>
              <a:gd name="csX15" fmla="*/ 192241 w 413494"/>
              <a:gd name="csY15" fmla="*/ 91 h 188045"/>
              <a:gd name="csX16" fmla="*/ 263627 w 413494"/>
              <a:gd name="csY16" fmla="*/ 6427 h 188045"/>
              <a:gd name="csX17" fmla="*/ 327646 w 413494"/>
              <a:gd name="csY17" fmla="*/ 30027 h 188045"/>
              <a:gd name="csX18" fmla="*/ 380035 w 413494"/>
              <a:gd name="csY18" fmla="*/ 66014 h 188045"/>
              <a:gd name="csX19" fmla="*/ 409758 w 413494"/>
              <a:gd name="csY19" fmla="*/ 95001 h 188045"/>
              <a:gd name="csX20" fmla="*/ 384306 w 413494"/>
              <a:gd name="csY20" fmla="*/ 113216 h 1880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13494" h="188045">
                <a:moveTo>
                  <a:pt x="384306" y="113217"/>
                </a:moveTo>
                <a:cubicBezTo>
                  <a:pt x="378567" y="104317"/>
                  <a:pt x="368157" y="97459"/>
                  <a:pt x="359807" y="90265"/>
                </a:cubicBezTo>
                <a:cubicBezTo>
                  <a:pt x="346458" y="75291"/>
                  <a:pt x="329332" y="64733"/>
                  <a:pt x="313230" y="53173"/>
                </a:cubicBezTo>
                <a:cubicBezTo>
                  <a:pt x="296052" y="43320"/>
                  <a:pt x="276936" y="38406"/>
                  <a:pt x="257905" y="33596"/>
                </a:cubicBezTo>
                <a:cubicBezTo>
                  <a:pt x="236391" y="29502"/>
                  <a:pt x="214709" y="29428"/>
                  <a:pt x="192971" y="28948"/>
                </a:cubicBezTo>
                <a:cubicBezTo>
                  <a:pt x="172374" y="29438"/>
                  <a:pt x="152866" y="35440"/>
                  <a:pt x="133282" y="41010"/>
                </a:cubicBezTo>
                <a:cubicBezTo>
                  <a:pt x="115389" y="47370"/>
                  <a:pt x="101337" y="60084"/>
                  <a:pt x="86479" y="71342"/>
                </a:cubicBezTo>
                <a:cubicBezTo>
                  <a:pt x="70283" y="85930"/>
                  <a:pt x="57485" y="103561"/>
                  <a:pt x="45280" y="121428"/>
                </a:cubicBezTo>
                <a:cubicBezTo>
                  <a:pt x="33729" y="138009"/>
                  <a:pt x="26105" y="156620"/>
                  <a:pt x="17260" y="174766"/>
                </a:cubicBezTo>
                <a:cubicBezTo>
                  <a:pt x="15876" y="177566"/>
                  <a:pt x="14491" y="180365"/>
                  <a:pt x="13107" y="183165"/>
                </a:cubicBezTo>
                <a:cubicBezTo>
                  <a:pt x="8842" y="191790"/>
                  <a:pt x="-1725" y="188153"/>
                  <a:pt x="241" y="178734"/>
                </a:cubicBezTo>
                <a:cubicBezTo>
                  <a:pt x="887" y="175638"/>
                  <a:pt x="1534" y="172541"/>
                  <a:pt x="2180" y="169445"/>
                </a:cubicBezTo>
                <a:cubicBezTo>
                  <a:pt x="7369" y="148184"/>
                  <a:pt x="12526" y="126420"/>
                  <a:pt x="23939" y="107523"/>
                </a:cubicBezTo>
                <a:cubicBezTo>
                  <a:pt x="37097" y="87788"/>
                  <a:pt x="50329" y="67974"/>
                  <a:pt x="67051" y="50825"/>
                </a:cubicBezTo>
                <a:cubicBezTo>
                  <a:pt x="84141" y="34398"/>
                  <a:pt x="100394" y="18490"/>
                  <a:pt x="124124" y="12006"/>
                </a:cubicBezTo>
                <a:cubicBezTo>
                  <a:pt x="146377" y="5362"/>
                  <a:pt x="168957" y="1415"/>
                  <a:pt x="192241" y="91"/>
                </a:cubicBezTo>
                <a:cubicBezTo>
                  <a:pt x="216240" y="-359"/>
                  <a:pt x="240177" y="724"/>
                  <a:pt x="263627" y="6427"/>
                </a:cubicBezTo>
                <a:cubicBezTo>
                  <a:pt x="286239" y="11338"/>
                  <a:pt x="308314" y="16453"/>
                  <a:pt x="327646" y="30027"/>
                </a:cubicBezTo>
                <a:cubicBezTo>
                  <a:pt x="345348" y="41762"/>
                  <a:pt x="363110" y="53266"/>
                  <a:pt x="380035" y="66014"/>
                </a:cubicBezTo>
                <a:cubicBezTo>
                  <a:pt x="390642" y="75205"/>
                  <a:pt x="401148" y="83963"/>
                  <a:pt x="409758" y="95001"/>
                </a:cubicBezTo>
                <a:cubicBezTo>
                  <a:pt x="423371" y="112451"/>
                  <a:pt x="396301" y="131816"/>
                  <a:pt x="384306" y="11321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B9845CFF-AFEA-C735-59B4-6356EB480AE9}"/>
              </a:ext>
            </a:extLst>
          </p:cNvPr>
          <p:cNvSpPr/>
          <p:nvPr/>
        </p:nvSpPr>
        <p:spPr>
          <a:xfrm>
            <a:off x="7258212" y="2288766"/>
            <a:ext cx="339604" cy="784079"/>
          </a:xfrm>
          <a:custGeom>
            <a:avLst/>
            <a:gdLst>
              <a:gd name="csX0" fmla="*/ 82335 w 339604"/>
              <a:gd name="csY0" fmla="*/ 758104 h 784079"/>
              <a:gd name="csX1" fmla="*/ 76006 w 339604"/>
              <a:gd name="csY1" fmla="*/ 715059 h 784079"/>
              <a:gd name="csX2" fmla="*/ 49540 w 339604"/>
              <a:gd name="csY2" fmla="*/ 604311 h 784079"/>
              <a:gd name="csX3" fmla="*/ 15999 w 339604"/>
              <a:gd name="csY3" fmla="*/ 450549 h 784079"/>
              <a:gd name="csX4" fmla="*/ 246 w 339604"/>
              <a:gd name="csY4" fmla="*/ 295625 h 784079"/>
              <a:gd name="csX5" fmla="*/ 16546 w 339604"/>
              <a:gd name="csY5" fmla="*/ 156027 h 784079"/>
              <a:gd name="csX6" fmla="*/ 35125 w 339604"/>
              <a:gd name="csY6" fmla="*/ 57252 h 784079"/>
              <a:gd name="csX7" fmla="*/ 74496 w 339604"/>
              <a:gd name="csY7" fmla="*/ 4322 h 784079"/>
              <a:gd name="csX8" fmla="*/ 149396 w 339604"/>
              <a:gd name="csY8" fmla="*/ 26170 h 784079"/>
              <a:gd name="csX9" fmla="*/ 242403 w 339604"/>
              <a:gd name="csY9" fmla="*/ 126182 h 784079"/>
              <a:gd name="csX10" fmla="*/ 338234 w 339604"/>
              <a:gd name="csY10" fmla="*/ 251074 h 784079"/>
              <a:gd name="csX11" fmla="*/ 326869 w 339604"/>
              <a:gd name="csY11" fmla="*/ 258556 h 784079"/>
              <a:gd name="csX12" fmla="*/ 232464 w 339604"/>
              <a:gd name="csY12" fmla="*/ 135474 h 784079"/>
              <a:gd name="csX13" fmla="*/ 135433 w 339604"/>
              <a:gd name="csY13" fmla="*/ 45608 h 784079"/>
              <a:gd name="csX14" fmla="*/ 89835 w 339604"/>
              <a:gd name="csY14" fmla="*/ 33213 h 784079"/>
              <a:gd name="csX15" fmla="*/ 61037 w 339604"/>
              <a:gd name="csY15" fmla="*/ 65986 h 784079"/>
              <a:gd name="csX16" fmla="*/ 31192 w 339604"/>
              <a:gd name="csY16" fmla="*/ 158897 h 784079"/>
              <a:gd name="csX17" fmla="*/ 17672 w 339604"/>
              <a:gd name="csY17" fmla="*/ 295171 h 784079"/>
              <a:gd name="csX18" fmla="*/ 34429 w 339604"/>
              <a:gd name="csY18" fmla="*/ 446866 h 784079"/>
              <a:gd name="csX19" fmla="*/ 73607 w 339604"/>
              <a:gd name="csY19" fmla="*/ 597237 h 784079"/>
              <a:gd name="csX20" fmla="*/ 119964 w 339604"/>
              <a:gd name="csY20" fmla="*/ 698878 h 784079"/>
              <a:gd name="csX21" fmla="*/ 142593 w 339604"/>
              <a:gd name="csY21" fmla="*/ 745810 h 784079"/>
              <a:gd name="csX22" fmla="*/ 82333 w 339604"/>
              <a:gd name="csY22" fmla="*/ 758111 h 7840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339604" h="784079">
                <a:moveTo>
                  <a:pt x="82335" y="758104"/>
                </a:moveTo>
                <a:cubicBezTo>
                  <a:pt x="83250" y="743592"/>
                  <a:pt x="78817" y="729222"/>
                  <a:pt x="76006" y="715059"/>
                </a:cubicBezTo>
                <a:cubicBezTo>
                  <a:pt x="66406" y="678389"/>
                  <a:pt x="58373" y="641335"/>
                  <a:pt x="49540" y="604311"/>
                </a:cubicBezTo>
                <a:cubicBezTo>
                  <a:pt x="40170" y="552704"/>
                  <a:pt x="26280" y="502041"/>
                  <a:pt x="15999" y="450549"/>
                </a:cubicBezTo>
                <a:cubicBezTo>
                  <a:pt x="8590" y="399054"/>
                  <a:pt x="2250" y="347708"/>
                  <a:pt x="246" y="295625"/>
                </a:cubicBezTo>
                <a:cubicBezTo>
                  <a:pt x="-1740" y="248421"/>
                  <a:pt x="8696" y="202224"/>
                  <a:pt x="16546" y="156027"/>
                </a:cubicBezTo>
                <a:cubicBezTo>
                  <a:pt x="22270" y="122952"/>
                  <a:pt x="27219" y="89802"/>
                  <a:pt x="35125" y="57252"/>
                </a:cubicBezTo>
                <a:cubicBezTo>
                  <a:pt x="39836" y="31576"/>
                  <a:pt x="53959" y="17758"/>
                  <a:pt x="74496" y="4322"/>
                </a:cubicBezTo>
                <a:cubicBezTo>
                  <a:pt x="105870" y="-7304"/>
                  <a:pt x="125934" y="6058"/>
                  <a:pt x="149396" y="26170"/>
                </a:cubicBezTo>
                <a:cubicBezTo>
                  <a:pt x="180217" y="59572"/>
                  <a:pt x="211310" y="92912"/>
                  <a:pt x="242403" y="126182"/>
                </a:cubicBezTo>
                <a:cubicBezTo>
                  <a:pt x="279145" y="164019"/>
                  <a:pt x="309329" y="207171"/>
                  <a:pt x="338234" y="251074"/>
                </a:cubicBezTo>
                <a:cubicBezTo>
                  <a:pt x="343525" y="259110"/>
                  <a:pt x="332159" y="266593"/>
                  <a:pt x="326869" y="258556"/>
                </a:cubicBezTo>
                <a:cubicBezTo>
                  <a:pt x="298391" y="215292"/>
                  <a:pt x="268682" y="172748"/>
                  <a:pt x="232464" y="135474"/>
                </a:cubicBezTo>
                <a:cubicBezTo>
                  <a:pt x="202323" y="103218"/>
                  <a:pt x="172454" y="70183"/>
                  <a:pt x="135433" y="45608"/>
                </a:cubicBezTo>
                <a:cubicBezTo>
                  <a:pt x="120003" y="39372"/>
                  <a:pt x="107194" y="30023"/>
                  <a:pt x="89835" y="33213"/>
                </a:cubicBezTo>
                <a:cubicBezTo>
                  <a:pt x="78459" y="43283"/>
                  <a:pt x="66560" y="50188"/>
                  <a:pt x="61037" y="65986"/>
                </a:cubicBezTo>
                <a:cubicBezTo>
                  <a:pt x="49356" y="96438"/>
                  <a:pt x="37862" y="126822"/>
                  <a:pt x="31192" y="158897"/>
                </a:cubicBezTo>
                <a:cubicBezTo>
                  <a:pt x="21242" y="203598"/>
                  <a:pt x="17648" y="249430"/>
                  <a:pt x="17672" y="295171"/>
                </a:cubicBezTo>
                <a:cubicBezTo>
                  <a:pt x="18353" y="345975"/>
                  <a:pt x="21824" y="397555"/>
                  <a:pt x="34429" y="446866"/>
                </a:cubicBezTo>
                <a:cubicBezTo>
                  <a:pt x="44542" y="497576"/>
                  <a:pt x="54418" y="549126"/>
                  <a:pt x="73607" y="597237"/>
                </a:cubicBezTo>
                <a:cubicBezTo>
                  <a:pt x="86138" y="632745"/>
                  <a:pt x="101914" y="666010"/>
                  <a:pt x="119964" y="698878"/>
                </a:cubicBezTo>
                <a:cubicBezTo>
                  <a:pt x="128095" y="714272"/>
                  <a:pt x="135704" y="729820"/>
                  <a:pt x="142593" y="745810"/>
                </a:cubicBezTo>
                <a:cubicBezTo>
                  <a:pt x="159800" y="785750"/>
                  <a:pt x="79597" y="801513"/>
                  <a:pt x="82333" y="7581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191AD745-00CF-3B2F-56A3-57DBA0D8254D}"/>
              </a:ext>
            </a:extLst>
          </p:cNvPr>
          <p:cNvSpPr/>
          <p:nvPr/>
        </p:nvSpPr>
        <p:spPr>
          <a:xfrm>
            <a:off x="6765785" y="2124328"/>
            <a:ext cx="506534" cy="821353"/>
          </a:xfrm>
          <a:custGeom>
            <a:avLst/>
            <a:gdLst>
              <a:gd name="csX0" fmla="*/ 118038 w 506534"/>
              <a:gd name="csY0" fmla="*/ 656795 h 821353"/>
              <a:gd name="csX1" fmla="*/ 104832 w 506534"/>
              <a:gd name="csY1" fmla="*/ 607997 h 821353"/>
              <a:gd name="csX2" fmla="*/ 83271 w 506534"/>
              <a:gd name="csY2" fmla="*/ 502508 h 821353"/>
              <a:gd name="csX3" fmla="*/ 54483 w 506534"/>
              <a:gd name="csY3" fmla="*/ 347212 h 821353"/>
              <a:gd name="csX4" fmla="*/ 27309 w 506534"/>
              <a:gd name="csY4" fmla="*/ 212024 h 821353"/>
              <a:gd name="csX5" fmla="*/ 9556 w 506534"/>
              <a:gd name="csY5" fmla="*/ 104382 h 821353"/>
              <a:gd name="csX6" fmla="*/ 0 w 506534"/>
              <a:gd name="csY6" fmla="*/ 44405 h 821353"/>
              <a:gd name="csX7" fmla="*/ 38868 w 506534"/>
              <a:gd name="csY7" fmla="*/ 0 h 821353"/>
              <a:gd name="csX8" fmla="*/ 89386 w 506534"/>
              <a:gd name="csY8" fmla="*/ 40796 h 821353"/>
              <a:gd name="csX9" fmla="*/ 159853 w 506534"/>
              <a:gd name="csY9" fmla="*/ 124619 h 821353"/>
              <a:gd name="csX10" fmla="*/ 246494 w 506534"/>
              <a:gd name="csY10" fmla="*/ 236852 h 821353"/>
              <a:gd name="csX11" fmla="*/ 332618 w 506534"/>
              <a:gd name="csY11" fmla="*/ 367821 h 821353"/>
              <a:gd name="csX12" fmla="*/ 406109 w 506534"/>
              <a:gd name="csY12" fmla="*/ 490017 h 821353"/>
              <a:gd name="csX13" fmla="*/ 455434 w 506534"/>
              <a:gd name="csY13" fmla="*/ 612004 h 821353"/>
              <a:gd name="csX14" fmla="*/ 491255 w 506534"/>
              <a:gd name="csY14" fmla="*/ 724228 h 821353"/>
              <a:gd name="csX15" fmla="*/ 506339 w 506534"/>
              <a:gd name="csY15" fmla="*/ 812417 h 821353"/>
              <a:gd name="csX16" fmla="*/ 493193 w 506534"/>
              <a:gd name="csY16" fmla="*/ 815927 h 821353"/>
              <a:gd name="csX17" fmla="*/ 461587 w 506534"/>
              <a:gd name="csY17" fmla="*/ 732826 h 821353"/>
              <a:gd name="csX18" fmla="*/ 428315 w 506534"/>
              <a:gd name="csY18" fmla="*/ 621098 h 821353"/>
              <a:gd name="csX19" fmla="*/ 381812 w 506534"/>
              <a:gd name="csY19" fmla="*/ 502359 h 821353"/>
              <a:gd name="csX20" fmla="*/ 314579 w 506534"/>
              <a:gd name="csY20" fmla="*/ 379191 h 821353"/>
              <a:gd name="csX21" fmla="*/ 228427 w 506534"/>
              <a:gd name="csY21" fmla="*/ 249823 h 821353"/>
              <a:gd name="csX22" fmla="*/ 142620 w 506534"/>
              <a:gd name="csY22" fmla="*/ 139523 h 821353"/>
              <a:gd name="csX23" fmla="*/ 65289 w 506534"/>
              <a:gd name="csY23" fmla="*/ 68620 h 821353"/>
              <a:gd name="csX24" fmla="*/ 39332 w 506534"/>
              <a:gd name="csY24" fmla="*/ 55422 h 821353"/>
              <a:gd name="csX25" fmla="*/ 56968 w 506534"/>
              <a:gd name="csY25" fmla="*/ 44293 h 821353"/>
              <a:gd name="csX26" fmla="*/ 55903 w 506534"/>
              <a:gd name="csY26" fmla="*/ 99152 h 821353"/>
              <a:gd name="csX27" fmla="*/ 65652 w 506534"/>
              <a:gd name="csY27" fmla="*/ 205898 h 821353"/>
              <a:gd name="csX28" fmla="*/ 87968 w 506534"/>
              <a:gd name="csY28" fmla="*/ 340506 h 821353"/>
              <a:gd name="csX29" fmla="*/ 122789 w 506534"/>
              <a:gd name="csY29" fmla="*/ 492325 h 821353"/>
              <a:gd name="csX30" fmla="*/ 160523 w 506534"/>
              <a:gd name="csY30" fmla="*/ 589956 h 821353"/>
              <a:gd name="csX31" fmla="*/ 178794 w 506534"/>
              <a:gd name="csY31" fmla="*/ 637142 h 821353"/>
              <a:gd name="csX32" fmla="*/ 118037 w 506534"/>
              <a:gd name="csY32" fmla="*/ 656779 h 8213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506534" h="821353">
                <a:moveTo>
                  <a:pt x="118038" y="656795"/>
                </a:moveTo>
                <a:cubicBezTo>
                  <a:pt x="110864" y="641547"/>
                  <a:pt x="108516" y="624344"/>
                  <a:pt x="104832" y="607997"/>
                </a:cubicBezTo>
                <a:cubicBezTo>
                  <a:pt x="96601" y="572997"/>
                  <a:pt x="88887" y="538083"/>
                  <a:pt x="83271" y="502508"/>
                </a:cubicBezTo>
                <a:cubicBezTo>
                  <a:pt x="75088" y="450500"/>
                  <a:pt x="66219" y="398552"/>
                  <a:pt x="54483" y="347212"/>
                </a:cubicBezTo>
                <a:cubicBezTo>
                  <a:pt x="46022" y="302035"/>
                  <a:pt x="33887" y="257513"/>
                  <a:pt x="27309" y="212024"/>
                </a:cubicBezTo>
                <a:cubicBezTo>
                  <a:pt x="20717" y="176249"/>
                  <a:pt x="14846" y="140374"/>
                  <a:pt x="9556" y="104382"/>
                </a:cubicBezTo>
                <a:cubicBezTo>
                  <a:pt x="5718" y="84368"/>
                  <a:pt x="2284" y="64616"/>
                  <a:pt x="0" y="44405"/>
                </a:cubicBezTo>
                <a:cubicBezTo>
                  <a:pt x="913" y="15327"/>
                  <a:pt x="13860" y="8805"/>
                  <a:pt x="38868" y="0"/>
                </a:cubicBezTo>
                <a:cubicBezTo>
                  <a:pt x="60309" y="7088"/>
                  <a:pt x="74304" y="24866"/>
                  <a:pt x="89386" y="40796"/>
                </a:cubicBezTo>
                <a:cubicBezTo>
                  <a:pt x="114669" y="67205"/>
                  <a:pt x="136900" y="96224"/>
                  <a:pt x="159853" y="124619"/>
                </a:cubicBezTo>
                <a:cubicBezTo>
                  <a:pt x="191740" y="159811"/>
                  <a:pt x="219400" y="197889"/>
                  <a:pt x="246494" y="236852"/>
                </a:cubicBezTo>
                <a:cubicBezTo>
                  <a:pt x="276140" y="279909"/>
                  <a:pt x="304183" y="323984"/>
                  <a:pt x="332618" y="367821"/>
                </a:cubicBezTo>
                <a:cubicBezTo>
                  <a:pt x="360149" y="406837"/>
                  <a:pt x="383022" y="448362"/>
                  <a:pt x="406109" y="490017"/>
                </a:cubicBezTo>
                <a:cubicBezTo>
                  <a:pt x="422370" y="530803"/>
                  <a:pt x="440707" y="570561"/>
                  <a:pt x="455434" y="612004"/>
                </a:cubicBezTo>
                <a:cubicBezTo>
                  <a:pt x="469179" y="648835"/>
                  <a:pt x="479754" y="686674"/>
                  <a:pt x="491255" y="724228"/>
                </a:cubicBezTo>
                <a:cubicBezTo>
                  <a:pt x="496158" y="753681"/>
                  <a:pt x="500581" y="783128"/>
                  <a:pt x="506339" y="812417"/>
                </a:cubicBezTo>
                <a:cubicBezTo>
                  <a:pt x="508196" y="821858"/>
                  <a:pt x="496270" y="825043"/>
                  <a:pt x="493193" y="815927"/>
                </a:cubicBezTo>
                <a:cubicBezTo>
                  <a:pt x="483700" y="787795"/>
                  <a:pt x="473244" y="760198"/>
                  <a:pt x="461587" y="732826"/>
                </a:cubicBezTo>
                <a:cubicBezTo>
                  <a:pt x="451054" y="695425"/>
                  <a:pt x="439285" y="658391"/>
                  <a:pt x="428315" y="621098"/>
                </a:cubicBezTo>
                <a:cubicBezTo>
                  <a:pt x="414948" y="580723"/>
                  <a:pt x="404163" y="538971"/>
                  <a:pt x="381812" y="502359"/>
                </a:cubicBezTo>
                <a:cubicBezTo>
                  <a:pt x="362192" y="459928"/>
                  <a:pt x="338370" y="419392"/>
                  <a:pt x="314579" y="379191"/>
                </a:cubicBezTo>
                <a:cubicBezTo>
                  <a:pt x="287525" y="334998"/>
                  <a:pt x="259185" y="291553"/>
                  <a:pt x="228427" y="249823"/>
                </a:cubicBezTo>
                <a:cubicBezTo>
                  <a:pt x="200641" y="212352"/>
                  <a:pt x="173078" y="174796"/>
                  <a:pt x="142620" y="139523"/>
                </a:cubicBezTo>
                <a:cubicBezTo>
                  <a:pt x="118775" y="113789"/>
                  <a:pt x="94236" y="88705"/>
                  <a:pt x="65289" y="68620"/>
                </a:cubicBezTo>
                <a:cubicBezTo>
                  <a:pt x="60917" y="65735"/>
                  <a:pt x="35549" y="45844"/>
                  <a:pt x="39332" y="55422"/>
                </a:cubicBezTo>
                <a:cubicBezTo>
                  <a:pt x="40795" y="54396"/>
                  <a:pt x="64797" y="39379"/>
                  <a:pt x="56968" y="44293"/>
                </a:cubicBezTo>
                <a:cubicBezTo>
                  <a:pt x="56065" y="62499"/>
                  <a:pt x="54043" y="80867"/>
                  <a:pt x="55903" y="99152"/>
                </a:cubicBezTo>
                <a:cubicBezTo>
                  <a:pt x="58801" y="134801"/>
                  <a:pt x="61093" y="170388"/>
                  <a:pt x="65652" y="205898"/>
                </a:cubicBezTo>
                <a:cubicBezTo>
                  <a:pt x="73478" y="250672"/>
                  <a:pt x="78158" y="296035"/>
                  <a:pt x="87968" y="340506"/>
                </a:cubicBezTo>
                <a:cubicBezTo>
                  <a:pt x="96760" y="391648"/>
                  <a:pt x="106475" y="442995"/>
                  <a:pt x="122789" y="492325"/>
                </a:cubicBezTo>
                <a:cubicBezTo>
                  <a:pt x="134773" y="525101"/>
                  <a:pt x="146531" y="558029"/>
                  <a:pt x="160523" y="589956"/>
                </a:cubicBezTo>
                <a:cubicBezTo>
                  <a:pt x="167065" y="605453"/>
                  <a:pt x="174680" y="620746"/>
                  <a:pt x="178794" y="637142"/>
                </a:cubicBezTo>
                <a:cubicBezTo>
                  <a:pt x="189783" y="680934"/>
                  <a:pt x="137258" y="697633"/>
                  <a:pt x="118037" y="65677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11AA96FC-1370-1297-CE50-7228184EC199}"/>
              </a:ext>
            </a:extLst>
          </p:cNvPr>
          <p:cNvSpPr/>
          <p:nvPr/>
        </p:nvSpPr>
        <p:spPr>
          <a:xfrm>
            <a:off x="6520520" y="1579866"/>
            <a:ext cx="650490" cy="1218693"/>
          </a:xfrm>
          <a:custGeom>
            <a:avLst/>
            <a:gdLst>
              <a:gd name="csX0" fmla="*/ 353492 w 650490"/>
              <a:gd name="csY0" fmla="*/ 1207162 h 1218693"/>
              <a:gd name="csX1" fmla="*/ 323261 w 650490"/>
              <a:gd name="csY1" fmla="*/ 1150140 h 1218693"/>
              <a:gd name="csX2" fmla="*/ 262324 w 650490"/>
              <a:gd name="csY2" fmla="*/ 1022848 h 1218693"/>
              <a:gd name="csX3" fmla="*/ 186828 w 650490"/>
              <a:gd name="csY3" fmla="*/ 878839 h 1218693"/>
              <a:gd name="csX4" fmla="*/ 127261 w 650490"/>
              <a:gd name="csY4" fmla="*/ 718162 h 1218693"/>
              <a:gd name="csX5" fmla="*/ 76715 w 650490"/>
              <a:gd name="csY5" fmla="*/ 570306 h 1218693"/>
              <a:gd name="csX6" fmla="*/ 39107 w 650490"/>
              <a:gd name="csY6" fmla="*/ 444557 h 1218693"/>
              <a:gd name="csX7" fmla="*/ 21693 w 650490"/>
              <a:gd name="csY7" fmla="*/ 332638 h 1218693"/>
              <a:gd name="csX8" fmla="*/ 9781 w 650490"/>
              <a:gd name="csY8" fmla="*/ 252311 h 1218693"/>
              <a:gd name="csX9" fmla="*/ 3281 w 650490"/>
              <a:gd name="csY9" fmla="*/ 185956 h 1218693"/>
              <a:gd name="csX10" fmla="*/ 9 w 650490"/>
              <a:gd name="csY10" fmla="*/ 143002 h 1218693"/>
              <a:gd name="csX11" fmla="*/ 14228 w 650490"/>
              <a:gd name="csY11" fmla="*/ 85319 h 1218693"/>
              <a:gd name="csX12" fmla="*/ 25947 w 650490"/>
              <a:gd name="csY12" fmla="*/ 46743 h 1218693"/>
              <a:gd name="csX13" fmla="*/ 54404 w 650490"/>
              <a:gd name="csY13" fmla="*/ 9775 h 1218693"/>
              <a:gd name="csX14" fmla="*/ 119146 w 650490"/>
              <a:gd name="csY14" fmla="*/ 2702 h 1218693"/>
              <a:gd name="csX15" fmla="*/ 199732 w 650490"/>
              <a:gd name="csY15" fmla="*/ 56346 h 1218693"/>
              <a:gd name="csX16" fmla="*/ 307107 w 650490"/>
              <a:gd name="csY16" fmla="*/ 147635 h 1218693"/>
              <a:gd name="csX17" fmla="*/ 426912 w 650490"/>
              <a:gd name="csY17" fmla="*/ 274718 h 1218693"/>
              <a:gd name="csX18" fmla="*/ 539479 w 650490"/>
              <a:gd name="csY18" fmla="*/ 416431 h 1218693"/>
              <a:gd name="csX19" fmla="*/ 615938 w 650490"/>
              <a:gd name="csY19" fmla="*/ 566231 h 1218693"/>
              <a:gd name="csX20" fmla="*/ 649835 w 650490"/>
              <a:gd name="csY20" fmla="*/ 644085 h 1218693"/>
              <a:gd name="csX21" fmla="*/ 637243 w 650490"/>
              <a:gd name="csY21" fmla="*/ 649242 h 1218693"/>
              <a:gd name="csX22" fmla="*/ 603661 w 650490"/>
              <a:gd name="csY22" fmla="*/ 572099 h 1218693"/>
              <a:gd name="csX23" fmla="*/ 520222 w 650490"/>
              <a:gd name="csY23" fmla="*/ 429834 h 1218693"/>
              <a:gd name="csX24" fmla="*/ 406532 w 650490"/>
              <a:gd name="csY24" fmla="*/ 294007 h 1218693"/>
              <a:gd name="csX25" fmla="*/ 284288 w 650490"/>
              <a:gd name="csY25" fmla="*/ 173316 h 1218693"/>
              <a:gd name="csX26" fmla="*/ 175941 w 650490"/>
              <a:gd name="csY26" fmla="*/ 93054 h 1218693"/>
              <a:gd name="csX27" fmla="*/ 102983 w 650490"/>
              <a:gd name="csY27" fmla="*/ 66600 h 1218693"/>
              <a:gd name="csX28" fmla="*/ 91672 w 650490"/>
              <a:gd name="csY28" fmla="*/ 62542 h 1218693"/>
              <a:gd name="csX29" fmla="*/ 86488 w 650490"/>
              <a:gd name="csY29" fmla="*/ 69444 h 1218693"/>
              <a:gd name="csX30" fmla="*/ 71769 w 650490"/>
              <a:gd name="csY30" fmla="*/ 104821 h 1218693"/>
              <a:gd name="csX31" fmla="*/ 64881 w 650490"/>
              <a:gd name="csY31" fmla="*/ 140691 h 1218693"/>
              <a:gd name="csX32" fmla="*/ 64194 w 650490"/>
              <a:gd name="csY32" fmla="*/ 184694 h 1218693"/>
              <a:gd name="csX33" fmla="*/ 63981 w 650490"/>
              <a:gd name="csY33" fmla="*/ 248314 h 1218693"/>
              <a:gd name="csX34" fmla="*/ 65170 w 650490"/>
              <a:gd name="csY34" fmla="*/ 328528 h 1218693"/>
              <a:gd name="csX35" fmla="*/ 77237 w 650490"/>
              <a:gd name="csY35" fmla="*/ 436742 h 1218693"/>
              <a:gd name="csX36" fmla="*/ 105342 w 650490"/>
              <a:gd name="csY36" fmla="*/ 561443 h 1218693"/>
              <a:gd name="csX37" fmla="*/ 146838 w 650490"/>
              <a:gd name="csY37" fmla="*/ 711957 h 1218693"/>
              <a:gd name="csX38" fmla="*/ 203849 w 650490"/>
              <a:gd name="csY38" fmla="*/ 870682 h 1218693"/>
              <a:gd name="csX39" fmla="*/ 278346 w 650490"/>
              <a:gd name="csY39" fmla="*/ 1014300 h 1218693"/>
              <a:gd name="csX40" fmla="*/ 353637 w 650490"/>
              <a:gd name="csY40" fmla="*/ 1131048 h 1218693"/>
              <a:gd name="csX41" fmla="*/ 393838 w 650490"/>
              <a:gd name="csY41" fmla="*/ 1179406 h 1218693"/>
              <a:gd name="csX42" fmla="*/ 353486 w 650490"/>
              <a:gd name="csY42" fmla="*/ 1207150 h 1218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650490" h="1218693">
                <a:moveTo>
                  <a:pt x="353492" y="1207162"/>
                </a:moveTo>
                <a:cubicBezTo>
                  <a:pt x="340825" y="1190014"/>
                  <a:pt x="332625" y="1169482"/>
                  <a:pt x="323261" y="1150140"/>
                </a:cubicBezTo>
                <a:cubicBezTo>
                  <a:pt x="304177" y="1107087"/>
                  <a:pt x="281625" y="1065893"/>
                  <a:pt x="262324" y="1022848"/>
                </a:cubicBezTo>
                <a:cubicBezTo>
                  <a:pt x="237981" y="974357"/>
                  <a:pt x="209019" y="928378"/>
                  <a:pt x="186828" y="878839"/>
                </a:cubicBezTo>
                <a:cubicBezTo>
                  <a:pt x="162717" y="826904"/>
                  <a:pt x="143820" y="772903"/>
                  <a:pt x="127261" y="718162"/>
                </a:cubicBezTo>
                <a:cubicBezTo>
                  <a:pt x="112620" y="668038"/>
                  <a:pt x="93251" y="619760"/>
                  <a:pt x="76715" y="570306"/>
                </a:cubicBezTo>
                <a:cubicBezTo>
                  <a:pt x="59465" y="529916"/>
                  <a:pt x="50217" y="486851"/>
                  <a:pt x="39107" y="444557"/>
                </a:cubicBezTo>
                <a:cubicBezTo>
                  <a:pt x="31683" y="407485"/>
                  <a:pt x="27617" y="369963"/>
                  <a:pt x="21693" y="332638"/>
                </a:cubicBezTo>
                <a:cubicBezTo>
                  <a:pt x="19262" y="305336"/>
                  <a:pt x="11530" y="279593"/>
                  <a:pt x="9781" y="252311"/>
                </a:cubicBezTo>
                <a:cubicBezTo>
                  <a:pt x="7030" y="230199"/>
                  <a:pt x="5055" y="208187"/>
                  <a:pt x="3281" y="185956"/>
                </a:cubicBezTo>
                <a:cubicBezTo>
                  <a:pt x="831" y="171735"/>
                  <a:pt x="1006" y="157240"/>
                  <a:pt x="9" y="143002"/>
                </a:cubicBezTo>
                <a:cubicBezTo>
                  <a:pt x="-309" y="122732"/>
                  <a:pt x="8099" y="104002"/>
                  <a:pt x="14228" y="85319"/>
                </a:cubicBezTo>
                <a:cubicBezTo>
                  <a:pt x="18234" y="72118"/>
                  <a:pt x="22013" y="59479"/>
                  <a:pt x="25947" y="46743"/>
                </a:cubicBezTo>
                <a:cubicBezTo>
                  <a:pt x="29525" y="29306"/>
                  <a:pt x="42254" y="20989"/>
                  <a:pt x="54404" y="9775"/>
                </a:cubicBezTo>
                <a:cubicBezTo>
                  <a:pt x="74757" y="-3216"/>
                  <a:pt x="96374" y="-622"/>
                  <a:pt x="119146" y="2702"/>
                </a:cubicBezTo>
                <a:cubicBezTo>
                  <a:pt x="149260" y="15403"/>
                  <a:pt x="174302" y="36236"/>
                  <a:pt x="199732" y="56346"/>
                </a:cubicBezTo>
                <a:cubicBezTo>
                  <a:pt x="236996" y="85008"/>
                  <a:pt x="271311" y="117226"/>
                  <a:pt x="307107" y="147635"/>
                </a:cubicBezTo>
                <a:cubicBezTo>
                  <a:pt x="348462" y="188537"/>
                  <a:pt x="388213" y="231254"/>
                  <a:pt x="426912" y="274718"/>
                </a:cubicBezTo>
                <a:cubicBezTo>
                  <a:pt x="467825" y="319081"/>
                  <a:pt x="503185" y="368196"/>
                  <a:pt x="539479" y="416431"/>
                </a:cubicBezTo>
                <a:cubicBezTo>
                  <a:pt x="572265" y="462463"/>
                  <a:pt x="595963" y="513624"/>
                  <a:pt x="615938" y="566231"/>
                </a:cubicBezTo>
                <a:cubicBezTo>
                  <a:pt x="628267" y="591731"/>
                  <a:pt x="639104" y="617888"/>
                  <a:pt x="649835" y="644085"/>
                </a:cubicBezTo>
                <a:cubicBezTo>
                  <a:pt x="653482" y="652989"/>
                  <a:pt x="640889" y="658147"/>
                  <a:pt x="637243" y="649242"/>
                </a:cubicBezTo>
                <a:cubicBezTo>
                  <a:pt x="626613" y="623285"/>
                  <a:pt x="615877" y="597365"/>
                  <a:pt x="603661" y="572099"/>
                </a:cubicBezTo>
                <a:cubicBezTo>
                  <a:pt x="575841" y="524591"/>
                  <a:pt x="550003" y="476183"/>
                  <a:pt x="520222" y="429834"/>
                </a:cubicBezTo>
                <a:cubicBezTo>
                  <a:pt x="487911" y="379366"/>
                  <a:pt x="449285" y="335923"/>
                  <a:pt x="406532" y="294007"/>
                </a:cubicBezTo>
                <a:cubicBezTo>
                  <a:pt x="365893" y="253609"/>
                  <a:pt x="327956" y="210598"/>
                  <a:pt x="284288" y="173316"/>
                </a:cubicBezTo>
                <a:cubicBezTo>
                  <a:pt x="251268" y="142588"/>
                  <a:pt x="214850" y="115918"/>
                  <a:pt x="175941" y="93054"/>
                </a:cubicBezTo>
                <a:cubicBezTo>
                  <a:pt x="152419" y="82172"/>
                  <a:pt x="129064" y="69985"/>
                  <a:pt x="102983" y="66600"/>
                </a:cubicBezTo>
                <a:cubicBezTo>
                  <a:pt x="98261" y="64905"/>
                  <a:pt x="95307" y="61764"/>
                  <a:pt x="91672" y="62542"/>
                </a:cubicBezTo>
                <a:cubicBezTo>
                  <a:pt x="90143" y="64578"/>
                  <a:pt x="87685" y="66584"/>
                  <a:pt x="86488" y="69444"/>
                </a:cubicBezTo>
                <a:cubicBezTo>
                  <a:pt x="81538" y="81083"/>
                  <a:pt x="76196" y="92501"/>
                  <a:pt x="71769" y="104821"/>
                </a:cubicBezTo>
                <a:cubicBezTo>
                  <a:pt x="68110" y="116680"/>
                  <a:pt x="63923" y="127727"/>
                  <a:pt x="64881" y="140691"/>
                </a:cubicBezTo>
                <a:cubicBezTo>
                  <a:pt x="64942" y="155239"/>
                  <a:pt x="66548" y="170106"/>
                  <a:pt x="64194" y="184694"/>
                </a:cubicBezTo>
                <a:cubicBezTo>
                  <a:pt x="63843" y="205963"/>
                  <a:pt x="62942" y="227069"/>
                  <a:pt x="63981" y="248314"/>
                </a:cubicBezTo>
                <a:cubicBezTo>
                  <a:pt x="66382" y="275193"/>
                  <a:pt x="62723" y="301577"/>
                  <a:pt x="65170" y="328528"/>
                </a:cubicBezTo>
                <a:cubicBezTo>
                  <a:pt x="66606" y="364842"/>
                  <a:pt x="70138" y="401069"/>
                  <a:pt x="77237" y="436742"/>
                </a:cubicBezTo>
                <a:cubicBezTo>
                  <a:pt x="85420" y="478596"/>
                  <a:pt x="94769" y="520067"/>
                  <a:pt x="105342" y="561443"/>
                </a:cubicBezTo>
                <a:cubicBezTo>
                  <a:pt x="119612" y="611540"/>
                  <a:pt x="131019" y="662275"/>
                  <a:pt x="146838" y="711957"/>
                </a:cubicBezTo>
                <a:cubicBezTo>
                  <a:pt x="164468" y="765314"/>
                  <a:pt x="178952" y="820037"/>
                  <a:pt x="203849" y="870682"/>
                </a:cubicBezTo>
                <a:cubicBezTo>
                  <a:pt x="228366" y="918763"/>
                  <a:pt x="250947" y="967723"/>
                  <a:pt x="278346" y="1014300"/>
                </a:cubicBezTo>
                <a:cubicBezTo>
                  <a:pt x="302891" y="1053645"/>
                  <a:pt x="324493" y="1094889"/>
                  <a:pt x="353637" y="1131048"/>
                </a:cubicBezTo>
                <a:cubicBezTo>
                  <a:pt x="367097" y="1147173"/>
                  <a:pt x="381501" y="1162846"/>
                  <a:pt x="393838" y="1179406"/>
                </a:cubicBezTo>
                <a:cubicBezTo>
                  <a:pt x="414524" y="1207174"/>
                  <a:pt x="374060" y="1235002"/>
                  <a:pt x="353486" y="120715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C4854A9B-295F-1E63-294A-415D54DA03A8}"/>
              </a:ext>
            </a:extLst>
          </p:cNvPr>
          <p:cNvSpPr/>
          <p:nvPr/>
        </p:nvSpPr>
        <p:spPr>
          <a:xfrm>
            <a:off x="7040072" y="1528850"/>
            <a:ext cx="428039" cy="945419"/>
          </a:xfrm>
          <a:custGeom>
            <a:avLst/>
            <a:gdLst>
              <a:gd name="csX0" fmla="*/ 170172 w 428039"/>
              <a:gd name="csY0" fmla="*/ 932994 h 945419"/>
              <a:gd name="csX1" fmla="*/ 148137 w 428039"/>
              <a:gd name="csY1" fmla="*/ 859669 h 945419"/>
              <a:gd name="csX2" fmla="*/ 103523 w 428039"/>
              <a:gd name="csY2" fmla="*/ 726119 h 945419"/>
              <a:gd name="csX3" fmla="*/ 58870 w 428039"/>
              <a:gd name="csY3" fmla="*/ 564604 h 945419"/>
              <a:gd name="csX4" fmla="*/ 29199 w 428039"/>
              <a:gd name="csY4" fmla="*/ 398545 h 945419"/>
              <a:gd name="csX5" fmla="*/ 10541 w 428039"/>
              <a:gd name="csY5" fmla="*/ 271996 h 945419"/>
              <a:gd name="csX6" fmla="*/ 3433 w 428039"/>
              <a:gd name="csY6" fmla="*/ 167697 h 945419"/>
              <a:gd name="csX7" fmla="*/ 154 w 428039"/>
              <a:gd name="csY7" fmla="*/ 91149 h 945419"/>
              <a:gd name="csX8" fmla="*/ 9067 w 428039"/>
              <a:gd name="csY8" fmla="*/ 35099 h 945419"/>
              <a:gd name="csX9" fmla="*/ 51836 w 428039"/>
              <a:gd name="csY9" fmla="*/ 0 h 945419"/>
              <a:gd name="csX10" fmla="*/ 135865 w 428039"/>
              <a:gd name="csY10" fmla="*/ 39860 h 945419"/>
              <a:gd name="csX11" fmla="*/ 254289 w 428039"/>
              <a:gd name="csY11" fmla="*/ 131254 h 945419"/>
              <a:gd name="csX12" fmla="*/ 364827 w 428039"/>
              <a:gd name="csY12" fmla="*/ 251326 h 945419"/>
              <a:gd name="csX13" fmla="*/ 426583 w 428039"/>
              <a:gd name="csY13" fmla="*/ 335826 h 945419"/>
              <a:gd name="csX14" fmla="*/ 415521 w 428039"/>
              <a:gd name="csY14" fmla="*/ 343749 h 945419"/>
              <a:gd name="csX15" fmla="*/ 354029 w 428039"/>
              <a:gd name="csY15" fmla="*/ 259606 h 945419"/>
              <a:gd name="csX16" fmla="*/ 245682 w 428039"/>
              <a:gd name="csY16" fmla="*/ 141791 h 945419"/>
              <a:gd name="csX17" fmla="*/ 125296 w 428039"/>
              <a:gd name="csY17" fmla="*/ 57868 h 945419"/>
              <a:gd name="csX18" fmla="*/ 55062 w 428039"/>
              <a:gd name="csY18" fmla="*/ 32950 h 945419"/>
              <a:gd name="csX19" fmla="*/ 39851 w 428039"/>
              <a:gd name="csY19" fmla="*/ 44933 h 945419"/>
              <a:gd name="csX20" fmla="*/ 28389 w 428039"/>
              <a:gd name="csY20" fmla="*/ 92995 h 945419"/>
              <a:gd name="csX21" fmla="*/ 22440 w 428039"/>
              <a:gd name="csY21" fmla="*/ 167645 h 945419"/>
              <a:gd name="csX22" fmla="*/ 24745 w 428039"/>
              <a:gd name="csY22" fmla="*/ 270620 h 945419"/>
              <a:gd name="csX23" fmla="*/ 42597 w 428039"/>
              <a:gd name="csY23" fmla="*/ 396130 h 945419"/>
              <a:gd name="csX24" fmla="*/ 72229 w 428039"/>
              <a:gd name="csY24" fmla="*/ 561970 h 945419"/>
              <a:gd name="csX25" fmla="*/ 116735 w 428039"/>
              <a:gd name="csY25" fmla="*/ 720761 h 945419"/>
              <a:gd name="csX26" fmla="*/ 175184 w 428039"/>
              <a:gd name="csY26" fmla="*/ 849711 h 945419"/>
              <a:gd name="csX27" fmla="*/ 205588 w 428039"/>
              <a:gd name="csY27" fmla="*/ 914204 h 945419"/>
              <a:gd name="csX28" fmla="*/ 170180 w 428039"/>
              <a:gd name="csY28" fmla="*/ 932990 h 945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428039" h="945419">
                <a:moveTo>
                  <a:pt x="170172" y="932994"/>
                </a:moveTo>
                <a:cubicBezTo>
                  <a:pt x="159802" y="909512"/>
                  <a:pt x="154500" y="884307"/>
                  <a:pt x="148137" y="859669"/>
                </a:cubicBezTo>
                <a:cubicBezTo>
                  <a:pt x="134447" y="814790"/>
                  <a:pt x="120582" y="769858"/>
                  <a:pt x="103523" y="726119"/>
                </a:cubicBezTo>
                <a:cubicBezTo>
                  <a:pt x="82578" y="674045"/>
                  <a:pt x="69695" y="619516"/>
                  <a:pt x="58870" y="564604"/>
                </a:cubicBezTo>
                <a:cubicBezTo>
                  <a:pt x="49161" y="509220"/>
                  <a:pt x="39184" y="453885"/>
                  <a:pt x="29199" y="398545"/>
                </a:cubicBezTo>
                <a:cubicBezTo>
                  <a:pt x="20947" y="356655"/>
                  <a:pt x="15487" y="314347"/>
                  <a:pt x="10541" y="271996"/>
                </a:cubicBezTo>
                <a:cubicBezTo>
                  <a:pt x="7877" y="237254"/>
                  <a:pt x="5052" y="202515"/>
                  <a:pt x="3433" y="167697"/>
                </a:cubicBezTo>
                <a:cubicBezTo>
                  <a:pt x="809" y="142327"/>
                  <a:pt x="32" y="116626"/>
                  <a:pt x="154" y="91149"/>
                </a:cubicBezTo>
                <a:cubicBezTo>
                  <a:pt x="-1046" y="71864"/>
                  <a:pt x="5021" y="53650"/>
                  <a:pt x="9067" y="35099"/>
                </a:cubicBezTo>
                <a:cubicBezTo>
                  <a:pt x="18329" y="12394"/>
                  <a:pt x="28844" y="4991"/>
                  <a:pt x="51836" y="0"/>
                </a:cubicBezTo>
                <a:cubicBezTo>
                  <a:pt x="83162" y="5057"/>
                  <a:pt x="109752" y="22779"/>
                  <a:pt x="135865" y="39860"/>
                </a:cubicBezTo>
                <a:cubicBezTo>
                  <a:pt x="175119" y="70647"/>
                  <a:pt x="215644" y="99681"/>
                  <a:pt x="254289" y="131254"/>
                </a:cubicBezTo>
                <a:cubicBezTo>
                  <a:pt x="296668" y="165963"/>
                  <a:pt x="331640" y="208064"/>
                  <a:pt x="364827" y="251326"/>
                </a:cubicBezTo>
                <a:cubicBezTo>
                  <a:pt x="386442" y="278860"/>
                  <a:pt x="407283" y="306649"/>
                  <a:pt x="426583" y="335826"/>
                </a:cubicBezTo>
                <a:cubicBezTo>
                  <a:pt x="431891" y="343851"/>
                  <a:pt x="421423" y="351347"/>
                  <a:pt x="415521" y="343749"/>
                </a:cubicBezTo>
                <a:cubicBezTo>
                  <a:pt x="394189" y="316296"/>
                  <a:pt x="374035" y="288065"/>
                  <a:pt x="354029" y="259606"/>
                </a:cubicBezTo>
                <a:cubicBezTo>
                  <a:pt x="321492" y="217171"/>
                  <a:pt x="287240" y="175839"/>
                  <a:pt x="245682" y="141791"/>
                </a:cubicBezTo>
                <a:cubicBezTo>
                  <a:pt x="207852" y="110871"/>
                  <a:pt x="169587" y="79136"/>
                  <a:pt x="125296" y="57868"/>
                </a:cubicBezTo>
                <a:cubicBezTo>
                  <a:pt x="102410" y="47042"/>
                  <a:pt x="81165" y="31872"/>
                  <a:pt x="55062" y="32950"/>
                </a:cubicBezTo>
                <a:cubicBezTo>
                  <a:pt x="50516" y="36531"/>
                  <a:pt x="36977" y="31717"/>
                  <a:pt x="39851" y="44933"/>
                </a:cubicBezTo>
                <a:cubicBezTo>
                  <a:pt x="34540" y="60714"/>
                  <a:pt x="29671" y="76227"/>
                  <a:pt x="28389" y="92995"/>
                </a:cubicBezTo>
                <a:cubicBezTo>
                  <a:pt x="25761" y="117780"/>
                  <a:pt x="24680" y="142770"/>
                  <a:pt x="22440" y="167645"/>
                </a:cubicBezTo>
                <a:cubicBezTo>
                  <a:pt x="21365" y="202088"/>
                  <a:pt x="20005" y="236332"/>
                  <a:pt x="24745" y="270620"/>
                </a:cubicBezTo>
                <a:cubicBezTo>
                  <a:pt x="28951" y="312708"/>
                  <a:pt x="34356" y="354602"/>
                  <a:pt x="42597" y="396130"/>
                </a:cubicBezTo>
                <a:cubicBezTo>
                  <a:pt x="52570" y="451394"/>
                  <a:pt x="62537" y="506658"/>
                  <a:pt x="72229" y="561970"/>
                </a:cubicBezTo>
                <a:cubicBezTo>
                  <a:pt x="82864" y="615970"/>
                  <a:pt x="95071" y="669936"/>
                  <a:pt x="116735" y="720761"/>
                </a:cubicBezTo>
                <a:cubicBezTo>
                  <a:pt x="135040" y="764278"/>
                  <a:pt x="157362" y="805959"/>
                  <a:pt x="175184" y="849711"/>
                </a:cubicBezTo>
                <a:cubicBezTo>
                  <a:pt x="185487" y="871034"/>
                  <a:pt x="196136" y="892494"/>
                  <a:pt x="205588" y="914204"/>
                </a:cubicBezTo>
                <a:cubicBezTo>
                  <a:pt x="216903" y="940190"/>
                  <a:pt x="181631" y="958916"/>
                  <a:pt x="170180" y="93299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DDA7FE14-3848-32F3-E64B-5AB483800215}"/>
              </a:ext>
            </a:extLst>
          </p:cNvPr>
          <p:cNvSpPr/>
          <p:nvPr/>
        </p:nvSpPr>
        <p:spPr>
          <a:xfrm>
            <a:off x="7226569" y="1937158"/>
            <a:ext cx="390314" cy="523933"/>
          </a:xfrm>
          <a:custGeom>
            <a:avLst/>
            <a:gdLst>
              <a:gd name="csX0" fmla="*/ 11203 w 390314"/>
              <a:gd name="csY0" fmla="*/ 507542 h 523933"/>
              <a:gd name="csX1" fmla="*/ 15175 w 390314"/>
              <a:gd name="csY1" fmla="*/ 445932 h 523933"/>
              <a:gd name="csX2" fmla="*/ 13105 w 390314"/>
              <a:gd name="csY2" fmla="*/ 344519 h 523933"/>
              <a:gd name="csX3" fmla="*/ 12179 w 390314"/>
              <a:gd name="csY3" fmla="*/ 239554 h 523933"/>
              <a:gd name="csX4" fmla="*/ 6147 w 390314"/>
              <a:gd name="csY4" fmla="*/ 164232 h 523933"/>
              <a:gd name="csX5" fmla="*/ 1544 w 390314"/>
              <a:gd name="csY5" fmla="*/ 102402 h 523933"/>
              <a:gd name="csX6" fmla="*/ 4718 w 390314"/>
              <a:gd name="csY6" fmla="*/ 50112 h 523933"/>
              <a:gd name="csX7" fmla="*/ 24308 w 390314"/>
              <a:gd name="csY7" fmla="*/ 15136 h 523933"/>
              <a:gd name="csX8" fmla="*/ 69015 w 390314"/>
              <a:gd name="csY8" fmla="*/ 0 h 523933"/>
              <a:gd name="csX9" fmla="*/ 143148 w 390314"/>
              <a:gd name="csY9" fmla="*/ 37746 h 523933"/>
              <a:gd name="csX10" fmla="*/ 218249 w 390314"/>
              <a:gd name="csY10" fmla="*/ 120516 h 523933"/>
              <a:gd name="csX11" fmla="*/ 284592 w 390314"/>
              <a:gd name="csY11" fmla="*/ 240512 h 523933"/>
              <a:gd name="csX12" fmla="*/ 343375 w 390314"/>
              <a:gd name="csY12" fmla="*/ 363356 h 523933"/>
              <a:gd name="csX13" fmla="*/ 385359 w 390314"/>
              <a:gd name="csY13" fmla="*/ 468369 h 523933"/>
              <a:gd name="csX14" fmla="*/ 389887 w 390314"/>
              <a:gd name="csY14" fmla="*/ 482536 h 523933"/>
              <a:gd name="csX15" fmla="*/ 376925 w 390314"/>
              <a:gd name="csY15" fmla="*/ 486677 h 523933"/>
              <a:gd name="csX16" fmla="*/ 372463 w 390314"/>
              <a:gd name="csY16" fmla="*/ 472709 h 523933"/>
              <a:gd name="csX17" fmla="*/ 331036 w 390314"/>
              <a:gd name="csY17" fmla="*/ 369096 h 523933"/>
              <a:gd name="csX18" fmla="*/ 272518 w 390314"/>
              <a:gd name="csY18" fmla="*/ 246795 h 523933"/>
              <a:gd name="csX19" fmla="*/ 207062 w 390314"/>
              <a:gd name="csY19" fmla="*/ 128266 h 523933"/>
              <a:gd name="csX20" fmla="*/ 134043 w 390314"/>
              <a:gd name="csY20" fmla="*/ 51025 h 523933"/>
              <a:gd name="csX21" fmla="*/ 67779 w 390314"/>
              <a:gd name="csY21" fmla="*/ 25145 h 523933"/>
              <a:gd name="csX22" fmla="*/ 44525 w 390314"/>
              <a:gd name="csY22" fmla="*/ 33136 h 523933"/>
              <a:gd name="csX23" fmla="*/ 28642 w 390314"/>
              <a:gd name="csY23" fmla="*/ 55566 h 523933"/>
              <a:gd name="csX24" fmla="*/ 24873 w 390314"/>
              <a:gd name="csY24" fmla="*/ 101384 h 523933"/>
              <a:gd name="csX25" fmla="*/ 28393 w 390314"/>
              <a:gd name="csY25" fmla="*/ 162695 h 523933"/>
              <a:gd name="csX26" fmla="*/ 25785 w 390314"/>
              <a:gd name="csY26" fmla="*/ 239780 h 523933"/>
              <a:gd name="csX27" fmla="*/ 26703 w 390314"/>
              <a:gd name="csY27" fmla="*/ 344002 h 523933"/>
              <a:gd name="csX28" fmla="*/ 34679 w 390314"/>
              <a:gd name="csY28" fmla="*/ 444739 h 523933"/>
              <a:gd name="csX29" fmla="*/ 47039 w 390314"/>
              <a:gd name="csY29" fmla="*/ 503502 h 523933"/>
              <a:gd name="csX30" fmla="*/ 11204 w 390314"/>
              <a:gd name="csY30" fmla="*/ 507556 h 5239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390314" h="523933">
                <a:moveTo>
                  <a:pt x="11203" y="507542"/>
                </a:moveTo>
                <a:cubicBezTo>
                  <a:pt x="15001" y="487313"/>
                  <a:pt x="14823" y="466496"/>
                  <a:pt x="15175" y="445932"/>
                </a:cubicBezTo>
                <a:cubicBezTo>
                  <a:pt x="16649" y="412191"/>
                  <a:pt x="14497" y="378308"/>
                  <a:pt x="13105" y="344519"/>
                </a:cubicBezTo>
                <a:cubicBezTo>
                  <a:pt x="11442" y="309549"/>
                  <a:pt x="11725" y="274548"/>
                  <a:pt x="12179" y="239554"/>
                </a:cubicBezTo>
                <a:cubicBezTo>
                  <a:pt x="13151" y="214105"/>
                  <a:pt x="9924" y="189221"/>
                  <a:pt x="6147" y="164232"/>
                </a:cubicBezTo>
                <a:cubicBezTo>
                  <a:pt x="4127" y="143476"/>
                  <a:pt x="3237" y="122823"/>
                  <a:pt x="1544" y="102402"/>
                </a:cubicBezTo>
                <a:cubicBezTo>
                  <a:pt x="-2146" y="84580"/>
                  <a:pt x="1531" y="67528"/>
                  <a:pt x="4718" y="50112"/>
                </a:cubicBezTo>
                <a:cubicBezTo>
                  <a:pt x="6003" y="35205"/>
                  <a:pt x="16331" y="26367"/>
                  <a:pt x="24308" y="15136"/>
                </a:cubicBezTo>
                <a:cubicBezTo>
                  <a:pt x="37303" y="-1114"/>
                  <a:pt x="51064" y="1607"/>
                  <a:pt x="69015" y="0"/>
                </a:cubicBezTo>
                <a:cubicBezTo>
                  <a:pt x="97661" y="4698"/>
                  <a:pt x="120564" y="20653"/>
                  <a:pt x="143148" y="37746"/>
                </a:cubicBezTo>
                <a:cubicBezTo>
                  <a:pt x="172209" y="61699"/>
                  <a:pt x="196852" y="89657"/>
                  <a:pt x="218249" y="120516"/>
                </a:cubicBezTo>
                <a:cubicBezTo>
                  <a:pt x="242969" y="159013"/>
                  <a:pt x="263523" y="199962"/>
                  <a:pt x="284592" y="240512"/>
                </a:cubicBezTo>
                <a:cubicBezTo>
                  <a:pt x="304942" y="281090"/>
                  <a:pt x="324244" y="322189"/>
                  <a:pt x="343375" y="363356"/>
                </a:cubicBezTo>
                <a:cubicBezTo>
                  <a:pt x="360410" y="397285"/>
                  <a:pt x="372878" y="432720"/>
                  <a:pt x="385359" y="468369"/>
                </a:cubicBezTo>
                <a:cubicBezTo>
                  <a:pt x="386869" y="473091"/>
                  <a:pt x="388378" y="477814"/>
                  <a:pt x="389887" y="482536"/>
                </a:cubicBezTo>
                <a:cubicBezTo>
                  <a:pt x="392815" y="491701"/>
                  <a:pt x="379852" y="495842"/>
                  <a:pt x="376925" y="486677"/>
                </a:cubicBezTo>
                <a:cubicBezTo>
                  <a:pt x="375438" y="482021"/>
                  <a:pt x="373951" y="477365"/>
                  <a:pt x="372463" y="472709"/>
                </a:cubicBezTo>
                <a:cubicBezTo>
                  <a:pt x="360173" y="437584"/>
                  <a:pt x="346257" y="403094"/>
                  <a:pt x="331036" y="369096"/>
                </a:cubicBezTo>
                <a:cubicBezTo>
                  <a:pt x="311990" y="328113"/>
                  <a:pt x="292772" y="287195"/>
                  <a:pt x="272518" y="246795"/>
                </a:cubicBezTo>
                <a:cubicBezTo>
                  <a:pt x="251713" y="206750"/>
                  <a:pt x="231421" y="166313"/>
                  <a:pt x="207062" y="128266"/>
                </a:cubicBezTo>
                <a:cubicBezTo>
                  <a:pt x="186799" y="98937"/>
                  <a:pt x="164087" y="70811"/>
                  <a:pt x="134043" y="51025"/>
                </a:cubicBezTo>
                <a:cubicBezTo>
                  <a:pt x="112959" y="40008"/>
                  <a:pt x="92583" y="26469"/>
                  <a:pt x="67779" y="25145"/>
                </a:cubicBezTo>
                <a:cubicBezTo>
                  <a:pt x="59436" y="27588"/>
                  <a:pt x="50519" y="25283"/>
                  <a:pt x="44525" y="33136"/>
                </a:cubicBezTo>
                <a:cubicBezTo>
                  <a:pt x="39101" y="40629"/>
                  <a:pt x="32430" y="47014"/>
                  <a:pt x="28642" y="55566"/>
                </a:cubicBezTo>
                <a:cubicBezTo>
                  <a:pt x="27104" y="70793"/>
                  <a:pt x="25177" y="86014"/>
                  <a:pt x="24873" y="101384"/>
                </a:cubicBezTo>
                <a:cubicBezTo>
                  <a:pt x="25551" y="121596"/>
                  <a:pt x="26988" y="142111"/>
                  <a:pt x="28393" y="162695"/>
                </a:cubicBezTo>
                <a:cubicBezTo>
                  <a:pt x="27884" y="188373"/>
                  <a:pt x="27064" y="214092"/>
                  <a:pt x="25785" y="239780"/>
                </a:cubicBezTo>
                <a:cubicBezTo>
                  <a:pt x="25333" y="274523"/>
                  <a:pt x="25051" y="309276"/>
                  <a:pt x="26703" y="344002"/>
                </a:cubicBezTo>
                <a:cubicBezTo>
                  <a:pt x="28089" y="377664"/>
                  <a:pt x="28845" y="411542"/>
                  <a:pt x="34679" y="444739"/>
                </a:cubicBezTo>
                <a:cubicBezTo>
                  <a:pt x="37456" y="464521"/>
                  <a:pt x="39335" y="484984"/>
                  <a:pt x="47039" y="503502"/>
                </a:cubicBezTo>
                <a:cubicBezTo>
                  <a:pt x="56833" y="527047"/>
                  <a:pt x="6497" y="532618"/>
                  <a:pt x="11204" y="50755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4" name="任意多边形: 形状 93">
            <a:extLst>
              <a:ext uri="{FF2B5EF4-FFF2-40B4-BE49-F238E27FC236}">
                <a16:creationId xmlns:a16="http://schemas.microsoft.com/office/drawing/2014/main" id="{5F235FD0-5922-E5A5-1D20-EBBC56ECD1C2}"/>
              </a:ext>
            </a:extLst>
          </p:cNvPr>
          <p:cNvSpPr/>
          <p:nvPr/>
        </p:nvSpPr>
        <p:spPr>
          <a:xfrm>
            <a:off x="7437728" y="1726690"/>
            <a:ext cx="398177" cy="363527"/>
          </a:xfrm>
          <a:custGeom>
            <a:avLst/>
            <a:gdLst>
              <a:gd name="csX0" fmla="*/ 355 w 398177"/>
              <a:gd name="csY0" fmla="*/ 342058 h 363527"/>
              <a:gd name="csX1" fmla="*/ 5770 w 398177"/>
              <a:gd name="csY1" fmla="*/ 288820 h 363527"/>
              <a:gd name="csX2" fmla="*/ 18981 w 398177"/>
              <a:gd name="csY2" fmla="*/ 205706 h 363527"/>
              <a:gd name="csX3" fmla="*/ 47233 w 398177"/>
              <a:gd name="csY3" fmla="*/ 115864 h 363527"/>
              <a:gd name="csX4" fmla="*/ 103685 w 398177"/>
              <a:gd name="csY4" fmla="*/ 50588 h 363527"/>
              <a:gd name="csX5" fmla="*/ 169520 w 398177"/>
              <a:gd name="csY5" fmla="*/ 12767 h 363527"/>
              <a:gd name="csX6" fmla="*/ 244972 w 398177"/>
              <a:gd name="csY6" fmla="*/ 668 h 363527"/>
              <a:gd name="csX7" fmla="*/ 331069 w 398177"/>
              <a:gd name="csY7" fmla="*/ 61124 h 363527"/>
              <a:gd name="csX8" fmla="*/ 397613 w 398177"/>
              <a:gd name="csY8" fmla="*/ 180777 h 363527"/>
              <a:gd name="csX9" fmla="*/ 384870 w 398177"/>
              <a:gd name="csY9" fmla="*/ 185550 h 363527"/>
              <a:gd name="csX10" fmla="*/ 315521 w 398177"/>
              <a:gd name="csY10" fmla="*/ 77955 h 363527"/>
              <a:gd name="csX11" fmla="*/ 239081 w 398177"/>
              <a:gd name="csY11" fmla="*/ 33548 h 363527"/>
              <a:gd name="csX12" fmla="*/ 182829 w 398177"/>
              <a:gd name="csY12" fmla="*/ 41947 h 363527"/>
              <a:gd name="csX13" fmla="*/ 121361 w 398177"/>
              <a:gd name="csY13" fmla="*/ 74791 h 363527"/>
              <a:gd name="csX14" fmla="*/ 75082 w 398177"/>
              <a:gd name="csY14" fmla="*/ 128550 h 363527"/>
              <a:gd name="csX15" fmla="*/ 47094 w 398177"/>
              <a:gd name="csY15" fmla="*/ 211705 h 363527"/>
              <a:gd name="csX16" fmla="*/ 39879 w 398177"/>
              <a:gd name="csY16" fmla="*/ 289399 h 363527"/>
              <a:gd name="csX17" fmla="*/ 45951 w 398177"/>
              <a:gd name="csY17" fmla="*/ 337958 h 363527"/>
              <a:gd name="csX18" fmla="*/ 354 w 398177"/>
              <a:gd name="csY18" fmla="*/ 342051 h 3635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98177" h="363527">
                <a:moveTo>
                  <a:pt x="355" y="342058"/>
                </a:moveTo>
                <a:cubicBezTo>
                  <a:pt x="3416" y="324528"/>
                  <a:pt x="4556" y="306578"/>
                  <a:pt x="5770" y="288820"/>
                </a:cubicBezTo>
                <a:cubicBezTo>
                  <a:pt x="5837" y="260450"/>
                  <a:pt x="12247" y="233069"/>
                  <a:pt x="18981" y="205706"/>
                </a:cubicBezTo>
                <a:cubicBezTo>
                  <a:pt x="24880" y="174767"/>
                  <a:pt x="35608" y="145038"/>
                  <a:pt x="47233" y="115864"/>
                </a:cubicBezTo>
                <a:cubicBezTo>
                  <a:pt x="59953" y="88116"/>
                  <a:pt x="80298" y="69019"/>
                  <a:pt x="103685" y="50588"/>
                </a:cubicBezTo>
                <a:cubicBezTo>
                  <a:pt x="123848" y="34874"/>
                  <a:pt x="147074" y="24606"/>
                  <a:pt x="169520" y="12767"/>
                </a:cubicBezTo>
                <a:cubicBezTo>
                  <a:pt x="194106" y="-398"/>
                  <a:pt x="218431" y="-1004"/>
                  <a:pt x="244972" y="668"/>
                </a:cubicBezTo>
                <a:cubicBezTo>
                  <a:pt x="280131" y="11517"/>
                  <a:pt x="304968" y="36892"/>
                  <a:pt x="331069" y="61124"/>
                </a:cubicBezTo>
                <a:cubicBezTo>
                  <a:pt x="365274" y="93281"/>
                  <a:pt x="381488" y="137817"/>
                  <a:pt x="397613" y="180777"/>
                </a:cubicBezTo>
                <a:cubicBezTo>
                  <a:pt x="400993" y="189785"/>
                  <a:pt x="388239" y="194562"/>
                  <a:pt x="384870" y="185550"/>
                </a:cubicBezTo>
                <a:cubicBezTo>
                  <a:pt x="369453" y="144307"/>
                  <a:pt x="347480" y="108763"/>
                  <a:pt x="315521" y="77955"/>
                </a:cubicBezTo>
                <a:cubicBezTo>
                  <a:pt x="292251" y="59265"/>
                  <a:pt x="268993" y="40038"/>
                  <a:pt x="239081" y="33548"/>
                </a:cubicBezTo>
                <a:cubicBezTo>
                  <a:pt x="218582" y="32127"/>
                  <a:pt x="201759" y="30357"/>
                  <a:pt x="182829" y="41947"/>
                </a:cubicBezTo>
                <a:cubicBezTo>
                  <a:pt x="161363" y="51022"/>
                  <a:pt x="140915" y="61982"/>
                  <a:pt x="121361" y="74791"/>
                </a:cubicBezTo>
                <a:cubicBezTo>
                  <a:pt x="102671" y="89957"/>
                  <a:pt x="84990" y="105898"/>
                  <a:pt x="75082" y="128550"/>
                </a:cubicBezTo>
                <a:cubicBezTo>
                  <a:pt x="63204" y="155524"/>
                  <a:pt x="52099" y="182406"/>
                  <a:pt x="47094" y="211705"/>
                </a:cubicBezTo>
                <a:cubicBezTo>
                  <a:pt x="43530" y="237435"/>
                  <a:pt x="39507" y="263322"/>
                  <a:pt x="39879" y="289399"/>
                </a:cubicBezTo>
                <a:cubicBezTo>
                  <a:pt x="40649" y="305602"/>
                  <a:pt x="40450" y="322607"/>
                  <a:pt x="45951" y="337958"/>
                </a:cubicBezTo>
                <a:cubicBezTo>
                  <a:pt x="56871" y="368431"/>
                  <a:pt x="-5215" y="373939"/>
                  <a:pt x="354" y="34205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id="{506411A2-5055-02AD-B56E-505E883170F5}"/>
              </a:ext>
            </a:extLst>
          </p:cNvPr>
          <p:cNvSpPr/>
          <p:nvPr/>
        </p:nvSpPr>
        <p:spPr>
          <a:xfrm>
            <a:off x="7804231" y="1705313"/>
            <a:ext cx="512132" cy="510196"/>
          </a:xfrm>
          <a:custGeom>
            <a:avLst/>
            <a:gdLst>
              <a:gd name="csX0" fmla="*/ 278 w 512132"/>
              <a:gd name="csY0" fmla="*/ 470114 h 510196"/>
              <a:gd name="csX1" fmla="*/ 6456 w 512132"/>
              <a:gd name="csY1" fmla="*/ 423838 h 510196"/>
              <a:gd name="csX2" fmla="*/ 18179 w 512132"/>
              <a:gd name="csY2" fmla="*/ 329405 h 510196"/>
              <a:gd name="csX3" fmla="*/ 43702 w 512132"/>
              <a:gd name="csY3" fmla="*/ 222497 h 510196"/>
              <a:gd name="csX4" fmla="*/ 69520 w 512132"/>
              <a:gd name="csY4" fmla="*/ 132813 h 510196"/>
              <a:gd name="csX5" fmla="*/ 101688 w 512132"/>
              <a:gd name="csY5" fmla="*/ 67240 h 510196"/>
              <a:gd name="csX6" fmla="*/ 144434 w 512132"/>
              <a:gd name="csY6" fmla="*/ 23579 h 510196"/>
              <a:gd name="csX7" fmla="*/ 199834 w 512132"/>
              <a:gd name="csY7" fmla="*/ 45 h 510196"/>
              <a:gd name="csX8" fmla="*/ 278890 w 512132"/>
              <a:gd name="csY8" fmla="*/ 22437 h 510196"/>
              <a:gd name="csX9" fmla="*/ 355415 w 512132"/>
              <a:gd name="csY9" fmla="*/ 107704 h 510196"/>
              <a:gd name="csX10" fmla="*/ 420589 w 512132"/>
              <a:gd name="csY10" fmla="*/ 234006 h 510196"/>
              <a:gd name="csX11" fmla="*/ 478634 w 512132"/>
              <a:gd name="csY11" fmla="*/ 370251 h 510196"/>
              <a:gd name="csX12" fmla="*/ 511732 w 512132"/>
              <a:gd name="csY12" fmla="*/ 500982 h 510196"/>
              <a:gd name="csX13" fmla="*/ 498726 w 512132"/>
              <a:gd name="csY13" fmla="*/ 504984 h 510196"/>
              <a:gd name="csX14" fmla="*/ 448192 w 512132"/>
              <a:gd name="csY14" fmla="*/ 381550 h 510196"/>
              <a:gd name="csX15" fmla="*/ 391172 w 512132"/>
              <a:gd name="csY15" fmla="*/ 248323 h 510196"/>
              <a:gd name="csX16" fmla="*/ 324684 w 512132"/>
              <a:gd name="csY16" fmla="*/ 129166 h 510196"/>
              <a:gd name="csX17" fmla="*/ 257272 w 512132"/>
              <a:gd name="csY17" fmla="*/ 56051 h 510196"/>
              <a:gd name="csX18" fmla="*/ 202238 w 512132"/>
              <a:gd name="csY18" fmla="*/ 30615 h 510196"/>
              <a:gd name="csX19" fmla="*/ 160740 w 512132"/>
              <a:gd name="csY19" fmla="*/ 44552 h 510196"/>
              <a:gd name="csX20" fmla="*/ 122101 w 512132"/>
              <a:gd name="csY20" fmla="*/ 81544 h 510196"/>
              <a:gd name="csX21" fmla="*/ 88257 w 512132"/>
              <a:gd name="csY21" fmla="*/ 140278 h 510196"/>
              <a:gd name="csX22" fmla="*/ 57457 w 512132"/>
              <a:gd name="csY22" fmla="*/ 226009 h 510196"/>
              <a:gd name="csX23" fmla="*/ 33779 w 512132"/>
              <a:gd name="csY23" fmla="*/ 331889 h 510196"/>
              <a:gd name="csX24" fmla="*/ 25553 w 512132"/>
              <a:gd name="csY24" fmla="*/ 425055 h 510196"/>
              <a:gd name="csX25" fmla="*/ 29146 w 512132"/>
              <a:gd name="csY25" fmla="*/ 470097 h 510196"/>
              <a:gd name="csX26" fmla="*/ 276 w 512132"/>
              <a:gd name="csY26" fmla="*/ 470097 h 5101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512132" h="510196">
                <a:moveTo>
                  <a:pt x="278" y="470114"/>
                </a:moveTo>
                <a:cubicBezTo>
                  <a:pt x="3212" y="454713"/>
                  <a:pt x="4042" y="439346"/>
                  <a:pt x="6456" y="423838"/>
                </a:cubicBezTo>
                <a:cubicBezTo>
                  <a:pt x="8999" y="392079"/>
                  <a:pt x="13043" y="360898"/>
                  <a:pt x="18179" y="329405"/>
                </a:cubicBezTo>
                <a:cubicBezTo>
                  <a:pt x="25647" y="293491"/>
                  <a:pt x="34814" y="258073"/>
                  <a:pt x="43702" y="222497"/>
                </a:cubicBezTo>
                <a:cubicBezTo>
                  <a:pt x="49263" y="191763"/>
                  <a:pt x="58830" y="162031"/>
                  <a:pt x="69520" y="132813"/>
                </a:cubicBezTo>
                <a:cubicBezTo>
                  <a:pt x="77279" y="109377"/>
                  <a:pt x="88397" y="87892"/>
                  <a:pt x="101688" y="67240"/>
                </a:cubicBezTo>
                <a:cubicBezTo>
                  <a:pt x="112444" y="49279"/>
                  <a:pt x="128803" y="36587"/>
                  <a:pt x="144434" y="23579"/>
                </a:cubicBezTo>
                <a:cubicBezTo>
                  <a:pt x="160674" y="7703"/>
                  <a:pt x="178127" y="2983"/>
                  <a:pt x="199834" y="45"/>
                </a:cubicBezTo>
                <a:cubicBezTo>
                  <a:pt x="229044" y="-800"/>
                  <a:pt x="253648" y="10349"/>
                  <a:pt x="278890" y="22437"/>
                </a:cubicBezTo>
                <a:cubicBezTo>
                  <a:pt x="309383" y="46102"/>
                  <a:pt x="334284" y="75494"/>
                  <a:pt x="355415" y="107704"/>
                </a:cubicBezTo>
                <a:cubicBezTo>
                  <a:pt x="383343" y="146509"/>
                  <a:pt x="399786" y="191412"/>
                  <a:pt x="420589" y="234006"/>
                </a:cubicBezTo>
                <a:cubicBezTo>
                  <a:pt x="445466" y="276834"/>
                  <a:pt x="462089" y="323756"/>
                  <a:pt x="478634" y="370251"/>
                </a:cubicBezTo>
                <a:cubicBezTo>
                  <a:pt x="492122" y="413328"/>
                  <a:pt x="498465" y="457873"/>
                  <a:pt x="511732" y="500982"/>
                </a:cubicBezTo>
                <a:cubicBezTo>
                  <a:pt x="514562" y="510178"/>
                  <a:pt x="501556" y="514180"/>
                  <a:pt x="498726" y="504984"/>
                </a:cubicBezTo>
                <a:cubicBezTo>
                  <a:pt x="485569" y="462227"/>
                  <a:pt x="465620" y="422678"/>
                  <a:pt x="448192" y="381550"/>
                </a:cubicBezTo>
                <a:cubicBezTo>
                  <a:pt x="430714" y="336400"/>
                  <a:pt x="410644" y="292603"/>
                  <a:pt x="391172" y="248323"/>
                </a:cubicBezTo>
                <a:cubicBezTo>
                  <a:pt x="371325" y="207435"/>
                  <a:pt x="348460" y="167868"/>
                  <a:pt x="324684" y="129166"/>
                </a:cubicBezTo>
                <a:cubicBezTo>
                  <a:pt x="305079" y="102095"/>
                  <a:pt x="285303" y="74955"/>
                  <a:pt x="257272" y="56051"/>
                </a:cubicBezTo>
                <a:cubicBezTo>
                  <a:pt x="240227" y="43636"/>
                  <a:pt x="224191" y="30853"/>
                  <a:pt x="202238" y="30615"/>
                </a:cubicBezTo>
                <a:cubicBezTo>
                  <a:pt x="188161" y="34100"/>
                  <a:pt x="173180" y="35335"/>
                  <a:pt x="160740" y="44552"/>
                </a:cubicBezTo>
                <a:cubicBezTo>
                  <a:pt x="147367" y="56411"/>
                  <a:pt x="133421" y="67345"/>
                  <a:pt x="122101" y="81544"/>
                </a:cubicBezTo>
                <a:cubicBezTo>
                  <a:pt x="109870" y="100481"/>
                  <a:pt x="96458" y="118998"/>
                  <a:pt x="88257" y="140278"/>
                </a:cubicBezTo>
                <a:cubicBezTo>
                  <a:pt x="77093" y="168596"/>
                  <a:pt x="65801" y="196675"/>
                  <a:pt x="57457" y="226009"/>
                </a:cubicBezTo>
                <a:cubicBezTo>
                  <a:pt x="48123" y="260905"/>
                  <a:pt x="37998" y="295923"/>
                  <a:pt x="33779" y="331889"/>
                </a:cubicBezTo>
                <a:cubicBezTo>
                  <a:pt x="29997" y="362821"/>
                  <a:pt x="25702" y="393793"/>
                  <a:pt x="25553" y="425055"/>
                </a:cubicBezTo>
                <a:cubicBezTo>
                  <a:pt x="26534" y="440124"/>
                  <a:pt x="25772" y="455236"/>
                  <a:pt x="29146" y="470097"/>
                </a:cubicBezTo>
                <a:cubicBezTo>
                  <a:pt x="33666" y="490005"/>
                  <a:pt x="-3545" y="490151"/>
                  <a:pt x="276" y="470097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18483721-3291-AC09-234A-48346AFFC893}"/>
              </a:ext>
            </a:extLst>
          </p:cNvPr>
          <p:cNvSpPr/>
          <p:nvPr/>
        </p:nvSpPr>
        <p:spPr>
          <a:xfrm>
            <a:off x="8139587" y="1242906"/>
            <a:ext cx="515969" cy="474344"/>
          </a:xfrm>
          <a:custGeom>
            <a:avLst/>
            <a:gdLst>
              <a:gd name="csX0" fmla="*/ 2583 w 515969"/>
              <a:gd name="csY0" fmla="*/ 333304 h 474344"/>
              <a:gd name="csX1" fmla="*/ 50856 w 515969"/>
              <a:gd name="csY1" fmla="*/ 254502 h 474344"/>
              <a:gd name="csX2" fmla="*/ 126645 w 515969"/>
              <a:gd name="csY2" fmla="*/ 142240 h 474344"/>
              <a:gd name="csX3" fmla="*/ 196572 w 515969"/>
              <a:gd name="csY3" fmla="*/ 54976 h 474344"/>
              <a:gd name="csX4" fmla="*/ 246209 w 515969"/>
              <a:gd name="csY4" fmla="*/ 6598 h 474344"/>
              <a:gd name="csX5" fmla="*/ 300814 w 515969"/>
              <a:gd name="csY5" fmla="*/ 10685 h 474344"/>
              <a:gd name="csX6" fmla="*/ 352304 w 515969"/>
              <a:gd name="csY6" fmla="*/ 61742 h 474344"/>
              <a:gd name="csX7" fmla="*/ 416678 w 515969"/>
              <a:gd name="csY7" fmla="*/ 165726 h 474344"/>
              <a:gd name="csX8" fmla="*/ 471416 w 515969"/>
              <a:gd name="csY8" fmla="*/ 284265 h 474344"/>
              <a:gd name="csX9" fmla="*/ 507700 w 515969"/>
              <a:gd name="csY9" fmla="*/ 391792 h 474344"/>
              <a:gd name="csX10" fmla="*/ 515969 w 515969"/>
              <a:gd name="csY10" fmla="*/ 465935 h 474344"/>
              <a:gd name="csX11" fmla="*/ 502678 w 515969"/>
              <a:gd name="csY11" fmla="*/ 468851 h 474344"/>
              <a:gd name="csX12" fmla="*/ 474360 w 515969"/>
              <a:gd name="csY12" fmla="*/ 401780 h 474344"/>
              <a:gd name="csX13" fmla="*/ 441229 w 515969"/>
              <a:gd name="csY13" fmla="*/ 295386 h 474344"/>
              <a:gd name="csX14" fmla="*/ 392618 w 515969"/>
              <a:gd name="csY14" fmla="*/ 178333 h 474344"/>
              <a:gd name="csX15" fmla="*/ 330580 w 515969"/>
              <a:gd name="csY15" fmla="*/ 79492 h 474344"/>
              <a:gd name="csX16" fmla="*/ 286765 w 515969"/>
              <a:gd name="csY16" fmla="*/ 33444 h 474344"/>
              <a:gd name="csX17" fmla="*/ 257162 w 515969"/>
              <a:gd name="csY17" fmla="*/ 26497 h 474344"/>
              <a:gd name="csX18" fmla="*/ 206906 w 515969"/>
              <a:gd name="csY18" fmla="*/ 64113 h 474344"/>
              <a:gd name="csX19" fmla="*/ 137631 w 515969"/>
              <a:gd name="csY19" fmla="*/ 150272 h 474344"/>
              <a:gd name="csX20" fmla="*/ 62643 w 515969"/>
              <a:gd name="csY20" fmla="*/ 261305 h 474344"/>
              <a:gd name="csX21" fmla="*/ 21961 w 515969"/>
              <a:gd name="csY21" fmla="*/ 345122 h 474344"/>
              <a:gd name="csX22" fmla="*/ 2583 w 515969"/>
              <a:gd name="csY22" fmla="*/ 333311 h 4743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515969" h="474344">
                <a:moveTo>
                  <a:pt x="2583" y="333304"/>
                </a:moveTo>
                <a:cubicBezTo>
                  <a:pt x="23234" y="310326"/>
                  <a:pt x="35473" y="281186"/>
                  <a:pt x="50856" y="254502"/>
                </a:cubicBezTo>
                <a:cubicBezTo>
                  <a:pt x="73843" y="215586"/>
                  <a:pt x="100005" y="178706"/>
                  <a:pt x="126645" y="142240"/>
                </a:cubicBezTo>
                <a:cubicBezTo>
                  <a:pt x="148103" y="111674"/>
                  <a:pt x="172165" y="83180"/>
                  <a:pt x="196572" y="54976"/>
                </a:cubicBezTo>
                <a:cubicBezTo>
                  <a:pt x="210128" y="35433"/>
                  <a:pt x="227812" y="21019"/>
                  <a:pt x="246209" y="6598"/>
                </a:cubicBezTo>
                <a:cubicBezTo>
                  <a:pt x="268298" y="-5973"/>
                  <a:pt x="280070" y="1708"/>
                  <a:pt x="300814" y="10685"/>
                </a:cubicBezTo>
                <a:cubicBezTo>
                  <a:pt x="318537" y="27171"/>
                  <a:pt x="335531" y="44551"/>
                  <a:pt x="352304" y="61742"/>
                </a:cubicBezTo>
                <a:cubicBezTo>
                  <a:pt x="375378" y="95500"/>
                  <a:pt x="398224" y="129116"/>
                  <a:pt x="416678" y="165726"/>
                </a:cubicBezTo>
                <a:cubicBezTo>
                  <a:pt x="436624" y="204603"/>
                  <a:pt x="456578" y="243031"/>
                  <a:pt x="471416" y="284265"/>
                </a:cubicBezTo>
                <a:cubicBezTo>
                  <a:pt x="485621" y="319376"/>
                  <a:pt x="497015" y="355467"/>
                  <a:pt x="507700" y="391792"/>
                </a:cubicBezTo>
                <a:cubicBezTo>
                  <a:pt x="516784" y="415640"/>
                  <a:pt x="515907" y="441441"/>
                  <a:pt x="515969" y="465935"/>
                </a:cubicBezTo>
                <a:cubicBezTo>
                  <a:pt x="515993" y="475557"/>
                  <a:pt x="506991" y="477451"/>
                  <a:pt x="502678" y="468851"/>
                </a:cubicBezTo>
                <a:cubicBezTo>
                  <a:pt x="492112" y="447781"/>
                  <a:pt x="480612" y="425605"/>
                  <a:pt x="474360" y="401780"/>
                </a:cubicBezTo>
                <a:cubicBezTo>
                  <a:pt x="463032" y="366394"/>
                  <a:pt x="452298" y="330830"/>
                  <a:pt x="441229" y="295386"/>
                </a:cubicBezTo>
                <a:cubicBezTo>
                  <a:pt x="426409" y="255876"/>
                  <a:pt x="412167" y="215709"/>
                  <a:pt x="392618" y="178333"/>
                </a:cubicBezTo>
                <a:cubicBezTo>
                  <a:pt x="374037" y="144211"/>
                  <a:pt x="357240" y="108193"/>
                  <a:pt x="330580" y="79492"/>
                </a:cubicBezTo>
                <a:cubicBezTo>
                  <a:pt x="317783" y="62038"/>
                  <a:pt x="306242" y="44210"/>
                  <a:pt x="286765" y="33444"/>
                </a:cubicBezTo>
                <a:cubicBezTo>
                  <a:pt x="276968" y="30335"/>
                  <a:pt x="268646" y="23043"/>
                  <a:pt x="257162" y="26497"/>
                </a:cubicBezTo>
                <a:cubicBezTo>
                  <a:pt x="239123" y="37184"/>
                  <a:pt x="221190" y="47946"/>
                  <a:pt x="206906" y="64113"/>
                </a:cubicBezTo>
                <a:cubicBezTo>
                  <a:pt x="182611" y="91859"/>
                  <a:pt x="158814" y="120018"/>
                  <a:pt x="137631" y="150272"/>
                </a:cubicBezTo>
                <a:cubicBezTo>
                  <a:pt x="111279" y="186340"/>
                  <a:pt x="85392" y="222816"/>
                  <a:pt x="62643" y="261305"/>
                </a:cubicBezTo>
                <a:cubicBezTo>
                  <a:pt x="47115" y="288234"/>
                  <a:pt x="30185" y="314972"/>
                  <a:pt x="21961" y="345122"/>
                </a:cubicBezTo>
                <a:cubicBezTo>
                  <a:pt x="17738" y="360603"/>
                  <a:pt x="-8144" y="345246"/>
                  <a:pt x="2583" y="3333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76831450-982E-8353-4BEF-D5CA86824653}"/>
              </a:ext>
            </a:extLst>
          </p:cNvPr>
          <p:cNvSpPr/>
          <p:nvPr/>
        </p:nvSpPr>
        <p:spPr>
          <a:xfrm>
            <a:off x="8280736" y="1695034"/>
            <a:ext cx="494143" cy="511476"/>
          </a:xfrm>
          <a:custGeom>
            <a:avLst/>
            <a:gdLst>
              <a:gd name="csX0" fmla="*/ 3928 w 494143"/>
              <a:gd name="csY0" fmla="*/ 464868 h 511476"/>
              <a:gd name="csX1" fmla="*/ 35680 w 494143"/>
              <a:gd name="csY1" fmla="*/ 416016 h 511476"/>
              <a:gd name="csX2" fmla="*/ 111251 w 494143"/>
              <a:gd name="csY2" fmla="*/ 313261 h 511476"/>
              <a:gd name="csX3" fmla="*/ 209216 w 494143"/>
              <a:gd name="csY3" fmla="*/ 198256 h 511476"/>
              <a:gd name="csX4" fmla="*/ 298202 w 494143"/>
              <a:gd name="csY4" fmla="*/ 103473 h 511476"/>
              <a:gd name="csX5" fmla="*/ 366717 w 494143"/>
              <a:gd name="csY5" fmla="*/ 38259 h 511476"/>
              <a:gd name="csX6" fmla="*/ 416251 w 494143"/>
              <a:gd name="csY6" fmla="*/ 2006 h 511476"/>
              <a:gd name="csX7" fmla="*/ 463999 w 494143"/>
              <a:gd name="csY7" fmla="*/ 41412 h 511476"/>
              <a:gd name="csX8" fmla="*/ 480382 w 494143"/>
              <a:gd name="csY8" fmla="*/ 126704 h 511476"/>
              <a:gd name="csX9" fmla="*/ 489779 w 494143"/>
              <a:gd name="csY9" fmla="*/ 251815 h 511476"/>
              <a:gd name="csX10" fmla="*/ 494131 w 494143"/>
              <a:gd name="csY10" fmla="*/ 339361 h 511476"/>
              <a:gd name="csX11" fmla="*/ 480541 w 494143"/>
              <a:gd name="csY11" fmla="*/ 340047 h 511476"/>
              <a:gd name="csX12" fmla="*/ 476184 w 494143"/>
              <a:gd name="csY12" fmla="*/ 252414 h 511476"/>
              <a:gd name="csX13" fmla="*/ 466353 w 494143"/>
              <a:gd name="csY13" fmla="*/ 129123 h 511476"/>
              <a:gd name="csX14" fmla="*/ 440172 w 494143"/>
              <a:gd name="csY14" fmla="*/ 52658 h 511476"/>
              <a:gd name="csX15" fmla="*/ 436956 w 494143"/>
              <a:gd name="csY15" fmla="*/ 53206 h 511476"/>
              <a:gd name="csX16" fmla="*/ 399795 w 494143"/>
              <a:gd name="csY16" fmla="*/ 77817 h 511476"/>
              <a:gd name="csX17" fmla="*/ 326402 w 494143"/>
              <a:gd name="csY17" fmla="*/ 134587 h 511476"/>
              <a:gd name="csX18" fmla="*/ 236428 w 494143"/>
              <a:gd name="csY18" fmla="*/ 221729 h 511476"/>
              <a:gd name="csX19" fmla="*/ 144723 w 494143"/>
              <a:gd name="csY19" fmla="*/ 338553 h 511476"/>
              <a:gd name="csX20" fmla="*/ 84068 w 494143"/>
              <a:gd name="csY20" fmla="*/ 443918 h 511476"/>
              <a:gd name="csX21" fmla="*/ 60570 w 494143"/>
              <a:gd name="csY21" fmla="*/ 492916 h 511476"/>
              <a:gd name="csX22" fmla="*/ 3931 w 494143"/>
              <a:gd name="csY22" fmla="*/ 464872 h 5114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494143" h="511476">
                <a:moveTo>
                  <a:pt x="3928" y="464868"/>
                </a:moveTo>
                <a:cubicBezTo>
                  <a:pt x="11979" y="447096"/>
                  <a:pt x="24967" y="432295"/>
                  <a:pt x="35680" y="416016"/>
                </a:cubicBezTo>
                <a:cubicBezTo>
                  <a:pt x="58904" y="380319"/>
                  <a:pt x="85986" y="347505"/>
                  <a:pt x="111251" y="313261"/>
                </a:cubicBezTo>
                <a:cubicBezTo>
                  <a:pt x="141779" y="273095"/>
                  <a:pt x="177053" y="237033"/>
                  <a:pt x="209216" y="198256"/>
                </a:cubicBezTo>
                <a:cubicBezTo>
                  <a:pt x="236795" y="164700"/>
                  <a:pt x="266967" y="133584"/>
                  <a:pt x="298202" y="103473"/>
                </a:cubicBezTo>
                <a:cubicBezTo>
                  <a:pt x="320661" y="81309"/>
                  <a:pt x="343689" y="59845"/>
                  <a:pt x="366717" y="38259"/>
                </a:cubicBezTo>
                <a:cubicBezTo>
                  <a:pt x="380931" y="23044"/>
                  <a:pt x="398987" y="12783"/>
                  <a:pt x="416251" y="2006"/>
                </a:cubicBezTo>
                <a:cubicBezTo>
                  <a:pt x="448990" y="-6468"/>
                  <a:pt x="459178" y="12902"/>
                  <a:pt x="463999" y="41412"/>
                </a:cubicBezTo>
                <a:cubicBezTo>
                  <a:pt x="473341" y="69044"/>
                  <a:pt x="477209" y="97597"/>
                  <a:pt x="480382" y="126704"/>
                </a:cubicBezTo>
                <a:cubicBezTo>
                  <a:pt x="485918" y="168198"/>
                  <a:pt x="487936" y="210029"/>
                  <a:pt x="489779" y="251815"/>
                </a:cubicBezTo>
                <a:cubicBezTo>
                  <a:pt x="490912" y="281012"/>
                  <a:pt x="492658" y="310180"/>
                  <a:pt x="494131" y="339361"/>
                </a:cubicBezTo>
                <a:cubicBezTo>
                  <a:pt x="494616" y="348971"/>
                  <a:pt x="481027" y="349657"/>
                  <a:pt x="480541" y="340047"/>
                </a:cubicBezTo>
                <a:cubicBezTo>
                  <a:pt x="479067" y="310837"/>
                  <a:pt x="477319" y="281640"/>
                  <a:pt x="476184" y="252414"/>
                </a:cubicBezTo>
                <a:cubicBezTo>
                  <a:pt x="474369" y="211239"/>
                  <a:pt x="472866" y="169874"/>
                  <a:pt x="466353" y="129123"/>
                </a:cubicBezTo>
                <a:cubicBezTo>
                  <a:pt x="459215" y="103389"/>
                  <a:pt x="453408" y="75548"/>
                  <a:pt x="440172" y="52658"/>
                </a:cubicBezTo>
                <a:cubicBezTo>
                  <a:pt x="430494" y="54307"/>
                  <a:pt x="425176" y="51096"/>
                  <a:pt x="436956" y="53206"/>
                </a:cubicBezTo>
                <a:cubicBezTo>
                  <a:pt x="424005" y="60307"/>
                  <a:pt x="410932" y="67231"/>
                  <a:pt x="399795" y="77817"/>
                </a:cubicBezTo>
                <a:cubicBezTo>
                  <a:pt x="374994" y="96384"/>
                  <a:pt x="350587" y="115217"/>
                  <a:pt x="326402" y="134587"/>
                </a:cubicBezTo>
                <a:cubicBezTo>
                  <a:pt x="295126" y="162312"/>
                  <a:pt x="263833" y="190023"/>
                  <a:pt x="236428" y="221729"/>
                </a:cubicBezTo>
                <a:cubicBezTo>
                  <a:pt x="203317" y="258638"/>
                  <a:pt x="174759" y="299140"/>
                  <a:pt x="144723" y="338553"/>
                </a:cubicBezTo>
                <a:cubicBezTo>
                  <a:pt x="119665" y="370911"/>
                  <a:pt x="100918" y="406676"/>
                  <a:pt x="84068" y="443918"/>
                </a:cubicBezTo>
                <a:cubicBezTo>
                  <a:pt x="76062" y="460278"/>
                  <a:pt x="70291" y="477611"/>
                  <a:pt x="60570" y="492916"/>
                </a:cubicBezTo>
                <a:cubicBezTo>
                  <a:pt x="36607" y="530639"/>
                  <a:pt x="-14511" y="505580"/>
                  <a:pt x="3931" y="464872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E0AB8D90-53ED-DD9F-49FE-89DB8B09F2C1}"/>
              </a:ext>
            </a:extLst>
          </p:cNvPr>
          <p:cNvSpPr/>
          <p:nvPr/>
        </p:nvSpPr>
        <p:spPr>
          <a:xfrm>
            <a:off x="8436984" y="2290358"/>
            <a:ext cx="95933" cy="115553"/>
          </a:xfrm>
          <a:custGeom>
            <a:avLst/>
            <a:gdLst>
              <a:gd name="csX0" fmla="*/ 2652 w 95933"/>
              <a:gd name="csY0" fmla="*/ 91476 h 115553"/>
              <a:gd name="csX1" fmla="*/ 37121 w 95933"/>
              <a:gd name="csY1" fmla="*/ 46677 h 115553"/>
              <a:gd name="csX2" fmla="*/ 84939 w 95933"/>
              <a:gd name="csY2" fmla="*/ 1663 h 115553"/>
              <a:gd name="csX3" fmla="*/ 93376 w 95933"/>
              <a:gd name="csY3" fmla="*/ 12338 h 115553"/>
              <a:gd name="csX4" fmla="*/ 52287 w 95933"/>
              <a:gd name="csY4" fmla="*/ 57870 h 115553"/>
              <a:gd name="csX5" fmla="*/ 33505 w 95933"/>
              <a:gd name="csY5" fmla="*/ 104072 h 115553"/>
              <a:gd name="csX6" fmla="*/ 2653 w 95933"/>
              <a:gd name="csY6" fmla="*/ 91476 h 1155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5933" h="115553">
                <a:moveTo>
                  <a:pt x="2652" y="91476"/>
                </a:moveTo>
                <a:cubicBezTo>
                  <a:pt x="13569" y="75945"/>
                  <a:pt x="24463" y="60854"/>
                  <a:pt x="37121" y="46677"/>
                </a:cubicBezTo>
                <a:cubicBezTo>
                  <a:pt x="49214" y="27326"/>
                  <a:pt x="66479" y="14278"/>
                  <a:pt x="84939" y="1663"/>
                </a:cubicBezTo>
                <a:cubicBezTo>
                  <a:pt x="92883" y="-3766"/>
                  <a:pt x="99867" y="5236"/>
                  <a:pt x="93376" y="12338"/>
                </a:cubicBezTo>
                <a:cubicBezTo>
                  <a:pt x="79675" y="27331"/>
                  <a:pt x="65819" y="42521"/>
                  <a:pt x="52287" y="57870"/>
                </a:cubicBezTo>
                <a:cubicBezTo>
                  <a:pt x="44226" y="72616"/>
                  <a:pt x="34749" y="86972"/>
                  <a:pt x="33505" y="104072"/>
                </a:cubicBezTo>
                <a:cubicBezTo>
                  <a:pt x="31796" y="127574"/>
                  <a:pt x="-10899" y="110753"/>
                  <a:pt x="2653" y="9147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9" name="任意多边形: 形状 98">
            <a:extLst>
              <a:ext uri="{FF2B5EF4-FFF2-40B4-BE49-F238E27FC236}">
                <a16:creationId xmlns:a16="http://schemas.microsoft.com/office/drawing/2014/main" id="{6A03C5C3-C9E4-33B4-3B4A-E6C5583DE747}"/>
              </a:ext>
            </a:extLst>
          </p:cNvPr>
          <p:cNvSpPr/>
          <p:nvPr/>
        </p:nvSpPr>
        <p:spPr>
          <a:xfrm>
            <a:off x="8570634" y="2290330"/>
            <a:ext cx="129980" cy="83799"/>
          </a:xfrm>
          <a:custGeom>
            <a:avLst/>
            <a:gdLst>
              <a:gd name="csX0" fmla="*/ 92649 w 129980"/>
              <a:gd name="csY0" fmla="*/ 70740 h 83799"/>
              <a:gd name="csX1" fmla="*/ 75170 w 129980"/>
              <a:gd name="csY1" fmla="*/ 44839 h 83799"/>
              <a:gd name="csX2" fmla="*/ 21000 w 129980"/>
              <a:gd name="csY2" fmla="*/ 14439 h 83799"/>
              <a:gd name="csX3" fmla="*/ 7549 w 129980"/>
              <a:gd name="csY3" fmla="*/ 15157 h 83799"/>
              <a:gd name="csX4" fmla="*/ 6884 w 129980"/>
              <a:gd name="csY4" fmla="*/ 1566 h 83799"/>
              <a:gd name="csX5" fmla="*/ 22138 w 129980"/>
              <a:gd name="csY5" fmla="*/ 880 h 83799"/>
              <a:gd name="csX6" fmla="*/ 98068 w 129980"/>
              <a:gd name="csY6" fmla="*/ 18525 h 83799"/>
              <a:gd name="csX7" fmla="*/ 128427 w 129980"/>
              <a:gd name="csY7" fmla="*/ 54503 h 83799"/>
              <a:gd name="csX8" fmla="*/ 92650 w 129980"/>
              <a:gd name="csY8" fmla="*/ 70741 h 83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9980" h="83799">
                <a:moveTo>
                  <a:pt x="92649" y="70740"/>
                </a:moveTo>
                <a:cubicBezTo>
                  <a:pt x="88545" y="60948"/>
                  <a:pt x="81198" y="53411"/>
                  <a:pt x="75170" y="44839"/>
                </a:cubicBezTo>
                <a:cubicBezTo>
                  <a:pt x="59208" y="30705"/>
                  <a:pt x="40017" y="23180"/>
                  <a:pt x="21000" y="14439"/>
                </a:cubicBezTo>
                <a:cubicBezTo>
                  <a:pt x="16516" y="14679"/>
                  <a:pt x="12032" y="14918"/>
                  <a:pt x="7549" y="15157"/>
                </a:cubicBezTo>
                <a:cubicBezTo>
                  <a:pt x="-2059" y="15670"/>
                  <a:pt x="-2729" y="1998"/>
                  <a:pt x="6884" y="1566"/>
                </a:cubicBezTo>
                <a:cubicBezTo>
                  <a:pt x="11968" y="1337"/>
                  <a:pt x="17054" y="1108"/>
                  <a:pt x="22138" y="880"/>
                </a:cubicBezTo>
                <a:cubicBezTo>
                  <a:pt x="50148" y="-1361"/>
                  <a:pt x="74231" y="-574"/>
                  <a:pt x="98068" y="18525"/>
                </a:cubicBezTo>
                <a:cubicBezTo>
                  <a:pt x="110633" y="28895"/>
                  <a:pt x="122780" y="38424"/>
                  <a:pt x="128427" y="54503"/>
                </a:cubicBezTo>
                <a:cubicBezTo>
                  <a:pt x="137633" y="80715"/>
                  <a:pt x="103388" y="96363"/>
                  <a:pt x="92650" y="7074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10A74A4F-DDAA-148E-B209-40B96BB12BCB}"/>
              </a:ext>
            </a:extLst>
          </p:cNvPr>
          <p:cNvSpPr/>
          <p:nvPr/>
        </p:nvSpPr>
        <p:spPr>
          <a:xfrm>
            <a:off x="8685213" y="2085179"/>
            <a:ext cx="71010" cy="383618"/>
          </a:xfrm>
          <a:custGeom>
            <a:avLst/>
            <a:gdLst>
              <a:gd name="csX0" fmla="*/ 64652 w 71010"/>
              <a:gd name="csY0" fmla="*/ 40147 h 383618"/>
              <a:gd name="csX1" fmla="*/ 35754 w 71010"/>
              <a:gd name="csY1" fmla="*/ 102175 h 383618"/>
              <a:gd name="csX2" fmla="*/ 14715 w 71010"/>
              <a:gd name="csY2" fmla="*/ 281255 h 383618"/>
              <a:gd name="csX3" fmla="*/ 14978 w 71010"/>
              <a:gd name="csY3" fmla="*/ 376147 h 383618"/>
              <a:gd name="csX4" fmla="*/ 1380 w 71010"/>
              <a:gd name="csY4" fmla="*/ 376659 h 383618"/>
              <a:gd name="csX5" fmla="*/ 1134 w 71010"/>
              <a:gd name="csY5" fmla="*/ 280418 h 383618"/>
              <a:gd name="csX6" fmla="*/ 17239 w 71010"/>
              <a:gd name="csY6" fmla="*/ 98795 h 383618"/>
              <a:gd name="csX7" fmla="*/ 29914 w 71010"/>
              <a:gd name="csY7" fmla="*/ 11276 h 383618"/>
              <a:gd name="csX8" fmla="*/ 64652 w 71010"/>
              <a:gd name="csY8" fmla="*/ 40147 h 3836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1010" h="383618">
                <a:moveTo>
                  <a:pt x="64652" y="40147"/>
                </a:moveTo>
                <a:cubicBezTo>
                  <a:pt x="48088" y="55803"/>
                  <a:pt x="41734" y="80258"/>
                  <a:pt x="35754" y="102175"/>
                </a:cubicBezTo>
                <a:cubicBezTo>
                  <a:pt x="21663" y="160506"/>
                  <a:pt x="18400" y="221428"/>
                  <a:pt x="14715" y="281255"/>
                </a:cubicBezTo>
                <a:cubicBezTo>
                  <a:pt x="12724" y="312880"/>
                  <a:pt x="13783" y="344527"/>
                  <a:pt x="14978" y="376147"/>
                </a:cubicBezTo>
                <a:cubicBezTo>
                  <a:pt x="15341" y="385761"/>
                  <a:pt x="1741" y="386274"/>
                  <a:pt x="1380" y="376659"/>
                </a:cubicBezTo>
                <a:cubicBezTo>
                  <a:pt x="177" y="344589"/>
                  <a:pt x="-889" y="312492"/>
                  <a:pt x="1134" y="280418"/>
                </a:cubicBezTo>
                <a:cubicBezTo>
                  <a:pt x="4881" y="219687"/>
                  <a:pt x="12506" y="159365"/>
                  <a:pt x="17239" y="98795"/>
                </a:cubicBezTo>
                <a:cubicBezTo>
                  <a:pt x="20119" y="69533"/>
                  <a:pt x="19728" y="39169"/>
                  <a:pt x="29914" y="11276"/>
                </a:cubicBezTo>
                <a:cubicBezTo>
                  <a:pt x="40871" y="-18726"/>
                  <a:pt x="87865" y="18207"/>
                  <a:pt x="64652" y="40147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1" name="任意多边形: 形状 100">
            <a:extLst>
              <a:ext uri="{FF2B5EF4-FFF2-40B4-BE49-F238E27FC236}">
                <a16:creationId xmlns:a16="http://schemas.microsoft.com/office/drawing/2014/main" id="{0E051A77-35AB-CB19-9E0F-0723CCC6BC7A}"/>
              </a:ext>
            </a:extLst>
          </p:cNvPr>
          <p:cNvSpPr/>
          <p:nvPr/>
        </p:nvSpPr>
        <p:spPr>
          <a:xfrm>
            <a:off x="8767444" y="2108391"/>
            <a:ext cx="30047" cy="51241"/>
          </a:xfrm>
          <a:custGeom>
            <a:avLst/>
            <a:gdLst>
              <a:gd name="csX0" fmla="*/ 29665 w 30047"/>
              <a:gd name="csY0" fmla="*/ 8743 h 51241"/>
              <a:gd name="csX1" fmla="*/ 29424 w 30047"/>
              <a:gd name="csY1" fmla="*/ 43029 h 51241"/>
              <a:gd name="csX2" fmla="*/ 16005 w 30047"/>
              <a:gd name="csY2" fmla="*/ 45284 h 51241"/>
              <a:gd name="csX3" fmla="*/ 3261 w 30047"/>
              <a:gd name="csY3" fmla="*/ 17818 h 51241"/>
              <a:gd name="csX4" fmla="*/ 29665 w 30047"/>
              <a:gd name="csY4" fmla="*/ 8743 h 512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0047" h="51241">
                <a:moveTo>
                  <a:pt x="29665" y="8743"/>
                </a:moveTo>
                <a:cubicBezTo>
                  <a:pt x="26614" y="20219"/>
                  <a:pt x="28989" y="31531"/>
                  <a:pt x="29424" y="43029"/>
                </a:cubicBezTo>
                <a:cubicBezTo>
                  <a:pt x="29787" y="52644"/>
                  <a:pt x="19221" y="54353"/>
                  <a:pt x="16005" y="45284"/>
                </a:cubicBezTo>
                <a:cubicBezTo>
                  <a:pt x="12530" y="35484"/>
                  <a:pt x="12543" y="24712"/>
                  <a:pt x="3261" y="17818"/>
                </a:cubicBezTo>
                <a:cubicBezTo>
                  <a:pt x="-12586" y="6045"/>
                  <a:pt x="34738" y="-10335"/>
                  <a:pt x="29665" y="8743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18DAE944-8169-F51E-ED7B-8D9D5418D140}"/>
              </a:ext>
            </a:extLst>
          </p:cNvPr>
          <p:cNvSpPr/>
          <p:nvPr/>
        </p:nvSpPr>
        <p:spPr>
          <a:xfrm>
            <a:off x="8843276" y="1921961"/>
            <a:ext cx="209426" cy="272205"/>
          </a:xfrm>
          <a:custGeom>
            <a:avLst/>
            <a:gdLst>
              <a:gd name="csX0" fmla="*/ 2315 w 209426"/>
              <a:gd name="csY0" fmla="*/ 258229 h 272205"/>
              <a:gd name="csX1" fmla="*/ 729 w 209426"/>
              <a:gd name="csY1" fmla="*/ 197950 h 272205"/>
              <a:gd name="csX2" fmla="*/ 18639 w 209426"/>
              <a:gd name="csY2" fmla="*/ 112508 h 272205"/>
              <a:gd name="csX3" fmla="*/ 44986 w 209426"/>
              <a:gd name="csY3" fmla="*/ 43031 h 272205"/>
              <a:gd name="csX4" fmla="*/ 86761 w 209426"/>
              <a:gd name="csY4" fmla="*/ 500 h 272205"/>
              <a:gd name="csX5" fmla="*/ 146880 w 209426"/>
              <a:gd name="csY5" fmla="*/ 53373 h 272205"/>
              <a:gd name="csX6" fmla="*/ 199111 w 209426"/>
              <a:gd name="csY6" fmla="*/ 192714 h 272205"/>
              <a:gd name="csX7" fmla="*/ 208998 w 209426"/>
              <a:gd name="csY7" fmla="*/ 223659 h 272205"/>
              <a:gd name="csX8" fmla="*/ 196037 w 209426"/>
              <a:gd name="csY8" fmla="*/ 227800 h 272205"/>
              <a:gd name="csX9" fmla="*/ 186235 w 209426"/>
              <a:gd name="csY9" fmla="*/ 197114 h 272205"/>
              <a:gd name="csX10" fmla="*/ 122790 w 209426"/>
              <a:gd name="csY10" fmla="*/ 68736 h 272205"/>
              <a:gd name="csX11" fmla="*/ 105694 w 209426"/>
              <a:gd name="csY11" fmla="*/ 47430 h 272205"/>
              <a:gd name="csX12" fmla="*/ 83729 w 209426"/>
              <a:gd name="csY12" fmla="*/ 67290 h 272205"/>
              <a:gd name="csX13" fmla="*/ 55830 w 209426"/>
              <a:gd name="csY13" fmla="*/ 123071 h 272205"/>
              <a:gd name="csX14" fmla="*/ 37402 w 209426"/>
              <a:gd name="csY14" fmla="*/ 202347 h 272205"/>
              <a:gd name="csX15" fmla="*/ 28697 w 209426"/>
              <a:gd name="csY15" fmla="*/ 258230 h 272205"/>
              <a:gd name="csX16" fmla="*/ 2314 w 209426"/>
              <a:gd name="csY16" fmla="*/ 258230 h 2722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09426" h="272205">
                <a:moveTo>
                  <a:pt x="2315" y="258229"/>
                </a:moveTo>
                <a:cubicBezTo>
                  <a:pt x="888" y="237534"/>
                  <a:pt x="-1086" y="218693"/>
                  <a:pt x="729" y="197950"/>
                </a:cubicBezTo>
                <a:cubicBezTo>
                  <a:pt x="2958" y="169037"/>
                  <a:pt x="11093" y="140525"/>
                  <a:pt x="18639" y="112508"/>
                </a:cubicBezTo>
                <a:cubicBezTo>
                  <a:pt x="23288" y="87669"/>
                  <a:pt x="33410" y="65193"/>
                  <a:pt x="44986" y="43031"/>
                </a:cubicBezTo>
                <a:cubicBezTo>
                  <a:pt x="55802" y="24570"/>
                  <a:pt x="69191" y="11570"/>
                  <a:pt x="86761" y="500"/>
                </a:cubicBezTo>
                <a:cubicBezTo>
                  <a:pt x="126335" y="-3972"/>
                  <a:pt x="132330" y="22171"/>
                  <a:pt x="146880" y="53373"/>
                </a:cubicBezTo>
                <a:cubicBezTo>
                  <a:pt x="162765" y="100436"/>
                  <a:pt x="183040" y="145708"/>
                  <a:pt x="199111" y="192714"/>
                </a:cubicBezTo>
                <a:cubicBezTo>
                  <a:pt x="202406" y="203030"/>
                  <a:pt x="205702" y="213344"/>
                  <a:pt x="208998" y="223659"/>
                </a:cubicBezTo>
                <a:cubicBezTo>
                  <a:pt x="211927" y="232824"/>
                  <a:pt x="198964" y="236965"/>
                  <a:pt x="196037" y="227800"/>
                </a:cubicBezTo>
                <a:cubicBezTo>
                  <a:pt x="192769" y="217571"/>
                  <a:pt x="189502" y="207342"/>
                  <a:pt x="186235" y="197114"/>
                </a:cubicBezTo>
                <a:cubicBezTo>
                  <a:pt x="170712" y="151663"/>
                  <a:pt x="156165" y="104619"/>
                  <a:pt x="122790" y="68736"/>
                </a:cubicBezTo>
                <a:cubicBezTo>
                  <a:pt x="116403" y="62570"/>
                  <a:pt x="86569" y="46497"/>
                  <a:pt x="105694" y="47430"/>
                </a:cubicBezTo>
                <a:cubicBezTo>
                  <a:pt x="99496" y="52422"/>
                  <a:pt x="87451" y="56701"/>
                  <a:pt x="83729" y="67290"/>
                </a:cubicBezTo>
                <a:cubicBezTo>
                  <a:pt x="72842" y="85071"/>
                  <a:pt x="61525" y="102701"/>
                  <a:pt x="55830" y="123071"/>
                </a:cubicBezTo>
                <a:cubicBezTo>
                  <a:pt x="48935" y="149437"/>
                  <a:pt x="42371" y="175701"/>
                  <a:pt x="37402" y="202347"/>
                </a:cubicBezTo>
                <a:cubicBezTo>
                  <a:pt x="35129" y="221334"/>
                  <a:pt x="28580" y="239229"/>
                  <a:pt x="28697" y="258230"/>
                </a:cubicBezTo>
                <a:cubicBezTo>
                  <a:pt x="28812" y="276886"/>
                  <a:pt x="3598" y="276842"/>
                  <a:pt x="2314" y="25823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3" name="任意多边形: 形状 102">
            <a:extLst>
              <a:ext uri="{FF2B5EF4-FFF2-40B4-BE49-F238E27FC236}">
                <a16:creationId xmlns:a16="http://schemas.microsoft.com/office/drawing/2014/main" id="{A4B8DBF8-0190-F2E7-8905-84C72B773928}"/>
              </a:ext>
            </a:extLst>
          </p:cNvPr>
          <p:cNvSpPr/>
          <p:nvPr/>
        </p:nvSpPr>
        <p:spPr>
          <a:xfrm>
            <a:off x="8722184" y="1205854"/>
            <a:ext cx="432454" cy="531260"/>
          </a:xfrm>
          <a:custGeom>
            <a:avLst/>
            <a:gdLst>
              <a:gd name="csX0" fmla="*/ 2345 w 432454"/>
              <a:gd name="csY0" fmla="*/ 373118 h 531260"/>
              <a:gd name="csX1" fmla="*/ 57926 w 432454"/>
              <a:gd name="csY1" fmla="*/ 293403 h 531260"/>
              <a:gd name="csX2" fmla="*/ 142970 w 432454"/>
              <a:gd name="csY2" fmla="*/ 151833 h 531260"/>
              <a:gd name="csX3" fmla="*/ 207029 w 432454"/>
              <a:gd name="csY3" fmla="*/ 51725 h 531260"/>
              <a:gd name="csX4" fmla="*/ 268334 w 432454"/>
              <a:gd name="csY4" fmla="*/ 264 h 531260"/>
              <a:gd name="csX5" fmla="*/ 338970 w 432454"/>
              <a:gd name="csY5" fmla="*/ 40073 h 531260"/>
              <a:gd name="csX6" fmla="*/ 385693 w 432454"/>
              <a:gd name="csY6" fmla="*/ 139590 h 531260"/>
              <a:gd name="csX7" fmla="*/ 419514 w 432454"/>
              <a:gd name="csY7" fmla="*/ 293648 h 531260"/>
              <a:gd name="csX8" fmla="*/ 432023 w 432454"/>
              <a:gd name="csY8" fmla="*/ 456154 h 531260"/>
              <a:gd name="csX9" fmla="*/ 429780 w 432454"/>
              <a:gd name="csY9" fmla="*/ 524262 h 531260"/>
              <a:gd name="csX10" fmla="*/ 416179 w 432454"/>
              <a:gd name="csY10" fmla="*/ 523827 h 531260"/>
              <a:gd name="csX11" fmla="*/ 416336 w 432454"/>
              <a:gd name="csY11" fmla="*/ 456305 h 531260"/>
              <a:gd name="csX12" fmla="*/ 405581 w 432454"/>
              <a:gd name="csY12" fmla="*/ 295847 h 531260"/>
              <a:gd name="csX13" fmla="*/ 372702 w 432454"/>
              <a:gd name="csY13" fmla="*/ 144104 h 531260"/>
              <a:gd name="csX14" fmla="*/ 320179 w 432454"/>
              <a:gd name="csY14" fmla="*/ 56346 h 531260"/>
              <a:gd name="csX15" fmla="*/ 274787 w 432454"/>
              <a:gd name="csY15" fmla="*/ 27217 h 531260"/>
              <a:gd name="csX16" fmla="*/ 220493 w 432454"/>
              <a:gd name="csY16" fmla="*/ 62063 h 531260"/>
              <a:gd name="csX17" fmla="*/ 154697 w 432454"/>
              <a:gd name="csY17" fmla="*/ 158723 h 531260"/>
              <a:gd name="csX18" fmla="*/ 69494 w 432454"/>
              <a:gd name="csY18" fmla="*/ 300560 h 531260"/>
              <a:gd name="csX19" fmla="*/ 25574 w 432454"/>
              <a:gd name="csY19" fmla="*/ 384613 h 531260"/>
              <a:gd name="csX20" fmla="*/ 2344 w 432454"/>
              <a:gd name="csY20" fmla="*/ 373111 h 531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32454" h="531260">
                <a:moveTo>
                  <a:pt x="2345" y="373118"/>
                </a:moveTo>
                <a:cubicBezTo>
                  <a:pt x="19963" y="346514"/>
                  <a:pt x="40714" y="321201"/>
                  <a:pt x="57926" y="293403"/>
                </a:cubicBezTo>
                <a:cubicBezTo>
                  <a:pt x="87030" y="246671"/>
                  <a:pt x="115060" y="199282"/>
                  <a:pt x="142970" y="151833"/>
                </a:cubicBezTo>
                <a:cubicBezTo>
                  <a:pt x="162818" y="117510"/>
                  <a:pt x="185078" y="84712"/>
                  <a:pt x="207029" y="51725"/>
                </a:cubicBezTo>
                <a:cubicBezTo>
                  <a:pt x="222550" y="26941"/>
                  <a:pt x="242438" y="11842"/>
                  <a:pt x="268334" y="264"/>
                </a:cubicBezTo>
                <a:cubicBezTo>
                  <a:pt x="301306" y="-2473"/>
                  <a:pt x="319211" y="16463"/>
                  <a:pt x="338970" y="40073"/>
                </a:cubicBezTo>
                <a:cubicBezTo>
                  <a:pt x="364881" y="67951"/>
                  <a:pt x="375743" y="103605"/>
                  <a:pt x="385693" y="139590"/>
                </a:cubicBezTo>
                <a:cubicBezTo>
                  <a:pt x="400331" y="190095"/>
                  <a:pt x="412362" y="241546"/>
                  <a:pt x="419514" y="293648"/>
                </a:cubicBezTo>
                <a:cubicBezTo>
                  <a:pt x="428896" y="347382"/>
                  <a:pt x="429627" y="401852"/>
                  <a:pt x="432023" y="456154"/>
                </a:cubicBezTo>
                <a:cubicBezTo>
                  <a:pt x="433572" y="478946"/>
                  <a:pt x="430507" y="501505"/>
                  <a:pt x="429780" y="524262"/>
                </a:cubicBezTo>
                <a:cubicBezTo>
                  <a:pt x="429472" y="533879"/>
                  <a:pt x="415871" y="533444"/>
                  <a:pt x="416179" y="523827"/>
                </a:cubicBezTo>
                <a:cubicBezTo>
                  <a:pt x="416903" y="501230"/>
                  <a:pt x="415126" y="478900"/>
                  <a:pt x="416336" y="456305"/>
                </a:cubicBezTo>
                <a:cubicBezTo>
                  <a:pt x="417698" y="402669"/>
                  <a:pt x="413264" y="348930"/>
                  <a:pt x="405581" y="295847"/>
                </a:cubicBezTo>
                <a:cubicBezTo>
                  <a:pt x="396422" y="244885"/>
                  <a:pt x="389133" y="193453"/>
                  <a:pt x="372702" y="144104"/>
                </a:cubicBezTo>
                <a:cubicBezTo>
                  <a:pt x="359071" y="112178"/>
                  <a:pt x="340304" y="84423"/>
                  <a:pt x="320179" y="56346"/>
                </a:cubicBezTo>
                <a:cubicBezTo>
                  <a:pt x="306054" y="43768"/>
                  <a:pt x="294736" y="29035"/>
                  <a:pt x="274787" y="27217"/>
                </a:cubicBezTo>
                <a:cubicBezTo>
                  <a:pt x="252755" y="34160"/>
                  <a:pt x="235125" y="41646"/>
                  <a:pt x="220493" y="62063"/>
                </a:cubicBezTo>
                <a:cubicBezTo>
                  <a:pt x="195581" y="92256"/>
                  <a:pt x="173867" y="124479"/>
                  <a:pt x="154697" y="158723"/>
                </a:cubicBezTo>
                <a:cubicBezTo>
                  <a:pt x="126735" y="206263"/>
                  <a:pt x="98652" y="253740"/>
                  <a:pt x="69494" y="300560"/>
                </a:cubicBezTo>
                <a:cubicBezTo>
                  <a:pt x="52654" y="327757"/>
                  <a:pt x="38979" y="356555"/>
                  <a:pt x="25574" y="384613"/>
                </a:cubicBezTo>
                <a:cubicBezTo>
                  <a:pt x="17673" y="401152"/>
                  <a:pt x="-7776" y="388393"/>
                  <a:pt x="2344" y="3731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4" name="任意多边形: 形状 103">
            <a:extLst>
              <a:ext uri="{FF2B5EF4-FFF2-40B4-BE49-F238E27FC236}">
                <a16:creationId xmlns:a16="http://schemas.microsoft.com/office/drawing/2014/main" id="{60252827-B8CE-7857-B850-806A01CBB866}"/>
              </a:ext>
            </a:extLst>
          </p:cNvPr>
          <p:cNvSpPr/>
          <p:nvPr/>
        </p:nvSpPr>
        <p:spPr>
          <a:xfrm>
            <a:off x="9105517" y="1597529"/>
            <a:ext cx="249812" cy="945500"/>
          </a:xfrm>
          <a:custGeom>
            <a:avLst/>
            <a:gdLst>
              <a:gd name="csX0" fmla="*/ 4774 w 249812"/>
              <a:gd name="csY0" fmla="*/ 162894 h 945500"/>
              <a:gd name="csX1" fmla="*/ 61552 w 249812"/>
              <a:gd name="csY1" fmla="*/ 108150 h 945500"/>
              <a:gd name="csX2" fmla="*/ 110778 w 249812"/>
              <a:gd name="csY2" fmla="*/ 42955 h 945500"/>
              <a:gd name="csX3" fmla="*/ 150538 w 249812"/>
              <a:gd name="csY3" fmla="*/ 3400 h 945500"/>
              <a:gd name="csX4" fmla="*/ 210645 w 249812"/>
              <a:gd name="csY4" fmla="*/ 18934 h 945500"/>
              <a:gd name="csX5" fmla="*/ 242365 w 249812"/>
              <a:gd name="csY5" fmla="*/ 106978 h 945500"/>
              <a:gd name="csX6" fmla="*/ 249509 w 249812"/>
              <a:gd name="csY6" fmla="*/ 267274 h 945500"/>
              <a:gd name="csX7" fmla="*/ 231397 w 249812"/>
              <a:gd name="csY7" fmla="*/ 458326 h 945500"/>
              <a:gd name="csX8" fmla="*/ 174638 w 249812"/>
              <a:gd name="csY8" fmla="*/ 665848 h 945500"/>
              <a:gd name="csX9" fmla="*/ 99834 w 249812"/>
              <a:gd name="csY9" fmla="*/ 860910 h 945500"/>
              <a:gd name="csX10" fmla="*/ 51506 w 249812"/>
              <a:gd name="csY10" fmla="*/ 940676 h 945500"/>
              <a:gd name="csX11" fmla="*/ 38765 w 249812"/>
              <a:gd name="csY11" fmla="*/ 935901 h 945500"/>
              <a:gd name="csX12" fmla="*/ 54389 w 249812"/>
              <a:gd name="csY12" fmla="*/ 844235 h 945500"/>
              <a:gd name="csX13" fmla="*/ 122869 w 249812"/>
              <a:gd name="csY13" fmla="*/ 648449 h 945500"/>
              <a:gd name="csX14" fmla="*/ 171547 w 249812"/>
              <a:gd name="csY14" fmla="*/ 450329 h 945500"/>
              <a:gd name="csX15" fmla="*/ 185238 w 249812"/>
              <a:gd name="csY15" fmla="*/ 267049 h 945500"/>
              <a:gd name="csX16" fmla="*/ 170808 w 249812"/>
              <a:gd name="csY16" fmla="*/ 120868 h 945500"/>
              <a:gd name="csX17" fmla="*/ 158432 w 249812"/>
              <a:gd name="csY17" fmla="*/ 51925 h 945500"/>
              <a:gd name="csX18" fmla="*/ 167669 w 249812"/>
              <a:gd name="csY18" fmla="*/ 40408 h 945500"/>
              <a:gd name="csX19" fmla="*/ 130700 w 249812"/>
              <a:gd name="csY19" fmla="*/ 62356 h 945500"/>
              <a:gd name="csX20" fmla="*/ 71773 w 249812"/>
              <a:gd name="csY20" fmla="*/ 117133 h 945500"/>
              <a:gd name="csX21" fmla="*/ 29847 w 249812"/>
              <a:gd name="csY21" fmla="*/ 179529 h 945500"/>
              <a:gd name="csX22" fmla="*/ 4773 w 249812"/>
              <a:gd name="csY22" fmla="*/ 162895 h 945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49812" h="945500">
                <a:moveTo>
                  <a:pt x="4774" y="162894"/>
                </a:moveTo>
                <a:cubicBezTo>
                  <a:pt x="27081" y="148645"/>
                  <a:pt x="43753" y="127433"/>
                  <a:pt x="61552" y="108150"/>
                </a:cubicBezTo>
                <a:cubicBezTo>
                  <a:pt x="79157" y="87220"/>
                  <a:pt x="94192" y="64638"/>
                  <a:pt x="110778" y="42955"/>
                </a:cubicBezTo>
                <a:cubicBezTo>
                  <a:pt x="121640" y="27594"/>
                  <a:pt x="136337" y="15600"/>
                  <a:pt x="150538" y="3400"/>
                </a:cubicBezTo>
                <a:cubicBezTo>
                  <a:pt x="177225" y="-4477"/>
                  <a:pt x="191535" y="1589"/>
                  <a:pt x="210645" y="18934"/>
                </a:cubicBezTo>
                <a:cubicBezTo>
                  <a:pt x="227892" y="46235"/>
                  <a:pt x="235833" y="75744"/>
                  <a:pt x="242365" y="106978"/>
                </a:cubicBezTo>
                <a:cubicBezTo>
                  <a:pt x="247850" y="160244"/>
                  <a:pt x="250806" y="213724"/>
                  <a:pt x="249509" y="267274"/>
                </a:cubicBezTo>
                <a:cubicBezTo>
                  <a:pt x="248240" y="331303"/>
                  <a:pt x="239397" y="394861"/>
                  <a:pt x="231397" y="458326"/>
                </a:cubicBezTo>
                <a:cubicBezTo>
                  <a:pt x="216968" y="528756"/>
                  <a:pt x="198495" y="598001"/>
                  <a:pt x="174638" y="665848"/>
                </a:cubicBezTo>
                <a:cubicBezTo>
                  <a:pt x="147304" y="730077"/>
                  <a:pt x="132910" y="799293"/>
                  <a:pt x="99834" y="860910"/>
                </a:cubicBezTo>
                <a:cubicBezTo>
                  <a:pt x="78174" y="885373"/>
                  <a:pt x="62866" y="910366"/>
                  <a:pt x="51506" y="940676"/>
                </a:cubicBezTo>
                <a:cubicBezTo>
                  <a:pt x="48130" y="949686"/>
                  <a:pt x="35388" y="944910"/>
                  <a:pt x="38765" y="935901"/>
                </a:cubicBezTo>
                <a:cubicBezTo>
                  <a:pt x="50109" y="905633"/>
                  <a:pt x="54945" y="876876"/>
                  <a:pt x="54389" y="844235"/>
                </a:cubicBezTo>
                <a:cubicBezTo>
                  <a:pt x="69046" y="776360"/>
                  <a:pt x="104201" y="715314"/>
                  <a:pt x="122869" y="648449"/>
                </a:cubicBezTo>
                <a:cubicBezTo>
                  <a:pt x="143639" y="583636"/>
                  <a:pt x="167725" y="518956"/>
                  <a:pt x="171547" y="450329"/>
                </a:cubicBezTo>
                <a:cubicBezTo>
                  <a:pt x="180160" y="389565"/>
                  <a:pt x="184095" y="328409"/>
                  <a:pt x="185238" y="267049"/>
                </a:cubicBezTo>
                <a:cubicBezTo>
                  <a:pt x="184323" y="217957"/>
                  <a:pt x="183542" y="168674"/>
                  <a:pt x="170808" y="120868"/>
                </a:cubicBezTo>
                <a:cubicBezTo>
                  <a:pt x="165737" y="98032"/>
                  <a:pt x="161403" y="74975"/>
                  <a:pt x="158432" y="51925"/>
                </a:cubicBezTo>
                <a:cubicBezTo>
                  <a:pt x="160214" y="49705"/>
                  <a:pt x="167936" y="44086"/>
                  <a:pt x="167669" y="40408"/>
                </a:cubicBezTo>
                <a:cubicBezTo>
                  <a:pt x="155893" y="45904"/>
                  <a:pt x="141179" y="51118"/>
                  <a:pt x="130700" y="62356"/>
                </a:cubicBezTo>
                <a:cubicBezTo>
                  <a:pt x="110034" y="79420"/>
                  <a:pt x="89406" y="96719"/>
                  <a:pt x="71773" y="117133"/>
                </a:cubicBezTo>
                <a:cubicBezTo>
                  <a:pt x="55664" y="136440"/>
                  <a:pt x="35903" y="154514"/>
                  <a:pt x="29847" y="179529"/>
                </a:cubicBezTo>
                <a:cubicBezTo>
                  <a:pt x="24841" y="200208"/>
                  <a:pt x="-13157" y="174349"/>
                  <a:pt x="4773" y="16289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5" name="任意多边形: 形状 104">
            <a:extLst>
              <a:ext uri="{FF2B5EF4-FFF2-40B4-BE49-F238E27FC236}">
                <a16:creationId xmlns:a16="http://schemas.microsoft.com/office/drawing/2014/main" id="{83100DCE-303F-B3B5-33A7-9823B09465A6}"/>
              </a:ext>
            </a:extLst>
          </p:cNvPr>
          <p:cNvSpPr/>
          <p:nvPr/>
        </p:nvSpPr>
        <p:spPr>
          <a:xfrm>
            <a:off x="7592862" y="1121546"/>
            <a:ext cx="572603" cy="639674"/>
          </a:xfrm>
          <a:custGeom>
            <a:avLst/>
            <a:gdLst>
              <a:gd name="csX0" fmla="*/ 2478 w 572603"/>
              <a:gd name="csY0" fmla="*/ 592681 h 639674"/>
              <a:gd name="csX1" fmla="*/ 40786 w 572603"/>
              <a:gd name="csY1" fmla="*/ 510086 h 639674"/>
              <a:gd name="csX2" fmla="*/ 112609 w 572603"/>
              <a:gd name="csY2" fmla="*/ 331692 h 639674"/>
              <a:gd name="csX3" fmla="*/ 170935 w 572603"/>
              <a:gd name="csY3" fmla="*/ 173406 h 639674"/>
              <a:gd name="csX4" fmla="*/ 210075 w 572603"/>
              <a:gd name="csY4" fmla="*/ 70278 h 639674"/>
              <a:gd name="csX5" fmla="*/ 262589 w 572603"/>
              <a:gd name="csY5" fmla="*/ 8165 h 639674"/>
              <a:gd name="csX6" fmla="*/ 354828 w 572603"/>
              <a:gd name="csY6" fmla="*/ 29882 h 639674"/>
              <a:gd name="csX7" fmla="*/ 437510 w 572603"/>
              <a:gd name="csY7" fmla="*/ 131885 h 639674"/>
              <a:gd name="csX8" fmla="*/ 515481 w 572603"/>
              <a:gd name="csY8" fmla="*/ 262949 h 639674"/>
              <a:gd name="csX9" fmla="*/ 571902 w 572603"/>
              <a:gd name="csY9" fmla="*/ 387584 h 639674"/>
              <a:gd name="csX10" fmla="*/ 559361 w 572603"/>
              <a:gd name="csY10" fmla="*/ 392866 h 639674"/>
              <a:gd name="csX11" fmla="*/ 503540 w 572603"/>
              <a:gd name="csY11" fmla="*/ 269469 h 639674"/>
              <a:gd name="csX12" fmla="*/ 414847 w 572603"/>
              <a:gd name="csY12" fmla="*/ 151598 h 639674"/>
              <a:gd name="csX13" fmla="*/ 322946 w 572603"/>
              <a:gd name="csY13" fmla="*/ 72793 h 639674"/>
              <a:gd name="csX14" fmla="*/ 293688 w 572603"/>
              <a:gd name="csY14" fmla="*/ 57948 h 639674"/>
              <a:gd name="csX15" fmla="*/ 261326 w 572603"/>
              <a:gd name="csY15" fmla="*/ 96527 h 639674"/>
              <a:gd name="csX16" fmla="*/ 212765 w 572603"/>
              <a:gd name="csY16" fmla="*/ 190601 h 639674"/>
              <a:gd name="csX17" fmla="*/ 146510 w 572603"/>
              <a:gd name="csY17" fmla="*/ 345192 h 639674"/>
              <a:gd name="csX18" fmla="*/ 86580 w 572603"/>
              <a:gd name="csY18" fmla="*/ 523862 h 639674"/>
              <a:gd name="csX19" fmla="*/ 77339 w 572603"/>
              <a:gd name="csY19" fmla="*/ 606687 h 639674"/>
              <a:gd name="csX20" fmla="*/ 2479 w 572603"/>
              <a:gd name="csY20" fmla="*/ 592679 h 639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72603" h="639674">
                <a:moveTo>
                  <a:pt x="2478" y="592681"/>
                </a:moveTo>
                <a:cubicBezTo>
                  <a:pt x="12735" y="564440"/>
                  <a:pt x="28305" y="537800"/>
                  <a:pt x="40786" y="510086"/>
                </a:cubicBezTo>
                <a:cubicBezTo>
                  <a:pt x="67241" y="451755"/>
                  <a:pt x="89612" y="391509"/>
                  <a:pt x="112609" y="331692"/>
                </a:cubicBezTo>
                <a:cubicBezTo>
                  <a:pt x="132801" y="279205"/>
                  <a:pt x="149893" y="225584"/>
                  <a:pt x="170935" y="173406"/>
                </a:cubicBezTo>
                <a:cubicBezTo>
                  <a:pt x="181899" y="138189"/>
                  <a:pt x="194882" y="103772"/>
                  <a:pt x="210075" y="70278"/>
                </a:cubicBezTo>
                <a:cubicBezTo>
                  <a:pt x="222038" y="43624"/>
                  <a:pt x="239651" y="24855"/>
                  <a:pt x="262589" y="8165"/>
                </a:cubicBezTo>
                <a:cubicBezTo>
                  <a:pt x="299935" y="-11148"/>
                  <a:pt x="324955" y="6931"/>
                  <a:pt x="354828" y="29882"/>
                </a:cubicBezTo>
                <a:cubicBezTo>
                  <a:pt x="384755" y="61844"/>
                  <a:pt x="414373" y="94624"/>
                  <a:pt x="437510" y="131885"/>
                </a:cubicBezTo>
                <a:cubicBezTo>
                  <a:pt x="465179" y="174392"/>
                  <a:pt x="491128" y="218393"/>
                  <a:pt x="515481" y="262949"/>
                </a:cubicBezTo>
                <a:cubicBezTo>
                  <a:pt x="536647" y="303387"/>
                  <a:pt x="553987" y="345653"/>
                  <a:pt x="571902" y="387584"/>
                </a:cubicBezTo>
                <a:cubicBezTo>
                  <a:pt x="575682" y="396432"/>
                  <a:pt x="563141" y="401714"/>
                  <a:pt x="559361" y="392866"/>
                </a:cubicBezTo>
                <a:cubicBezTo>
                  <a:pt x="541626" y="351355"/>
                  <a:pt x="524468" y="309512"/>
                  <a:pt x="503540" y="269469"/>
                </a:cubicBezTo>
                <a:cubicBezTo>
                  <a:pt x="479626" y="225673"/>
                  <a:pt x="452294" y="185211"/>
                  <a:pt x="414847" y="151598"/>
                </a:cubicBezTo>
                <a:cubicBezTo>
                  <a:pt x="383740" y="125913"/>
                  <a:pt x="357393" y="94338"/>
                  <a:pt x="322946" y="72793"/>
                </a:cubicBezTo>
                <a:cubicBezTo>
                  <a:pt x="313249" y="67876"/>
                  <a:pt x="303462" y="62152"/>
                  <a:pt x="293688" y="57948"/>
                </a:cubicBezTo>
                <a:cubicBezTo>
                  <a:pt x="281291" y="69791"/>
                  <a:pt x="268679" y="80292"/>
                  <a:pt x="261326" y="96527"/>
                </a:cubicBezTo>
                <a:cubicBezTo>
                  <a:pt x="244379" y="127316"/>
                  <a:pt x="227260" y="158374"/>
                  <a:pt x="212765" y="190601"/>
                </a:cubicBezTo>
                <a:cubicBezTo>
                  <a:pt x="191092" y="242309"/>
                  <a:pt x="167105" y="293052"/>
                  <a:pt x="146510" y="345192"/>
                </a:cubicBezTo>
                <a:cubicBezTo>
                  <a:pt x="122629" y="403112"/>
                  <a:pt x="96500" y="461712"/>
                  <a:pt x="86580" y="523862"/>
                </a:cubicBezTo>
                <a:cubicBezTo>
                  <a:pt x="82133" y="551429"/>
                  <a:pt x="79106" y="579097"/>
                  <a:pt x="77339" y="606687"/>
                </a:cubicBezTo>
                <a:cubicBezTo>
                  <a:pt x="73898" y="660430"/>
                  <a:pt x="-15906" y="643297"/>
                  <a:pt x="2479" y="59267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77CF8D35-0775-2EBF-98FA-FFF3F91743A5}"/>
              </a:ext>
            </a:extLst>
          </p:cNvPr>
          <p:cNvSpPr/>
          <p:nvPr/>
        </p:nvSpPr>
        <p:spPr>
          <a:xfrm>
            <a:off x="7149637" y="1376846"/>
            <a:ext cx="130935" cy="194271"/>
          </a:xfrm>
          <a:custGeom>
            <a:avLst/>
            <a:gdLst>
              <a:gd name="csX0" fmla="*/ 5743 w 130935"/>
              <a:gd name="csY0" fmla="*/ 160882 h 194271"/>
              <a:gd name="csX1" fmla="*/ 49349 w 130935"/>
              <a:gd name="csY1" fmla="*/ 114402 h 194271"/>
              <a:gd name="csX2" fmla="*/ 102196 w 130935"/>
              <a:gd name="csY2" fmla="*/ 28262 h 194271"/>
              <a:gd name="csX3" fmla="*/ 118275 w 130935"/>
              <a:gd name="csY3" fmla="*/ 3453 h 194271"/>
              <a:gd name="csX4" fmla="*/ 129586 w 130935"/>
              <a:gd name="csY4" fmla="*/ 11018 h 194271"/>
              <a:gd name="csX5" fmla="*/ 113730 w 130935"/>
              <a:gd name="csY5" fmla="*/ 35481 h 194271"/>
              <a:gd name="csX6" fmla="*/ 62335 w 130935"/>
              <a:gd name="csY6" fmla="*/ 121992 h 194271"/>
              <a:gd name="csX7" fmla="*/ 43434 w 130935"/>
              <a:gd name="csY7" fmla="*/ 181876 h 194271"/>
              <a:gd name="csX8" fmla="*/ 5743 w 130935"/>
              <a:gd name="csY8" fmla="*/ 160881 h 194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0935" h="194271">
                <a:moveTo>
                  <a:pt x="5743" y="160882"/>
                </a:moveTo>
                <a:cubicBezTo>
                  <a:pt x="22279" y="147246"/>
                  <a:pt x="35590" y="130471"/>
                  <a:pt x="49349" y="114402"/>
                </a:cubicBezTo>
                <a:cubicBezTo>
                  <a:pt x="67484" y="86020"/>
                  <a:pt x="84524" y="56943"/>
                  <a:pt x="102196" y="28262"/>
                </a:cubicBezTo>
                <a:cubicBezTo>
                  <a:pt x="107083" y="19690"/>
                  <a:pt x="112918" y="11720"/>
                  <a:pt x="118275" y="3453"/>
                </a:cubicBezTo>
                <a:cubicBezTo>
                  <a:pt x="123508" y="-4621"/>
                  <a:pt x="134819" y="2943"/>
                  <a:pt x="129586" y="11018"/>
                </a:cubicBezTo>
                <a:cubicBezTo>
                  <a:pt x="124303" y="19169"/>
                  <a:pt x="118537" y="27020"/>
                  <a:pt x="113730" y="35481"/>
                </a:cubicBezTo>
                <a:cubicBezTo>
                  <a:pt x="96138" y="64030"/>
                  <a:pt x="78220" y="92449"/>
                  <a:pt x="62335" y="121992"/>
                </a:cubicBezTo>
                <a:cubicBezTo>
                  <a:pt x="55199" y="141544"/>
                  <a:pt x="46992" y="161103"/>
                  <a:pt x="43434" y="181876"/>
                </a:cubicBezTo>
                <a:cubicBezTo>
                  <a:pt x="38284" y="211946"/>
                  <a:pt x="-17794" y="180290"/>
                  <a:pt x="5743" y="16088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7" name="任意多边形: 形状 106">
            <a:extLst>
              <a:ext uri="{FF2B5EF4-FFF2-40B4-BE49-F238E27FC236}">
                <a16:creationId xmlns:a16="http://schemas.microsoft.com/office/drawing/2014/main" id="{DC179826-2698-14E3-585F-2E9C337BB408}"/>
              </a:ext>
            </a:extLst>
          </p:cNvPr>
          <p:cNvSpPr/>
          <p:nvPr/>
        </p:nvSpPr>
        <p:spPr>
          <a:xfrm>
            <a:off x="7458021" y="1282809"/>
            <a:ext cx="263894" cy="209188"/>
          </a:xfrm>
          <a:custGeom>
            <a:avLst/>
            <a:gdLst>
              <a:gd name="csX0" fmla="*/ 25210 w 263894"/>
              <a:gd name="csY0" fmla="*/ 316 h 209188"/>
              <a:gd name="csX1" fmla="*/ 78320 w 263894"/>
              <a:gd name="csY1" fmla="*/ 24771 h 209188"/>
              <a:gd name="csX2" fmla="*/ 146886 w 263894"/>
              <a:gd name="csY2" fmla="*/ 66876 h 209188"/>
              <a:gd name="csX3" fmla="*/ 201486 w 263894"/>
              <a:gd name="csY3" fmla="*/ 110256 h 209188"/>
              <a:gd name="csX4" fmla="*/ 238472 w 263894"/>
              <a:gd name="csY4" fmla="*/ 150923 h 209188"/>
              <a:gd name="csX5" fmla="*/ 263895 w 263894"/>
              <a:gd name="csY5" fmla="*/ 177360 h 209188"/>
              <a:gd name="csX6" fmla="*/ 256267 w 263894"/>
              <a:gd name="csY6" fmla="*/ 190797 h 209188"/>
              <a:gd name="csX7" fmla="*/ 245107 w 263894"/>
              <a:gd name="csY7" fmla="*/ 201530 h 209188"/>
              <a:gd name="csX8" fmla="*/ 231923 w 263894"/>
              <a:gd name="csY8" fmla="*/ 209189 h 209188"/>
              <a:gd name="csX9" fmla="*/ 204864 w 263894"/>
              <a:gd name="csY9" fmla="*/ 181795 h 209188"/>
              <a:gd name="csX10" fmla="*/ 170504 w 263894"/>
              <a:gd name="csY10" fmla="*/ 138652 h 209188"/>
              <a:gd name="csX11" fmla="*/ 125749 w 263894"/>
              <a:gd name="csY11" fmla="*/ 98478 h 209188"/>
              <a:gd name="csX12" fmla="*/ 59687 w 263894"/>
              <a:gd name="csY12" fmla="*/ 58328 h 209188"/>
              <a:gd name="csX13" fmla="*/ 13807 w 263894"/>
              <a:gd name="csY13" fmla="*/ 35812 h 209188"/>
              <a:gd name="csX14" fmla="*/ 25210 w 263894"/>
              <a:gd name="csY14" fmla="*/ 315 h 2091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63894" h="209188">
                <a:moveTo>
                  <a:pt x="25210" y="316"/>
                </a:moveTo>
                <a:cubicBezTo>
                  <a:pt x="45312" y="3069"/>
                  <a:pt x="60857" y="15208"/>
                  <a:pt x="78320" y="24771"/>
                </a:cubicBezTo>
                <a:cubicBezTo>
                  <a:pt x="100797" y="39536"/>
                  <a:pt x="123959" y="52988"/>
                  <a:pt x="146886" y="66876"/>
                </a:cubicBezTo>
                <a:cubicBezTo>
                  <a:pt x="167865" y="78010"/>
                  <a:pt x="185018" y="93456"/>
                  <a:pt x="201486" y="110256"/>
                </a:cubicBezTo>
                <a:cubicBezTo>
                  <a:pt x="213361" y="125090"/>
                  <a:pt x="224632" y="138563"/>
                  <a:pt x="238472" y="150923"/>
                </a:cubicBezTo>
                <a:cubicBezTo>
                  <a:pt x="247778" y="158852"/>
                  <a:pt x="255841" y="168398"/>
                  <a:pt x="263895" y="177360"/>
                </a:cubicBezTo>
                <a:cubicBezTo>
                  <a:pt x="261352" y="181839"/>
                  <a:pt x="258810" y="186318"/>
                  <a:pt x="256267" y="190797"/>
                </a:cubicBezTo>
                <a:cubicBezTo>
                  <a:pt x="250862" y="200319"/>
                  <a:pt x="254574" y="196030"/>
                  <a:pt x="245107" y="201530"/>
                </a:cubicBezTo>
                <a:cubicBezTo>
                  <a:pt x="240712" y="204083"/>
                  <a:pt x="236317" y="206636"/>
                  <a:pt x="231923" y="209189"/>
                </a:cubicBezTo>
                <a:cubicBezTo>
                  <a:pt x="222780" y="200389"/>
                  <a:pt x="213272" y="191458"/>
                  <a:pt x="204864" y="181795"/>
                </a:cubicBezTo>
                <a:cubicBezTo>
                  <a:pt x="194406" y="166396"/>
                  <a:pt x="183183" y="152548"/>
                  <a:pt x="170504" y="138652"/>
                </a:cubicBezTo>
                <a:cubicBezTo>
                  <a:pt x="156191" y="124727"/>
                  <a:pt x="142048" y="110348"/>
                  <a:pt x="125749" y="98478"/>
                </a:cubicBezTo>
                <a:cubicBezTo>
                  <a:pt x="104920" y="83011"/>
                  <a:pt x="84234" y="67749"/>
                  <a:pt x="59687" y="58328"/>
                </a:cubicBezTo>
                <a:cubicBezTo>
                  <a:pt x="44491" y="50060"/>
                  <a:pt x="29128" y="43048"/>
                  <a:pt x="13807" y="35812"/>
                </a:cubicBezTo>
                <a:cubicBezTo>
                  <a:pt x="-10032" y="24554"/>
                  <a:pt x="-910" y="-3262"/>
                  <a:pt x="25210" y="31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8" name="任意多边形: 形状 107">
            <a:extLst>
              <a:ext uri="{FF2B5EF4-FFF2-40B4-BE49-F238E27FC236}">
                <a16:creationId xmlns:a16="http://schemas.microsoft.com/office/drawing/2014/main" id="{E297EE80-A524-61A6-9781-0FEA9AE34523}"/>
              </a:ext>
            </a:extLst>
          </p:cNvPr>
          <p:cNvSpPr/>
          <p:nvPr/>
        </p:nvSpPr>
        <p:spPr>
          <a:xfrm>
            <a:off x="8431425" y="1064301"/>
            <a:ext cx="445019" cy="281435"/>
          </a:xfrm>
          <a:custGeom>
            <a:avLst/>
            <a:gdLst>
              <a:gd name="csX0" fmla="*/ 10211 w 445019"/>
              <a:gd name="csY0" fmla="*/ 186820 h 281435"/>
              <a:gd name="csX1" fmla="*/ 56722 w 445019"/>
              <a:gd name="csY1" fmla="*/ 148896 h 281435"/>
              <a:gd name="csX2" fmla="*/ 129318 w 445019"/>
              <a:gd name="csY2" fmla="*/ 75082 h 281435"/>
              <a:gd name="csX3" fmla="*/ 179984 w 445019"/>
              <a:gd name="csY3" fmla="*/ 18127 h 281435"/>
              <a:gd name="csX4" fmla="*/ 244975 w 445019"/>
              <a:gd name="csY4" fmla="*/ 725 h 281435"/>
              <a:gd name="csX5" fmla="*/ 319183 w 445019"/>
              <a:gd name="csY5" fmla="*/ 62044 h 281435"/>
              <a:gd name="csX6" fmla="*/ 394010 w 445019"/>
              <a:gd name="csY6" fmla="*/ 159351 h 281435"/>
              <a:gd name="csX7" fmla="*/ 442515 w 445019"/>
              <a:gd name="csY7" fmla="*/ 237074 h 281435"/>
              <a:gd name="csX8" fmla="*/ 442226 w 445019"/>
              <a:gd name="csY8" fmla="*/ 273257 h 281435"/>
              <a:gd name="csX9" fmla="*/ 429467 w 445019"/>
              <a:gd name="csY9" fmla="*/ 277984 h 281435"/>
              <a:gd name="csX10" fmla="*/ 404675 w 445019"/>
              <a:gd name="csY10" fmla="*/ 256664 h 281435"/>
              <a:gd name="csX11" fmla="*/ 362919 w 445019"/>
              <a:gd name="csY11" fmla="*/ 179530 h 281435"/>
              <a:gd name="csX12" fmla="*/ 294827 w 445019"/>
              <a:gd name="csY12" fmla="*/ 85175 h 281435"/>
              <a:gd name="csX13" fmla="*/ 235732 w 445019"/>
              <a:gd name="csY13" fmla="*/ 42551 h 281435"/>
              <a:gd name="csX14" fmla="*/ 206237 w 445019"/>
              <a:gd name="csY14" fmla="*/ 48750 h 281435"/>
              <a:gd name="csX15" fmla="*/ 151084 w 445019"/>
              <a:gd name="csY15" fmla="*/ 95610 h 281435"/>
              <a:gd name="csX16" fmla="*/ 82803 w 445019"/>
              <a:gd name="csY16" fmla="*/ 172772 h 281435"/>
              <a:gd name="csX17" fmla="*/ 48667 w 445019"/>
              <a:gd name="csY17" fmla="*/ 223045 h 281435"/>
              <a:gd name="csX18" fmla="*/ 10210 w 445019"/>
              <a:gd name="csY18" fmla="*/ 186821 h 2814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45019" h="281435">
                <a:moveTo>
                  <a:pt x="10211" y="186820"/>
                </a:moveTo>
                <a:cubicBezTo>
                  <a:pt x="27756" y="176936"/>
                  <a:pt x="42005" y="162369"/>
                  <a:pt x="56722" y="148896"/>
                </a:cubicBezTo>
                <a:cubicBezTo>
                  <a:pt x="83991" y="127432"/>
                  <a:pt x="105936" y="100515"/>
                  <a:pt x="129318" y="75082"/>
                </a:cubicBezTo>
                <a:cubicBezTo>
                  <a:pt x="144891" y="54938"/>
                  <a:pt x="162232" y="36318"/>
                  <a:pt x="179984" y="18127"/>
                </a:cubicBezTo>
                <a:cubicBezTo>
                  <a:pt x="199923" y="-961"/>
                  <a:pt x="219390" y="-1061"/>
                  <a:pt x="244975" y="725"/>
                </a:cubicBezTo>
                <a:cubicBezTo>
                  <a:pt x="275506" y="12669"/>
                  <a:pt x="296744" y="39336"/>
                  <a:pt x="319183" y="62044"/>
                </a:cubicBezTo>
                <a:cubicBezTo>
                  <a:pt x="346366" y="92673"/>
                  <a:pt x="369577" y="126513"/>
                  <a:pt x="394010" y="159351"/>
                </a:cubicBezTo>
                <a:cubicBezTo>
                  <a:pt x="411489" y="184673"/>
                  <a:pt x="429014" y="209437"/>
                  <a:pt x="442515" y="237074"/>
                </a:cubicBezTo>
                <a:cubicBezTo>
                  <a:pt x="447381" y="248806"/>
                  <a:pt x="443959" y="261099"/>
                  <a:pt x="442226" y="273257"/>
                </a:cubicBezTo>
                <a:cubicBezTo>
                  <a:pt x="440869" y="282783"/>
                  <a:pt x="437371" y="283470"/>
                  <a:pt x="429467" y="277984"/>
                </a:cubicBezTo>
                <a:cubicBezTo>
                  <a:pt x="420578" y="271816"/>
                  <a:pt x="410840" y="265713"/>
                  <a:pt x="404675" y="256664"/>
                </a:cubicBezTo>
                <a:cubicBezTo>
                  <a:pt x="389857" y="231444"/>
                  <a:pt x="378392" y="204465"/>
                  <a:pt x="362919" y="179530"/>
                </a:cubicBezTo>
                <a:cubicBezTo>
                  <a:pt x="343205" y="145800"/>
                  <a:pt x="322482" y="113177"/>
                  <a:pt x="294827" y="85175"/>
                </a:cubicBezTo>
                <a:cubicBezTo>
                  <a:pt x="277223" y="67612"/>
                  <a:pt x="261129" y="49923"/>
                  <a:pt x="235732" y="42551"/>
                </a:cubicBezTo>
                <a:cubicBezTo>
                  <a:pt x="224772" y="43233"/>
                  <a:pt x="215944" y="37919"/>
                  <a:pt x="206237" y="48750"/>
                </a:cubicBezTo>
                <a:cubicBezTo>
                  <a:pt x="187433" y="63878"/>
                  <a:pt x="168778" y="79138"/>
                  <a:pt x="151084" y="95610"/>
                </a:cubicBezTo>
                <a:cubicBezTo>
                  <a:pt x="126954" y="120152"/>
                  <a:pt x="101637" y="143717"/>
                  <a:pt x="82803" y="172772"/>
                </a:cubicBezTo>
                <a:cubicBezTo>
                  <a:pt x="70721" y="188939"/>
                  <a:pt x="57810" y="204905"/>
                  <a:pt x="48667" y="223045"/>
                </a:cubicBezTo>
                <a:cubicBezTo>
                  <a:pt x="31857" y="256406"/>
                  <a:pt x="-22338" y="205158"/>
                  <a:pt x="10210" y="18682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9" name="任意多边形: 形状 108">
            <a:extLst>
              <a:ext uri="{FF2B5EF4-FFF2-40B4-BE49-F238E27FC236}">
                <a16:creationId xmlns:a16="http://schemas.microsoft.com/office/drawing/2014/main" id="{3B555F25-3B55-1FF6-1A61-F78478F490C1}"/>
              </a:ext>
            </a:extLst>
          </p:cNvPr>
          <p:cNvSpPr/>
          <p:nvPr/>
        </p:nvSpPr>
        <p:spPr>
          <a:xfrm>
            <a:off x="6682906" y="1375979"/>
            <a:ext cx="337008" cy="251072"/>
          </a:xfrm>
          <a:custGeom>
            <a:avLst/>
            <a:gdLst>
              <a:gd name="csX0" fmla="*/ 225 w 337008"/>
              <a:gd name="csY0" fmla="*/ 228711 h 251072"/>
              <a:gd name="csX1" fmla="*/ 8328 w 337008"/>
              <a:gd name="csY1" fmla="*/ 169139 h 251072"/>
              <a:gd name="csX2" fmla="*/ 18822 w 337008"/>
              <a:gd name="csY2" fmla="*/ 84459 h 251072"/>
              <a:gd name="csX3" fmla="*/ 41739 w 337008"/>
              <a:gd name="csY3" fmla="*/ 20603 h 251072"/>
              <a:gd name="csX4" fmla="*/ 116574 w 337008"/>
              <a:gd name="csY4" fmla="*/ 2438 h 251072"/>
              <a:gd name="csX5" fmla="*/ 203925 w 337008"/>
              <a:gd name="csY5" fmla="*/ 43773 h 251072"/>
              <a:gd name="csX6" fmla="*/ 287550 w 337008"/>
              <a:gd name="csY6" fmla="*/ 117553 h 251072"/>
              <a:gd name="csX7" fmla="*/ 335457 w 337008"/>
              <a:gd name="csY7" fmla="*/ 176779 h 251072"/>
              <a:gd name="csX8" fmla="*/ 325029 w 337008"/>
              <a:gd name="csY8" fmla="*/ 185521 h 251072"/>
              <a:gd name="csX9" fmla="*/ 273188 w 337008"/>
              <a:gd name="csY9" fmla="*/ 131914 h 251072"/>
              <a:gd name="csX10" fmla="*/ 192933 w 337008"/>
              <a:gd name="csY10" fmla="*/ 60102 h 251072"/>
              <a:gd name="csX11" fmla="*/ 115266 w 337008"/>
              <a:gd name="csY11" fmla="*/ 30636 h 251072"/>
              <a:gd name="csX12" fmla="*/ 77482 w 337008"/>
              <a:gd name="csY12" fmla="*/ 48194 h 251072"/>
              <a:gd name="csX13" fmla="*/ 58318 w 337008"/>
              <a:gd name="csY13" fmla="*/ 91903 h 251072"/>
              <a:gd name="csX14" fmla="*/ 43994 w 337008"/>
              <a:gd name="csY14" fmla="*/ 173133 h 251072"/>
              <a:gd name="csX15" fmla="*/ 36584 w 337008"/>
              <a:gd name="csY15" fmla="*/ 234331 h 251072"/>
              <a:gd name="csX16" fmla="*/ 227 w 337008"/>
              <a:gd name="csY16" fmla="*/ 228711 h 2510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37008" h="251072">
                <a:moveTo>
                  <a:pt x="225" y="228711"/>
                </a:moveTo>
                <a:cubicBezTo>
                  <a:pt x="2841" y="208922"/>
                  <a:pt x="5020" y="188874"/>
                  <a:pt x="8328" y="169139"/>
                </a:cubicBezTo>
                <a:cubicBezTo>
                  <a:pt x="12861" y="141003"/>
                  <a:pt x="16570" y="112855"/>
                  <a:pt x="18822" y="84459"/>
                </a:cubicBezTo>
                <a:cubicBezTo>
                  <a:pt x="20329" y="60650"/>
                  <a:pt x="29536" y="40563"/>
                  <a:pt x="41739" y="20603"/>
                </a:cubicBezTo>
                <a:cubicBezTo>
                  <a:pt x="64918" y="-3777"/>
                  <a:pt x="86943" y="-1453"/>
                  <a:pt x="116574" y="2438"/>
                </a:cubicBezTo>
                <a:cubicBezTo>
                  <a:pt x="148371" y="11743"/>
                  <a:pt x="176256" y="26044"/>
                  <a:pt x="203925" y="43773"/>
                </a:cubicBezTo>
                <a:cubicBezTo>
                  <a:pt x="232818" y="67450"/>
                  <a:pt x="260645" y="91639"/>
                  <a:pt x="287550" y="117553"/>
                </a:cubicBezTo>
                <a:cubicBezTo>
                  <a:pt x="307817" y="134134"/>
                  <a:pt x="321976" y="154804"/>
                  <a:pt x="335457" y="176779"/>
                </a:cubicBezTo>
                <a:cubicBezTo>
                  <a:pt x="340488" y="184980"/>
                  <a:pt x="332291" y="191834"/>
                  <a:pt x="325029" y="185521"/>
                </a:cubicBezTo>
                <a:cubicBezTo>
                  <a:pt x="306120" y="169081"/>
                  <a:pt x="288444" y="151952"/>
                  <a:pt x="273188" y="131914"/>
                </a:cubicBezTo>
                <a:cubicBezTo>
                  <a:pt x="248031" y="106356"/>
                  <a:pt x="223696" y="79087"/>
                  <a:pt x="192933" y="60102"/>
                </a:cubicBezTo>
                <a:cubicBezTo>
                  <a:pt x="168459" y="44668"/>
                  <a:pt x="145653" y="26404"/>
                  <a:pt x="115266" y="30636"/>
                </a:cubicBezTo>
                <a:cubicBezTo>
                  <a:pt x="101727" y="35501"/>
                  <a:pt x="87636" y="37078"/>
                  <a:pt x="77482" y="48194"/>
                </a:cubicBezTo>
                <a:cubicBezTo>
                  <a:pt x="70268" y="62127"/>
                  <a:pt x="59836" y="74541"/>
                  <a:pt x="58318" y="91903"/>
                </a:cubicBezTo>
                <a:cubicBezTo>
                  <a:pt x="50967" y="118512"/>
                  <a:pt x="46307" y="145489"/>
                  <a:pt x="43994" y="173133"/>
                </a:cubicBezTo>
                <a:cubicBezTo>
                  <a:pt x="42470" y="193676"/>
                  <a:pt x="39514" y="214090"/>
                  <a:pt x="36584" y="234331"/>
                </a:cubicBezTo>
                <a:cubicBezTo>
                  <a:pt x="32857" y="260076"/>
                  <a:pt x="-3182" y="254500"/>
                  <a:pt x="227" y="2287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0" name="任意多边形: 形状 109">
            <a:extLst>
              <a:ext uri="{FF2B5EF4-FFF2-40B4-BE49-F238E27FC236}">
                <a16:creationId xmlns:a16="http://schemas.microsoft.com/office/drawing/2014/main" id="{AC32A6D5-AD12-C94B-9A85-BD5FD6E12F0F}"/>
              </a:ext>
            </a:extLst>
          </p:cNvPr>
          <p:cNvSpPr/>
          <p:nvPr/>
        </p:nvSpPr>
        <p:spPr>
          <a:xfrm>
            <a:off x="7738960" y="2367277"/>
            <a:ext cx="66858" cy="207618"/>
          </a:xfrm>
          <a:custGeom>
            <a:avLst/>
            <a:gdLst>
              <a:gd name="csX0" fmla="*/ 47833 w 66858"/>
              <a:gd name="csY0" fmla="*/ 18177 h 207618"/>
              <a:gd name="csX1" fmla="*/ 62329 w 66858"/>
              <a:gd name="csY1" fmla="*/ 76306 h 207618"/>
              <a:gd name="csX2" fmla="*/ 53745 w 66858"/>
              <a:gd name="csY2" fmla="*/ 179100 h 207618"/>
              <a:gd name="csX3" fmla="*/ 56229 w 66858"/>
              <a:gd name="csY3" fmla="*/ 199583 h 207618"/>
              <a:gd name="csX4" fmla="*/ 42720 w 66858"/>
              <a:gd name="csY4" fmla="*/ 201221 h 207618"/>
              <a:gd name="csX5" fmla="*/ 40242 w 66858"/>
              <a:gd name="csY5" fmla="*/ 180791 h 207618"/>
              <a:gd name="csX6" fmla="*/ 5235 w 66858"/>
              <a:gd name="csY6" fmla="*/ 85939 h 207618"/>
              <a:gd name="csX7" fmla="*/ 3982 w 66858"/>
              <a:gd name="csY7" fmla="*/ 24254 h 207618"/>
              <a:gd name="csX8" fmla="*/ 47832 w 66858"/>
              <a:gd name="csY8" fmla="*/ 18180 h 2076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6858" h="207618">
                <a:moveTo>
                  <a:pt x="47833" y="18177"/>
                </a:moveTo>
                <a:cubicBezTo>
                  <a:pt x="58471" y="35904"/>
                  <a:pt x="60238" y="56043"/>
                  <a:pt x="62329" y="76306"/>
                </a:cubicBezTo>
                <a:cubicBezTo>
                  <a:pt x="68263" y="113464"/>
                  <a:pt x="70948" y="144858"/>
                  <a:pt x="53745" y="179100"/>
                </a:cubicBezTo>
                <a:cubicBezTo>
                  <a:pt x="54572" y="185928"/>
                  <a:pt x="55401" y="192755"/>
                  <a:pt x="56229" y="199583"/>
                </a:cubicBezTo>
                <a:cubicBezTo>
                  <a:pt x="57387" y="209134"/>
                  <a:pt x="43879" y="210773"/>
                  <a:pt x="42720" y="201221"/>
                </a:cubicBezTo>
                <a:cubicBezTo>
                  <a:pt x="41894" y="194411"/>
                  <a:pt x="41068" y="187601"/>
                  <a:pt x="40242" y="180791"/>
                </a:cubicBezTo>
                <a:cubicBezTo>
                  <a:pt x="15935" y="152486"/>
                  <a:pt x="10784" y="122089"/>
                  <a:pt x="5235" y="85939"/>
                </a:cubicBezTo>
                <a:cubicBezTo>
                  <a:pt x="1277" y="65141"/>
                  <a:pt x="-3603" y="44565"/>
                  <a:pt x="3982" y="24254"/>
                </a:cubicBezTo>
                <a:cubicBezTo>
                  <a:pt x="14934" y="-5070"/>
                  <a:pt x="31724" y="-8660"/>
                  <a:pt x="47832" y="1818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1" name="任意多边形: 形状 110">
            <a:extLst>
              <a:ext uri="{FF2B5EF4-FFF2-40B4-BE49-F238E27FC236}">
                <a16:creationId xmlns:a16="http://schemas.microsoft.com/office/drawing/2014/main" id="{8B30B57B-0523-F499-0E35-CC74AF5D9C70}"/>
              </a:ext>
            </a:extLst>
          </p:cNvPr>
          <p:cNvSpPr/>
          <p:nvPr/>
        </p:nvSpPr>
        <p:spPr>
          <a:xfrm>
            <a:off x="7869818" y="2327116"/>
            <a:ext cx="52223" cy="212725"/>
          </a:xfrm>
          <a:custGeom>
            <a:avLst/>
            <a:gdLst>
              <a:gd name="csX0" fmla="*/ 51944 w 52223"/>
              <a:gd name="csY0" fmla="*/ 24714 h 212725"/>
              <a:gd name="csX1" fmla="*/ 49750 w 52223"/>
              <a:gd name="csY1" fmla="*/ 107165 h 212725"/>
              <a:gd name="csX2" fmla="*/ 46608 w 52223"/>
              <a:gd name="csY2" fmla="*/ 204749 h 212725"/>
              <a:gd name="csX3" fmla="*/ 33086 w 52223"/>
              <a:gd name="csY3" fmla="*/ 206273 h 212725"/>
              <a:gd name="csX4" fmla="*/ 12139 w 52223"/>
              <a:gd name="csY4" fmla="*/ 109242 h 212725"/>
              <a:gd name="csX5" fmla="*/ 393 w 52223"/>
              <a:gd name="csY5" fmla="*/ 30267 h 212725"/>
              <a:gd name="csX6" fmla="*/ 51945 w 52223"/>
              <a:gd name="csY6" fmla="*/ 24713 h 212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2223" h="212725">
                <a:moveTo>
                  <a:pt x="51944" y="24714"/>
                </a:moveTo>
                <a:cubicBezTo>
                  <a:pt x="53213" y="50015"/>
                  <a:pt x="49738" y="79953"/>
                  <a:pt x="49750" y="107165"/>
                </a:cubicBezTo>
                <a:cubicBezTo>
                  <a:pt x="51486" y="140498"/>
                  <a:pt x="43242" y="171770"/>
                  <a:pt x="46608" y="204749"/>
                </a:cubicBezTo>
                <a:cubicBezTo>
                  <a:pt x="47585" y="214320"/>
                  <a:pt x="34265" y="215822"/>
                  <a:pt x="33086" y="206273"/>
                </a:cubicBezTo>
                <a:cubicBezTo>
                  <a:pt x="28976" y="172967"/>
                  <a:pt x="14397" y="143176"/>
                  <a:pt x="12139" y="109242"/>
                </a:cubicBezTo>
                <a:cubicBezTo>
                  <a:pt x="9265" y="82998"/>
                  <a:pt x="4107" y="54451"/>
                  <a:pt x="393" y="30267"/>
                </a:cubicBezTo>
                <a:cubicBezTo>
                  <a:pt x="-5171" y="-5971"/>
                  <a:pt x="50107" y="-11904"/>
                  <a:pt x="51945" y="24713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2" name="任意多边形: 形状 111">
            <a:extLst>
              <a:ext uri="{FF2B5EF4-FFF2-40B4-BE49-F238E27FC236}">
                <a16:creationId xmlns:a16="http://schemas.microsoft.com/office/drawing/2014/main" id="{58519FED-F861-8B1F-0F2E-F42612860B5A}"/>
              </a:ext>
            </a:extLst>
          </p:cNvPr>
          <p:cNvSpPr/>
          <p:nvPr/>
        </p:nvSpPr>
        <p:spPr>
          <a:xfrm>
            <a:off x="7979304" y="2182545"/>
            <a:ext cx="88535" cy="275731"/>
          </a:xfrm>
          <a:custGeom>
            <a:avLst/>
            <a:gdLst>
              <a:gd name="csX0" fmla="*/ 88000 w 88535"/>
              <a:gd name="csY0" fmla="*/ 43080 h 275731"/>
              <a:gd name="csX1" fmla="*/ 80173 w 88535"/>
              <a:gd name="csY1" fmla="*/ 123295 h 275731"/>
              <a:gd name="csX2" fmla="*/ 42379 w 88535"/>
              <a:gd name="csY2" fmla="*/ 269018 h 275731"/>
              <a:gd name="csX3" fmla="*/ 28783 w 88535"/>
              <a:gd name="csY3" fmla="*/ 268458 h 275731"/>
              <a:gd name="csX4" fmla="*/ 7331 w 88535"/>
              <a:gd name="csY4" fmla="*/ 120049 h 275731"/>
              <a:gd name="csX5" fmla="*/ 177 w 88535"/>
              <a:gd name="csY5" fmla="*/ 50420 h 275731"/>
              <a:gd name="csX6" fmla="*/ 87999 w 88535"/>
              <a:gd name="csY6" fmla="*/ 43079 h 275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8535" h="275731">
                <a:moveTo>
                  <a:pt x="88000" y="43080"/>
                </a:moveTo>
                <a:cubicBezTo>
                  <a:pt x="90330" y="70310"/>
                  <a:pt x="84570" y="96546"/>
                  <a:pt x="80173" y="123295"/>
                </a:cubicBezTo>
                <a:cubicBezTo>
                  <a:pt x="78611" y="175047"/>
                  <a:pt x="56890" y="220527"/>
                  <a:pt x="42379" y="269018"/>
                </a:cubicBezTo>
                <a:cubicBezTo>
                  <a:pt x="39621" y="278236"/>
                  <a:pt x="30743" y="277878"/>
                  <a:pt x="28783" y="268458"/>
                </a:cubicBezTo>
                <a:cubicBezTo>
                  <a:pt x="18484" y="218922"/>
                  <a:pt x="2919" y="171560"/>
                  <a:pt x="7331" y="120049"/>
                </a:cubicBezTo>
                <a:cubicBezTo>
                  <a:pt x="5453" y="96803"/>
                  <a:pt x="1893" y="73564"/>
                  <a:pt x="177" y="50420"/>
                </a:cubicBezTo>
                <a:cubicBezTo>
                  <a:pt x="-4433" y="-11726"/>
                  <a:pt x="82686" y="-19011"/>
                  <a:pt x="87999" y="4307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3" name="任意多边形: 形状 112">
            <a:extLst>
              <a:ext uri="{FF2B5EF4-FFF2-40B4-BE49-F238E27FC236}">
                <a16:creationId xmlns:a16="http://schemas.microsoft.com/office/drawing/2014/main" id="{3B05B9A7-30B4-94E8-1B07-D1A454042637}"/>
              </a:ext>
            </a:extLst>
          </p:cNvPr>
          <p:cNvSpPr/>
          <p:nvPr/>
        </p:nvSpPr>
        <p:spPr>
          <a:xfrm>
            <a:off x="8118183" y="2329951"/>
            <a:ext cx="45837" cy="178196"/>
          </a:xfrm>
          <a:custGeom>
            <a:avLst/>
            <a:gdLst>
              <a:gd name="csX0" fmla="*/ 45514 w 45837"/>
              <a:gd name="csY0" fmla="*/ 22642 h 178196"/>
              <a:gd name="csX1" fmla="*/ 33145 w 45837"/>
              <a:gd name="csY1" fmla="*/ 92095 h 178196"/>
              <a:gd name="csX2" fmla="*/ 15864 w 45837"/>
              <a:gd name="csY2" fmla="*/ 171596 h 178196"/>
              <a:gd name="csX3" fmla="*/ 2307 w 45837"/>
              <a:gd name="csY3" fmla="*/ 170433 h 178196"/>
              <a:gd name="csX4" fmla="*/ 1615 w 45837"/>
              <a:gd name="csY4" fmla="*/ 88074 h 178196"/>
              <a:gd name="csX5" fmla="*/ 5340 w 45837"/>
              <a:gd name="csY5" fmla="*/ 19908 h 178196"/>
              <a:gd name="csX6" fmla="*/ 45513 w 45837"/>
              <a:gd name="csY6" fmla="*/ 22641 h 1781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5837" h="178196">
                <a:moveTo>
                  <a:pt x="45514" y="22642"/>
                </a:moveTo>
                <a:cubicBezTo>
                  <a:pt x="41815" y="45591"/>
                  <a:pt x="36473" y="68751"/>
                  <a:pt x="33145" y="92095"/>
                </a:cubicBezTo>
                <a:cubicBezTo>
                  <a:pt x="29933" y="119406"/>
                  <a:pt x="20755" y="144694"/>
                  <a:pt x="15864" y="171596"/>
                </a:cubicBezTo>
                <a:cubicBezTo>
                  <a:pt x="14143" y="181063"/>
                  <a:pt x="2382" y="180055"/>
                  <a:pt x="2307" y="170433"/>
                </a:cubicBezTo>
                <a:cubicBezTo>
                  <a:pt x="2091" y="142687"/>
                  <a:pt x="-2292" y="115855"/>
                  <a:pt x="1615" y="88074"/>
                </a:cubicBezTo>
                <a:cubicBezTo>
                  <a:pt x="4022" y="65320"/>
                  <a:pt x="5168" y="42602"/>
                  <a:pt x="5340" y="19908"/>
                </a:cubicBezTo>
                <a:cubicBezTo>
                  <a:pt x="5554" y="-8564"/>
                  <a:pt x="50044" y="-5469"/>
                  <a:pt x="45513" y="2264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4" name="任意多边形: 形状 113">
            <a:extLst>
              <a:ext uri="{FF2B5EF4-FFF2-40B4-BE49-F238E27FC236}">
                <a16:creationId xmlns:a16="http://schemas.microsoft.com/office/drawing/2014/main" id="{F90DD313-B4E5-5F69-8CA1-F2FEFA9255A8}"/>
              </a:ext>
            </a:extLst>
          </p:cNvPr>
          <p:cNvSpPr/>
          <p:nvPr/>
        </p:nvSpPr>
        <p:spPr>
          <a:xfrm>
            <a:off x="8215581" y="2244573"/>
            <a:ext cx="87043" cy="281548"/>
          </a:xfrm>
          <a:custGeom>
            <a:avLst/>
            <a:gdLst>
              <a:gd name="csX0" fmla="*/ 86133 w 87043"/>
              <a:gd name="csY0" fmla="*/ 48394 h 281548"/>
              <a:gd name="csX1" fmla="*/ 57384 w 87043"/>
              <a:gd name="csY1" fmla="*/ 147396 h 281548"/>
              <a:gd name="csX2" fmla="*/ 15961 w 87043"/>
              <a:gd name="csY2" fmla="*/ 275450 h 281548"/>
              <a:gd name="csX3" fmla="*/ 2539 w 87043"/>
              <a:gd name="csY3" fmla="*/ 273214 h 281548"/>
              <a:gd name="csX4" fmla="*/ 5887 w 87043"/>
              <a:gd name="csY4" fmla="*/ 139569 h 281548"/>
              <a:gd name="csX5" fmla="*/ 194 w 87043"/>
              <a:gd name="csY5" fmla="*/ 42261 h 281548"/>
              <a:gd name="csX6" fmla="*/ 86133 w 87043"/>
              <a:gd name="csY6" fmla="*/ 48389 h 2815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7043" h="281548">
                <a:moveTo>
                  <a:pt x="86133" y="48394"/>
                </a:moveTo>
                <a:cubicBezTo>
                  <a:pt x="79801" y="81100"/>
                  <a:pt x="66812" y="114674"/>
                  <a:pt x="57384" y="147396"/>
                </a:cubicBezTo>
                <a:cubicBezTo>
                  <a:pt x="43947" y="191218"/>
                  <a:pt x="23546" y="229929"/>
                  <a:pt x="15961" y="275450"/>
                </a:cubicBezTo>
                <a:cubicBezTo>
                  <a:pt x="14380" y="284941"/>
                  <a:pt x="957" y="282705"/>
                  <a:pt x="2539" y="273214"/>
                </a:cubicBezTo>
                <a:cubicBezTo>
                  <a:pt x="10043" y="228183"/>
                  <a:pt x="4653" y="184950"/>
                  <a:pt x="5887" y="139569"/>
                </a:cubicBezTo>
                <a:cubicBezTo>
                  <a:pt x="6373" y="106894"/>
                  <a:pt x="2924" y="73907"/>
                  <a:pt x="194" y="42261"/>
                </a:cubicBezTo>
                <a:cubicBezTo>
                  <a:pt x="-5044" y="-18436"/>
                  <a:pt x="97711" y="-11423"/>
                  <a:pt x="86133" y="4838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5" name="任意多边形: 形状 114">
            <a:extLst>
              <a:ext uri="{FF2B5EF4-FFF2-40B4-BE49-F238E27FC236}">
                <a16:creationId xmlns:a16="http://schemas.microsoft.com/office/drawing/2014/main" id="{3D0F943C-AF13-F5E9-9A04-7A0AAA3FE255}"/>
              </a:ext>
            </a:extLst>
          </p:cNvPr>
          <p:cNvSpPr/>
          <p:nvPr/>
        </p:nvSpPr>
        <p:spPr>
          <a:xfrm>
            <a:off x="8470186" y="3975045"/>
            <a:ext cx="2147025" cy="630768"/>
          </a:xfrm>
          <a:custGeom>
            <a:avLst/>
            <a:gdLst>
              <a:gd name="csX0" fmla="*/ 49460 w 2147025"/>
              <a:gd name="csY0" fmla="*/ 10609 h 630768"/>
              <a:gd name="csX1" fmla="*/ 106868 w 2147025"/>
              <a:gd name="csY1" fmla="*/ 76467 h 630768"/>
              <a:gd name="csX2" fmla="*/ 245209 w 2147025"/>
              <a:gd name="csY2" fmla="*/ 187376 h 630768"/>
              <a:gd name="csX3" fmla="*/ 392361 w 2147025"/>
              <a:gd name="csY3" fmla="*/ 343881 h 630768"/>
              <a:gd name="csX4" fmla="*/ 530245 w 2147025"/>
              <a:gd name="csY4" fmla="*/ 450133 h 630768"/>
              <a:gd name="csX5" fmla="*/ 681483 w 2147025"/>
              <a:gd name="csY5" fmla="*/ 509009 h 630768"/>
              <a:gd name="csX6" fmla="*/ 901063 w 2147025"/>
              <a:gd name="csY6" fmla="*/ 526990 h 630768"/>
              <a:gd name="csX7" fmla="*/ 1214721 w 2147025"/>
              <a:gd name="csY7" fmla="*/ 495998 h 630768"/>
              <a:gd name="csX8" fmla="*/ 1565546 w 2147025"/>
              <a:gd name="csY8" fmla="*/ 395214 h 630768"/>
              <a:gd name="csX9" fmla="*/ 1843723 w 2147025"/>
              <a:gd name="csY9" fmla="*/ 269218 h 630768"/>
              <a:gd name="csX10" fmla="*/ 1990418 w 2147025"/>
              <a:gd name="csY10" fmla="*/ 191307 h 630768"/>
              <a:gd name="csX11" fmla="*/ 2076938 w 2147025"/>
              <a:gd name="csY11" fmla="*/ 161025 h 630768"/>
              <a:gd name="csX12" fmla="*/ 2136401 w 2147025"/>
              <a:gd name="csY12" fmla="*/ 183899 h 630768"/>
              <a:gd name="csX13" fmla="*/ 2145261 w 2147025"/>
              <a:gd name="csY13" fmla="*/ 200982 h 630768"/>
              <a:gd name="csX14" fmla="*/ 2130465 w 2147025"/>
              <a:gd name="csY14" fmla="*/ 263673 h 630768"/>
              <a:gd name="csX15" fmla="*/ 2038987 w 2147025"/>
              <a:gd name="csY15" fmla="*/ 313142 h 630768"/>
              <a:gd name="csX16" fmla="*/ 1880977 w 2147025"/>
              <a:gd name="csY16" fmla="*/ 360337 h 630768"/>
              <a:gd name="csX17" fmla="*/ 1589436 w 2147025"/>
              <a:gd name="csY17" fmla="*/ 462073 h 630768"/>
              <a:gd name="csX18" fmla="*/ 1229238 w 2147025"/>
              <a:gd name="csY18" fmla="*/ 569591 h 630768"/>
              <a:gd name="csX19" fmla="*/ 905407 w 2147025"/>
              <a:gd name="csY19" fmla="*/ 623267 h 630768"/>
              <a:gd name="csX20" fmla="*/ 653842 w 2147025"/>
              <a:gd name="csY20" fmla="*/ 621384 h 630768"/>
              <a:gd name="csX21" fmla="*/ 467572 w 2147025"/>
              <a:gd name="csY21" fmla="*/ 540003 h 630768"/>
              <a:gd name="csX22" fmla="*/ 324535 w 2147025"/>
              <a:gd name="csY22" fmla="*/ 404643 h 630768"/>
              <a:gd name="csX23" fmla="*/ 188861 w 2147025"/>
              <a:gd name="csY23" fmla="*/ 240108 h 630768"/>
              <a:gd name="csX24" fmla="*/ 78885 w 2147025"/>
              <a:gd name="csY24" fmla="*/ 106158 h 630768"/>
              <a:gd name="csX25" fmla="*/ 9472 w 2147025"/>
              <a:gd name="csY25" fmla="*/ 47048 h 630768"/>
              <a:gd name="csX26" fmla="*/ 49460 w 2147025"/>
              <a:gd name="csY26" fmla="*/ 10599 h 6307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2147025" h="630768">
                <a:moveTo>
                  <a:pt x="49460" y="10609"/>
                </a:moveTo>
                <a:cubicBezTo>
                  <a:pt x="67011" y="33672"/>
                  <a:pt x="87320" y="54897"/>
                  <a:pt x="106868" y="76467"/>
                </a:cubicBezTo>
                <a:cubicBezTo>
                  <a:pt x="155457" y="108607"/>
                  <a:pt x="204061" y="145359"/>
                  <a:pt x="245209" y="187376"/>
                </a:cubicBezTo>
                <a:cubicBezTo>
                  <a:pt x="294503" y="239353"/>
                  <a:pt x="343146" y="291627"/>
                  <a:pt x="392361" y="343881"/>
                </a:cubicBezTo>
                <a:cubicBezTo>
                  <a:pt x="431934" y="386587"/>
                  <a:pt x="482973" y="416498"/>
                  <a:pt x="530245" y="450133"/>
                </a:cubicBezTo>
                <a:cubicBezTo>
                  <a:pt x="577995" y="477808"/>
                  <a:pt x="628848" y="494013"/>
                  <a:pt x="681483" y="509009"/>
                </a:cubicBezTo>
                <a:cubicBezTo>
                  <a:pt x="753364" y="525401"/>
                  <a:pt x="827625" y="526779"/>
                  <a:pt x="901063" y="526990"/>
                </a:cubicBezTo>
                <a:cubicBezTo>
                  <a:pt x="1006276" y="523954"/>
                  <a:pt x="1111080" y="514244"/>
                  <a:pt x="1214721" y="495998"/>
                </a:cubicBezTo>
                <a:cubicBezTo>
                  <a:pt x="1335203" y="475846"/>
                  <a:pt x="1451418" y="437882"/>
                  <a:pt x="1565546" y="395214"/>
                </a:cubicBezTo>
                <a:cubicBezTo>
                  <a:pt x="1660496" y="358357"/>
                  <a:pt x="1752883" y="315206"/>
                  <a:pt x="1843723" y="269218"/>
                </a:cubicBezTo>
                <a:cubicBezTo>
                  <a:pt x="1892290" y="242605"/>
                  <a:pt x="1941774" y="217638"/>
                  <a:pt x="1990418" y="191307"/>
                </a:cubicBezTo>
                <a:cubicBezTo>
                  <a:pt x="2018566" y="175852"/>
                  <a:pt x="2045726" y="165180"/>
                  <a:pt x="2076938" y="161025"/>
                </a:cubicBezTo>
                <a:cubicBezTo>
                  <a:pt x="2096241" y="170754"/>
                  <a:pt x="2116983" y="176303"/>
                  <a:pt x="2136401" y="183899"/>
                </a:cubicBezTo>
                <a:cubicBezTo>
                  <a:pt x="2149073" y="188855"/>
                  <a:pt x="2148041" y="187662"/>
                  <a:pt x="2145261" y="200982"/>
                </a:cubicBezTo>
                <a:cubicBezTo>
                  <a:pt x="2140961" y="221581"/>
                  <a:pt x="2135208" y="242579"/>
                  <a:pt x="2130465" y="263673"/>
                </a:cubicBezTo>
                <a:cubicBezTo>
                  <a:pt x="2103652" y="288580"/>
                  <a:pt x="2075747" y="304484"/>
                  <a:pt x="2038987" y="313142"/>
                </a:cubicBezTo>
                <a:cubicBezTo>
                  <a:pt x="1986044" y="327867"/>
                  <a:pt x="1933840" y="345209"/>
                  <a:pt x="1880977" y="360337"/>
                </a:cubicBezTo>
                <a:cubicBezTo>
                  <a:pt x="1782850" y="391529"/>
                  <a:pt x="1686286" y="427186"/>
                  <a:pt x="1589436" y="462073"/>
                </a:cubicBezTo>
                <a:cubicBezTo>
                  <a:pt x="1470783" y="502569"/>
                  <a:pt x="1351292" y="540580"/>
                  <a:pt x="1229238" y="569591"/>
                </a:cubicBezTo>
                <a:cubicBezTo>
                  <a:pt x="1122273" y="592879"/>
                  <a:pt x="1014897" y="615570"/>
                  <a:pt x="905407" y="623267"/>
                </a:cubicBezTo>
                <a:cubicBezTo>
                  <a:pt x="821623" y="630800"/>
                  <a:pt x="737253" y="636227"/>
                  <a:pt x="653842" y="621384"/>
                </a:cubicBezTo>
                <a:cubicBezTo>
                  <a:pt x="587396" y="607071"/>
                  <a:pt x="521226" y="582693"/>
                  <a:pt x="467572" y="540003"/>
                </a:cubicBezTo>
                <a:cubicBezTo>
                  <a:pt x="413876" y="499871"/>
                  <a:pt x="365978" y="457946"/>
                  <a:pt x="324535" y="404643"/>
                </a:cubicBezTo>
                <a:cubicBezTo>
                  <a:pt x="278321" y="350469"/>
                  <a:pt x="235060" y="294048"/>
                  <a:pt x="188861" y="240108"/>
                </a:cubicBezTo>
                <a:cubicBezTo>
                  <a:pt x="150361" y="196981"/>
                  <a:pt x="115730" y="150084"/>
                  <a:pt x="78885" y="106158"/>
                </a:cubicBezTo>
                <a:cubicBezTo>
                  <a:pt x="55686" y="86517"/>
                  <a:pt x="32658" y="66413"/>
                  <a:pt x="9472" y="47048"/>
                </a:cubicBezTo>
                <a:cubicBezTo>
                  <a:pt x="-19893" y="22523"/>
                  <a:pt x="26292" y="-19846"/>
                  <a:pt x="49460" y="1059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6" name="任意多边形: 形状 115">
            <a:extLst>
              <a:ext uri="{FF2B5EF4-FFF2-40B4-BE49-F238E27FC236}">
                <a16:creationId xmlns:a16="http://schemas.microsoft.com/office/drawing/2014/main" id="{E64170E1-3962-7E77-C8A0-F6A6F5DDAFEE}"/>
              </a:ext>
            </a:extLst>
          </p:cNvPr>
          <p:cNvSpPr/>
          <p:nvPr/>
        </p:nvSpPr>
        <p:spPr>
          <a:xfrm>
            <a:off x="9221283" y="2789271"/>
            <a:ext cx="1618891" cy="886123"/>
          </a:xfrm>
          <a:custGeom>
            <a:avLst/>
            <a:gdLst>
              <a:gd name="csX0" fmla="*/ 48552 w 1618891"/>
              <a:gd name="csY0" fmla="*/ 783760 h 886123"/>
              <a:gd name="csX1" fmla="*/ 207496 w 1618891"/>
              <a:gd name="csY1" fmla="*/ 774590 h 886123"/>
              <a:gd name="csX2" fmla="*/ 582867 w 1618891"/>
              <a:gd name="csY2" fmla="*/ 672948 h 886123"/>
              <a:gd name="csX3" fmla="*/ 985641 w 1618891"/>
              <a:gd name="csY3" fmla="*/ 510290 h 886123"/>
              <a:gd name="csX4" fmla="*/ 1237368 w 1618891"/>
              <a:gd name="csY4" fmla="*/ 352699 h 886123"/>
              <a:gd name="csX5" fmla="*/ 1391349 w 1618891"/>
              <a:gd name="csY5" fmla="*/ 242295 h 886123"/>
              <a:gd name="csX6" fmla="*/ 1491590 w 1618891"/>
              <a:gd name="csY6" fmla="*/ 148969 h 886123"/>
              <a:gd name="csX7" fmla="*/ 1535508 w 1618891"/>
              <a:gd name="csY7" fmla="*/ 89944 h 886123"/>
              <a:gd name="csX8" fmla="*/ 1535859 w 1618891"/>
              <a:gd name="csY8" fmla="*/ 73989 h 886123"/>
              <a:gd name="csX9" fmla="*/ 1492913 w 1618891"/>
              <a:gd name="csY9" fmla="*/ 58640 h 886123"/>
              <a:gd name="csX10" fmla="*/ 1268856 w 1618891"/>
              <a:gd name="csY10" fmla="*/ 53098 h 886123"/>
              <a:gd name="csX11" fmla="*/ 962790 w 1618891"/>
              <a:gd name="csY11" fmla="*/ 87514 h 886123"/>
              <a:gd name="csX12" fmla="*/ 667419 w 1618891"/>
              <a:gd name="csY12" fmla="*/ 135733 h 886123"/>
              <a:gd name="csX13" fmla="*/ 664138 w 1618891"/>
              <a:gd name="csY13" fmla="*/ 116772 h 886123"/>
              <a:gd name="csX14" fmla="*/ 960118 w 1618891"/>
              <a:gd name="csY14" fmla="*/ 68458 h 886123"/>
              <a:gd name="csX15" fmla="*/ 1266804 w 1618891"/>
              <a:gd name="csY15" fmla="*/ 29436 h 886123"/>
              <a:gd name="csX16" fmla="*/ 1498842 w 1618891"/>
              <a:gd name="csY16" fmla="*/ 0 h 886123"/>
              <a:gd name="csX17" fmla="*/ 1614333 w 1618891"/>
              <a:gd name="csY17" fmla="*/ 40216 h 886123"/>
              <a:gd name="csX18" fmla="*/ 1606122 w 1618891"/>
              <a:gd name="csY18" fmla="*/ 121758 h 886123"/>
              <a:gd name="csX19" fmla="*/ 1550863 w 1618891"/>
              <a:gd name="csY19" fmla="*/ 206835 h 886123"/>
              <a:gd name="csX20" fmla="*/ 1433953 w 1618891"/>
              <a:gd name="csY20" fmla="*/ 300841 h 886123"/>
              <a:gd name="csX21" fmla="*/ 1267361 w 1618891"/>
              <a:gd name="csY21" fmla="*/ 402768 h 886123"/>
              <a:gd name="csX22" fmla="*/ 993651 w 1618891"/>
              <a:gd name="csY22" fmla="*/ 527774 h 886123"/>
              <a:gd name="csX23" fmla="*/ 589210 w 1618891"/>
              <a:gd name="csY23" fmla="*/ 691099 h 886123"/>
              <a:gd name="csX24" fmla="*/ 219763 w 1618891"/>
              <a:gd name="csY24" fmla="*/ 825078 h 886123"/>
              <a:gd name="csX25" fmla="*/ 54752 w 1618891"/>
              <a:gd name="csY25" fmla="*/ 883557 h 886123"/>
              <a:gd name="csX26" fmla="*/ 48551 w 1618891"/>
              <a:gd name="csY26" fmla="*/ 783754 h 8861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1618891" h="886123">
                <a:moveTo>
                  <a:pt x="48552" y="783760"/>
                </a:moveTo>
                <a:cubicBezTo>
                  <a:pt x="101861" y="790208"/>
                  <a:pt x="154823" y="783109"/>
                  <a:pt x="207496" y="774590"/>
                </a:cubicBezTo>
                <a:cubicBezTo>
                  <a:pt x="336922" y="758876"/>
                  <a:pt x="460461" y="715779"/>
                  <a:pt x="582867" y="672948"/>
                </a:cubicBezTo>
                <a:cubicBezTo>
                  <a:pt x="719903" y="625696"/>
                  <a:pt x="853949" y="570698"/>
                  <a:pt x="985641" y="510290"/>
                </a:cubicBezTo>
                <a:cubicBezTo>
                  <a:pt x="1073867" y="464802"/>
                  <a:pt x="1156024" y="409239"/>
                  <a:pt x="1237368" y="352699"/>
                </a:cubicBezTo>
                <a:cubicBezTo>
                  <a:pt x="1289216" y="316495"/>
                  <a:pt x="1341343" y="280927"/>
                  <a:pt x="1391349" y="242295"/>
                </a:cubicBezTo>
                <a:cubicBezTo>
                  <a:pt x="1428012" y="214581"/>
                  <a:pt x="1460496" y="182500"/>
                  <a:pt x="1491590" y="148969"/>
                </a:cubicBezTo>
                <a:cubicBezTo>
                  <a:pt x="1509248" y="131025"/>
                  <a:pt x="1522744" y="111281"/>
                  <a:pt x="1535508" y="89944"/>
                </a:cubicBezTo>
                <a:cubicBezTo>
                  <a:pt x="1536922" y="84816"/>
                  <a:pt x="1535742" y="79308"/>
                  <a:pt x="1535859" y="73989"/>
                </a:cubicBezTo>
                <a:cubicBezTo>
                  <a:pt x="1542644" y="75103"/>
                  <a:pt x="1500028" y="60736"/>
                  <a:pt x="1492913" y="58640"/>
                </a:cubicBezTo>
                <a:cubicBezTo>
                  <a:pt x="1419115" y="45610"/>
                  <a:pt x="1343390" y="48466"/>
                  <a:pt x="1268856" y="53098"/>
                </a:cubicBezTo>
                <a:cubicBezTo>
                  <a:pt x="1166225" y="57674"/>
                  <a:pt x="1064422" y="73230"/>
                  <a:pt x="962790" y="87514"/>
                </a:cubicBezTo>
                <a:cubicBezTo>
                  <a:pt x="864311" y="103445"/>
                  <a:pt x="765717" y="118717"/>
                  <a:pt x="667419" y="135733"/>
                </a:cubicBezTo>
                <a:cubicBezTo>
                  <a:pt x="654012" y="138054"/>
                  <a:pt x="650730" y="119092"/>
                  <a:pt x="664138" y="116772"/>
                </a:cubicBezTo>
                <a:cubicBezTo>
                  <a:pt x="762636" y="99724"/>
                  <a:pt x="861429" y="84413"/>
                  <a:pt x="960118" y="68458"/>
                </a:cubicBezTo>
                <a:cubicBezTo>
                  <a:pt x="1062207" y="54110"/>
                  <a:pt x="1164524" y="42001"/>
                  <a:pt x="1266804" y="29436"/>
                </a:cubicBezTo>
                <a:cubicBezTo>
                  <a:pt x="1344374" y="20788"/>
                  <a:pt x="1421223" y="7726"/>
                  <a:pt x="1498842" y="0"/>
                </a:cubicBezTo>
                <a:cubicBezTo>
                  <a:pt x="1543941" y="1865"/>
                  <a:pt x="1586478" y="-785"/>
                  <a:pt x="1614333" y="40216"/>
                </a:cubicBezTo>
                <a:cubicBezTo>
                  <a:pt x="1620097" y="70382"/>
                  <a:pt x="1623163" y="94090"/>
                  <a:pt x="1606122" y="121758"/>
                </a:cubicBezTo>
                <a:cubicBezTo>
                  <a:pt x="1590561" y="151797"/>
                  <a:pt x="1575875" y="183305"/>
                  <a:pt x="1550863" y="206835"/>
                </a:cubicBezTo>
                <a:cubicBezTo>
                  <a:pt x="1513812" y="240126"/>
                  <a:pt x="1475708" y="272966"/>
                  <a:pt x="1433953" y="300841"/>
                </a:cubicBezTo>
                <a:cubicBezTo>
                  <a:pt x="1379322" y="336317"/>
                  <a:pt x="1326035" y="373981"/>
                  <a:pt x="1267361" y="402768"/>
                </a:cubicBezTo>
                <a:cubicBezTo>
                  <a:pt x="1178045" y="448525"/>
                  <a:pt x="1086291" y="489230"/>
                  <a:pt x="993651" y="527774"/>
                </a:cubicBezTo>
                <a:cubicBezTo>
                  <a:pt x="861405" y="588425"/>
                  <a:pt x="726808" y="643655"/>
                  <a:pt x="589210" y="691099"/>
                </a:cubicBezTo>
                <a:cubicBezTo>
                  <a:pt x="465556" y="734369"/>
                  <a:pt x="341931" y="777735"/>
                  <a:pt x="219763" y="825078"/>
                </a:cubicBezTo>
                <a:cubicBezTo>
                  <a:pt x="164133" y="843186"/>
                  <a:pt x="110111" y="865161"/>
                  <a:pt x="54752" y="883557"/>
                </a:cubicBezTo>
                <a:cubicBezTo>
                  <a:pt x="-12350" y="905856"/>
                  <a:pt x="-21648" y="775258"/>
                  <a:pt x="48551" y="78375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8" name="Arc 12+++">
            <a:extLst>
              <a:ext uri="{FF2B5EF4-FFF2-40B4-BE49-F238E27FC236}">
                <a16:creationId xmlns:a16="http://schemas.microsoft.com/office/drawing/2014/main" id="{64511CEC-FFFA-61DD-44F2-8A962B4A1378}"/>
              </a:ext>
            </a:extLst>
          </p:cNvPr>
          <p:cNvSpPr/>
          <p:nvPr/>
        </p:nvSpPr>
        <p:spPr>
          <a:xfrm>
            <a:off x="2365829" y="-301171"/>
            <a:ext cx="7460342" cy="7460342"/>
          </a:xfrm>
          <a:prstGeom prst="arc">
            <a:avLst>
              <a:gd name="adj1" fmla="val 13889976"/>
              <a:gd name="adj2" fmla="val 20987688"/>
            </a:avLst>
          </a:prstGeom>
          <a:ln w="127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9" name="Arc 12+++">
            <a:extLst>
              <a:ext uri="{FF2B5EF4-FFF2-40B4-BE49-F238E27FC236}">
                <a16:creationId xmlns:a16="http://schemas.microsoft.com/office/drawing/2014/main" id="{DFB732D3-E2FE-8D3B-B9FB-CBF4765A97CB}"/>
              </a:ext>
            </a:extLst>
          </p:cNvPr>
          <p:cNvSpPr/>
          <p:nvPr/>
        </p:nvSpPr>
        <p:spPr>
          <a:xfrm>
            <a:off x="2365829" y="-301171"/>
            <a:ext cx="7460342" cy="7460342"/>
          </a:xfrm>
          <a:prstGeom prst="arc">
            <a:avLst>
              <a:gd name="adj1" fmla="val 3318285"/>
              <a:gd name="adj2" fmla="val 8796885"/>
            </a:avLst>
          </a:prstGeom>
          <a:ln w="127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8" name="图片 37" descr="D:\51PPT模板网\51pptmoban.com\图片.jpg">
            <a:extLst>
              <a:ext uri="{FF2B5EF4-FFF2-40B4-BE49-F238E27FC236}">
                <a16:creationId xmlns:a16="http://schemas.microsoft.com/office/drawing/2014/main" id="{418DE79E-6329-CC7D-4024-DE4BE8B0AF32}"/>
              </a:ext>
            </a:extLst>
          </p:cNvPr>
          <p:cNvPicPr>
            <a:picLocks noChangeAspect="1"/>
          </p:cNvPicPr>
          <p:nvPr/>
        </p:nvPicPr>
        <p:blipFill>
          <a:blip r:embed="injBgRid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264372"/>
            <a:ext cx="12192000" cy="4590980"/>
          </a:xfrm>
          <a:prstGeom prst="rect">
            <a:avLst/>
          </a:prstGeom>
        </p:spPr>
      </p:pic>
      <p:pic>
        <p:nvPicPr>
          <p:cNvPr id="117" name="图片 116" descr="D:\51PPT模板网\51pptmoban.com\图片.jpg">
            <a:extLst>
              <a:ext uri="{FF2B5EF4-FFF2-40B4-BE49-F238E27FC236}">
                <a16:creationId xmlns:a16="http://schemas.microsoft.com/office/drawing/2014/main" id="{AC1D7A55-A4EB-26F3-5B7E-D45CA3260521}"/>
              </a:ext>
            </a:extLst>
          </p:cNvPr>
          <p:cNvPicPr>
            <a:picLocks noChangeAspect="1"/>
          </p:cNvPicPr>
          <p:nvPr/>
        </p:nvPicPr>
        <p:blipFill>
          <a:blip r:embed="injBgRid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2766509" flipH="1" flipV="1">
            <a:off x="2111162" y="627448"/>
            <a:ext cx="1810966" cy="138521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核心业绩指标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D1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2024年公司实现了跨越式增长，在收入、利润、用户规模等核心指标上均超额完成年度目标。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2157984"/>
            <a:ext cx="1014984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C1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营业收入同比增长42%，达到10.3亿元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C1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净利润率提升至18.5%，同比增加3.2个百分点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C1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新增企业客户187家，总客户数突破500家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C1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用户满意度评分达到92分（满分100分）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C1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研发投入占营收比例达22%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D7553F8F-9F9F-1BEA-7B2F-1832072BF24A}"/>
              </a:ext>
            </a:extLst>
          </p:cNvPr>
          <p:cNvSpPr/>
          <p:nvPr/>
        </p:nvSpPr>
        <p:spPr>
          <a:xfrm>
            <a:off x="499388" y="3447396"/>
            <a:ext cx="3851445" cy="3851459"/>
          </a:xfrm>
          <a:custGeom>
            <a:avLst/>
            <a:gdLst>
              <a:gd name="csX0" fmla="*/ 1925733 w 3851445"/>
              <a:gd name="csY0" fmla="*/ 3851460 h 3851459"/>
              <a:gd name="csX1" fmla="*/ 1672433 w 3851445"/>
              <a:gd name="csY1" fmla="*/ 3834939 h 3851459"/>
              <a:gd name="csX2" fmla="*/ 1658302 w 3851445"/>
              <a:gd name="csY2" fmla="*/ 3818826 h 3851459"/>
              <a:gd name="csX3" fmla="*/ 1658302 w 3851445"/>
              <a:gd name="csY3" fmla="*/ 3713861 h 3851459"/>
              <a:gd name="csX4" fmla="*/ 1674556 w 3851445"/>
              <a:gd name="csY4" fmla="*/ 3697607 h 3851459"/>
              <a:gd name="csX5" fmla="*/ 1851458 w 3851445"/>
              <a:gd name="csY5" fmla="*/ 3697607 h 3851459"/>
              <a:gd name="csX6" fmla="*/ 1851458 w 3851445"/>
              <a:gd name="csY6" fmla="*/ 3583597 h 3851459"/>
              <a:gd name="csX7" fmla="*/ 1359496 w 3851445"/>
              <a:gd name="csY7" fmla="*/ 3486124 h 3851459"/>
              <a:gd name="csX8" fmla="*/ 1315985 w 3851445"/>
              <a:gd name="csY8" fmla="*/ 3591127 h 3851459"/>
              <a:gd name="csX9" fmla="*/ 1479428 w 3851445"/>
              <a:gd name="csY9" fmla="*/ 3658795 h 3851459"/>
              <a:gd name="csX10" fmla="*/ 1488224 w 3851445"/>
              <a:gd name="csY10" fmla="*/ 3667593 h 3851459"/>
              <a:gd name="csX11" fmla="*/ 1488224 w 3851445"/>
              <a:gd name="csY11" fmla="*/ 3680034 h 3851459"/>
              <a:gd name="csX12" fmla="*/ 1447947 w 3851445"/>
              <a:gd name="csY12" fmla="*/ 3777229 h 3851459"/>
              <a:gd name="csX13" fmla="*/ 1428744 w 3851445"/>
              <a:gd name="csY13" fmla="*/ 3786714 h 3851459"/>
              <a:gd name="csX14" fmla="*/ 960768 w 3851445"/>
              <a:gd name="csY14" fmla="*/ 3592560 h 3851459"/>
              <a:gd name="csX15" fmla="*/ 953910 w 3851445"/>
              <a:gd name="csY15" fmla="*/ 3572284 h 3851459"/>
              <a:gd name="csX16" fmla="*/ 994057 w 3851445"/>
              <a:gd name="csY16" fmla="*/ 3475350 h 3851459"/>
              <a:gd name="csX17" fmla="*/ 1002852 w 3851445"/>
              <a:gd name="csY17" fmla="*/ 3466555 h 3851459"/>
              <a:gd name="csX18" fmla="*/ 1015293 w 3851445"/>
              <a:gd name="csY18" fmla="*/ 3466555 h 3851459"/>
              <a:gd name="csX19" fmla="*/ 1178715 w 3851445"/>
              <a:gd name="csY19" fmla="*/ 3534243 h 3851459"/>
              <a:gd name="csX20" fmla="*/ 1222096 w 3851445"/>
              <a:gd name="csY20" fmla="*/ 3429086 h 3851459"/>
              <a:gd name="csX21" fmla="*/ 805599 w 3851445"/>
              <a:gd name="csY21" fmla="*/ 3150143 h 3851459"/>
              <a:gd name="csX22" fmla="*/ 724801 w 3851445"/>
              <a:gd name="csY22" fmla="*/ 3230938 h 3851459"/>
              <a:gd name="csX23" fmla="*/ 849871 w 3851445"/>
              <a:gd name="csY23" fmla="*/ 3356038 h 3851459"/>
              <a:gd name="csX24" fmla="*/ 849871 w 3851445"/>
              <a:gd name="csY24" fmla="*/ 3379023 h 3851459"/>
              <a:gd name="csX25" fmla="*/ 775852 w 3851445"/>
              <a:gd name="csY25" fmla="*/ 3453041 h 3851459"/>
              <a:gd name="csX26" fmla="*/ 754466 w 3851445"/>
              <a:gd name="csY26" fmla="*/ 3454440 h 3851459"/>
              <a:gd name="csX27" fmla="*/ 396358 w 3851445"/>
              <a:gd name="csY27" fmla="*/ 3096102 h 3851459"/>
              <a:gd name="csX28" fmla="*/ 397767 w 3851445"/>
              <a:gd name="csY28" fmla="*/ 3074726 h 3851459"/>
              <a:gd name="csX29" fmla="*/ 471686 w 3851445"/>
              <a:gd name="csY29" fmla="*/ 3000804 h 3851459"/>
              <a:gd name="csX30" fmla="*/ 483180 w 3851445"/>
              <a:gd name="csY30" fmla="*/ 2996041 h 3851459"/>
              <a:gd name="csX31" fmla="*/ 494674 w 3851445"/>
              <a:gd name="csY31" fmla="*/ 3000804 h 3851459"/>
              <a:gd name="csX32" fmla="*/ 619744 w 3851445"/>
              <a:gd name="csY32" fmla="*/ 3125897 h 3851459"/>
              <a:gd name="csX33" fmla="*/ 700575 w 3851445"/>
              <a:gd name="csY33" fmla="*/ 3045069 h 3851459"/>
              <a:gd name="csX34" fmla="*/ 422367 w 3851445"/>
              <a:gd name="csY34" fmla="*/ 2629381 h 3851459"/>
              <a:gd name="csX35" fmla="*/ 316490 w 3851445"/>
              <a:gd name="csY35" fmla="*/ 2672106 h 3851459"/>
              <a:gd name="csX36" fmla="*/ 384130 w 3851445"/>
              <a:gd name="csY36" fmla="*/ 2835379 h 3851459"/>
              <a:gd name="csX37" fmla="*/ 384134 w 3851445"/>
              <a:gd name="csY37" fmla="*/ 2847819 h 3851459"/>
              <a:gd name="csX38" fmla="*/ 375335 w 3851445"/>
              <a:gd name="csY38" fmla="*/ 2856614 h 3851459"/>
              <a:gd name="csX39" fmla="*/ 278661 w 3851445"/>
              <a:gd name="csY39" fmla="*/ 2896662 h 3851459"/>
              <a:gd name="csX40" fmla="*/ 258379 w 3851445"/>
              <a:gd name="csY40" fmla="*/ 2889797 h 3851459"/>
              <a:gd name="csX41" fmla="*/ 64486 w 3851445"/>
              <a:gd name="csY41" fmla="*/ 2421694 h 3851459"/>
              <a:gd name="csX42" fmla="*/ 73974 w 3851445"/>
              <a:gd name="csY42" fmla="*/ 2402502 h 3851459"/>
              <a:gd name="csX43" fmla="*/ 170648 w 3851445"/>
              <a:gd name="csY43" fmla="*/ 2362451 h 3851459"/>
              <a:gd name="csX44" fmla="*/ 183088 w 3851445"/>
              <a:gd name="csY44" fmla="*/ 2362451 h 3851459"/>
              <a:gd name="csX45" fmla="*/ 191883 w 3851445"/>
              <a:gd name="csY45" fmla="*/ 2371246 h 3851459"/>
              <a:gd name="csX46" fmla="*/ 259586 w 3851445"/>
              <a:gd name="csY46" fmla="*/ 2534696 h 3851459"/>
              <a:gd name="csX47" fmla="*/ 365014 w 3851445"/>
              <a:gd name="csY47" fmla="*/ 2491038 h 3851459"/>
              <a:gd name="csX48" fmla="*/ 267826 w 3851445"/>
              <a:gd name="csY48" fmla="*/ 1999255 h 3851459"/>
              <a:gd name="csX49" fmla="*/ 153077 w 3851445"/>
              <a:gd name="csY49" fmla="*/ 1999255 h 3851459"/>
              <a:gd name="csX50" fmla="*/ 153077 w 3851445"/>
              <a:gd name="csY50" fmla="*/ 2176126 h 3851459"/>
              <a:gd name="csX51" fmla="*/ 136824 w 3851445"/>
              <a:gd name="csY51" fmla="*/ 2192379 h 3851459"/>
              <a:gd name="csX52" fmla="*/ 32541 w 3851445"/>
              <a:gd name="csY52" fmla="*/ 2192379 h 3851459"/>
              <a:gd name="csX53" fmla="*/ 16425 w 3851445"/>
              <a:gd name="csY53" fmla="*/ 2178242 h 3851459"/>
              <a:gd name="csX54" fmla="*/ 0 w 3851445"/>
              <a:gd name="csY54" fmla="*/ 1925723 h 3851459"/>
              <a:gd name="csX55" fmla="*/ 16620 w 3851445"/>
              <a:gd name="csY55" fmla="*/ 1671641 h 3851459"/>
              <a:gd name="csX56" fmla="*/ 32733 w 3851445"/>
              <a:gd name="csY56" fmla="*/ 1657510 h 3851459"/>
              <a:gd name="csX57" fmla="*/ 136824 w 3851445"/>
              <a:gd name="csY57" fmla="*/ 1657510 h 3851459"/>
              <a:gd name="csX58" fmla="*/ 153077 w 3851445"/>
              <a:gd name="csY58" fmla="*/ 1673764 h 3851459"/>
              <a:gd name="csX59" fmla="*/ 153077 w 3851445"/>
              <a:gd name="csY59" fmla="*/ 1850666 h 3851459"/>
              <a:gd name="csX60" fmla="*/ 267939 w 3851445"/>
              <a:gd name="csY60" fmla="*/ 1850666 h 3851459"/>
              <a:gd name="csX61" fmla="*/ 365494 w 3851445"/>
              <a:gd name="csY61" fmla="*/ 1359077 h 3851459"/>
              <a:gd name="csX62" fmla="*/ 259589 w 3851445"/>
              <a:gd name="csY62" fmla="*/ 1315220 h 3851459"/>
              <a:gd name="csX63" fmla="*/ 191887 w 3851445"/>
              <a:gd name="csY63" fmla="*/ 1478636 h 3851459"/>
              <a:gd name="csX64" fmla="*/ 170654 w 3851445"/>
              <a:gd name="csY64" fmla="*/ 1487432 h 3851459"/>
              <a:gd name="csX65" fmla="*/ 74337 w 3851445"/>
              <a:gd name="csY65" fmla="*/ 1447545 h 3851459"/>
              <a:gd name="csX66" fmla="*/ 64849 w 3851445"/>
              <a:gd name="csY66" fmla="*/ 1428340 h 3851459"/>
              <a:gd name="csX67" fmla="*/ 259099 w 3851445"/>
              <a:gd name="csY67" fmla="*/ 960398 h 3851459"/>
              <a:gd name="csX68" fmla="*/ 279374 w 3851445"/>
              <a:gd name="csY68" fmla="*/ 953543 h 3851459"/>
              <a:gd name="csX69" fmla="*/ 375335 w 3851445"/>
              <a:gd name="csY69" fmla="*/ 993299 h 3851459"/>
              <a:gd name="csX70" fmla="*/ 384127 w 3851445"/>
              <a:gd name="csY70" fmla="*/ 1014535 h 3851459"/>
              <a:gd name="csX71" fmla="*/ 316428 w 3851445"/>
              <a:gd name="csY71" fmla="*/ 1177947 h 3851459"/>
              <a:gd name="csX72" fmla="*/ 422460 w 3851445"/>
              <a:gd name="csY72" fmla="*/ 1221880 h 3851459"/>
              <a:gd name="csX73" fmla="*/ 701316 w 3851445"/>
              <a:gd name="csY73" fmla="*/ 805589 h 3851459"/>
              <a:gd name="csX74" fmla="*/ 619740 w 3851445"/>
              <a:gd name="csY74" fmla="*/ 724013 h 3851459"/>
              <a:gd name="csX75" fmla="*/ 494671 w 3851445"/>
              <a:gd name="csY75" fmla="*/ 849110 h 3851459"/>
              <a:gd name="csX76" fmla="*/ 483177 w 3851445"/>
              <a:gd name="csY76" fmla="*/ 853872 h 3851459"/>
              <a:gd name="csX77" fmla="*/ 471683 w 3851445"/>
              <a:gd name="csY77" fmla="*/ 849113 h 3851459"/>
              <a:gd name="csX78" fmla="*/ 398412 w 3851445"/>
              <a:gd name="csY78" fmla="*/ 775842 h 3851459"/>
              <a:gd name="csX79" fmla="*/ 397010 w 3851445"/>
              <a:gd name="csY79" fmla="*/ 754455 h 3851459"/>
              <a:gd name="csX80" fmla="*/ 755347 w 3851445"/>
              <a:gd name="csY80" fmla="*/ 396344 h 3851459"/>
              <a:gd name="csX81" fmla="*/ 776723 w 3851445"/>
              <a:gd name="csY81" fmla="*/ 397754 h 3851459"/>
              <a:gd name="csX82" fmla="*/ 849864 w 3851445"/>
              <a:gd name="csY82" fmla="*/ 470894 h 3851459"/>
              <a:gd name="csX83" fmla="*/ 849864 w 3851445"/>
              <a:gd name="csY83" fmla="*/ 493879 h 3851459"/>
              <a:gd name="csX84" fmla="*/ 724795 w 3851445"/>
              <a:gd name="csY84" fmla="*/ 618976 h 3851459"/>
              <a:gd name="csX85" fmla="*/ 806408 w 3851445"/>
              <a:gd name="csY85" fmla="*/ 700565 h 3851459"/>
              <a:gd name="csX86" fmla="*/ 1222788 w 3851445"/>
              <a:gd name="csY86" fmla="*/ 422048 h 3851459"/>
              <a:gd name="csX87" fmla="*/ 1178726 w 3851445"/>
              <a:gd name="csY87" fmla="*/ 315667 h 3851459"/>
              <a:gd name="csX88" fmla="*/ 1015275 w 3851445"/>
              <a:gd name="csY88" fmla="*/ 383338 h 3851459"/>
              <a:gd name="csX89" fmla="*/ 994043 w 3851445"/>
              <a:gd name="csY89" fmla="*/ 374539 h 3851459"/>
              <a:gd name="csX90" fmla="*/ 954418 w 3851445"/>
              <a:gd name="csY90" fmla="*/ 278839 h 3851459"/>
              <a:gd name="csX91" fmla="*/ 961282 w 3851445"/>
              <a:gd name="csY91" fmla="*/ 258560 h 3851459"/>
              <a:gd name="csX92" fmla="*/ 1429327 w 3851445"/>
              <a:gd name="csY92" fmla="*/ 64602 h 3851459"/>
              <a:gd name="csX93" fmla="*/ 1448519 w 3851445"/>
              <a:gd name="csY93" fmla="*/ 74087 h 3851459"/>
              <a:gd name="csX94" fmla="*/ 1488210 w 3851445"/>
              <a:gd name="csY94" fmla="*/ 169852 h 3851459"/>
              <a:gd name="csX95" fmla="*/ 1488210 w 3851445"/>
              <a:gd name="csY95" fmla="*/ 182292 h 3851459"/>
              <a:gd name="csX96" fmla="*/ 1479415 w 3851445"/>
              <a:gd name="csY96" fmla="*/ 191088 h 3851459"/>
              <a:gd name="csX97" fmla="*/ 1315971 w 3851445"/>
              <a:gd name="csY97" fmla="*/ 258787 h 3851459"/>
              <a:gd name="csX98" fmla="*/ 1360044 w 3851445"/>
              <a:gd name="csY98" fmla="*/ 365158 h 3851459"/>
              <a:gd name="csX99" fmla="*/ 1851444 w 3851445"/>
              <a:gd name="csY99" fmla="*/ 267880 h 3851459"/>
              <a:gd name="csX100" fmla="*/ 1851444 w 3851445"/>
              <a:gd name="csY100" fmla="*/ 152278 h 3851459"/>
              <a:gd name="csX101" fmla="*/ 1674542 w 3851445"/>
              <a:gd name="csY101" fmla="*/ 152278 h 3851459"/>
              <a:gd name="csX102" fmla="*/ 1658288 w 3851445"/>
              <a:gd name="csY102" fmla="*/ 136025 h 3851459"/>
              <a:gd name="csX103" fmla="*/ 1658288 w 3851445"/>
              <a:gd name="csY103" fmla="*/ 32634 h 3851459"/>
              <a:gd name="csX104" fmla="*/ 1672419 w 3851445"/>
              <a:gd name="csY104" fmla="*/ 16521 h 3851459"/>
              <a:gd name="csX105" fmla="*/ 1925723 w 3851445"/>
              <a:gd name="csY105" fmla="*/ 0 h 3851459"/>
              <a:gd name="csX106" fmla="*/ 2179027 w 3851445"/>
              <a:gd name="csY106" fmla="*/ 16521 h 3851459"/>
              <a:gd name="csX107" fmla="*/ 2193158 w 3851445"/>
              <a:gd name="csY107" fmla="*/ 32634 h 3851459"/>
              <a:gd name="csX108" fmla="*/ 2193158 w 3851445"/>
              <a:gd name="csY108" fmla="*/ 136039 h 3851459"/>
              <a:gd name="csX109" fmla="*/ 2176904 w 3851445"/>
              <a:gd name="csY109" fmla="*/ 152292 h 3851459"/>
              <a:gd name="csX110" fmla="*/ 2000002 w 3851445"/>
              <a:gd name="csY110" fmla="*/ 152292 h 3851459"/>
              <a:gd name="csX111" fmla="*/ 2000002 w 3851445"/>
              <a:gd name="csY111" fmla="*/ 267894 h 3851459"/>
              <a:gd name="csX112" fmla="*/ 2491402 w 3851445"/>
              <a:gd name="csY112" fmla="*/ 365171 h 3851459"/>
              <a:gd name="csX113" fmla="*/ 2535475 w 3851445"/>
              <a:gd name="csY113" fmla="*/ 258800 h 3851459"/>
              <a:gd name="csX114" fmla="*/ 2372035 w 3851445"/>
              <a:gd name="csY114" fmla="*/ 191102 h 3851459"/>
              <a:gd name="csX115" fmla="*/ 2363239 w 3851445"/>
              <a:gd name="csY115" fmla="*/ 182306 h 3851459"/>
              <a:gd name="csX116" fmla="*/ 2363239 w 3851445"/>
              <a:gd name="csY116" fmla="*/ 169866 h 3851459"/>
              <a:gd name="csX117" fmla="*/ 2402926 w 3851445"/>
              <a:gd name="csY117" fmla="*/ 74101 h 3851459"/>
              <a:gd name="csX118" fmla="*/ 2422119 w 3851445"/>
              <a:gd name="csY118" fmla="*/ 64613 h 3851459"/>
              <a:gd name="csX119" fmla="*/ 2890163 w 3851445"/>
              <a:gd name="csY119" fmla="*/ 258571 h 3851459"/>
              <a:gd name="csX120" fmla="*/ 2897029 w 3851445"/>
              <a:gd name="csY120" fmla="*/ 278850 h 3851459"/>
              <a:gd name="csX121" fmla="*/ 2857403 w 3851445"/>
              <a:gd name="csY121" fmla="*/ 374550 h 3851459"/>
              <a:gd name="csX122" fmla="*/ 2836167 w 3851445"/>
              <a:gd name="csY122" fmla="*/ 383348 h 3851459"/>
              <a:gd name="csX123" fmla="*/ 2672720 w 3851445"/>
              <a:gd name="csY123" fmla="*/ 315677 h 3851459"/>
              <a:gd name="csX124" fmla="*/ 2628658 w 3851445"/>
              <a:gd name="csY124" fmla="*/ 422048 h 3851459"/>
              <a:gd name="csX125" fmla="*/ 3045038 w 3851445"/>
              <a:gd name="csY125" fmla="*/ 700576 h 3851459"/>
              <a:gd name="csX126" fmla="*/ 3126655 w 3851445"/>
              <a:gd name="csY126" fmla="*/ 618986 h 3851459"/>
              <a:gd name="csX127" fmla="*/ 3001585 w 3851445"/>
              <a:gd name="csY127" fmla="*/ 493889 h 3851459"/>
              <a:gd name="csX128" fmla="*/ 3001585 w 3851445"/>
              <a:gd name="csY128" fmla="*/ 470905 h 3851459"/>
              <a:gd name="csX129" fmla="*/ 3074723 w 3851445"/>
              <a:gd name="csY129" fmla="*/ 397764 h 3851459"/>
              <a:gd name="csX130" fmla="*/ 3096099 w 3851445"/>
              <a:gd name="csY130" fmla="*/ 396355 h 3851459"/>
              <a:gd name="csX131" fmla="*/ 3454440 w 3851445"/>
              <a:gd name="csY131" fmla="*/ 754466 h 3851459"/>
              <a:gd name="csX132" fmla="*/ 3453041 w 3851445"/>
              <a:gd name="csY132" fmla="*/ 775852 h 3851459"/>
              <a:gd name="csX133" fmla="*/ 3379770 w 3851445"/>
              <a:gd name="csY133" fmla="*/ 849123 h 3851459"/>
              <a:gd name="csX134" fmla="*/ 3368276 w 3851445"/>
              <a:gd name="csY134" fmla="*/ 853883 h 3851459"/>
              <a:gd name="csX135" fmla="*/ 3368276 w 3851445"/>
              <a:gd name="csY135" fmla="*/ 853883 h 3851459"/>
              <a:gd name="csX136" fmla="*/ 3356782 w 3851445"/>
              <a:gd name="csY136" fmla="*/ 849120 h 3851459"/>
              <a:gd name="csX137" fmla="*/ 3231713 w 3851445"/>
              <a:gd name="csY137" fmla="*/ 724023 h 3851459"/>
              <a:gd name="csX138" fmla="*/ 3150140 w 3851445"/>
              <a:gd name="csY138" fmla="*/ 805596 h 3851459"/>
              <a:gd name="csX139" fmla="*/ 3428962 w 3851445"/>
              <a:gd name="csY139" fmla="*/ 1221904 h 3851459"/>
              <a:gd name="csX140" fmla="*/ 3535021 w 3851445"/>
              <a:gd name="csY140" fmla="*/ 1177958 h 3851459"/>
              <a:gd name="csX141" fmla="*/ 3467323 w 3851445"/>
              <a:gd name="csY141" fmla="*/ 1014542 h 3851459"/>
              <a:gd name="csX142" fmla="*/ 3476114 w 3851445"/>
              <a:gd name="csY142" fmla="*/ 993306 h 3851459"/>
              <a:gd name="csX143" fmla="*/ 3572075 w 3851445"/>
              <a:gd name="csY143" fmla="*/ 953550 h 3851459"/>
              <a:gd name="csX144" fmla="*/ 3592351 w 3851445"/>
              <a:gd name="csY144" fmla="*/ 960405 h 3851459"/>
              <a:gd name="csX145" fmla="*/ 3786604 w 3851445"/>
              <a:gd name="csY145" fmla="*/ 1428347 h 3851459"/>
              <a:gd name="csX146" fmla="*/ 3777115 w 3851445"/>
              <a:gd name="csY146" fmla="*/ 1447552 h 3851459"/>
              <a:gd name="csX147" fmla="*/ 3680795 w 3851445"/>
              <a:gd name="csY147" fmla="*/ 1487439 h 3851459"/>
              <a:gd name="csX148" fmla="*/ 3659562 w 3851445"/>
              <a:gd name="csY148" fmla="*/ 1478643 h 3851459"/>
              <a:gd name="csX149" fmla="*/ 3591864 w 3851445"/>
              <a:gd name="csY149" fmla="*/ 1315231 h 3851459"/>
              <a:gd name="csX150" fmla="*/ 3485956 w 3851445"/>
              <a:gd name="csY150" fmla="*/ 1359105 h 3851459"/>
              <a:gd name="csX151" fmla="*/ 3583511 w 3851445"/>
              <a:gd name="csY151" fmla="*/ 1850669 h 3851459"/>
              <a:gd name="csX152" fmla="*/ 3698372 w 3851445"/>
              <a:gd name="csY152" fmla="*/ 1850669 h 3851459"/>
              <a:gd name="csX153" fmla="*/ 3698372 w 3851445"/>
              <a:gd name="csY153" fmla="*/ 1673767 h 3851459"/>
              <a:gd name="csX154" fmla="*/ 3714625 w 3851445"/>
              <a:gd name="csY154" fmla="*/ 1657514 h 3851459"/>
              <a:gd name="csX155" fmla="*/ 3818709 w 3851445"/>
              <a:gd name="csY155" fmla="*/ 1657514 h 3851459"/>
              <a:gd name="csX156" fmla="*/ 3834822 w 3851445"/>
              <a:gd name="csY156" fmla="*/ 1671644 h 3851459"/>
              <a:gd name="csX157" fmla="*/ 3851446 w 3851445"/>
              <a:gd name="csY157" fmla="*/ 1925726 h 3851459"/>
              <a:gd name="csX158" fmla="*/ 3835018 w 3851445"/>
              <a:gd name="csY158" fmla="*/ 2178245 h 3851459"/>
              <a:gd name="csX159" fmla="*/ 3818905 w 3851445"/>
              <a:gd name="csY159" fmla="*/ 2192383 h 3851459"/>
              <a:gd name="csX160" fmla="*/ 3714642 w 3851445"/>
              <a:gd name="csY160" fmla="*/ 2192383 h 3851459"/>
              <a:gd name="csX161" fmla="*/ 3698389 w 3851445"/>
              <a:gd name="csY161" fmla="*/ 2176129 h 3851459"/>
              <a:gd name="csX162" fmla="*/ 3698389 w 3851445"/>
              <a:gd name="csY162" fmla="*/ 1999258 h 3851459"/>
              <a:gd name="csX163" fmla="*/ 3583638 w 3851445"/>
              <a:gd name="csY163" fmla="*/ 1999258 h 3851459"/>
              <a:gd name="csX164" fmla="*/ 3486446 w 3851445"/>
              <a:gd name="csY164" fmla="*/ 2491042 h 3851459"/>
              <a:gd name="csX165" fmla="*/ 3591877 w 3851445"/>
              <a:gd name="csY165" fmla="*/ 2534700 h 3851459"/>
              <a:gd name="csX166" fmla="*/ 3659576 w 3851445"/>
              <a:gd name="csY166" fmla="*/ 2371250 h 3851459"/>
              <a:gd name="csX167" fmla="*/ 3668372 w 3851445"/>
              <a:gd name="csY167" fmla="*/ 2362454 h 3851459"/>
              <a:gd name="csX168" fmla="*/ 3680812 w 3851445"/>
              <a:gd name="csY168" fmla="*/ 2362454 h 3851459"/>
              <a:gd name="csX169" fmla="*/ 3777486 w 3851445"/>
              <a:gd name="csY169" fmla="*/ 2402505 h 3851459"/>
              <a:gd name="csX170" fmla="*/ 3786974 w 3851445"/>
              <a:gd name="csY170" fmla="*/ 2421697 h 3851459"/>
              <a:gd name="csX171" fmla="*/ 3593081 w 3851445"/>
              <a:gd name="csY171" fmla="*/ 2889804 h 3851459"/>
              <a:gd name="csX172" fmla="*/ 3572799 w 3851445"/>
              <a:gd name="csY172" fmla="*/ 2896665 h 3851459"/>
              <a:gd name="csX173" fmla="*/ 3476125 w 3851445"/>
              <a:gd name="csY173" fmla="*/ 2856618 h 3851459"/>
              <a:gd name="csX174" fmla="*/ 3467333 w 3851445"/>
              <a:gd name="csY174" fmla="*/ 2847822 h 3851459"/>
              <a:gd name="csX175" fmla="*/ 3467333 w 3851445"/>
              <a:gd name="csY175" fmla="*/ 2835382 h 3851459"/>
              <a:gd name="csX176" fmla="*/ 3535031 w 3851445"/>
              <a:gd name="csY176" fmla="*/ 2671970 h 3851459"/>
              <a:gd name="csX177" fmla="*/ 3429604 w 3851445"/>
              <a:gd name="csY177" fmla="*/ 2628291 h 3851459"/>
              <a:gd name="csX178" fmla="*/ 3150884 w 3851445"/>
              <a:gd name="csY178" fmla="*/ 3045069 h 3851459"/>
              <a:gd name="csX179" fmla="*/ 3231723 w 3851445"/>
              <a:gd name="csY179" fmla="*/ 3125901 h 3851459"/>
              <a:gd name="csX180" fmla="*/ 3356792 w 3851445"/>
              <a:gd name="csY180" fmla="*/ 3000807 h 3851459"/>
              <a:gd name="csX181" fmla="*/ 3368286 w 3851445"/>
              <a:gd name="csY181" fmla="*/ 2996044 h 3851459"/>
              <a:gd name="csX182" fmla="*/ 3379780 w 3851445"/>
              <a:gd name="csY182" fmla="*/ 3000807 h 3851459"/>
              <a:gd name="csX183" fmla="*/ 3453703 w 3851445"/>
              <a:gd name="csY183" fmla="*/ 3074730 h 3851459"/>
              <a:gd name="csX184" fmla="*/ 3455112 w 3851445"/>
              <a:gd name="csY184" fmla="*/ 3096106 h 3851459"/>
              <a:gd name="csX185" fmla="*/ 3096998 w 3851445"/>
              <a:gd name="csY185" fmla="*/ 3454443 h 3851459"/>
              <a:gd name="csX186" fmla="*/ 3075611 w 3851445"/>
              <a:gd name="csY186" fmla="*/ 3453044 h 3851459"/>
              <a:gd name="csX187" fmla="*/ 3001596 w 3851445"/>
              <a:gd name="csY187" fmla="*/ 3379026 h 3851459"/>
              <a:gd name="csX188" fmla="*/ 3001596 w 3851445"/>
              <a:gd name="csY188" fmla="*/ 3356041 h 3851459"/>
              <a:gd name="csX189" fmla="*/ 3126665 w 3851445"/>
              <a:gd name="csY189" fmla="*/ 3230941 h 3851459"/>
              <a:gd name="csX190" fmla="*/ 3045868 w 3851445"/>
              <a:gd name="csY190" fmla="*/ 3150147 h 3851459"/>
              <a:gd name="csX191" fmla="*/ 2629203 w 3851445"/>
              <a:gd name="csY191" fmla="*/ 3429172 h 3851459"/>
              <a:gd name="csX192" fmla="*/ 2672731 w 3851445"/>
              <a:gd name="csY192" fmla="*/ 3534253 h 3851459"/>
              <a:gd name="csX193" fmla="*/ 2836177 w 3851445"/>
              <a:gd name="csY193" fmla="*/ 3466558 h 3851459"/>
              <a:gd name="csX194" fmla="*/ 2848618 w 3851445"/>
              <a:gd name="csY194" fmla="*/ 3466558 h 3851459"/>
              <a:gd name="csX195" fmla="*/ 2857410 w 3851445"/>
              <a:gd name="csY195" fmla="*/ 3475353 h 3851459"/>
              <a:gd name="csX196" fmla="*/ 2897553 w 3851445"/>
              <a:gd name="csY196" fmla="*/ 3572288 h 3851459"/>
              <a:gd name="csX197" fmla="*/ 2890698 w 3851445"/>
              <a:gd name="csY197" fmla="*/ 3592564 h 3851459"/>
              <a:gd name="csX198" fmla="*/ 2422722 w 3851445"/>
              <a:gd name="csY198" fmla="*/ 3786717 h 3851459"/>
              <a:gd name="csX199" fmla="*/ 2403520 w 3851445"/>
              <a:gd name="csY199" fmla="*/ 3777232 h 3851459"/>
              <a:gd name="csX200" fmla="*/ 2363246 w 3851445"/>
              <a:gd name="csY200" fmla="*/ 3680037 h 3851459"/>
              <a:gd name="csX201" fmla="*/ 2363246 w 3851445"/>
              <a:gd name="csY201" fmla="*/ 3667597 h 3851459"/>
              <a:gd name="csX202" fmla="*/ 2372042 w 3851445"/>
              <a:gd name="csY202" fmla="*/ 3658798 h 3851459"/>
              <a:gd name="csX203" fmla="*/ 2535478 w 3851445"/>
              <a:gd name="csY203" fmla="*/ 3591130 h 3851459"/>
              <a:gd name="csX204" fmla="*/ 2491967 w 3851445"/>
              <a:gd name="csY204" fmla="*/ 3486131 h 3851459"/>
              <a:gd name="csX205" fmla="*/ 2000012 w 3851445"/>
              <a:gd name="csY205" fmla="*/ 3583600 h 3851459"/>
              <a:gd name="csX206" fmla="*/ 2000012 w 3851445"/>
              <a:gd name="csY206" fmla="*/ 3697611 h 3851459"/>
              <a:gd name="csX207" fmla="*/ 2176914 w 3851445"/>
              <a:gd name="csY207" fmla="*/ 3697611 h 3851459"/>
              <a:gd name="csX208" fmla="*/ 2193168 w 3851445"/>
              <a:gd name="csY208" fmla="*/ 3713864 h 3851459"/>
              <a:gd name="csX209" fmla="*/ 2193168 w 3851445"/>
              <a:gd name="csY209" fmla="*/ 3818829 h 3851459"/>
              <a:gd name="csX210" fmla="*/ 2179037 w 3851445"/>
              <a:gd name="csY210" fmla="*/ 3834942 h 3851459"/>
              <a:gd name="csX211" fmla="*/ 1925733 w 3851445"/>
              <a:gd name="csY211" fmla="*/ 3851460 h 3851459"/>
              <a:gd name="csX212" fmla="*/ 1690806 w 3851445"/>
              <a:gd name="csY212" fmla="*/ 3804517 h 3851459"/>
              <a:gd name="csX213" fmla="*/ 1925733 w 3851445"/>
              <a:gd name="csY213" fmla="*/ 3818953 h 3851459"/>
              <a:gd name="csX214" fmla="*/ 2160661 w 3851445"/>
              <a:gd name="csY214" fmla="*/ 3804517 h 3851459"/>
              <a:gd name="csX215" fmla="*/ 2160661 w 3851445"/>
              <a:gd name="csY215" fmla="*/ 3730115 h 3851459"/>
              <a:gd name="csX216" fmla="*/ 1983759 w 3851445"/>
              <a:gd name="csY216" fmla="*/ 3730115 h 3851459"/>
              <a:gd name="csX217" fmla="*/ 1967505 w 3851445"/>
              <a:gd name="csY217" fmla="*/ 3713861 h 3851459"/>
              <a:gd name="csX218" fmla="*/ 1967505 w 3851445"/>
              <a:gd name="csY218" fmla="*/ 3567971 h 3851459"/>
              <a:gd name="csX219" fmla="*/ 1983193 w 3851445"/>
              <a:gd name="csY219" fmla="*/ 3551727 h 3851459"/>
              <a:gd name="csX220" fmla="*/ 2494642 w 3851445"/>
              <a:gd name="csY220" fmla="*/ 3450500 h 3851459"/>
              <a:gd name="csX221" fmla="*/ 2501003 w 3851445"/>
              <a:gd name="csY221" fmla="*/ 3449207 h 3851459"/>
              <a:gd name="csX222" fmla="*/ 2516276 w 3851445"/>
              <a:gd name="csY222" fmla="*/ 3459875 h 3851459"/>
              <a:gd name="csX223" fmla="*/ 2571733 w 3851445"/>
              <a:gd name="csY223" fmla="*/ 3593698 h 3851459"/>
              <a:gd name="csX224" fmla="*/ 2571733 w 3851445"/>
              <a:gd name="csY224" fmla="*/ 3606139 h 3851459"/>
              <a:gd name="csX225" fmla="*/ 2562938 w 3851445"/>
              <a:gd name="csY225" fmla="*/ 3614934 h 3851459"/>
              <a:gd name="csX226" fmla="*/ 2399501 w 3851445"/>
              <a:gd name="csY226" fmla="*/ 3682605 h 3851459"/>
              <a:gd name="csX227" fmla="*/ 2428082 w 3851445"/>
              <a:gd name="csY227" fmla="*/ 3751583 h 3851459"/>
              <a:gd name="csX228" fmla="*/ 2862060 w 3851445"/>
              <a:gd name="csY228" fmla="*/ 3571527 h 3851459"/>
              <a:gd name="csX229" fmla="*/ 2833595 w 3851445"/>
              <a:gd name="csY229" fmla="*/ 3502799 h 3851459"/>
              <a:gd name="csX230" fmla="*/ 2670149 w 3851445"/>
              <a:gd name="csY230" fmla="*/ 3570494 h 3851459"/>
              <a:gd name="csX231" fmla="*/ 2648916 w 3851445"/>
              <a:gd name="csY231" fmla="*/ 3561699 h 3851459"/>
              <a:gd name="csX232" fmla="*/ 2593233 w 3851445"/>
              <a:gd name="csY232" fmla="*/ 3427268 h 3851459"/>
              <a:gd name="csX233" fmla="*/ 2592886 w 3851445"/>
              <a:gd name="csY233" fmla="*/ 3415565 h 3851459"/>
              <a:gd name="csX234" fmla="*/ 2601452 w 3851445"/>
              <a:gd name="csY234" fmla="*/ 3406190 h 3851459"/>
              <a:gd name="csX235" fmla="*/ 3035221 w 3851445"/>
              <a:gd name="csY235" fmla="*/ 3115713 h 3851459"/>
              <a:gd name="csX236" fmla="*/ 3057801 w 3851445"/>
              <a:gd name="csY236" fmla="*/ 3116104 h 3851459"/>
              <a:gd name="csX237" fmla="*/ 3161140 w 3851445"/>
              <a:gd name="csY237" fmla="*/ 3219444 h 3851459"/>
              <a:gd name="csX238" fmla="*/ 3161140 w 3851445"/>
              <a:gd name="csY238" fmla="*/ 3242428 h 3851459"/>
              <a:gd name="csX239" fmla="*/ 3036071 w 3851445"/>
              <a:gd name="csY239" fmla="*/ 3367528 h 3851459"/>
              <a:gd name="csX240" fmla="*/ 3088476 w 3851445"/>
              <a:gd name="csY240" fmla="*/ 3419934 h 3851459"/>
              <a:gd name="csX241" fmla="*/ 3420602 w 3851445"/>
              <a:gd name="csY241" fmla="*/ 3087599 h 3851459"/>
              <a:gd name="csX242" fmla="*/ 3368283 w 3851445"/>
              <a:gd name="csY242" fmla="*/ 3035282 h 3851459"/>
              <a:gd name="csX243" fmla="*/ 3243217 w 3851445"/>
              <a:gd name="csY243" fmla="*/ 3160376 h 3851459"/>
              <a:gd name="csX244" fmla="*/ 3231719 w 3851445"/>
              <a:gd name="csY244" fmla="*/ 3165139 h 3851459"/>
              <a:gd name="csX245" fmla="*/ 3220225 w 3851445"/>
              <a:gd name="csY245" fmla="*/ 3160376 h 3851459"/>
              <a:gd name="csX246" fmla="*/ 3116855 w 3851445"/>
              <a:gd name="csY246" fmla="*/ 3057008 h 3851459"/>
              <a:gd name="csX247" fmla="*/ 3116454 w 3851445"/>
              <a:gd name="csY247" fmla="*/ 3034439 h 3851459"/>
              <a:gd name="csX248" fmla="*/ 3406605 w 3851445"/>
              <a:gd name="csY248" fmla="*/ 2600543 h 3851459"/>
              <a:gd name="csX249" fmla="*/ 3427615 w 3851445"/>
              <a:gd name="csY249" fmla="*/ 2592276 h 3851459"/>
              <a:gd name="csX250" fmla="*/ 3562484 w 3851445"/>
              <a:gd name="csY250" fmla="*/ 2648155 h 3851459"/>
              <a:gd name="csX251" fmla="*/ 3571276 w 3851445"/>
              <a:gd name="csY251" fmla="*/ 2669391 h 3851459"/>
              <a:gd name="csX252" fmla="*/ 3503577 w 3851445"/>
              <a:gd name="csY252" fmla="*/ 2832800 h 3851459"/>
              <a:gd name="csX253" fmla="*/ 3572041 w 3851445"/>
              <a:gd name="csY253" fmla="*/ 2861161 h 3851459"/>
              <a:gd name="csX254" fmla="*/ 3751851 w 3851445"/>
              <a:gd name="csY254" fmla="*/ 2427067 h 3851459"/>
              <a:gd name="csX255" fmla="*/ 3683384 w 3851445"/>
              <a:gd name="csY255" fmla="*/ 2398706 h 3851459"/>
              <a:gd name="csX256" fmla="*/ 3615685 w 3851445"/>
              <a:gd name="csY256" fmla="*/ 2562149 h 3851459"/>
              <a:gd name="csX257" fmla="*/ 3594453 w 3851445"/>
              <a:gd name="csY257" fmla="*/ 2570944 h 3851459"/>
              <a:gd name="csX258" fmla="*/ 3459580 w 3851445"/>
              <a:gd name="csY258" fmla="*/ 2515096 h 3851459"/>
              <a:gd name="csX259" fmla="*/ 3450572 w 3851445"/>
              <a:gd name="csY259" fmla="*/ 2494399 h 3851459"/>
              <a:gd name="csX260" fmla="*/ 3551758 w 3851445"/>
              <a:gd name="csY260" fmla="*/ 1982442 h 3851459"/>
              <a:gd name="csX261" fmla="*/ 3568002 w 3851445"/>
              <a:gd name="csY261" fmla="*/ 1966744 h 3851459"/>
              <a:gd name="csX262" fmla="*/ 3714639 w 3851445"/>
              <a:gd name="csY262" fmla="*/ 1966744 h 3851459"/>
              <a:gd name="csX263" fmla="*/ 3730893 w 3851445"/>
              <a:gd name="csY263" fmla="*/ 1982998 h 3851459"/>
              <a:gd name="csX264" fmla="*/ 3730893 w 3851445"/>
              <a:gd name="csY264" fmla="*/ 2159869 h 3851459"/>
              <a:gd name="csX265" fmla="*/ 3804606 w 3851445"/>
              <a:gd name="csY265" fmla="*/ 2159869 h 3851459"/>
              <a:gd name="csX266" fmla="*/ 3818953 w 3851445"/>
              <a:gd name="csY266" fmla="*/ 1925720 h 3851459"/>
              <a:gd name="csX267" fmla="*/ 3804417 w 3851445"/>
              <a:gd name="csY267" fmla="*/ 1690013 h 3851459"/>
              <a:gd name="csX268" fmla="*/ 3730896 w 3851445"/>
              <a:gd name="csY268" fmla="*/ 1690013 h 3851459"/>
              <a:gd name="csX269" fmla="*/ 3730896 w 3851445"/>
              <a:gd name="csY269" fmla="*/ 1866916 h 3851459"/>
              <a:gd name="csX270" fmla="*/ 3714642 w 3851445"/>
              <a:gd name="csY270" fmla="*/ 1883169 h 3851459"/>
              <a:gd name="csX271" fmla="*/ 3567905 w 3851445"/>
              <a:gd name="csY271" fmla="*/ 1883169 h 3851459"/>
              <a:gd name="csX272" fmla="*/ 3551662 w 3851445"/>
              <a:gd name="csY272" fmla="*/ 1867481 h 3851459"/>
              <a:gd name="csX273" fmla="*/ 3450095 w 3851445"/>
              <a:gd name="csY273" fmla="*/ 1355751 h 3851459"/>
              <a:gd name="csX274" fmla="*/ 3459097 w 3851445"/>
              <a:gd name="csY274" fmla="*/ 1335044 h 3851459"/>
              <a:gd name="csX275" fmla="*/ 3594456 w 3851445"/>
              <a:gd name="csY275" fmla="*/ 1278969 h 3851459"/>
              <a:gd name="csX276" fmla="*/ 3615692 w 3851445"/>
              <a:gd name="csY276" fmla="*/ 1287764 h 3851459"/>
              <a:gd name="csX277" fmla="*/ 3683391 w 3851445"/>
              <a:gd name="csY277" fmla="*/ 1451180 h 3851459"/>
              <a:gd name="csX278" fmla="*/ 3751491 w 3851445"/>
              <a:gd name="csY278" fmla="*/ 1422980 h 3851459"/>
              <a:gd name="csX279" fmla="*/ 3571345 w 3851445"/>
              <a:gd name="csY279" fmla="*/ 989040 h 3851459"/>
              <a:gd name="csX280" fmla="*/ 3503584 w 3851445"/>
              <a:gd name="csY280" fmla="*/ 1017113 h 3851459"/>
              <a:gd name="csX281" fmla="*/ 3571283 w 3851445"/>
              <a:gd name="csY281" fmla="*/ 1180526 h 3851459"/>
              <a:gd name="csX282" fmla="*/ 3562491 w 3851445"/>
              <a:gd name="csY282" fmla="*/ 1201762 h 3851459"/>
              <a:gd name="csX283" fmla="*/ 3427001 w 3851445"/>
              <a:gd name="csY283" fmla="*/ 1257901 h 3851459"/>
              <a:gd name="csX284" fmla="*/ 3405998 w 3851445"/>
              <a:gd name="csY284" fmla="*/ 1249644 h 3851459"/>
              <a:gd name="csX285" fmla="*/ 3115720 w 3851445"/>
              <a:gd name="csY285" fmla="*/ 816236 h 3851459"/>
              <a:gd name="csX286" fmla="*/ 3116111 w 3851445"/>
              <a:gd name="csY286" fmla="*/ 793656 h 3851459"/>
              <a:gd name="csX287" fmla="*/ 3220229 w 3851445"/>
              <a:gd name="csY287" fmla="*/ 689538 h 3851459"/>
              <a:gd name="csX288" fmla="*/ 3231723 w 3851445"/>
              <a:gd name="csY288" fmla="*/ 684775 h 3851459"/>
              <a:gd name="csX289" fmla="*/ 3243220 w 3851445"/>
              <a:gd name="csY289" fmla="*/ 689538 h 3851459"/>
              <a:gd name="csX290" fmla="*/ 3368290 w 3851445"/>
              <a:gd name="csY290" fmla="*/ 814638 h 3851459"/>
              <a:gd name="csX291" fmla="*/ 3419944 w 3851445"/>
              <a:gd name="csY291" fmla="*/ 762980 h 3851459"/>
              <a:gd name="csX292" fmla="*/ 3087606 w 3851445"/>
              <a:gd name="csY292" fmla="*/ 430854 h 3851459"/>
              <a:gd name="csX293" fmla="*/ 3036071 w 3851445"/>
              <a:gd name="csY293" fmla="*/ 482395 h 3851459"/>
              <a:gd name="csX294" fmla="*/ 3161140 w 3851445"/>
              <a:gd name="csY294" fmla="*/ 607495 h 3851459"/>
              <a:gd name="csX295" fmla="*/ 3165903 w 3851445"/>
              <a:gd name="csY295" fmla="*/ 618989 h 3851459"/>
              <a:gd name="csX296" fmla="*/ 3161140 w 3851445"/>
              <a:gd name="csY296" fmla="*/ 630483 h 3851459"/>
              <a:gd name="csX297" fmla="*/ 3056998 w 3851445"/>
              <a:gd name="csY297" fmla="*/ 734591 h 3851459"/>
              <a:gd name="csX298" fmla="*/ 3046413 w 3851445"/>
              <a:gd name="csY298" fmla="*/ 739330 h 3851459"/>
              <a:gd name="csX299" fmla="*/ 3034415 w 3851445"/>
              <a:gd name="csY299" fmla="*/ 734999 h 3851459"/>
              <a:gd name="csX300" fmla="*/ 2600989 w 3851445"/>
              <a:gd name="csY300" fmla="*/ 445057 h 3851459"/>
              <a:gd name="csX301" fmla="*/ 2592712 w 3851445"/>
              <a:gd name="csY301" fmla="*/ 436560 h 3851459"/>
              <a:gd name="csX302" fmla="*/ 2592663 w 3851445"/>
              <a:gd name="csY302" fmla="*/ 424027 h 3851459"/>
              <a:gd name="csX303" fmla="*/ 2648916 w 3851445"/>
              <a:gd name="csY303" fmla="*/ 288221 h 3851459"/>
              <a:gd name="csX304" fmla="*/ 2670149 w 3851445"/>
              <a:gd name="csY304" fmla="*/ 279426 h 3851459"/>
              <a:gd name="csX305" fmla="*/ 2833592 w 3851445"/>
              <a:gd name="csY305" fmla="*/ 347094 h 3851459"/>
              <a:gd name="csX306" fmla="*/ 2861535 w 3851445"/>
              <a:gd name="csY306" fmla="*/ 279604 h 3851459"/>
              <a:gd name="csX307" fmla="*/ 2427499 w 3851445"/>
              <a:gd name="csY307" fmla="*/ 99729 h 3851459"/>
              <a:gd name="csX308" fmla="*/ 2399501 w 3851445"/>
              <a:gd name="csY308" fmla="*/ 167287 h 3851459"/>
              <a:gd name="csX309" fmla="*/ 2562941 w 3851445"/>
              <a:gd name="csY309" fmla="*/ 234986 h 3851459"/>
              <a:gd name="csX310" fmla="*/ 2571733 w 3851445"/>
              <a:gd name="csY310" fmla="*/ 243785 h 3851459"/>
              <a:gd name="csX311" fmla="*/ 2571733 w 3851445"/>
              <a:gd name="csY311" fmla="*/ 256225 h 3851459"/>
              <a:gd name="csX312" fmla="*/ 2515521 w 3851445"/>
              <a:gd name="csY312" fmla="*/ 391904 h 3851459"/>
              <a:gd name="csX313" fmla="*/ 2509719 w 3851445"/>
              <a:gd name="csY313" fmla="*/ 399170 h 3851459"/>
              <a:gd name="csX314" fmla="*/ 2494769 w 3851445"/>
              <a:gd name="csY314" fmla="*/ 401049 h 3851459"/>
              <a:gd name="csX315" fmla="*/ 1983200 w 3851445"/>
              <a:gd name="csY315" fmla="*/ 299767 h 3851459"/>
              <a:gd name="csX316" fmla="*/ 1967509 w 3851445"/>
              <a:gd name="csY316" fmla="*/ 283523 h 3851459"/>
              <a:gd name="csX317" fmla="*/ 1967509 w 3851445"/>
              <a:gd name="csY317" fmla="*/ 136042 h 3851459"/>
              <a:gd name="csX318" fmla="*/ 1983762 w 3851445"/>
              <a:gd name="csY318" fmla="*/ 119789 h 3851459"/>
              <a:gd name="csX319" fmla="*/ 2160664 w 3851445"/>
              <a:gd name="csY319" fmla="*/ 119789 h 3851459"/>
              <a:gd name="csX320" fmla="*/ 2160664 w 3851445"/>
              <a:gd name="csY320" fmla="*/ 46946 h 3851459"/>
              <a:gd name="csX321" fmla="*/ 1925737 w 3851445"/>
              <a:gd name="csY321" fmla="*/ 32507 h 3851459"/>
              <a:gd name="csX322" fmla="*/ 1690809 w 3851445"/>
              <a:gd name="csY322" fmla="*/ 46946 h 3851459"/>
              <a:gd name="csX323" fmla="*/ 1690809 w 3851445"/>
              <a:gd name="csY323" fmla="*/ 119789 h 3851459"/>
              <a:gd name="csX324" fmla="*/ 1867711 w 3851445"/>
              <a:gd name="csY324" fmla="*/ 119789 h 3851459"/>
              <a:gd name="csX325" fmla="*/ 1883965 w 3851445"/>
              <a:gd name="csY325" fmla="*/ 136042 h 3851459"/>
              <a:gd name="csX326" fmla="*/ 1883965 w 3851445"/>
              <a:gd name="csY326" fmla="*/ 283523 h 3851459"/>
              <a:gd name="csX327" fmla="*/ 1868273 w 3851445"/>
              <a:gd name="csY327" fmla="*/ 299767 h 3851459"/>
              <a:gd name="csX328" fmla="*/ 1356701 w 3851445"/>
              <a:gd name="csY328" fmla="*/ 401049 h 3851459"/>
              <a:gd name="csX329" fmla="*/ 1336000 w 3851445"/>
              <a:gd name="csY329" fmla="*/ 392044 h 3851459"/>
              <a:gd name="csX330" fmla="*/ 1279730 w 3851445"/>
              <a:gd name="csY330" fmla="*/ 256232 h 3851459"/>
              <a:gd name="csX331" fmla="*/ 1279727 w 3851445"/>
              <a:gd name="csY331" fmla="*/ 243792 h 3851459"/>
              <a:gd name="csX332" fmla="*/ 1288522 w 3851445"/>
              <a:gd name="csY332" fmla="*/ 234993 h 3851459"/>
              <a:gd name="csX333" fmla="*/ 1451966 w 3851445"/>
              <a:gd name="csY333" fmla="*/ 167294 h 3851459"/>
              <a:gd name="csX334" fmla="*/ 1423964 w 3851445"/>
              <a:gd name="csY334" fmla="*/ 99736 h 3851459"/>
              <a:gd name="csX335" fmla="*/ 989925 w 3851445"/>
              <a:gd name="csY335" fmla="*/ 279611 h 3851459"/>
              <a:gd name="csX336" fmla="*/ 1017871 w 3851445"/>
              <a:gd name="csY336" fmla="*/ 347104 h 3851459"/>
              <a:gd name="csX337" fmla="*/ 1181318 w 3851445"/>
              <a:gd name="csY337" fmla="*/ 279433 h 3851459"/>
              <a:gd name="csX338" fmla="*/ 1202550 w 3851445"/>
              <a:gd name="csY338" fmla="*/ 288228 h 3851459"/>
              <a:gd name="csX339" fmla="*/ 1258604 w 3851445"/>
              <a:gd name="csY339" fmla="*/ 423560 h 3851459"/>
              <a:gd name="csX340" fmla="*/ 1259674 w 3851445"/>
              <a:gd name="csY340" fmla="*/ 426804 h 3851459"/>
              <a:gd name="csX341" fmla="*/ 1250553 w 3851445"/>
              <a:gd name="csY341" fmla="*/ 445043 h 3851459"/>
              <a:gd name="csX342" fmla="*/ 817045 w 3851445"/>
              <a:gd name="csY342" fmla="*/ 735003 h 3851459"/>
              <a:gd name="csX343" fmla="*/ 804779 w 3851445"/>
              <a:gd name="csY343" fmla="*/ 739320 h 3851459"/>
              <a:gd name="csX344" fmla="*/ 794328 w 3851445"/>
              <a:gd name="csY344" fmla="*/ 734457 h 3851459"/>
              <a:gd name="csX345" fmla="*/ 690323 w 3851445"/>
              <a:gd name="csY345" fmla="*/ 630487 h 3851459"/>
              <a:gd name="csX346" fmla="*/ 685560 w 3851445"/>
              <a:gd name="csY346" fmla="*/ 618993 h 3851459"/>
              <a:gd name="csX347" fmla="*/ 690319 w 3851445"/>
              <a:gd name="csY347" fmla="*/ 607499 h 3851459"/>
              <a:gd name="csX348" fmla="*/ 815389 w 3851445"/>
              <a:gd name="csY348" fmla="*/ 482399 h 3851459"/>
              <a:gd name="csX349" fmla="*/ 763851 w 3851445"/>
              <a:gd name="csY349" fmla="*/ 430857 h 3851459"/>
              <a:gd name="csX350" fmla="*/ 431516 w 3851445"/>
              <a:gd name="csY350" fmla="*/ 762983 h 3851459"/>
              <a:gd name="csX351" fmla="*/ 483174 w 3851445"/>
              <a:gd name="csY351" fmla="*/ 814641 h 3851459"/>
              <a:gd name="csX352" fmla="*/ 608243 w 3851445"/>
              <a:gd name="csY352" fmla="*/ 689541 h 3851459"/>
              <a:gd name="csX353" fmla="*/ 619737 w 3851445"/>
              <a:gd name="csY353" fmla="*/ 684778 h 3851459"/>
              <a:gd name="csX354" fmla="*/ 631231 w 3851445"/>
              <a:gd name="csY354" fmla="*/ 689541 h 3851459"/>
              <a:gd name="csX355" fmla="*/ 735346 w 3851445"/>
              <a:gd name="csY355" fmla="*/ 793656 h 3851459"/>
              <a:gd name="csX356" fmla="*/ 735743 w 3851445"/>
              <a:gd name="csY356" fmla="*/ 816239 h 3851459"/>
              <a:gd name="csX357" fmla="*/ 445431 w 3851445"/>
              <a:gd name="csY357" fmla="*/ 1249648 h 3851459"/>
              <a:gd name="csX358" fmla="*/ 427192 w 3851445"/>
              <a:gd name="csY358" fmla="*/ 1258769 h 3851459"/>
              <a:gd name="csX359" fmla="*/ 423780 w 3851445"/>
              <a:gd name="csY359" fmla="*/ 1257620 h 3851459"/>
              <a:gd name="csX360" fmla="*/ 288972 w 3851445"/>
              <a:gd name="csY360" fmla="*/ 1201765 h 3851459"/>
              <a:gd name="csX361" fmla="*/ 280177 w 3851445"/>
              <a:gd name="csY361" fmla="*/ 1180529 h 3851459"/>
              <a:gd name="csX362" fmla="*/ 347875 w 3851445"/>
              <a:gd name="csY362" fmla="*/ 1017117 h 3851459"/>
              <a:gd name="csX363" fmla="*/ 280118 w 3851445"/>
              <a:gd name="csY363" fmla="*/ 989044 h 3851459"/>
              <a:gd name="csX364" fmla="*/ 99976 w 3851445"/>
              <a:gd name="csY364" fmla="*/ 1422984 h 3851459"/>
              <a:gd name="csX365" fmla="*/ 168072 w 3851445"/>
              <a:gd name="csY365" fmla="*/ 1451184 h 3851459"/>
              <a:gd name="csX366" fmla="*/ 235775 w 3851445"/>
              <a:gd name="csY366" fmla="*/ 1287768 h 3851459"/>
              <a:gd name="csX367" fmla="*/ 257007 w 3851445"/>
              <a:gd name="csY367" fmla="*/ 1278969 h 3851459"/>
              <a:gd name="csX368" fmla="*/ 391818 w 3851445"/>
              <a:gd name="csY368" fmla="*/ 1334793 h 3851459"/>
              <a:gd name="csX369" fmla="*/ 401776 w 3851445"/>
              <a:gd name="csY369" fmla="*/ 1345560 h 3851459"/>
              <a:gd name="csX370" fmla="*/ 401282 w 3851445"/>
              <a:gd name="csY370" fmla="*/ 1355960 h 3851459"/>
              <a:gd name="csX371" fmla="*/ 299801 w 3851445"/>
              <a:gd name="csY371" fmla="*/ 1867481 h 3851459"/>
              <a:gd name="csX372" fmla="*/ 283558 w 3851445"/>
              <a:gd name="csY372" fmla="*/ 1883169 h 3851459"/>
              <a:gd name="csX373" fmla="*/ 136824 w 3851445"/>
              <a:gd name="csY373" fmla="*/ 1883169 h 3851459"/>
              <a:gd name="csX374" fmla="*/ 120570 w 3851445"/>
              <a:gd name="csY374" fmla="*/ 1866916 h 3851459"/>
              <a:gd name="csX375" fmla="*/ 120570 w 3851445"/>
              <a:gd name="csY375" fmla="*/ 1690013 h 3851459"/>
              <a:gd name="csX376" fmla="*/ 47046 w 3851445"/>
              <a:gd name="csY376" fmla="*/ 1690013 h 3851459"/>
              <a:gd name="csX377" fmla="*/ 32510 w 3851445"/>
              <a:gd name="csY377" fmla="*/ 1925720 h 3851459"/>
              <a:gd name="csX378" fmla="*/ 46857 w 3851445"/>
              <a:gd name="csY378" fmla="*/ 2159869 h 3851459"/>
              <a:gd name="csX379" fmla="*/ 120574 w 3851445"/>
              <a:gd name="csY379" fmla="*/ 2159869 h 3851459"/>
              <a:gd name="csX380" fmla="*/ 120574 w 3851445"/>
              <a:gd name="csY380" fmla="*/ 1982998 h 3851459"/>
              <a:gd name="csX381" fmla="*/ 136827 w 3851445"/>
              <a:gd name="csY381" fmla="*/ 1966744 h 3851459"/>
              <a:gd name="csX382" fmla="*/ 283465 w 3851445"/>
              <a:gd name="csY382" fmla="*/ 1966744 h 3851459"/>
              <a:gd name="csX383" fmla="*/ 299708 w 3851445"/>
              <a:gd name="csY383" fmla="*/ 1982442 h 3851459"/>
              <a:gd name="csX384" fmla="*/ 400891 w 3851445"/>
              <a:gd name="csY384" fmla="*/ 2494399 h 3851459"/>
              <a:gd name="csX385" fmla="*/ 399016 w 3851445"/>
              <a:gd name="csY385" fmla="*/ 2509349 h 3851459"/>
              <a:gd name="csX386" fmla="*/ 391581 w 3851445"/>
              <a:gd name="csY386" fmla="*/ 2515216 h 3851459"/>
              <a:gd name="csX387" fmla="*/ 257010 w 3851445"/>
              <a:gd name="csY387" fmla="*/ 2570944 h 3851459"/>
              <a:gd name="csX388" fmla="*/ 235775 w 3851445"/>
              <a:gd name="csY388" fmla="*/ 2562149 h 3851459"/>
              <a:gd name="csX389" fmla="*/ 168076 w 3851445"/>
              <a:gd name="csY389" fmla="*/ 2398706 h 3851459"/>
              <a:gd name="csX390" fmla="*/ 99609 w 3851445"/>
              <a:gd name="csY390" fmla="*/ 2427067 h 3851459"/>
              <a:gd name="csX391" fmla="*/ 279419 w 3851445"/>
              <a:gd name="csY391" fmla="*/ 2861164 h 3851459"/>
              <a:gd name="csX392" fmla="*/ 347882 w 3851445"/>
              <a:gd name="csY392" fmla="*/ 2832803 h 3851459"/>
              <a:gd name="csX393" fmla="*/ 280183 w 3851445"/>
              <a:gd name="csY393" fmla="*/ 2669394 h 3851459"/>
              <a:gd name="csX394" fmla="*/ 280211 w 3851445"/>
              <a:gd name="csY394" fmla="*/ 2656885 h 3851459"/>
              <a:gd name="csX395" fmla="*/ 289116 w 3851445"/>
              <a:gd name="csY395" fmla="*/ 2648100 h 3851459"/>
              <a:gd name="csX396" fmla="*/ 424541 w 3851445"/>
              <a:gd name="csY396" fmla="*/ 2593452 h 3851459"/>
              <a:gd name="csX397" fmla="*/ 445403 w 3851445"/>
              <a:gd name="csY397" fmla="*/ 2601761 h 3851459"/>
              <a:gd name="csX398" fmla="*/ 735010 w 3851445"/>
              <a:gd name="csY398" fmla="*/ 3034439 h 3851459"/>
              <a:gd name="csX399" fmla="*/ 734608 w 3851445"/>
              <a:gd name="csY399" fmla="*/ 3057008 h 3851459"/>
              <a:gd name="csX400" fmla="*/ 631238 w 3851445"/>
              <a:gd name="csY400" fmla="*/ 3160379 h 3851459"/>
              <a:gd name="csX401" fmla="*/ 619744 w 3851445"/>
              <a:gd name="csY401" fmla="*/ 3165142 h 3851459"/>
              <a:gd name="csX402" fmla="*/ 608250 w 3851445"/>
              <a:gd name="csY402" fmla="*/ 3160379 h 3851459"/>
              <a:gd name="csX403" fmla="*/ 483180 w 3851445"/>
              <a:gd name="csY403" fmla="*/ 3035286 h 3851459"/>
              <a:gd name="csX404" fmla="*/ 430864 w 3851445"/>
              <a:gd name="csY404" fmla="*/ 3087602 h 3851459"/>
              <a:gd name="csX405" fmla="*/ 762990 w 3851445"/>
              <a:gd name="csY405" fmla="*/ 3419937 h 3851459"/>
              <a:gd name="csX406" fmla="*/ 815399 w 3851445"/>
              <a:gd name="csY406" fmla="*/ 3367532 h 3851459"/>
              <a:gd name="csX407" fmla="*/ 690330 w 3851445"/>
              <a:gd name="csY407" fmla="*/ 3242432 h 3851459"/>
              <a:gd name="csX408" fmla="*/ 690330 w 3851445"/>
              <a:gd name="csY408" fmla="*/ 3219447 h 3851459"/>
              <a:gd name="csX409" fmla="*/ 793611 w 3851445"/>
              <a:gd name="csY409" fmla="*/ 3116166 h 3851459"/>
              <a:gd name="csX410" fmla="*/ 816249 w 3851445"/>
              <a:gd name="csY410" fmla="*/ 3115717 h 3851459"/>
              <a:gd name="csX411" fmla="*/ 1249819 w 3851445"/>
              <a:gd name="csY411" fmla="*/ 3406098 h 3851459"/>
              <a:gd name="csX412" fmla="*/ 1258278 w 3851445"/>
              <a:gd name="csY412" fmla="*/ 3415171 h 3851459"/>
              <a:gd name="csX413" fmla="*/ 1258090 w 3851445"/>
              <a:gd name="csY413" fmla="*/ 3427090 h 3851459"/>
              <a:gd name="csX414" fmla="*/ 1202564 w 3851445"/>
              <a:gd name="csY414" fmla="*/ 3561685 h 3851459"/>
              <a:gd name="csX415" fmla="*/ 1193769 w 3851445"/>
              <a:gd name="csY415" fmla="*/ 3570498 h 3851459"/>
              <a:gd name="csX416" fmla="*/ 1181318 w 3851445"/>
              <a:gd name="csY416" fmla="*/ 3570501 h 3851459"/>
              <a:gd name="csX417" fmla="*/ 1017871 w 3851445"/>
              <a:gd name="csY417" fmla="*/ 3502806 h 3851459"/>
              <a:gd name="csX418" fmla="*/ 989407 w 3851445"/>
              <a:gd name="csY418" fmla="*/ 3571533 h 3851459"/>
              <a:gd name="csX419" fmla="*/ 1423385 w 3851445"/>
              <a:gd name="csY419" fmla="*/ 3751590 h 3851459"/>
              <a:gd name="csX420" fmla="*/ 1451969 w 3851445"/>
              <a:gd name="csY420" fmla="*/ 3682612 h 3851459"/>
              <a:gd name="csX421" fmla="*/ 1288529 w 3851445"/>
              <a:gd name="csY421" fmla="*/ 3614945 h 3851459"/>
              <a:gd name="csX422" fmla="*/ 1279730 w 3851445"/>
              <a:gd name="csY422" fmla="*/ 3606146 h 3851459"/>
              <a:gd name="csX423" fmla="*/ 1279734 w 3851445"/>
              <a:gd name="csY423" fmla="*/ 3593705 h 3851459"/>
              <a:gd name="csX424" fmla="*/ 1335448 w 3851445"/>
              <a:gd name="csY424" fmla="*/ 3459240 h 3851459"/>
              <a:gd name="csX425" fmla="*/ 1353635 w 3851445"/>
              <a:gd name="csY425" fmla="*/ 3449523 h 3851459"/>
              <a:gd name="csX426" fmla="*/ 1356845 w 3851445"/>
              <a:gd name="csY426" fmla="*/ 3450514 h 3851459"/>
              <a:gd name="csX427" fmla="*/ 1868273 w 3851445"/>
              <a:gd name="csY427" fmla="*/ 3551731 h 3851459"/>
              <a:gd name="csX428" fmla="*/ 1883965 w 3851445"/>
              <a:gd name="csY428" fmla="*/ 3567974 h 3851459"/>
              <a:gd name="csX429" fmla="*/ 1883965 w 3851445"/>
              <a:gd name="csY429" fmla="*/ 3713864 h 3851459"/>
              <a:gd name="csX430" fmla="*/ 1867711 w 3851445"/>
              <a:gd name="csY430" fmla="*/ 3730118 h 3851459"/>
              <a:gd name="csX431" fmla="*/ 1690809 w 3851445"/>
              <a:gd name="csY431" fmla="*/ 3730118 h 3851459"/>
              <a:gd name="csX432" fmla="*/ 1690809 w 3851445"/>
              <a:gd name="csY432" fmla="*/ 3804517 h 38514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</a:cxnLst>
            <a:rect l="l" t="t" r="r" b="b"/>
            <a:pathLst>
              <a:path w="3851445" h="3851459">
                <a:moveTo>
                  <a:pt x="1925733" y="3851460"/>
                </a:moveTo>
                <a:cubicBezTo>
                  <a:pt x="1840890" y="3851460"/>
                  <a:pt x="1755669" y="3845901"/>
                  <a:pt x="1672433" y="3834939"/>
                </a:cubicBezTo>
                <a:cubicBezTo>
                  <a:pt x="1664347" y="3833872"/>
                  <a:pt x="1658302" y="3826984"/>
                  <a:pt x="1658302" y="3818826"/>
                </a:cubicBezTo>
                <a:lnTo>
                  <a:pt x="1658302" y="3713861"/>
                </a:lnTo>
                <a:cubicBezTo>
                  <a:pt x="1658302" y="3704884"/>
                  <a:pt x="1665578" y="3697607"/>
                  <a:pt x="1674556" y="3697607"/>
                </a:cubicBezTo>
                <a:lnTo>
                  <a:pt x="1851458" y="3697607"/>
                </a:lnTo>
                <a:lnTo>
                  <a:pt x="1851458" y="3583597"/>
                </a:lnTo>
                <a:cubicBezTo>
                  <a:pt x="1682614" y="3576156"/>
                  <a:pt x="1517271" y="3543391"/>
                  <a:pt x="1359496" y="3486124"/>
                </a:cubicBezTo>
                <a:lnTo>
                  <a:pt x="1315985" y="3591127"/>
                </a:lnTo>
                <a:lnTo>
                  <a:pt x="1479428" y="3658795"/>
                </a:lnTo>
                <a:cubicBezTo>
                  <a:pt x="1483413" y="3660444"/>
                  <a:pt x="1486574" y="3663609"/>
                  <a:pt x="1488224" y="3667593"/>
                </a:cubicBezTo>
                <a:cubicBezTo>
                  <a:pt x="1489873" y="3671575"/>
                  <a:pt x="1489873" y="3676053"/>
                  <a:pt x="1488224" y="3680034"/>
                </a:cubicBezTo>
                <a:lnTo>
                  <a:pt x="1447947" y="3777229"/>
                </a:lnTo>
                <a:cubicBezTo>
                  <a:pt x="1444826" y="3784755"/>
                  <a:pt x="1436614" y="3788812"/>
                  <a:pt x="1428744" y="3786714"/>
                </a:cubicBezTo>
                <a:cubicBezTo>
                  <a:pt x="1264992" y="3743079"/>
                  <a:pt x="1107543" y="3677757"/>
                  <a:pt x="960768" y="3592560"/>
                </a:cubicBezTo>
                <a:cubicBezTo>
                  <a:pt x="953725" y="3588473"/>
                  <a:pt x="950797" y="3579804"/>
                  <a:pt x="953910" y="3572284"/>
                </a:cubicBezTo>
                <a:lnTo>
                  <a:pt x="994057" y="3475350"/>
                </a:lnTo>
                <a:cubicBezTo>
                  <a:pt x="995706" y="3471365"/>
                  <a:pt x="998871" y="3468200"/>
                  <a:pt x="1002852" y="3466555"/>
                </a:cubicBezTo>
                <a:cubicBezTo>
                  <a:pt x="1006833" y="3464902"/>
                  <a:pt x="1011308" y="3464902"/>
                  <a:pt x="1015293" y="3466555"/>
                </a:cubicBezTo>
                <a:lnTo>
                  <a:pt x="1178715" y="3534243"/>
                </a:lnTo>
                <a:lnTo>
                  <a:pt x="1222096" y="3429086"/>
                </a:lnTo>
                <a:cubicBezTo>
                  <a:pt x="1069961" y="3357776"/>
                  <a:pt x="929965" y="3264014"/>
                  <a:pt x="805599" y="3150143"/>
                </a:cubicBezTo>
                <a:lnTo>
                  <a:pt x="724801" y="3230938"/>
                </a:lnTo>
                <a:lnTo>
                  <a:pt x="849871" y="3356038"/>
                </a:lnTo>
                <a:cubicBezTo>
                  <a:pt x="856218" y="3362388"/>
                  <a:pt x="856218" y="3372679"/>
                  <a:pt x="849871" y="3379023"/>
                </a:cubicBezTo>
                <a:lnTo>
                  <a:pt x="775852" y="3453041"/>
                </a:lnTo>
                <a:cubicBezTo>
                  <a:pt x="770085" y="3458805"/>
                  <a:pt x="760933" y="3459409"/>
                  <a:pt x="754466" y="3454440"/>
                </a:cubicBezTo>
                <a:cubicBezTo>
                  <a:pt x="619867" y="3351138"/>
                  <a:pt x="499382" y="3230574"/>
                  <a:pt x="396358" y="3096102"/>
                </a:cubicBezTo>
                <a:cubicBezTo>
                  <a:pt x="391400" y="3089629"/>
                  <a:pt x="392003" y="3080487"/>
                  <a:pt x="397767" y="3074726"/>
                </a:cubicBezTo>
                <a:lnTo>
                  <a:pt x="471686" y="3000804"/>
                </a:lnTo>
                <a:cubicBezTo>
                  <a:pt x="474735" y="2997756"/>
                  <a:pt x="478870" y="2996041"/>
                  <a:pt x="483180" y="2996041"/>
                </a:cubicBezTo>
                <a:cubicBezTo>
                  <a:pt x="487491" y="2996041"/>
                  <a:pt x="491626" y="2997756"/>
                  <a:pt x="494674" y="3000804"/>
                </a:cubicBezTo>
                <a:lnTo>
                  <a:pt x="619744" y="3125897"/>
                </a:lnTo>
                <a:lnTo>
                  <a:pt x="700575" y="3045069"/>
                </a:lnTo>
                <a:cubicBezTo>
                  <a:pt x="587055" y="2920898"/>
                  <a:pt x="493560" y="2781200"/>
                  <a:pt x="422367" y="2629381"/>
                </a:cubicBezTo>
                <a:lnTo>
                  <a:pt x="316490" y="2672106"/>
                </a:lnTo>
                <a:lnTo>
                  <a:pt x="384130" y="2835379"/>
                </a:lnTo>
                <a:cubicBezTo>
                  <a:pt x="385780" y="2839363"/>
                  <a:pt x="385780" y="2843838"/>
                  <a:pt x="384134" y="2847819"/>
                </a:cubicBezTo>
                <a:cubicBezTo>
                  <a:pt x="382484" y="2851803"/>
                  <a:pt x="379319" y="2854968"/>
                  <a:pt x="375335" y="2856614"/>
                </a:cubicBezTo>
                <a:lnTo>
                  <a:pt x="278661" y="2896662"/>
                </a:lnTo>
                <a:cubicBezTo>
                  <a:pt x="271141" y="2899785"/>
                  <a:pt x="262466" y="2896843"/>
                  <a:pt x="258379" y="2889797"/>
                </a:cubicBezTo>
                <a:cubicBezTo>
                  <a:pt x="173257" y="2742977"/>
                  <a:pt x="108024" y="2585483"/>
                  <a:pt x="64486" y="2421694"/>
                </a:cubicBezTo>
                <a:cubicBezTo>
                  <a:pt x="62394" y="2413824"/>
                  <a:pt x="66451" y="2405618"/>
                  <a:pt x="73974" y="2402502"/>
                </a:cubicBezTo>
                <a:lnTo>
                  <a:pt x="170648" y="2362451"/>
                </a:lnTo>
                <a:cubicBezTo>
                  <a:pt x="174629" y="2360801"/>
                  <a:pt x="179104" y="2360801"/>
                  <a:pt x="183088" y="2362451"/>
                </a:cubicBezTo>
                <a:cubicBezTo>
                  <a:pt x="187069" y="2364104"/>
                  <a:pt x="190234" y="2367265"/>
                  <a:pt x="191883" y="2371246"/>
                </a:cubicBezTo>
                <a:lnTo>
                  <a:pt x="259586" y="2534696"/>
                </a:lnTo>
                <a:lnTo>
                  <a:pt x="365014" y="2491038"/>
                </a:lnTo>
                <a:cubicBezTo>
                  <a:pt x="307845" y="2333304"/>
                  <a:pt x="275181" y="2168013"/>
                  <a:pt x="267826" y="1999255"/>
                </a:cubicBezTo>
                <a:lnTo>
                  <a:pt x="153077" y="1999255"/>
                </a:lnTo>
                <a:lnTo>
                  <a:pt x="153077" y="2176126"/>
                </a:lnTo>
                <a:cubicBezTo>
                  <a:pt x="153077" y="2185103"/>
                  <a:pt x="145798" y="2192379"/>
                  <a:pt x="136824" y="2192379"/>
                </a:cubicBezTo>
                <a:lnTo>
                  <a:pt x="32541" y="2192379"/>
                </a:lnTo>
                <a:cubicBezTo>
                  <a:pt x="24384" y="2192379"/>
                  <a:pt x="17488" y="2186331"/>
                  <a:pt x="16425" y="2178242"/>
                </a:cubicBezTo>
                <a:cubicBezTo>
                  <a:pt x="5528" y="2095232"/>
                  <a:pt x="0" y="2010272"/>
                  <a:pt x="0" y="1925723"/>
                </a:cubicBezTo>
                <a:cubicBezTo>
                  <a:pt x="0" y="1840866"/>
                  <a:pt x="5589" y="1755377"/>
                  <a:pt x="16620" y="1671641"/>
                </a:cubicBezTo>
                <a:cubicBezTo>
                  <a:pt x="17683" y="1663555"/>
                  <a:pt x="24579" y="1657510"/>
                  <a:pt x="32733" y="1657510"/>
                </a:cubicBezTo>
                <a:lnTo>
                  <a:pt x="136824" y="1657510"/>
                </a:lnTo>
                <a:cubicBezTo>
                  <a:pt x="145801" y="1657510"/>
                  <a:pt x="153077" y="1664786"/>
                  <a:pt x="153077" y="1673764"/>
                </a:cubicBezTo>
                <a:lnTo>
                  <a:pt x="153077" y="1850666"/>
                </a:lnTo>
                <a:lnTo>
                  <a:pt x="267939" y="1850666"/>
                </a:lnTo>
                <a:cubicBezTo>
                  <a:pt x="275410" y="1682048"/>
                  <a:pt x="308199" y="1516832"/>
                  <a:pt x="365494" y="1359077"/>
                </a:cubicBezTo>
                <a:lnTo>
                  <a:pt x="259589" y="1315220"/>
                </a:lnTo>
                <a:lnTo>
                  <a:pt x="191887" y="1478636"/>
                </a:lnTo>
                <a:cubicBezTo>
                  <a:pt x="188454" y="1486924"/>
                  <a:pt x="178949" y="1490864"/>
                  <a:pt x="170654" y="1487432"/>
                </a:cubicBezTo>
                <a:lnTo>
                  <a:pt x="74337" y="1447545"/>
                </a:lnTo>
                <a:cubicBezTo>
                  <a:pt x="66807" y="1444429"/>
                  <a:pt x="62751" y="1436216"/>
                  <a:pt x="64849" y="1428340"/>
                </a:cubicBezTo>
                <a:cubicBezTo>
                  <a:pt x="108504" y="1264626"/>
                  <a:pt x="173861" y="1107186"/>
                  <a:pt x="259099" y="960398"/>
                </a:cubicBezTo>
                <a:cubicBezTo>
                  <a:pt x="263186" y="953358"/>
                  <a:pt x="271858" y="950426"/>
                  <a:pt x="279374" y="953543"/>
                </a:cubicBezTo>
                <a:lnTo>
                  <a:pt x="375335" y="993299"/>
                </a:lnTo>
                <a:cubicBezTo>
                  <a:pt x="383626" y="996735"/>
                  <a:pt x="387563" y="1006240"/>
                  <a:pt x="384127" y="1014535"/>
                </a:cubicBezTo>
                <a:lnTo>
                  <a:pt x="316428" y="1177947"/>
                </a:lnTo>
                <a:lnTo>
                  <a:pt x="422460" y="1221880"/>
                </a:lnTo>
                <a:cubicBezTo>
                  <a:pt x="493711" y="1069886"/>
                  <a:pt x="587443" y="929955"/>
                  <a:pt x="701316" y="805589"/>
                </a:cubicBezTo>
                <a:lnTo>
                  <a:pt x="619740" y="724013"/>
                </a:lnTo>
                <a:lnTo>
                  <a:pt x="494671" y="849110"/>
                </a:lnTo>
                <a:cubicBezTo>
                  <a:pt x="491623" y="852158"/>
                  <a:pt x="487487" y="853872"/>
                  <a:pt x="483177" y="853872"/>
                </a:cubicBezTo>
                <a:cubicBezTo>
                  <a:pt x="478867" y="853872"/>
                  <a:pt x="474731" y="852161"/>
                  <a:pt x="471683" y="849113"/>
                </a:cubicBezTo>
                <a:lnTo>
                  <a:pt x="398412" y="775842"/>
                </a:lnTo>
                <a:cubicBezTo>
                  <a:pt x="392645" y="770075"/>
                  <a:pt x="392044" y="760926"/>
                  <a:pt x="397010" y="754455"/>
                </a:cubicBezTo>
                <a:cubicBezTo>
                  <a:pt x="500312" y="619854"/>
                  <a:pt x="620875" y="499369"/>
                  <a:pt x="755347" y="396344"/>
                </a:cubicBezTo>
                <a:cubicBezTo>
                  <a:pt x="761818" y="391386"/>
                  <a:pt x="770959" y="391990"/>
                  <a:pt x="776723" y="397754"/>
                </a:cubicBezTo>
                <a:lnTo>
                  <a:pt x="849864" y="470894"/>
                </a:lnTo>
                <a:cubicBezTo>
                  <a:pt x="856211" y="477241"/>
                  <a:pt x="856211" y="487532"/>
                  <a:pt x="849864" y="493879"/>
                </a:cubicBezTo>
                <a:lnTo>
                  <a:pt x="724795" y="618976"/>
                </a:lnTo>
                <a:lnTo>
                  <a:pt x="806408" y="700565"/>
                </a:lnTo>
                <a:cubicBezTo>
                  <a:pt x="930764" y="586856"/>
                  <a:pt x="1070726" y="493241"/>
                  <a:pt x="1222788" y="422048"/>
                </a:cubicBezTo>
                <a:lnTo>
                  <a:pt x="1178726" y="315667"/>
                </a:lnTo>
                <a:lnTo>
                  <a:pt x="1015275" y="383338"/>
                </a:lnTo>
                <a:cubicBezTo>
                  <a:pt x="1006981" y="386774"/>
                  <a:pt x="997475" y="382834"/>
                  <a:pt x="994043" y="374539"/>
                </a:cubicBezTo>
                <a:lnTo>
                  <a:pt x="954418" y="278839"/>
                </a:lnTo>
                <a:cubicBezTo>
                  <a:pt x="951301" y="271316"/>
                  <a:pt x="954236" y="262644"/>
                  <a:pt x="961282" y="258560"/>
                </a:cubicBezTo>
                <a:cubicBezTo>
                  <a:pt x="1108208" y="173360"/>
                  <a:pt x="1265678" y="108103"/>
                  <a:pt x="1429327" y="64602"/>
                </a:cubicBezTo>
                <a:cubicBezTo>
                  <a:pt x="1437190" y="62507"/>
                  <a:pt x="1445399" y="66564"/>
                  <a:pt x="1448519" y="74087"/>
                </a:cubicBezTo>
                <a:lnTo>
                  <a:pt x="1488210" y="169852"/>
                </a:lnTo>
                <a:cubicBezTo>
                  <a:pt x="1489859" y="173837"/>
                  <a:pt x="1489859" y="178311"/>
                  <a:pt x="1488210" y="182292"/>
                </a:cubicBezTo>
                <a:cubicBezTo>
                  <a:pt x="1486561" y="186277"/>
                  <a:pt x="1483396" y="189439"/>
                  <a:pt x="1479415" y="191088"/>
                </a:cubicBezTo>
                <a:lnTo>
                  <a:pt x="1315971" y="258787"/>
                </a:lnTo>
                <a:lnTo>
                  <a:pt x="1360044" y="365158"/>
                </a:lnTo>
                <a:cubicBezTo>
                  <a:pt x="1517775" y="307986"/>
                  <a:pt x="1682926" y="275287"/>
                  <a:pt x="1851444" y="267880"/>
                </a:cubicBezTo>
                <a:lnTo>
                  <a:pt x="1851444" y="152278"/>
                </a:lnTo>
                <a:lnTo>
                  <a:pt x="1674542" y="152278"/>
                </a:lnTo>
                <a:cubicBezTo>
                  <a:pt x="1665565" y="152278"/>
                  <a:pt x="1658288" y="145002"/>
                  <a:pt x="1658288" y="136025"/>
                </a:cubicBezTo>
                <a:lnTo>
                  <a:pt x="1658288" y="32634"/>
                </a:lnTo>
                <a:cubicBezTo>
                  <a:pt x="1658288" y="24480"/>
                  <a:pt x="1664334" y="17584"/>
                  <a:pt x="1672419" y="16521"/>
                </a:cubicBezTo>
                <a:cubicBezTo>
                  <a:pt x="1755651" y="5558"/>
                  <a:pt x="1840876" y="0"/>
                  <a:pt x="1925723" y="0"/>
                </a:cubicBezTo>
                <a:cubicBezTo>
                  <a:pt x="2010570" y="0"/>
                  <a:pt x="2095794" y="5558"/>
                  <a:pt x="2179027" y="16521"/>
                </a:cubicBezTo>
                <a:cubicBezTo>
                  <a:pt x="2187112" y="17587"/>
                  <a:pt x="2193158" y="24480"/>
                  <a:pt x="2193158" y="32634"/>
                </a:cubicBezTo>
                <a:lnTo>
                  <a:pt x="2193158" y="136039"/>
                </a:lnTo>
                <a:cubicBezTo>
                  <a:pt x="2193158" y="145016"/>
                  <a:pt x="2185881" y="152292"/>
                  <a:pt x="2176904" y="152292"/>
                </a:cubicBezTo>
                <a:lnTo>
                  <a:pt x="2000002" y="152292"/>
                </a:lnTo>
                <a:lnTo>
                  <a:pt x="2000002" y="267894"/>
                </a:lnTo>
                <a:cubicBezTo>
                  <a:pt x="2168603" y="275304"/>
                  <a:pt x="2333753" y="308000"/>
                  <a:pt x="2491402" y="365171"/>
                </a:cubicBezTo>
                <a:lnTo>
                  <a:pt x="2535475" y="258800"/>
                </a:lnTo>
                <a:lnTo>
                  <a:pt x="2372035" y="191102"/>
                </a:lnTo>
                <a:cubicBezTo>
                  <a:pt x="2368050" y="189452"/>
                  <a:pt x="2364885" y="186287"/>
                  <a:pt x="2363239" y="182306"/>
                </a:cubicBezTo>
                <a:cubicBezTo>
                  <a:pt x="2361590" y="178322"/>
                  <a:pt x="2361590" y="173847"/>
                  <a:pt x="2363239" y="169866"/>
                </a:cubicBezTo>
                <a:lnTo>
                  <a:pt x="2402926" y="74101"/>
                </a:lnTo>
                <a:cubicBezTo>
                  <a:pt x="2406044" y="66577"/>
                  <a:pt x="2414242" y="62528"/>
                  <a:pt x="2422119" y="64613"/>
                </a:cubicBezTo>
                <a:cubicBezTo>
                  <a:pt x="2585768" y="108113"/>
                  <a:pt x="2743241" y="173370"/>
                  <a:pt x="2890163" y="258571"/>
                </a:cubicBezTo>
                <a:cubicBezTo>
                  <a:pt x="2897210" y="262655"/>
                  <a:pt x="2900142" y="271326"/>
                  <a:pt x="2897029" y="278850"/>
                </a:cubicBezTo>
                <a:lnTo>
                  <a:pt x="2857403" y="374550"/>
                </a:lnTo>
                <a:cubicBezTo>
                  <a:pt x="2853971" y="382844"/>
                  <a:pt x="2844469" y="386784"/>
                  <a:pt x="2836167" y="383348"/>
                </a:cubicBezTo>
                <a:lnTo>
                  <a:pt x="2672720" y="315677"/>
                </a:lnTo>
                <a:lnTo>
                  <a:pt x="2628658" y="422048"/>
                </a:lnTo>
                <a:cubicBezTo>
                  <a:pt x="2780710" y="493231"/>
                  <a:pt x="2920647" y="586839"/>
                  <a:pt x="3045038" y="700576"/>
                </a:cubicBezTo>
                <a:lnTo>
                  <a:pt x="3126655" y="618986"/>
                </a:lnTo>
                <a:lnTo>
                  <a:pt x="3001585" y="493889"/>
                </a:lnTo>
                <a:cubicBezTo>
                  <a:pt x="2995235" y="487542"/>
                  <a:pt x="2995235" y="477252"/>
                  <a:pt x="3001585" y="470905"/>
                </a:cubicBezTo>
                <a:lnTo>
                  <a:pt x="3074723" y="397764"/>
                </a:lnTo>
                <a:cubicBezTo>
                  <a:pt x="3080490" y="391996"/>
                  <a:pt x="3089629" y="391396"/>
                  <a:pt x="3096099" y="396355"/>
                </a:cubicBezTo>
                <a:cubicBezTo>
                  <a:pt x="3230578" y="499386"/>
                  <a:pt x="3351141" y="619871"/>
                  <a:pt x="3454440" y="754466"/>
                </a:cubicBezTo>
                <a:cubicBezTo>
                  <a:pt x="3459408" y="760936"/>
                  <a:pt x="3458808" y="770085"/>
                  <a:pt x="3453041" y="775852"/>
                </a:cubicBezTo>
                <a:lnTo>
                  <a:pt x="3379770" y="849123"/>
                </a:lnTo>
                <a:cubicBezTo>
                  <a:pt x="3376721" y="852172"/>
                  <a:pt x="3372586" y="853883"/>
                  <a:pt x="3368276" y="853883"/>
                </a:cubicBezTo>
                <a:lnTo>
                  <a:pt x="3368276" y="853883"/>
                </a:lnTo>
                <a:cubicBezTo>
                  <a:pt x="3363962" y="853883"/>
                  <a:pt x="3359830" y="852168"/>
                  <a:pt x="3356782" y="849120"/>
                </a:cubicBezTo>
                <a:lnTo>
                  <a:pt x="3231713" y="724023"/>
                </a:lnTo>
                <a:lnTo>
                  <a:pt x="3150140" y="805596"/>
                </a:lnTo>
                <a:cubicBezTo>
                  <a:pt x="3263979" y="929941"/>
                  <a:pt x="3357697" y="1069865"/>
                  <a:pt x="3428962" y="1221904"/>
                </a:cubicBezTo>
                <a:lnTo>
                  <a:pt x="3535021" y="1177958"/>
                </a:lnTo>
                <a:lnTo>
                  <a:pt x="3467323" y="1014542"/>
                </a:lnTo>
                <a:cubicBezTo>
                  <a:pt x="3463887" y="1006250"/>
                  <a:pt x="3467823" y="996742"/>
                  <a:pt x="3476114" y="993306"/>
                </a:cubicBezTo>
                <a:lnTo>
                  <a:pt x="3572075" y="953550"/>
                </a:lnTo>
                <a:cubicBezTo>
                  <a:pt x="3579598" y="950433"/>
                  <a:pt x="3588263" y="953362"/>
                  <a:pt x="3592351" y="960405"/>
                </a:cubicBezTo>
                <a:cubicBezTo>
                  <a:pt x="3677592" y="1107200"/>
                  <a:pt x="3742949" y="1264639"/>
                  <a:pt x="3786604" y="1428347"/>
                </a:cubicBezTo>
                <a:cubicBezTo>
                  <a:pt x="3788702" y="1436220"/>
                  <a:pt x="3784649" y="1444432"/>
                  <a:pt x="3777115" y="1447552"/>
                </a:cubicBezTo>
                <a:lnTo>
                  <a:pt x="3680795" y="1487439"/>
                </a:lnTo>
                <a:cubicBezTo>
                  <a:pt x="3672504" y="1490874"/>
                  <a:pt x="3662995" y="1486938"/>
                  <a:pt x="3659562" y="1478643"/>
                </a:cubicBezTo>
                <a:lnTo>
                  <a:pt x="3591864" y="1315231"/>
                </a:lnTo>
                <a:lnTo>
                  <a:pt x="3485956" y="1359105"/>
                </a:lnTo>
                <a:cubicBezTo>
                  <a:pt x="3543251" y="1516832"/>
                  <a:pt x="3576039" y="1682045"/>
                  <a:pt x="3583511" y="1850669"/>
                </a:cubicBezTo>
                <a:lnTo>
                  <a:pt x="3698372" y="1850669"/>
                </a:lnTo>
                <a:lnTo>
                  <a:pt x="3698372" y="1673767"/>
                </a:lnTo>
                <a:cubicBezTo>
                  <a:pt x="3698372" y="1664790"/>
                  <a:pt x="3705648" y="1657514"/>
                  <a:pt x="3714625" y="1657514"/>
                </a:cubicBezTo>
                <a:lnTo>
                  <a:pt x="3818709" y="1657514"/>
                </a:lnTo>
                <a:cubicBezTo>
                  <a:pt x="3826867" y="1657514"/>
                  <a:pt x="3833759" y="1663559"/>
                  <a:pt x="3834822" y="1671644"/>
                </a:cubicBezTo>
                <a:cubicBezTo>
                  <a:pt x="3845853" y="1755394"/>
                  <a:pt x="3851446" y="1840879"/>
                  <a:pt x="3851446" y="1925726"/>
                </a:cubicBezTo>
                <a:cubicBezTo>
                  <a:pt x="3851446" y="2010292"/>
                  <a:pt x="3845919" y="2095253"/>
                  <a:pt x="3835018" y="2178245"/>
                </a:cubicBezTo>
                <a:cubicBezTo>
                  <a:pt x="3833955" y="2186334"/>
                  <a:pt x="3827062" y="2192383"/>
                  <a:pt x="3818905" y="2192383"/>
                </a:cubicBezTo>
                <a:lnTo>
                  <a:pt x="3714642" y="2192383"/>
                </a:lnTo>
                <a:cubicBezTo>
                  <a:pt x="3705666" y="2192383"/>
                  <a:pt x="3698389" y="2185106"/>
                  <a:pt x="3698389" y="2176129"/>
                </a:cubicBezTo>
                <a:lnTo>
                  <a:pt x="3698389" y="1999258"/>
                </a:lnTo>
                <a:lnTo>
                  <a:pt x="3583638" y="1999258"/>
                </a:lnTo>
                <a:cubicBezTo>
                  <a:pt x="3576279" y="2168027"/>
                  <a:pt x="3543614" y="2333318"/>
                  <a:pt x="3486446" y="2491042"/>
                </a:cubicBezTo>
                <a:lnTo>
                  <a:pt x="3591877" y="2534700"/>
                </a:lnTo>
                <a:lnTo>
                  <a:pt x="3659576" y="2371250"/>
                </a:lnTo>
                <a:cubicBezTo>
                  <a:pt x="3661222" y="2367268"/>
                  <a:pt x="3664387" y="2364104"/>
                  <a:pt x="3668372" y="2362454"/>
                </a:cubicBezTo>
                <a:cubicBezTo>
                  <a:pt x="3672353" y="2360805"/>
                  <a:pt x="3676831" y="2360808"/>
                  <a:pt x="3680812" y="2362454"/>
                </a:cubicBezTo>
                <a:lnTo>
                  <a:pt x="3777486" y="2402505"/>
                </a:lnTo>
                <a:cubicBezTo>
                  <a:pt x="3785006" y="2405622"/>
                  <a:pt x="3789066" y="2413824"/>
                  <a:pt x="3786974" y="2421697"/>
                </a:cubicBezTo>
                <a:cubicBezTo>
                  <a:pt x="3743436" y="2585494"/>
                  <a:pt x="3678199" y="2742987"/>
                  <a:pt x="3593081" y="2889804"/>
                </a:cubicBezTo>
                <a:cubicBezTo>
                  <a:pt x="3588997" y="2896847"/>
                  <a:pt x="3580329" y="2899792"/>
                  <a:pt x="3572799" y="2896665"/>
                </a:cubicBezTo>
                <a:lnTo>
                  <a:pt x="3476125" y="2856618"/>
                </a:lnTo>
                <a:cubicBezTo>
                  <a:pt x="3472144" y="2854972"/>
                  <a:pt x="3468979" y="2851807"/>
                  <a:pt x="3467333" y="2847822"/>
                </a:cubicBezTo>
                <a:cubicBezTo>
                  <a:pt x="3465683" y="2843841"/>
                  <a:pt x="3465683" y="2839366"/>
                  <a:pt x="3467333" y="2835382"/>
                </a:cubicBezTo>
                <a:lnTo>
                  <a:pt x="3535031" y="2671970"/>
                </a:lnTo>
                <a:lnTo>
                  <a:pt x="3429604" y="2628291"/>
                </a:lnTo>
                <a:cubicBezTo>
                  <a:pt x="3358400" y="2780470"/>
                  <a:pt x="3264727" y="2920541"/>
                  <a:pt x="3150884" y="3045069"/>
                </a:cubicBezTo>
                <a:lnTo>
                  <a:pt x="3231723" y="3125901"/>
                </a:lnTo>
                <a:lnTo>
                  <a:pt x="3356792" y="3000807"/>
                </a:lnTo>
                <a:cubicBezTo>
                  <a:pt x="3359841" y="2997759"/>
                  <a:pt x="3363972" y="2996044"/>
                  <a:pt x="3368286" y="2996044"/>
                </a:cubicBezTo>
                <a:cubicBezTo>
                  <a:pt x="3372596" y="2996044"/>
                  <a:pt x="3376732" y="2997759"/>
                  <a:pt x="3379780" y="3000807"/>
                </a:cubicBezTo>
                <a:lnTo>
                  <a:pt x="3453703" y="3074730"/>
                </a:lnTo>
                <a:cubicBezTo>
                  <a:pt x="3459467" y="3080494"/>
                  <a:pt x="3460067" y="3089635"/>
                  <a:pt x="3455112" y="3096106"/>
                </a:cubicBezTo>
                <a:cubicBezTo>
                  <a:pt x="3352088" y="3230578"/>
                  <a:pt x="3231599" y="3351141"/>
                  <a:pt x="3096998" y="3454443"/>
                </a:cubicBezTo>
                <a:cubicBezTo>
                  <a:pt x="3090534" y="3459415"/>
                  <a:pt x="3081375" y="3458812"/>
                  <a:pt x="3075611" y="3453044"/>
                </a:cubicBezTo>
                <a:lnTo>
                  <a:pt x="3001596" y="3379026"/>
                </a:lnTo>
                <a:cubicBezTo>
                  <a:pt x="2995245" y="3372679"/>
                  <a:pt x="2995245" y="3362388"/>
                  <a:pt x="3001596" y="3356041"/>
                </a:cubicBezTo>
                <a:lnTo>
                  <a:pt x="3126665" y="3230941"/>
                </a:lnTo>
                <a:lnTo>
                  <a:pt x="3045868" y="3150147"/>
                </a:lnTo>
                <a:cubicBezTo>
                  <a:pt x="2921495" y="3264024"/>
                  <a:pt x="2781461" y="3357804"/>
                  <a:pt x="2629203" y="3429172"/>
                </a:cubicBezTo>
                <a:lnTo>
                  <a:pt x="2672731" y="3534253"/>
                </a:lnTo>
                <a:lnTo>
                  <a:pt x="2836177" y="3466558"/>
                </a:lnTo>
                <a:cubicBezTo>
                  <a:pt x="2840155" y="3464905"/>
                  <a:pt x="2844633" y="3464905"/>
                  <a:pt x="2848618" y="3466558"/>
                </a:cubicBezTo>
                <a:cubicBezTo>
                  <a:pt x="2852599" y="3468204"/>
                  <a:pt x="2855764" y="3471369"/>
                  <a:pt x="2857410" y="3475353"/>
                </a:cubicBezTo>
                <a:lnTo>
                  <a:pt x="2897553" y="3572288"/>
                </a:lnTo>
                <a:cubicBezTo>
                  <a:pt x="2900670" y="3579807"/>
                  <a:pt x="2897738" y="3588476"/>
                  <a:pt x="2890698" y="3592564"/>
                </a:cubicBezTo>
                <a:cubicBezTo>
                  <a:pt x="2743930" y="3677760"/>
                  <a:pt x="2586481" y="3743083"/>
                  <a:pt x="2422722" y="3786717"/>
                </a:cubicBezTo>
                <a:cubicBezTo>
                  <a:pt x="2414843" y="3788812"/>
                  <a:pt x="2406640" y="3784759"/>
                  <a:pt x="2403520" y="3777232"/>
                </a:cubicBezTo>
                <a:lnTo>
                  <a:pt x="2363246" y="3680037"/>
                </a:lnTo>
                <a:cubicBezTo>
                  <a:pt x="2361597" y="3676056"/>
                  <a:pt x="2361597" y="3671578"/>
                  <a:pt x="2363246" y="3667597"/>
                </a:cubicBezTo>
                <a:cubicBezTo>
                  <a:pt x="2364896" y="3663612"/>
                  <a:pt x="2368061" y="3660447"/>
                  <a:pt x="2372042" y="3658798"/>
                </a:cubicBezTo>
                <a:lnTo>
                  <a:pt x="2535478" y="3591130"/>
                </a:lnTo>
                <a:lnTo>
                  <a:pt x="2491967" y="3486131"/>
                </a:lnTo>
                <a:cubicBezTo>
                  <a:pt x="2334203" y="3543391"/>
                  <a:pt x="2168842" y="3576156"/>
                  <a:pt x="2000012" y="3583600"/>
                </a:cubicBezTo>
                <a:lnTo>
                  <a:pt x="2000012" y="3697611"/>
                </a:lnTo>
                <a:lnTo>
                  <a:pt x="2176914" y="3697611"/>
                </a:lnTo>
                <a:cubicBezTo>
                  <a:pt x="2185892" y="3697611"/>
                  <a:pt x="2193168" y="3704887"/>
                  <a:pt x="2193168" y="3713864"/>
                </a:cubicBezTo>
                <a:lnTo>
                  <a:pt x="2193168" y="3818829"/>
                </a:lnTo>
                <a:cubicBezTo>
                  <a:pt x="2193168" y="3826987"/>
                  <a:pt x="2187123" y="3833879"/>
                  <a:pt x="2179037" y="3834942"/>
                </a:cubicBezTo>
                <a:cubicBezTo>
                  <a:pt x="2095798" y="3845901"/>
                  <a:pt x="2010573" y="3851460"/>
                  <a:pt x="1925733" y="3851460"/>
                </a:cubicBezTo>
                <a:close/>
                <a:moveTo>
                  <a:pt x="1690806" y="3804517"/>
                </a:moveTo>
                <a:cubicBezTo>
                  <a:pt x="1768140" y="3814097"/>
                  <a:pt x="1847103" y="3818953"/>
                  <a:pt x="1925733" y="3818953"/>
                </a:cubicBezTo>
                <a:cubicBezTo>
                  <a:pt x="2004364" y="3818953"/>
                  <a:pt x="2083327" y="3814097"/>
                  <a:pt x="2160661" y="3804517"/>
                </a:cubicBezTo>
                <a:lnTo>
                  <a:pt x="2160661" y="3730115"/>
                </a:lnTo>
                <a:lnTo>
                  <a:pt x="1983759" y="3730115"/>
                </a:lnTo>
                <a:cubicBezTo>
                  <a:pt x="1974782" y="3730115"/>
                  <a:pt x="1967505" y="3722838"/>
                  <a:pt x="1967505" y="3713861"/>
                </a:cubicBezTo>
                <a:lnTo>
                  <a:pt x="1967505" y="3567971"/>
                </a:lnTo>
                <a:cubicBezTo>
                  <a:pt x="1967505" y="3559213"/>
                  <a:pt x="1974442" y="3552033"/>
                  <a:pt x="1983193" y="3551727"/>
                </a:cubicBezTo>
                <a:cubicBezTo>
                  <a:pt x="2159001" y="3545617"/>
                  <a:pt x="2331062" y="3511563"/>
                  <a:pt x="2494642" y="3450500"/>
                </a:cubicBezTo>
                <a:cubicBezTo>
                  <a:pt x="2496593" y="3449667"/>
                  <a:pt x="2498747" y="3449207"/>
                  <a:pt x="2501003" y="3449207"/>
                </a:cubicBezTo>
                <a:cubicBezTo>
                  <a:pt x="2508022" y="3449207"/>
                  <a:pt x="2514002" y="3453648"/>
                  <a:pt x="2516276" y="3459875"/>
                </a:cubicBezTo>
                <a:lnTo>
                  <a:pt x="2571733" y="3593698"/>
                </a:lnTo>
                <a:cubicBezTo>
                  <a:pt x="2573382" y="3597679"/>
                  <a:pt x="2573382" y="3602158"/>
                  <a:pt x="2571733" y="3606139"/>
                </a:cubicBezTo>
                <a:cubicBezTo>
                  <a:pt x="2570087" y="3610123"/>
                  <a:pt x="2566919" y="3613288"/>
                  <a:pt x="2562938" y="3614934"/>
                </a:cubicBezTo>
                <a:lnTo>
                  <a:pt x="2399501" y="3682605"/>
                </a:lnTo>
                <a:lnTo>
                  <a:pt x="2428082" y="3751583"/>
                </a:lnTo>
                <a:cubicBezTo>
                  <a:pt x="2579575" y="3709983"/>
                  <a:pt x="2725421" y="3649471"/>
                  <a:pt x="2862060" y="3571527"/>
                </a:cubicBezTo>
                <a:lnTo>
                  <a:pt x="2833595" y="3502799"/>
                </a:lnTo>
                <a:lnTo>
                  <a:pt x="2670149" y="3570494"/>
                </a:lnTo>
                <a:cubicBezTo>
                  <a:pt x="2661861" y="3573933"/>
                  <a:pt x="2652349" y="3569994"/>
                  <a:pt x="2648916" y="3561699"/>
                </a:cubicBezTo>
                <a:lnTo>
                  <a:pt x="2593233" y="3427268"/>
                </a:lnTo>
                <a:cubicBezTo>
                  <a:pt x="2591673" y="3423558"/>
                  <a:pt x="2591542" y="3419385"/>
                  <a:pt x="2592886" y="3415565"/>
                </a:cubicBezTo>
                <a:cubicBezTo>
                  <a:pt x="2594354" y="3411409"/>
                  <a:pt x="2597444" y="3408025"/>
                  <a:pt x="2601452" y="3406190"/>
                </a:cubicBezTo>
                <a:cubicBezTo>
                  <a:pt x="2760781" y="3333327"/>
                  <a:pt x="2906719" y="3235598"/>
                  <a:pt x="3035221" y="3115713"/>
                </a:cubicBezTo>
                <a:cubicBezTo>
                  <a:pt x="3041619" y="3109743"/>
                  <a:pt x="3051604" y="3109911"/>
                  <a:pt x="3057801" y="3116104"/>
                </a:cubicBezTo>
                <a:lnTo>
                  <a:pt x="3161140" y="3219444"/>
                </a:lnTo>
                <a:cubicBezTo>
                  <a:pt x="3167488" y="3225791"/>
                  <a:pt x="3167491" y="3236081"/>
                  <a:pt x="3161140" y="3242428"/>
                </a:cubicBezTo>
                <a:lnTo>
                  <a:pt x="3036071" y="3367528"/>
                </a:lnTo>
                <a:lnTo>
                  <a:pt x="3088476" y="3419934"/>
                </a:lnTo>
                <a:cubicBezTo>
                  <a:pt x="3212527" y="3323246"/>
                  <a:pt x="3324162" y="3211536"/>
                  <a:pt x="3420602" y="3087599"/>
                </a:cubicBezTo>
                <a:lnTo>
                  <a:pt x="3368283" y="3035282"/>
                </a:lnTo>
                <a:lnTo>
                  <a:pt x="3243217" y="3160376"/>
                </a:lnTo>
                <a:cubicBezTo>
                  <a:pt x="3240165" y="3163424"/>
                  <a:pt x="3236033" y="3165139"/>
                  <a:pt x="3231719" y="3165139"/>
                </a:cubicBezTo>
                <a:cubicBezTo>
                  <a:pt x="3227409" y="3165139"/>
                  <a:pt x="3223274" y="3163424"/>
                  <a:pt x="3220225" y="3160376"/>
                </a:cubicBezTo>
                <a:lnTo>
                  <a:pt x="3116855" y="3057008"/>
                </a:lnTo>
                <a:cubicBezTo>
                  <a:pt x="3110665" y="3050819"/>
                  <a:pt x="3110491" y="3040841"/>
                  <a:pt x="3116454" y="3034439"/>
                </a:cubicBezTo>
                <a:cubicBezTo>
                  <a:pt x="3236307" y="2905762"/>
                  <a:pt x="3333928" y="2759776"/>
                  <a:pt x="3406605" y="2600543"/>
                </a:cubicBezTo>
                <a:cubicBezTo>
                  <a:pt x="3410243" y="2592578"/>
                  <a:pt x="3419529" y="2588916"/>
                  <a:pt x="3427615" y="2592276"/>
                </a:cubicBezTo>
                <a:lnTo>
                  <a:pt x="3562484" y="2648155"/>
                </a:lnTo>
                <a:cubicBezTo>
                  <a:pt x="3570776" y="2651591"/>
                  <a:pt x="3574712" y="2661096"/>
                  <a:pt x="3571276" y="2669391"/>
                </a:cubicBezTo>
                <a:lnTo>
                  <a:pt x="3503577" y="2832800"/>
                </a:lnTo>
                <a:lnTo>
                  <a:pt x="3572041" y="2861161"/>
                </a:lnTo>
                <a:cubicBezTo>
                  <a:pt x="3649907" y="2724492"/>
                  <a:pt x="3710343" y="2578584"/>
                  <a:pt x="3751851" y="2427067"/>
                </a:cubicBezTo>
                <a:lnTo>
                  <a:pt x="3683384" y="2398706"/>
                </a:lnTo>
                <a:lnTo>
                  <a:pt x="3615685" y="2562149"/>
                </a:lnTo>
                <a:cubicBezTo>
                  <a:pt x="3612253" y="2570440"/>
                  <a:pt x="3602741" y="2574384"/>
                  <a:pt x="3594453" y="2570944"/>
                </a:cubicBezTo>
                <a:lnTo>
                  <a:pt x="3459580" y="2515096"/>
                </a:lnTo>
                <a:cubicBezTo>
                  <a:pt x="3451494" y="2511746"/>
                  <a:pt x="3447510" y="2502597"/>
                  <a:pt x="3450572" y="2494399"/>
                </a:cubicBezTo>
                <a:cubicBezTo>
                  <a:pt x="3511687" y="2330664"/>
                  <a:pt x="3545730" y="2158415"/>
                  <a:pt x="3551758" y="1982442"/>
                </a:cubicBezTo>
                <a:cubicBezTo>
                  <a:pt x="3552060" y="1973688"/>
                  <a:pt x="3559244" y="1966744"/>
                  <a:pt x="3568002" y="1966744"/>
                </a:cubicBezTo>
                <a:lnTo>
                  <a:pt x="3714639" y="1966744"/>
                </a:lnTo>
                <a:cubicBezTo>
                  <a:pt x="3723616" y="1966744"/>
                  <a:pt x="3730893" y="1974020"/>
                  <a:pt x="3730893" y="1982998"/>
                </a:cubicBezTo>
                <a:lnTo>
                  <a:pt x="3730893" y="2159869"/>
                </a:lnTo>
                <a:lnTo>
                  <a:pt x="3804606" y="2159869"/>
                </a:lnTo>
                <a:cubicBezTo>
                  <a:pt x="3814125" y="2082778"/>
                  <a:pt x="3818953" y="2004079"/>
                  <a:pt x="3818953" y="1925720"/>
                </a:cubicBezTo>
                <a:cubicBezTo>
                  <a:pt x="3818953" y="1847055"/>
                  <a:pt x="3814066" y="1767835"/>
                  <a:pt x="3804417" y="1690013"/>
                </a:cubicBezTo>
                <a:lnTo>
                  <a:pt x="3730896" y="1690013"/>
                </a:lnTo>
                <a:lnTo>
                  <a:pt x="3730896" y="1866916"/>
                </a:lnTo>
                <a:cubicBezTo>
                  <a:pt x="3730896" y="1875893"/>
                  <a:pt x="3723620" y="1883169"/>
                  <a:pt x="3714642" y="1883169"/>
                </a:cubicBezTo>
                <a:lnTo>
                  <a:pt x="3567905" y="1883169"/>
                </a:lnTo>
                <a:cubicBezTo>
                  <a:pt x="3559148" y="1883169"/>
                  <a:pt x="3551971" y="1876232"/>
                  <a:pt x="3551662" y="1867481"/>
                </a:cubicBezTo>
                <a:cubicBezTo>
                  <a:pt x="3545514" y="1691663"/>
                  <a:pt x="3511341" y="1519493"/>
                  <a:pt x="3450095" y="1355751"/>
                </a:cubicBezTo>
                <a:cubicBezTo>
                  <a:pt x="3447026" y="1347549"/>
                  <a:pt x="3451011" y="1338394"/>
                  <a:pt x="3459097" y="1335044"/>
                </a:cubicBezTo>
                <a:lnTo>
                  <a:pt x="3594456" y="1278969"/>
                </a:lnTo>
                <a:cubicBezTo>
                  <a:pt x="3602758" y="1275523"/>
                  <a:pt x="3612256" y="1279470"/>
                  <a:pt x="3615692" y="1287764"/>
                </a:cubicBezTo>
                <a:lnTo>
                  <a:pt x="3683391" y="1451180"/>
                </a:lnTo>
                <a:lnTo>
                  <a:pt x="3751491" y="1422980"/>
                </a:lnTo>
                <a:cubicBezTo>
                  <a:pt x="3709869" y="1271542"/>
                  <a:pt x="3649324" y="1125689"/>
                  <a:pt x="3571345" y="989040"/>
                </a:cubicBezTo>
                <a:lnTo>
                  <a:pt x="3503584" y="1017113"/>
                </a:lnTo>
                <a:lnTo>
                  <a:pt x="3571283" y="1180526"/>
                </a:lnTo>
                <a:cubicBezTo>
                  <a:pt x="3574719" y="1188817"/>
                  <a:pt x="3570782" y="1198326"/>
                  <a:pt x="3562491" y="1201762"/>
                </a:cubicBezTo>
                <a:lnTo>
                  <a:pt x="3427001" y="1257901"/>
                </a:lnTo>
                <a:cubicBezTo>
                  <a:pt x="3418919" y="1261251"/>
                  <a:pt x="3409636" y="1257603"/>
                  <a:pt x="3405998" y="1249644"/>
                </a:cubicBezTo>
                <a:cubicBezTo>
                  <a:pt x="3333238" y="1090532"/>
                  <a:pt x="3235577" y="944713"/>
                  <a:pt x="3115720" y="816236"/>
                </a:cubicBezTo>
                <a:cubicBezTo>
                  <a:pt x="3109746" y="809834"/>
                  <a:pt x="3109921" y="799849"/>
                  <a:pt x="3116111" y="793656"/>
                </a:cubicBezTo>
                <a:lnTo>
                  <a:pt x="3220229" y="689538"/>
                </a:lnTo>
                <a:cubicBezTo>
                  <a:pt x="3223277" y="686489"/>
                  <a:pt x="3227413" y="684775"/>
                  <a:pt x="3231723" y="684775"/>
                </a:cubicBezTo>
                <a:cubicBezTo>
                  <a:pt x="3236037" y="684778"/>
                  <a:pt x="3240168" y="686489"/>
                  <a:pt x="3243220" y="689538"/>
                </a:cubicBezTo>
                <a:lnTo>
                  <a:pt x="3368290" y="814638"/>
                </a:lnTo>
                <a:lnTo>
                  <a:pt x="3419944" y="762980"/>
                </a:lnTo>
                <a:cubicBezTo>
                  <a:pt x="3323260" y="638936"/>
                  <a:pt x="3211550" y="527298"/>
                  <a:pt x="3087606" y="430854"/>
                </a:cubicBezTo>
                <a:lnTo>
                  <a:pt x="3036071" y="482395"/>
                </a:lnTo>
                <a:lnTo>
                  <a:pt x="3161140" y="607495"/>
                </a:lnTo>
                <a:cubicBezTo>
                  <a:pt x="3164192" y="610544"/>
                  <a:pt x="3165903" y="614679"/>
                  <a:pt x="3165903" y="618989"/>
                </a:cubicBezTo>
                <a:cubicBezTo>
                  <a:pt x="3165903" y="623300"/>
                  <a:pt x="3164189" y="627435"/>
                  <a:pt x="3161140" y="630483"/>
                </a:cubicBezTo>
                <a:lnTo>
                  <a:pt x="3056998" y="734591"/>
                </a:lnTo>
                <a:cubicBezTo>
                  <a:pt x="3054183" y="737407"/>
                  <a:pt x="3050414" y="739107"/>
                  <a:pt x="3046413" y="739330"/>
                </a:cubicBezTo>
                <a:cubicBezTo>
                  <a:pt x="3041928" y="739577"/>
                  <a:pt x="3037652" y="738017"/>
                  <a:pt x="3034415" y="734999"/>
                </a:cubicBezTo>
                <a:cubicBezTo>
                  <a:pt x="2905906" y="615276"/>
                  <a:pt x="2760074" y="517721"/>
                  <a:pt x="2600989" y="445057"/>
                </a:cubicBezTo>
                <a:cubicBezTo>
                  <a:pt x="2597269" y="443373"/>
                  <a:pt x="2594303" y="440338"/>
                  <a:pt x="2592712" y="436560"/>
                </a:cubicBezTo>
                <a:cubicBezTo>
                  <a:pt x="2591025" y="432555"/>
                  <a:pt x="2591000" y="428042"/>
                  <a:pt x="2592663" y="424027"/>
                </a:cubicBezTo>
                <a:lnTo>
                  <a:pt x="2648916" y="288221"/>
                </a:lnTo>
                <a:cubicBezTo>
                  <a:pt x="2652352" y="279930"/>
                  <a:pt x="2661850" y="275990"/>
                  <a:pt x="2670149" y="279426"/>
                </a:cubicBezTo>
                <a:lnTo>
                  <a:pt x="2833592" y="347094"/>
                </a:lnTo>
                <a:lnTo>
                  <a:pt x="2861535" y="279604"/>
                </a:lnTo>
                <a:cubicBezTo>
                  <a:pt x="2724762" y="201659"/>
                  <a:pt x="2578889" y="141206"/>
                  <a:pt x="2427499" y="99729"/>
                </a:cubicBezTo>
                <a:lnTo>
                  <a:pt x="2399501" y="167287"/>
                </a:lnTo>
                <a:lnTo>
                  <a:pt x="2562941" y="234986"/>
                </a:lnTo>
                <a:cubicBezTo>
                  <a:pt x="2566922" y="236639"/>
                  <a:pt x="2570087" y="239800"/>
                  <a:pt x="2571733" y="243785"/>
                </a:cubicBezTo>
                <a:cubicBezTo>
                  <a:pt x="2573382" y="247766"/>
                  <a:pt x="2573382" y="252241"/>
                  <a:pt x="2571733" y="256225"/>
                </a:cubicBezTo>
                <a:lnTo>
                  <a:pt x="2515521" y="391904"/>
                </a:lnTo>
                <a:cubicBezTo>
                  <a:pt x="2514352" y="394798"/>
                  <a:pt x="2512356" y="397339"/>
                  <a:pt x="2509719" y="399170"/>
                </a:cubicBezTo>
                <a:cubicBezTo>
                  <a:pt x="2505347" y="402201"/>
                  <a:pt x="2499758" y="402911"/>
                  <a:pt x="2494769" y="401049"/>
                </a:cubicBezTo>
                <a:cubicBezTo>
                  <a:pt x="2331110" y="339931"/>
                  <a:pt x="2158995" y="305853"/>
                  <a:pt x="1983200" y="299767"/>
                </a:cubicBezTo>
                <a:cubicBezTo>
                  <a:pt x="1974446" y="299465"/>
                  <a:pt x="1967509" y="292278"/>
                  <a:pt x="1967509" y="283523"/>
                </a:cubicBezTo>
                <a:lnTo>
                  <a:pt x="1967509" y="136042"/>
                </a:lnTo>
                <a:cubicBezTo>
                  <a:pt x="1967509" y="127065"/>
                  <a:pt x="1974785" y="119789"/>
                  <a:pt x="1983762" y="119789"/>
                </a:cubicBezTo>
                <a:lnTo>
                  <a:pt x="2160664" y="119789"/>
                </a:lnTo>
                <a:lnTo>
                  <a:pt x="2160664" y="46946"/>
                </a:lnTo>
                <a:cubicBezTo>
                  <a:pt x="2083334" y="37362"/>
                  <a:pt x="2004374" y="32507"/>
                  <a:pt x="1925737" y="32507"/>
                </a:cubicBezTo>
                <a:cubicBezTo>
                  <a:pt x="1847103" y="32507"/>
                  <a:pt x="1768140" y="37362"/>
                  <a:pt x="1690809" y="46946"/>
                </a:cubicBezTo>
                <a:lnTo>
                  <a:pt x="1690809" y="119789"/>
                </a:lnTo>
                <a:lnTo>
                  <a:pt x="1867711" y="119789"/>
                </a:lnTo>
                <a:cubicBezTo>
                  <a:pt x="1876688" y="119789"/>
                  <a:pt x="1883965" y="127065"/>
                  <a:pt x="1883965" y="136042"/>
                </a:cubicBezTo>
                <a:lnTo>
                  <a:pt x="1883965" y="283523"/>
                </a:lnTo>
                <a:cubicBezTo>
                  <a:pt x="1883965" y="292281"/>
                  <a:pt x="1877024" y="299465"/>
                  <a:pt x="1868273" y="299767"/>
                </a:cubicBezTo>
                <a:cubicBezTo>
                  <a:pt x="1692568" y="305850"/>
                  <a:pt x="1520450" y="339924"/>
                  <a:pt x="1356701" y="401049"/>
                </a:cubicBezTo>
                <a:cubicBezTo>
                  <a:pt x="1348502" y="404118"/>
                  <a:pt x="1339350" y="400127"/>
                  <a:pt x="1336000" y="392044"/>
                </a:cubicBezTo>
                <a:lnTo>
                  <a:pt x="1279730" y="256232"/>
                </a:lnTo>
                <a:cubicBezTo>
                  <a:pt x="1278078" y="252247"/>
                  <a:pt x="1278078" y="247773"/>
                  <a:pt x="1279727" y="243792"/>
                </a:cubicBezTo>
                <a:cubicBezTo>
                  <a:pt x="1281376" y="239807"/>
                  <a:pt x="1284541" y="236642"/>
                  <a:pt x="1288522" y="234993"/>
                </a:cubicBezTo>
                <a:lnTo>
                  <a:pt x="1451966" y="167294"/>
                </a:lnTo>
                <a:lnTo>
                  <a:pt x="1423964" y="99736"/>
                </a:lnTo>
                <a:cubicBezTo>
                  <a:pt x="1272574" y="141213"/>
                  <a:pt x="1126704" y="201666"/>
                  <a:pt x="989925" y="279611"/>
                </a:cubicBezTo>
                <a:lnTo>
                  <a:pt x="1017871" y="347104"/>
                </a:lnTo>
                <a:lnTo>
                  <a:pt x="1181318" y="279433"/>
                </a:lnTo>
                <a:cubicBezTo>
                  <a:pt x="1189613" y="275993"/>
                  <a:pt x="1199114" y="279937"/>
                  <a:pt x="1202550" y="288228"/>
                </a:cubicBezTo>
                <a:lnTo>
                  <a:pt x="1258604" y="423560"/>
                </a:lnTo>
                <a:cubicBezTo>
                  <a:pt x="1259067" y="424586"/>
                  <a:pt x="1259430" y="425669"/>
                  <a:pt x="1259674" y="426804"/>
                </a:cubicBezTo>
                <a:cubicBezTo>
                  <a:pt x="1261299" y="434273"/>
                  <a:pt x="1257507" y="441868"/>
                  <a:pt x="1250553" y="445043"/>
                </a:cubicBezTo>
                <a:cubicBezTo>
                  <a:pt x="1091406" y="517724"/>
                  <a:pt x="945554" y="615279"/>
                  <a:pt x="817045" y="735003"/>
                </a:cubicBezTo>
                <a:cubicBezTo>
                  <a:pt x="813739" y="738085"/>
                  <a:pt x="809292" y="739663"/>
                  <a:pt x="804779" y="739320"/>
                </a:cubicBezTo>
                <a:cubicBezTo>
                  <a:pt x="800798" y="739028"/>
                  <a:pt x="797088" y="737286"/>
                  <a:pt x="794328" y="734457"/>
                </a:cubicBezTo>
                <a:lnTo>
                  <a:pt x="690323" y="630487"/>
                </a:lnTo>
                <a:cubicBezTo>
                  <a:pt x="687274" y="627438"/>
                  <a:pt x="685560" y="623306"/>
                  <a:pt x="685560" y="618993"/>
                </a:cubicBezTo>
                <a:cubicBezTo>
                  <a:pt x="685560" y="614683"/>
                  <a:pt x="687274" y="610547"/>
                  <a:pt x="690319" y="607499"/>
                </a:cubicBezTo>
                <a:lnTo>
                  <a:pt x="815389" y="482399"/>
                </a:lnTo>
                <a:lnTo>
                  <a:pt x="763851" y="430857"/>
                </a:lnTo>
                <a:cubicBezTo>
                  <a:pt x="639910" y="527298"/>
                  <a:pt x="528203" y="638936"/>
                  <a:pt x="431516" y="762983"/>
                </a:cubicBezTo>
                <a:lnTo>
                  <a:pt x="483174" y="814641"/>
                </a:lnTo>
                <a:lnTo>
                  <a:pt x="608243" y="689541"/>
                </a:lnTo>
                <a:cubicBezTo>
                  <a:pt x="611291" y="686493"/>
                  <a:pt x="615427" y="684778"/>
                  <a:pt x="619737" y="684778"/>
                </a:cubicBezTo>
                <a:cubicBezTo>
                  <a:pt x="624047" y="684778"/>
                  <a:pt x="628182" y="686493"/>
                  <a:pt x="631231" y="689541"/>
                </a:cubicBezTo>
                <a:lnTo>
                  <a:pt x="735346" y="793656"/>
                </a:lnTo>
                <a:cubicBezTo>
                  <a:pt x="741538" y="799849"/>
                  <a:pt x="741717" y="809837"/>
                  <a:pt x="735743" y="816239"/>
                </a:cubicBezTo>
                <a:cubicBezTo>
                  <a:pt x="615845" y="944758"/>
                  <a:pt x="518170" y="1090580"/>
                  <a:pt x="445431" y="1249648"/>
                </a:cubicBezTo>
                <a:cubicBezTo>
                  <a:pt x="442252" y="1256598"/>
                  <a:pt x="434663" y="1260401"/>
                  <a:pt x="427192" y="1258769"/>
                </a:cubicBezTo>
                <a:cubicBezTo>
                  <a:pt x="425995" y="1258508"/>
                  <a:pt x="424853" y="1258121"/>
                  <a:pt x="423780" y="1257620"/>
                </a:cubicBezTo>
                <a:lnTo>
                  <a:pt x="288972" y="1201765"/>
                </a:lnTo>
                <a:cubicBezTo>
                  <a:pt x="280677" y="1198329"/>
                  <a:pt x="276744" y="1188821"/>
                  <a:pt x="280177" y="1180529"/>
                </a:cubicBezTo>
                <a:lnTo>
                  <a:pt x="347875" y="1017117"/>
                </a:lnTo>
                <a:lnTo>
                  <a:pt x="280118" y="989044"/>
                </a:lnTo>
                <a:cubicBezTo>
                  <a:pt x="202139" y="1125693"/>
                  <a:pt x="141594" y="1271542"/>
                  <a:pt x="99976" y="1422984"/>
                </a:cubicBezTo>
                <a:lnTo>
                  <a:pt x="168072" y="1451184"/>
                </a:lnTo>
                <a:lnTo>
                  <a:pt x="235775" y="1287768"/>
                </a:lnTo>
                <a:cubicBezTo>
                  <a:pt x="239207" y="1279473"/>
                  <a:pt x="248712" y="1275540"/>
                  <a:pt x="257007" y="1278969"/>
                </a:cubicBezTo>
                <a:lnTo>
                  <a:pt x="391818" y="1334793"/>
                </a:lnTo>
                <a:cubicBezTo>
                  <a:pt x="396567" y="1336563"/>
                  <a:pt x="400329" y="1340499"/>
                  <a:pt x="401776" y="1345560"/>
                </a:cubicBezTo>
                <a:cubicBezTo>
                  <a:pt x="402774" y="1349054"/>
                  <a:pt x="402558" y="1352703"/>
                  <a:pt x="401282" y="1355960"/>
                </a:cubicBezTo>
                <a:cubicBezTo>
                  <a:pt x="340085" y="1519661"/>
                  <a:pt x="305942" y="1691759"/>
                  <a:pt x="299801" y="1867481"/>
                </a:cubicBezTo>
                <a:cubicBezTo>
                  <a:pt x="299496" y="1876232"/>
                  <a:pt x="292312" y="1883169"/>
                  <a:pt x="283558" y="1883169"/>
                </a:cubicBezTo>
                <a:lnTo>
                  <a:pt x="136824" y="1883169"/>
                </a:lnTo>
                <a:cubicBezTo>
                  <a:pt x="127847" y="1883169"/>
                  <a:pt x="120570" y="1875889"/>
                  <a:pt x="120570" y="1866916"/>
                </a:cubicBezTo>
                <a:lnTo>
                  <a:pt x="120570" y="1690013"/>
                </a:lnTo>
                <a:lnTo>
                  <a:pt x="47046" y="1690013"/>
                </a:lnTo>
                <a:cubicBezTo>
                  <a:pt x="37400" y="1767824"/>
                  <a:pt x="32510" y="1847041"/>
                  <a:pt x="32510" y="1925720"/>
                </a:cubicBezTo>
                <a:cubicBezTo>
                  <a:pt x="32510" y="2004062"/>
                  <a:pt x="37335" y="2082761"/>
                  <a:pt x="46857" y="2159869"/>
                </a:cubicBezTo>
                <a:lnTo>
                  <a:pt x="120574" y="2159869"/>
                </a:lnTo>
                <a:lnTo>
                  <a:pt x="120574" y="1982998"/>
                </a:lnTo>
                <a:cubicBezTo>
                  <a:pt x="120574" y="1974020"/>
                  <a:pt x="127850" y="1966744"/>
                  <a:pt x="136827" y="1966744"/>
                </a:cubicBezTo>
                <a:lnTo>
                  <a:pt x="283465" y="1966744"/>
                </a:lnTo>
                <a:cubicBezTo>
                  <a:pt x="292226" y="1966744"/>
                  <a:pt x="299410" y="1973684"/>
                  <a:pt x="299708" y="1982442"/>
                </a:cubicBezTo>
                <a:cubicBezTo>
                  <a:pt x="305730" y="2158405"/>
                  <a:pt x="339776" y="2330654"/>
                  <a:pt x="400891" y="2494399"/>
                </a:cubicBezTo>
                <a:cubicBezTo>
                  <a:pt x="402753" y="2499388"/>
                  <a:pt x="402050" y="2504974"/>
                  <a:pt x="399016" y="2509349"/>
                </a:cubicBezTo>
                <a:cubicBezTo>
                  <a:pt x="397150" y="2512038"/>
                  <a:pt x="394548" y="2514057"/>
                  <a:pt x="391581" y="2515216"/>
                </a:cubicBezTo>
                <a:lnTo>
                  <a:pt x="257010" y="2570944"/>
                </a:lnTo>
                <a:cubicBezTo>
                  <a:pt x="248716" y="2574387"/>
                  <a:pt x="239210" y="2570444"/>
                  <a:pt x="235775" y="2562149"/>
                </a:cubicBezTo>
                <a:lnTo>
                  <a:pt x="168076" y="2398706"/>
                </a:lnTo>
                <a:lnTo>
                  <a:pt x="99609" y="2427067"/>
                </a:lnTo>
                <a:cubicBezTo>
                  <a:pt x="141117" y="2578577"/>
                  <a:pt x="201553" y="2724481"/>
                  <a:pt x="279419" y="2861164"/>
                </a:cubicBezTo>
                <a:lnTo>
                  <a:pt x="347882" y="2832803"/>
                </a:lnTo>
                <a:lnTo>
                  <a:pt x="280183" y="2669394"/>
                </a:lnTo>
                <a:cubicBezTo>
                  <a:pt x="278524" y="2665386"/>
                  <a:pt x="278534" y="2660884"/>
                  <a:pt x="280211" y="2656885"/>
                </a:cubicBezTo>
                <a:cubicBezTo>
                  <a:pt x="281888" y="2652887"/>
                  <a:pt x="285094" y="2649725"/>
                  <a:pt x="289116" y="2648100"/>
                </a:cubicBezTo>
                <a:lnTo>
                  <a:pt x="424541" y="2593452"/>
                </a:lnTo>
                <a:cubicBezTo>
                  <a:pt x="432606" y="2590198"/>
                  <a:pt x="441789" y="2593864"/>
                  <a:pt x="445403" y="2601761"/>
                </a:cubicBezTo>
                <a:cubicBezTo>
                  <a:pt x="518084" y="2760595"/>
                  <a:pt x="615519" y="2906167"/>
                  <a:pt x="735010" y="3034439"/>
                </a:cubicBezTo>
                <a:cubicBezTo>
                  <a:pt x="740976" y="3040841"/>
                  <a:pt x="740801" y="3050819"/>
                  <a:pt x="734608" y="3057008"/>
                </a:cubicBezTo>
                <a:lnTo>
                  <a:pt x="631238" y="3160379"/>
                </a:lnTo>
                <a:cubicBezTo>
                  <a:pt x="628189" y="3163427"/>
                  <a:pt x="624054" y="3165142"/>
                  <a:pt x="619744" y="3165142"/>
                </a:cubicBezTo>
                <a:cubicBezTo>
                  <a:pt x="615434" y="3165142"/>
                  <a:pt x="611298" y="3163427"/>
                  <a:pt x="608250" y="3160379"/>
                </a:cubicBezTo>
                <a:lnTo>
                  <a:pt x="483180" y="3035286"/>
                </a:lnTo>
                <a:lnTo>
                  <a:pt x="430864" y="3087602"/>
                </a:lnTo>
                <a:cubicBezTo>
                  <a:pt x="527305" y="3211543"/>
                  <a:pt x="638943" y="3323250"/>
                  <a:pt x="762990" y="3419937"/>
                </a:cubicBezTo>
                <a:lnTo>
                  <a:pt x="815399" y="3367532"/>
                </a:lnTo>
                <a:lnTo>
                  <a:pt x="690330" y="3242432"/>
                </a:lnTo>
                <a:cubicBezTo>
                  <a:pt x="683983" y="3236081"/>
                  <a:pt x="683983" y="3225791"/>
                  <a:pt x="690330" y="3219447"/>
                </a:cubicBezTo>
                <a:lnTo>
                  <a:pt x="793611" y="3116166"/>
                </a:lnTo>
                <a:cubicBezTo>
                  <a:pt x="799770" y="3109939"/>
                  <a:pt x="809803" y="3109702"/>
                  <a:pt x="816249" y="3115717"/>
                </a:cubicBezTo>
                <a:cubicBezTo>
                  <a:pt x="944748" y="3235598"/>
                  <a:pt x="1090621" y="3333293"/>
                  <a:pt x="1249819" y="3406098"/>
                </a:cubicBezTo>
                <a:cubicBezTo>
                  <a:pt x="1253728" y="3407884"/>
                  <a:pt x="1256770" y="3411149"/>
                  <a:pt x="1258278" y="3415171"/>
                </a:cubicBezTo>
                <a:cubicBezTo>
                  <a:pt x="1259722" y="3419018"/>
                  <a:pt x="1259657" y="3423287"/>
                  <a:pt x="1258090" y="3427090"/>
                </a:cubicBezTo>
                <a:lnTo>
                  <a:pt x="1202564" y="3561685"/>
                </a:lnTo>
                <a:cubicBezTo>
                  <a:pt x="1200918" y="3565673"/>
                  <a:pt x="1197753" y="3568845"/>
                  <a:pt x="1193769" y="3570498"/>
                </a:cubicBezTo>
                <a:cubicBezTo>
                  <a:pt x="1189784" y="3572151"/>
                  <a:pt x="1185309" y="3572157"/>
                  <a:pt x="1181318" y="3570501"/>
                </a:cubicBezTo>
                <a:lnTo>
                  <a:pt x="1017871" y="3502806"/>
                </a:lnTo>
                <a:lnTo>
                  <a:pt x="989407" y="3571533"/>
                </a:lnTo>
                <a:cubicBezTo>
                  <a:pt x="1126049" y="3649478"/>
                  <a:pt x="1271895" y="3709990"/>
                  <a:pt x="1423385" y="3751590"/>
                </a:cubicBezTo>
                <a:lnTo>
                  <a:pt x="1451969" y="3682612"/>
                </a:lnTo>
                <a:lnTo>
                  <a:pt x="1288529" y="3614945"/>
                </a:lnTo>
                <a:cubicBezTo>
                  <a:pt x="1284545" y="3613295"/>
                  <a:pt x="1281380" y="3610130"/>
                  <a:pt x="1279730" y="3606146"/>
                </a:cubicBezTo>
                <a:cubicBezTo>
                  <a:pt x="1278081" y="3602165"/>
                  <a:pt x="1278081" y="3597690"/>
                  <a:pt x="1279734" y="3593705"/>
                </a:cubicBezTo>
                <a:lnTo>
                  <a:pt x="1335448" y="3459240"/>
                </a:lnTo>
                <a:cubicBezTo>
                  <a:pt x="1338414" y="3452074"/>
                  <a:pt x="1346037" y="3448000"/>
                  <a:pt x="1353635" y="3449523"/>
                </a:cubicBezTo>
                <a:cubicBezTo>
                  <a:pt x="1354753" y="3449742"/>
                  <a:pt x="1355830" y="3450078"/>
                  <a:pt x="1356845" y="3450514"/>
                </a:cubicBezTo>
                <a:cubicBezTo>
                  <a:pt x="1520415" y="3511567"/>
                  <a:pt x="1692479" y="3545620"/>
                  <a:pt x="1868273" y="3551731"/>
                </a:cubicBezTo>
                <a:cubicBezTo>
                  <a:pt x="1877024" y="3552036"/>
                  <a:pt x="1883965" y="3559220"/>
                  <a:pt x="1883965" y="3567974"/>
                </a:cubicBezTo>
                <a:lnTo>
                  <a:pt x="1883965" y="3713864"/>
                </a:lnTo>
                <a:cubicBezTo>
                  <a:pt x="1883965" y="3722841"/>
                  <a:pt x="1876685" y="3730118"/>
                  <a:pt x="1867711" y="3730118"/>
                </a:cubicBezTo>
                <a:lnTo>
                  <a:pt x="1690809" y="3730118"/>
                </a:lnTo>
                <a:lnTo>
                  <a:pt x="1690809" y="3804517"/>
                </a:lnTo>
                <a:close/>
              </a:path>
            </a:pathLst>
          </a:custGeom>
          <a:grpFill/>
          <a:ln w="342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85459943-0E9B-A486-D5CF-66A12E668F92}"/>
              </a:ext>
            </a:extLst>
          </p:cNvPr>
          <p:cNvSpPr/>
          <p:nvPr/>
        </p:nvSpPr>
        <p:spPr>
          <a:xfrm>
            <a:off x="379250" y="3327254"/>
            <a:ext cx="4091739" cy="4091740"/>
          </a:xfrm>
          <a:custGeom>
            <a:avLst/>
            <a:gdLst>
              <a:gd name="csX0" fmla="*/ 2045872 w 4091739"/>
              <a:gd name="csY0" fmla="*/ 32507 h 4091740"/>
              <a:gd name="csX1" fmla="*/ 2829553 w 4091739"/>
              <a:gd name="csY1" fmla="*/ 190714 h 4091740"/>
              <a:gd name="csX2" fmla="*/ 3171541 w 4091739"/>
              <a:gd name="csY2" fmla="*/ 376340 h 4091740"/>
              <a:gd name="csX3" fmla="*/ 3469534 w 4091739"/>
              <a:gd name="csY3" fmla="*/ 622209 h 4091740"/>
              <a:gd name="csX4" fmla="*/ 3715404 w 4091739"/>
              <a:gd name="csY4" fmla="*/ 920203 h 4091740"/>
              <a:gd name="csX5" fmla="*/ 3901029 w 4091739"/>
              <a:gd name="csY5" fmla="*/ 1262188 h 4091740"/>
              <a:gd name="csX6" fmla="*/ 4059236 w 4091739"/>
              <a:gd name="csY6" fmla="*/ 2045868 h 4091740"/>
              <a:gd name="csX7" fmla="*/ 3901029 w 4091739"/>
              <a:gd name="csY7" fmla="*/ 2829549 h 4091740"/>
              <a:gd name="csX8" fmla="*/ 3715404 w 4091739"/>
              <a:gd name="csY8" fmla="*/ 3171537 h 4091740"/>
              <a:gd name="csX9" fmla="*/ 3469534 w 4091739"/>
              <a:gd name="csY9" fmla="*/ 3469531 h 4091740"/>
              <a:gd name="csX10" fmla="*/ 3171541 w 4091739"/>
              <a:gd name="csY10" fmla="*/ 3715401 h 4091740"/>
              <a:gd name="csX11" fmla="*/ 2829553 w 4091739"/>
              <a:gd name="csY11" fmla="*/ 3901026 h 4091740"/>
              <a:gd name="csX12" fmla="*/ 2045872 w 4091739"/>
              <a:gd name="csY12" fmla="*/ 4059233 h 4091740"/>
              <a:gd name="csX13" fmla="*/ 1262191 w 4091739"/>
              <a:gd name="csY13" fmla="*/ 3901026 h 4091740"/>
              <a:gd name="csX14" fmla="*/ 920206 w 4091739"/>
              <a:gd name="csY14" fmla="*/ 3715401 h 4091740"/>
              <a:gd name="csX15" fmla="*/ 622213 w 4091739"/>
              <a:gd name="csY15" fmla="*/ 3469531 h 4091740"/>
              <a:gd name="csX16" fmla="*/ 376343 w 4091739"/>
              <a:gd name="csY16" fmla="*/ 3171537 h 4091740"/>
              <a:gd name="csX17" fmla="*/ 190718 w 4091739"/>
              <a:gd name="csY17" fmla="*/ 2829549 h 4091740"/>
              <a:gd name="csX18" fmla="*/ 32510 w 4091739"/>
              <a:gd name="csY18" fmla="*/ 2045868 h 4091740"/>
              <a:gd name="csX19" fmla="*/ 190718 w 4091739"/>
              <a:gd name="csY19" fmla="*/ 1262188 h 4091740"/>
              <a:gd name="csX20" fmla="*/ 376343 w 4091739"/>
              <a:gd name="csY20" fmla="*/ 920203 h 4091740"/>
              <a:gd name="csX21" fmla="*/ 622213 w 4091739"/>
              <a:gd name="csY21" fmla="*/ 622209 h 4091740"/>
              <a:gd name="csX22" fmla="*/ 920206 w 4091739"/>
              <a:gd name="csY22" fmla="*/ 376340 h 4091740"/>
              <a:gd name="csX23" fmla="*/ 1262191 w 4091739"/>
              <a:gd name="csY23" fmla="*/ 190714 h 4091740"/>
              <a:gd name="csX24" fmla="*/ 2045872 w 4091739"/>
              <a:gd name="csY24" fmla="*/ 32507 h 4091740"/>
              <a:gd name="csX25" fmla="*/ 2045872 w 4091739"/>
              <a:gd name="csY25" fmla="*/ 0 h 4091740"/>
              <a:gd name="csX26" fmla="*/ 0 w 4091739"/>
              <a:gd name="csY26" fmla="*/ 2045872 h 4091740"/>
              <a:gd name="csX27" fmla="*/ 2045872 w 4091739"/>
              <a:gd name="csY27" fmla="*/ 4091740 h 4091740"/>
              <a:gd name="csX28" fmla="*/ 4091740 w 4091739"/>
              <a:gd name="csY28" fmla="*/ 2045868 h 4091740"/>
              <a:gd name="csX29" fmla="*/ 2045872 w 4091739"/>
              <a:gd name="csY29" fmla="*/ 0 h 4091740"/>
              <a:gd name="csX30" fmla="*/ 2045872 w 4091739"/>
              <a:gd name="csY30" fmla="*/ 0 h 4091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4091739" h="4091740">
                <a:moveTo>
                  <a:pt x="2045872" y="32507"/>
                </a:moveTo>
                <a:cubicBezTo>
                  <a:pt x="2317689" y="32507"/>
                  <a:pt x="2581358" y="85735"/>
                  <a:pt x="2829553" y="190714"/>
                </a:cubicBezTo>
                <a:cubicBezTo>
                  <a:pt x="2948847" y="241172"/>
                  <a:pt x="3063908" y="303624"/>
                  <a:pt x="3171541" y="376340"/>
                </a:cubicBezTo>
                <a:cubicBezTo>
                  <a:pt x="3278158" y="448369"/>
                  <a:pt x="3378419" y="531090"/>
                  <a:pt x="3469534" y="622209"/>
                </a:cubicBezTo>
                <a:cubicBezTo>
                  <a:pt x="3560650" y="713325"/>
                  <a:pt x="3643374" y="813585"/>
                  <a:pt x="3715404" y="920203"/>
                </a:cubicBezTo>
                <a:cubicBezTo>
                  <a:pt x="3788119" y="1027836"/>
                  <a:pt x="3850572" y="1142896"/>
                  <a:pt x="3901029" y="1262188"/>
                </a:cubicBezTo>
                <a:cubicBezTo>
                  <a:pt x="4006008" y="1510385"/>
                  <a:pt x="4059236" y="1774052"/>
                  <a:pt x="4059236" y="2045868"/>
                </a:cubicBezTo>
                <a:cubicBezTo>
                  <a:pt x="4059236" y="2317685"/>
                  <a:pt x="4006008" y="2581355"/>
                  <a:pt x="3901029" y="2829549"/>
                </a:cubicBezTo>
                <a:cubicBezTo>
                  <a:pt x="3850572" y="2948841"/>
                  <a:pt x="3788119" y="3063904"/>
                  <a:pt x="3715404" y="3171537"/>
                </a:cubicBezTo>
                <a:cubicBezTo>
                  <a:pt x="3643374" y="3278155"/>
                  <a:pt x="3560653" y="3378416"/>
                  <a:pt x="3469534" y="3469531"/>
                </a:cubicBezTo>
                <a:cubicBezTo>
                  <a:pt x="3378415" y="3560646"/>
                  <a:pt x="3278158" y="3643371"/>
                  <a:pt x="3171541" y="3715401"/>
                </a:cubicBezTo>
                <a:cubicBezTo>
                  <a:pt x="3063908" y="3788116"/>
                  <a:pt x="2948847" y="3850568"/>
                  <a:pt x="2829553" y="3901026"/>
                </a:cubicBezTo>
                <a:cubicBezTo>
                  <a:pt x="2581355" y="4006005"/>
                  <a:pt x="2317689" y="4059233"/>
                  <a:pt x="2045872" y="4059233"/>
                </a:cubicBezTo>
                <a:cubicBezTo>
                  <a:pt x="1774055" y="4059233"/>
                  <a:pt x="1510385" y="4006005"/>
                  <a:pt x="1262191" y="3901026"/>
                </a:cubicBezTo>
                <a:cubicBezTo>
                  <a:pt x="1142900" y="3850568"/>
                  <a:pt x="1027836" y="3788116"/>
                  <a:pt x="920206" y="3715401"/>
                </a:cubicBezTo>
                <a:cubicBezTo>
                  <a:pt x="813589" y="3643371"/>
                  <a:pt x="713328" y="3560650"/>
                  <a:pt x="622213" y="3469531"/>
                </a:cubicBezTo>
                <a:cubicBezTo>
                  <a:pt x="531097" y="3378412"/>
                  <a:pt x="448373" y="3278155"/>
                  <a:pt x="376343" y="3171537"/>
                </a:cubicBezTo>
                <a:cubicBezTo>
                  <a:pt x="303628" y="3063904"/>
                  <a:pt x="241175" y="2948844"/>
                  <a:pt x="190718" y="2829549"/>
                </a:cubicBezTo>
                <a:cubicBezTo>
                  <a:pt x="85739" y="2581351"/>
                  <a:pt x="32510" y="2317685"/>
                  <a:pt x="32510" y="2045868"/>
                </a:cubicBezTo>
                <a:cubicBezTo>
                  <a:pt x="32510" y="1774052"/>
                  <a:pt x="85739" y="1510382"/>
                  <a:pt x="190718" y="1262188"/>
                </a:cubicBezTo>
                <a:cubicBezTo>
                  <a:pt x="241175" y="1142896"/>
                  <a:pt x="303628" y="1027833"/>
                  <a:pt x="376343" y="920203"/>
                </a:cubicBezTo>
                <a:cubicBezTo>
                  <a:pt x="448373" y="813585"/>
                  <a:pt x="531094" y="713325"/>
                  <a:pt x="622213" y="622209"/>
                </a:cubicBezTo>
                <a:cubicBezTo>
                  <a:pt x="713331" y="531094"/>
                  <a:pt x="813589" y="448369"/>
                  <a:pt x="920206" y="376340"/>
                </a:cubicBezTo>
                <a:cubicBezTo>
                  <a:pt x="1027839" y="303624"/>
                  <a:pt x="1142900" y="241172"/>
                  <a:pt x="1262191" y="190714"/>
                </a:cubicBezTo>
                <a:cubicBezTo>
                  <a:pt x="1510385" y="85735"/>
                  <a:pt x="1774055" y="32507"/>
                  <a:pt x="2045872" y="32507"/>
                </a:cubicBezTo>
                <a:moveTo>
                  <a:pt x="2045872" y="0"/>
                </a:moveTo>
                <a:cubicBezTo>
                  <a:pt x="915968" y="0"/>
                  <a:pt x="0" y="915968"/>
                  <a:pt x="0" y="2045872"/>
                </a:cubicBezTo>
                <a:cubicBezTo>
                  <a:pt x="0" y="3175775"/>
                  <a:pt x="915968" y="4091740"/>
                  <a:pt x="2045872" y="4091740"/>
                </a:cubicBezTo>
                <a:cubicBezTo>
                  <a:pt x="3175775" y="4091740"/>
                  <a:pt x="4091740" y="3175772"/>
                  <a:pt x="4091740" y="2045868"/>
                </a:cubicBezTo>
                <a:cubicBezTo>
                  <a:pt x="4091740" y="915965"/>
                  <a:pt x="3175775" y="0"/>
                  <a:pt x="2045872" y="0"/>
                </a:cubicBezTo>
                <a:lnTo>
                  <a:pt x="2045872" y="0"/>
                </a:lnTo>
                <a:close/>
              </a:path>
            </a:pathLst>
          </a:custGeom>
          <a:grpFill/>
          <a:ln w="342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5F4563A1-39D2-4FA8-1DA0-3B894F1594DB}"/>
              </a:ext>
            </a:extLst>
          </p:cNvPr>
          <p:cNvSpPr/>
          <p:nvPr/>
        </p:nvSpPr>
        <p:spPr>
          <a:xfrm>
            <a:off x="4744981" y="2035700"/>
            <a:ext cx="352961" cy="277210"/>
          </a:xfrm>
          <a:custGeom>
            <a:avLst/>
            <a:gdLst>
              <a:gd name="csX0" fmla="*/ 122137 w 247663"/>
              <a:gd name="csY0" fmla="*/ 2071 h 194510"/>
              <a:gd name="csX1" fmla="*/ 245106 w 247663"/>
              <a:gd name="csY1" fmla="*/ 125099 h 194510"/>
              <a:gd name="csX2" fmla="*/ 168032 w 247663"/>
              <a:gd name="csY2" fmla="*/ 160428 h 194510"/>
              <a:gd name="csX3" fmla="*/ 0 w 247663"/>
              <a:gd name="csY3" fmla="*/ 194510 h 194510"/>
              <a:gd name="csX4" fmla="*/ 70755 w 247663"/>
              <a:gd name="csY4" fmla="*/ 115124 h 194510"/>
              <a:gd name="csX5" fmla="*/ 122137 w 247663"/>
              <a:gd name="csY5" fmla="*/ 2071 h 1945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7663" h="194510">
                <a:moveTo>
                  <a:pt x="122137" y="2071"/>
                </a:moveTo>
                <a:cubicBezTo>
                  <a:pt x="188735" y="-13059"/>
                  <a:pt x="262400" y="57433"/>
                  <a:pt x="245106" y="125099"/>
                </a:cubicBezTo>
                <a:cubicBezTo>
                  <a:pt x="229475" y="151617"/>
                  <a:pt x="197465" y="162340"/>
                  <a:pt x="168032" y="160428"/>
                </a:cubicBezTo>
                <a:cubicBezTo>
                  <a:pt x="109998" y="158184"/>
                  <a:pt x="53295" y="172731"/>
                  <a:pt x="0" y="194510"/>
                </a:cubicBezTo>
                <a:cubicBezTo>
                  <a:pt x="27686" y="172232"/>
                  <a:pt x="57618" y="149705"/>
                  <a:pt x="70755" y="115124"/>
                </a:cubicBezTo>
                <a:cubicBezTo>
                  <a:pt x="89711" y="78631"/>
                  <a:pt x="85804" y="27757"/>
                  <a:pt x="122137" y="2071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任意多边形: 形状 4" descr="D:\51PPT模板网\51pptmoban.com\图片.jpg">
            <a:extLst>
              <a:ext uri="{FF2B5EF4-FFF2-40B4-BE49-F238E27FC236}">
                <a16:creationId xmlns:a16="http://schemas.microsoft.com/office/drawing/2014/main" id="{2B831BFC-5C5A-0B9F-D4AF-92AD1A1CA055}"/>
              </a:ext>
            </a:extLst>
          </p:cNvPr>
          <p:cNvSpPr/>
          <p:nvPr/>
        </p:nvSpPr>
        <p:spPr>
          <a:xfrm>
            <a:off x="4369335" y="2279878"/>
            <a:ext cx="987405" cy="646269"/>
          </a:xfrm>
          <a:custGeom>
            <a:avLst/>
            <a:gdLst>
              <a:gd name="csX0" fmla="*/ 110846 w 692834"/>
              <a:gd name="csY0" fmla="*/ 95606 h 453468"/>
              <a:gd name="csX1" fmla="*/ 557076 w 692834"/>
              <a:gd name="csY1" fmla="*/ 4083 h 453468"/>
              <a:gd name="csX2" fmla="*/ 691934 w 692834"/>
              <a:gd name="csY2" fmla="*/ 79895 h 453468"/>
              <a:gd name="csX3" fmla="*/ 664746 w 692834"/>
              <a:gd name="csY3" fmla="*/ 122124 h 453468"/>
              <a:gd name="csX4" fmla="*/ 505028 w 692834"/>
              <a:gd name="csY4" fmla="*/ 167012 h 453468"/>
              <a:gd name="csX5" fmla="*/ 592661 w 692834"/>
              <a:gd name="csY5" fmla="*/ 262609 h 453468"/>
              <a:gd name="csX6" fmla="*/ 546101 w 692834"/>
              <a:gd name="csY6" fmla="*/ 344821 h 453468"/>
              <a:gd name="csX7" fmla="*/ 321448 w 692834"/>
              <a:gd name="csY7" fmla="*/ 419470 h 453468"/>
              <a:gd name="csX8" fmla="*/ 248282 w 692834"/>
              <a:gd name="csY8" fmla="*/ 453469 h 453468"/>
              <a:gd name="csX9" fmla="*/ 271063 w 692834"/>
              <a:gd name="csY9" fmla="*/ 432271 h 453468"/>
              <a:gd name="csX10" fmla="*/ 213528 w 692834"/>
              <a:gd name="csY10" fmla="*/ 345237 h 453468"/>
              <a:gd name="csX11" fmla="*/ 306482 w 692834"/>
              <a:gd name="csY11" fmla="*/ 216805 h 453468"/>
              <a:gd name="csX12" fmla="*/ 75843 w 692834"/>
              <a:gd name="csY12" fmla="*/ 200928 h 453468"/>
              <a:gd name="csX13" fmla="*/ 1596 w 692834"/>
              <a:gd name="csY13" fmla="*/ 89787 h 453468"/>
              <a:gd name="csX14" fmla="*/ 110846 w 692834"/>
              <a:gd name="csY14" fmla="*/ 95606 h 453468"/>
              <a:gd name="csX15" fmla="*/ 392202 w 692834"/>
              <a:gd name="csY15" fmla="*/ 223871 h 453468"/>
              <a:gd name="csX16" fmla="*/ 332506 w 692834"/>
              <a:gd name="csY16" fmla="*/ 364190 h 453468"/>
              <a:gd name="csX17" fmla="*/ 413072 w 692834"/>
              <a:gd name="csY17" fmla="*/ 244570 h 453468"/>
              <a:gd name="csX18" fmla="*/ 462542 w 692834"/>
              <a:gd name="csY18" fmla="*/ 177320 h 453468"/>
              <a:gd name="csX19" fmla="*/ 392202 w 692834"/>
              <a:gd name="csY19" fmla="*/ 223871 h 453468"/>
              <a:gd name="csX0" fmla="*/ 110846 w 692834"/>
              <a:gd name="csY0" fmla="*/ 95606 h 453469"/>
              <a:gd name="csX1" fmla="*/ 557076 w 692834"/>
              <a:gd name="csY1" fmla="*/ 4083 h 453469"/>
              <a:gd name="csX2" fmla="*/ 691934 w 692834"/>
              <a:gd name="csY2" fmla="*/ 79895 h 453469"/>
              <a:gd name="csX3" fmla="*/ 664746 w 692834"/>
              <a:gd name="csY3" fmla="*/ 122124 h 453469"/>
              <a:gd name="csX4" fmla="*/ 505028 w 692834"/>
              <a:gd name="csY4" fmla="*/ 167012 h 453469"/>
              <a:gd name="csX5" fmla="*/ 592661 w 692834"/>
              <a:gd name="csY5" fmla="*/ 262609 h 453469"/>
              <a:gd name="csX6" fmla="*/ 546101 w 692834"/>
              <a:gd name="csY6" fmla="*/ 344821 h 453469"/>
              <a:gd name="csX7" fmla="*/ 321448 w 692834"/>
              <a:gd name="csY7" fmla="*/ 419470 h 453469"/>
              <a:gd name="csX8" fmla="*/ 248282 w 692834"/>
              <a:gd name="csY8" fmla="*/ 453469 h 453469"/>
              <a:gd name="csX9" fmla="*/ 271063 w 692834"/>
              <a:gd name="csY9" fmla="*/ 432271 h 453469"/>
              <a:gd name="csX10" fmla="*/ 213528 w 692834"/>
              <a:gd name="csY10" fmla="*/ 345237 h 453469"/>
              <a:gd name="csX11" fmla="*/ 306482 w 692834"/>
              <a:gd name="csY11" fmla="*/ 216805 h 453469"/>
              <a:gd name="csX12" fmla="*/ 75843 w 692834"/>
              <a:gd name="csY12" fmla="*/ 200928 h 453469"/>
              <a:gd name="csX13" fmla="*/ 1596 w 692834"/>
              <a:gd name="csY13" fmla="*/ 89787 h 453469"/>
              <a:gd name="csX14" fmla="*/ 110846 w 692834"/>
              <a:gd name="csY14" fmla="*/ 95606 h 453469"/>
              <a:gd name="csX15" fmla="*/ 392202 w 692834"/>
              <a:gd name="csY15" fmla="*/ 223871 h 453469"/>
              <a:gd name="csX16" fmla="*/ 332506 w 692834"/>
              <a:gd name="csY16" fmla="*/ 364190 h 453469"/>
              <a:gd name="csX17" fmla="*/ 462542 w 692834"/>
              <a:gd name="csY17" fmla="*/ 177320 h 453469"/>
              <a:gd name="csX18" fmla="*/ 392202 w 692834"/>
              <a:gd name="csY18" fmla="*/ 223871 h 453469"/>
              <a:gd name="csX0" fmla="*/ 110846 w 692834"/>
              <a:gd name="csY0" fmla="*/ 95606 h 453469"/>
              <a:gd name="csX1" fmla="*/ 557076 w 692834"/>
              <a:gd name="csY1" fmla="*/ 4083 h 453469"/>
              <a:gd name="csX2" fmla="*/ 691934 w 692834"/>
              <a:gd name="csY2" fmla="*/ 79895 h 453469"/>
              <a:gd name="csX3" fmla="*/ 664746 w 692834"/>
              <a:gd name="csY3" fmla="*/ 122124 h 453469"/>
              <a:gd name="csX4" fmla="*/ 505028 w 692834"/>
              <a:gd name="csY4" fmla="*/ 167012 h 453469"/>
              <a:gd name="csX5" fmla="*/ 592661 w 692834"/>
              <a:gd name="csY5" fmla="*/ 262609 h 453469"/>
              <a:gd name="csX6" fmla="*/ 546101 w 692834"/>
              <a:gd name="csY6" fmla="*/ 344821 h 453469"/>
              <a:gd name="csX7" fmla="*/ 321448 w 692834"/>
              <a:gd name="csY7" fmla="*/ 419470 h 453469"/>
              <a:gd name="csX8" fmla="*/ 248282 w 692834"/>
              <a:gd name="csY8" fmla="*/ 453469 h 453469"/>
              <a:gd name="csX9" fmla="*/ 271063 w 692834"/>
              <a:gd name="csY9" fmla="*/ 432271 h 453469"/>
              <a:gd name="csX10" fmla="*/ 213528 w 692834"/>
              <a:gd name="csY10" fmla="*/ 345237 h 453469"/>
              <a:gd name="csX11" fmla="*/ 306482 w 692834"/>
              <a:gd name="csY11" fmla="*/ 216805 h 453469"/>
              <a:gd name="csX12" fmla="*/ 75843 w 692834"/>
              <a:gd name="csY12" fmla="*/ 200928 h 453469"/>
              <a:gd name="csX13" fmla="*/ 1596 w 692834"/>
              <a:gd name="csY13" fmla="*/ 89787 h 453469"/>
              <a:gd name="csX14" fmla="*/ 110846 w 692834"/>
              <a:gd name="csY14" fmla="*/ 95606 h 453469"/>
              <a:gd name="csX15" fmla="*/ 392202 w 692834"/>
              <a:gd name="csY15" fmla="*/ 223871 h 453469"/>
              <a:gd name="csX16" fmla="*/ 332506 w 692834"/>
              <a:gd name="csY16" fmla="*/ 364190 h 453469"/>
              <a:gd name="csX17" fmla="*/ 462542 w 692834"/>
              <a:gd name="csY17" fmla="*/ 177320 h 453469"/>
              <a:gd name="csX18" fmla="*/ 392202 w 692834"/>
              <a:gd name="csY18" fmla="*/ 223871 h 4534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692834" h="453469">
                <a:moveTo>
                  <a:pt x="110846" y="95606"/>
                </a:moveTo>
                <a:cubicBezTo>
                  <a:pt x="263165" y="85714"/>
                  <a:pt x="409663" y="39911"/>
                  <a:pt x="557076" y="4083"/>
                </a:cubicBezTo>
                <a:cubicBezTo>
                  <a:pt x="613114" y="-12709"/>
                  <a:pt x="676719" y="24200"/>
                  <a:pt x="691934" y="79895"/>
                </a:cubicBezTo>
                <a:cubicBezTo>
                  <a:pt x="696424" y="98682"/>
                  <a:pt x="683619" y="118466"/>
                  <a:pt x="664746" y="122124"/>
                </a:cubicBezTo>
                <a:cubicBezTo>
                  <a:pt x="612283" y="139580"/>
                  <a:pt x="558240" y="151966"/>
                  <a:pt x="505028" y="167012"/>
                </a:cubicBezTo>
                <a:cubicBezTo>
                  <a:pt x="545934" y="184635"/>
                  <a:pt x="584264" y="216889"/>
                  <a:pt x="592661" y="262609"/>
                </a:cubicBezTo>
                <a:cubicBezTo>
                  <a:pt x="600476" y="297938"/>
                  <a:pt x="572041" y="325952"/>
                  <a:pt x="546101" y="344821"/>
                </a:cubicBezTo>
                <a:cubicBezTo>
                  <a:pt x="479669" y="391955"/>
                  <a:pt x="391787" y="381065"/>
                  <a:pt x="321448" y="419470"/>
                </a:cubicBezTo>
                <a:cubicBezTo>
                  <a:pt x="298251" y="433269"/>
                  <a:pt x="272643" y="442080"/>
                  <a:pt x="248282" y="453469"/>
                </a:cubicBezTo>
                <a:cubicBezTo>
                  <a:pt x="255765" y="446237"/>
                  <a:pt x="263414" y="439254"/>
                  <a:pt x="271063" y="432271"/>
                </a:cubicBezTo>
                <a:cubicBezTo>
                  <a:pt x="240217" y="415064"/>
                  <a:pt x="207874" y="383476"/>
                  <a:pt x="213528" y="345237"/>
                </a:cubicBezTo>
                <a:cubicBezTo>
                  <a:pt x="227995" y="292285"/>
                  <a:pt x="279793" y="262525"/>
                  <a:pt x="306482" y="216805"/>
                </a:cubicBezTo>
                <a:cubicBezTo>
                  <a:pt x="229824" y="213480"/>
                  <a:pt x="147845" y="239665"/>
                  <a:pt x="75843" y="200928"/>
                </a:cubicBezTo>
                <a:cubicBezTo>
                  <a:pt x="37015" y="178484"/>
                  <a:pt x="-9213" y="139996"/>
                  <a:pt x="1596" y="89787"/>
                </a:cubicBezTo>
                <a:cubicBezTo>
                  <a:pt x="37930" y="93029"/>
                  <a:pt x="74180" y="103337"/>
                  <a:pt x="110846" y="95606"/>
                </a:cubicBezTo>
                <a:moveTo>
                  <a:pt x="392202" y="223871"/>
                </a:moveTo>
                <a:cubicBezTo>
                  <a:pt x="365763" y="267513"/>
                  <a:pt x="345310" y="314813"/>
                  <a:pt x="332506" y="364190"/>
                </a:cubicBezTo>
                <a:cubicBezTo>
                  <a:pt x="444480" y="289598"/>
                  <a:pt x="452593" y="200707"/>
                  <a:pt x="462542" y="177320"/>
                </a:cubicBezTo>
                <a:cubicBezTo>
                  <a:pt x="435271" y="185134"/>
                  <a:pt x="406919" y="198268"/>
                  <a:pt x="392202" y="223871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2808182F-C186-3553-531E-AC05F0440FED}"/>
              </a:ext>
            </a:extLst>
          </p:cNvPr>
          <p:cNvSpPr/>
          <p:nvPr/>
        </p:nvSpPr>
        <p:spPr>
          <a:xfrm>
            <a:off x="4406090" y="2859340"/>
            <a:ext cx="973276" cy="310985"/>
          </a:xfrm>
          <a:custGeom>
            <a:avLst/>
            <a:gdLst>
              <a:gd name="csX0" fmla="*/ 171192 w 682920"/>
              <a:gd name="csY0" fmla="*/ 63730 h 218209"/>
              <a:gd name="csX1" fmla="*/ 560053 w 682920"/>
              <a:gd name="csY1" fmla="*/ 2465 h 218209"/>
              <a:gd name="csX2" fmla="*/ 682771 w 682920"/>
              <a:gd name="csY2" fmla="*/ 131811 h 218209"/>
              <a:gd name="csX3" fmla="*/ 588072 w 682920"/>
              <a:gd name="csY3" fmla="*/ 174871 h 218209"/>
              <a:gd name="csX4" fmla="*/ 404159 w 682920"/>
              <a:gd name="csY4" fmla="*/ 213026 h 218209"/>
              <a:gd name="csX5" fmla="*/ 475579 w 682920"/>
              <a:gd name="csY5" fmla="*/ 158495 h 218209"/>
              <a:gd name="csX6" fmla="*/ 433508 w 682920"/>
              <a:gd name="csY6" fmla="*/ 161238 h 218209"/>
              <a:gd name="csX7" fmla="*/ 164125 w 682920"/>
              <a:gd name="csY7" fmla="*/ 217183 h 218209"/>
              <a:gd name="csX8" fmla="*/ 0 w 682920"/>
              <a:gd name="csY8" fmla="*/ 106208 h 218209"/>
              <a:gd name="csX9" fmla="*/ 171192 w 682920"/>
              <a:gd name="csY9" fmla="*/ 63730 h 2182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82920" h="218209">
                <a:moveTo>
                  <a:pt x="171192" y="63730"/>
                </a:moveTo>
                <a:cubicBezTo>
                  <a:pt x="298650" y="33721"/>
                  <a:pt x="427106" y="-11002"/>
                  <a:pt x="560053" y="2465"/>
                </a:cubicBezTo>
                <a:cubicBezTo>
                  <a:pt x="622077" y="11526"/>
                  <a:pt x="686430" y="65226"/>
                  <a:pt x="682771" y="131811"/>
                </a:cubicBezTo>
                <a:cubicBezTo>
                  <a:pt x="674125" y="174954"/>
                  <a:pt x="622659" y="174705"/>
                  <a:pt x="588072" y="174871"/>
                </a:cubicBezTo>
                <a:cubicBezTo>
                  <a:pt x="524384" y="172211"/>
                  <a:pt x="463773" y="193491"/>
                  <a:pt x="404159" y="213026"/>
                </a:cubicBezTo>
                <a:cubicBezTo>
                  <a:pt x="428852" y="196151"/>
                  <a:pt x="461694" y="187340"/>
                  <a:pt x="475579" y="158495"/>
                </a:cubicBezTo>
                <a:cubicBezTo>
                  <a:pt x="461444" y="158744"/>
                  <a:pt x="447310" y="158744"/>
                  <a:pt x="433508" y="161238"/>
                </a:cubicBezTo>
                <a:cubicBezTo>
                  <a:pt x="343547" y="178944"/>
                  <a:pt x="255333" y="206376"/>
                  <a:pt x="164125" y="217183"/>
                </a:cubicBezTo>
                <a:cubicBezTo>
                  <a:pt x="93869" y="225662"/>
                  <a:pt x="9478" y="181022"/>
                  <a:pt x="0" y="106208"/>
                </a:cubicBezTo>
                <a:cubicBezTo>
                  <a:pt x="55955" y="87670"/>
                  <a:pt x="114322" y="78609"/>
                  <a:pt x="171192" y="63730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D04F0C6C-EF11-0C17-E3B8-8859EDA64553}"/>
              </a:ext>
            </a:extLst>
          </p:cNvPr>
          <p:cNvSpPr/>
          <p:nvPr/>
        </p:nvSpPr>
        <p:spPr>
          <a:xfrm>
            <a:off x="4281656" y="3351837"/>
            <a:ext cx="1257307" cy="1530799"/>
          </a:xfrm>
          <a:custGeom>
            <a:avLst/>
            <a:gdLst>
              <a:gd name="csX0" fmla="*/ 661337 w 1275374"/>
              <a:gd name="csY0" fmla="*/ 26102 h 1612801"/>
              <a:gd name="csX1" fmla="*/ 778236 w 1275374"/>
              <a:gd name="csY1" fmla="*/ 0 h 1612801"/>
              <a:gd name="csX2" fmla="*/ 852649 w 1275374"/>
              <a:gd name="csY2" fmla="*/ 70908 h 1612801"/>
              <a:gd name="csX3" fmla="*/ 825628 w 1275374"/>
              <a:gd name="csY3" fmla="*/ 133752 h 1612801"/>
              <a:gd name="csX4" fmla="*/ 638306 w 1275374"/>
              <a:gd name="csY4" fmla="*/ 212224 h 1612801"/>
              <a:gd name="csX5" fmla="*/ 569879 w 1275374"/>
              <a:gd name="csY5" fmla="*/ 279640 h 1612801"/>
              <a:gd name="csX6" fmla="*/ 753127 w 1275374"/>
              <a:gd name="csY6" fmla="*/ 241651 h 1612801"/>
              <a:gd name="csX7" fmla="*/ 872105 w 1275374"/>
              <a:gd name="csY7" fmla="*/ 324280 h 1612801"/>
              <a:gd name="csX8" fmla="*/ 931385 w 1275374"/>
              <a:gd name="csY8" fmla="*/ 525946 h 1612801"/>
              <a:gd name="csX9" fmla="*/ 932716 w 1275374"/>
              <a:gd name="csY9" fmla="*/ 776160 h 1612801"/>
              <a:gd name="csX10" fmla="*/ 883661 w 1275374"/>
              <a:gd name="csY10" fmla="*/ 906005 h 1612801"/>
              <a:gd name="csX11" fmla="*/ 762689 w 1275374"/>
              <a:gd name="csY11" fmla="*/ 934434 h 1612801"/>
              <a:gd name="csX12" fmla="*/ 669236 w 1275374"/>
              <a:gd name="csY12" fmla="*/ 871091 h 1612801"/>
              <a:gd name="csX13" fmla="*/ 469859 w 1275374"/>
              <a:gd name="csY13" fmla="*/ 918972 h 1612801"/>
              <a:gd name="csX14" fmla="*/ 517333 w 1275374"/>
              <a:gd name="csY14" fmla="*/ 995865 h 1612801"/>
              <a:gd name="csX15" fmla="*/ 523153 w 1275374"/>
              <a:gd name="csY15" fmla="*/ 1098860 h 1612801"/>
              <a:gd name="csX16" fmla="*/ 640967 w 1275374"/>
              <a:gd name="csY16" fmla="*/ 1055634 h 1612801"/>
              <a:gd name="csX17" fmla="*/ 871856 w 1275374"/>
              <a:gd name="csY17" fmla="*/ 970012 h 1612801"/>
              <a:gd name="csX18" fmla="*/ 972043 w 1275374"/>
              <a:gd name="csY18" fmla="*/ 1086640 h 1612801"/>
              <a:gd name="csX19" fmla="*/ 819225 w 1275374"/>
              <a:gd name="csY19" fmla="*/ 1216568 h 1612801"/>
              <a:gd name="csX20" fmla="*/ 1109479 w 1275374"/>
              <a:gd name="csY20" fmla="*/ 1317401 h 1612801"/>
              <a:gd name="csX21" fmla="*/ 1257307 w 1275374"/>
              <a:gd name="csY21" fmla="*/ 1445085 h 1612801"/>
              <a:gd name="csX22" fmla="*/ 1271441 w 1275374"/>
              <a:gd name="csY22" fmla="*/ 1565869 h 1612801"/>
              <a:gd name="csX23" fmla="*/ 1202848 w 1275374"/>
              <a:gd name="csY23" fmla="*/ 1612254 h 1612801"/>
              <a:gd name="csX24" fmla="*/ 995323 w 1275374"/>
              <a:gd name="csY24" fmla="*/ 1529126 h 1612801"/>
              <a:gd name="csX25" fmla="*/ 619682 w 1275374"/>
              <a:gd name="csY25" fmla="*/ 1369605 h 1612801"/>
              <a:gd name="csX26" fmla="*/ 446245 w 1275374"/>
              <a:gd name="csY26" fmla="*/ 1448244 h 1612801"/>
              <a:gd name="csX27" fmla="*/ 178192 w 1275374"/>
              <a:gd name="csY27" fmla="*/ 1496125 h 1612801"/>
              <a:gd name="csX28" fmla="*/ 380480 w 1275374"/>
              <a:gd name="csY28" fmla="*/ 1400695 h 1612801"/>
              <a:gd name="csX29" fmla="*/ 516419 w 1275374"/>
              <a:gd name="csY29" fmla="*/ 1311582 h 1612801"/>
              <a:gd name="csX30" fmla="*/ 426956 w 1275374"/>
              <a:gd name="csY30" fmla="*/ 1242670 h 1612801"/>
              <a:gd name="csX31" fmla="*/ 244706 w 1275374"/>
              <a:gd name="csY31" fmla="*/ 1405766 h 1612801"/>
              <a:gd name="csX32" fmla="*/ 121239 w 1275374"/>
              <a:gd name="csY32" fmla="*/ 1444503 h 1612801"/>
              <a:gd name="csX33" fmla="*/ 1929 w 1275374"/>
              <a:gd name="csY33" fmla="*/ 1282238 h 1612801"/>
              <a:gd name="csX34" fmla="*/ 78919 w 1275374"/>
              <a:gd name="csY34" fmla="*/ 1208588 h 1612801"/>
              <a:gd name="csX35" fmla="*/ 328266 w 1275374"/>
              <a:gd name="csY35" fmla="*/ 967269 h 1612801"/>
              <a:gd name="csX36" fmla="*/ 365514 w 1275374"/>
              <a:gd name="csY36" fmla="*/ 875497 h 1612801"/>
              <a:gd name="csX37" fmla="*/ 463124 w 1275374"/>
              <a:gd name="csY37" fmla="*/ 915730 h 1612801"/>
              <a:gd name="csX38" fmla="*/ 450569 w 1275374"/>
              <a:gd name="csY38" fmla="*/ 850226 h 1612801"/>
              <a:gd name="csX39" fmla="*/ 557990 w 1275374"/>
              <a:gd name="csY39" fmla="*/ 785886 h 1612801"/>
              <a:gd name="csX40" fmla="*/ 704239 w 1275374"/>
              <a:gd name="csY40" fmla="*/ 727115 h 1612801"/>
              <a:gd name="csX41" fmla="*/ 733339 w 1275374"/>
              <a:gd name="csY41" fmla="*/ 626281 h 1612801"/>
              <a:gd name="csX42" fmla="*/ 749968 w 1275374"/>
              <a:gd name="csY42" fmla="*/ 476070 h 1612801"/>
              <a:gd name="csX43" fmla="*/ 736082 w 1275374"/>
              <a:gd name="csY43" fmla="*/ 435421 h 1612801"/>
              <a:gd name="csX44" fmla="*/ 613945 w 1275374"/>
              <a:gd name="csY44" fmla="*/ 443733 h 1612801"/>
              <a:gd name="csX45" fmla="*/ 521573 w 1275374"/>
              <a:gd name="csY45" fmla="*/ 349633 h 1612801"/>
              <a:gd name="csX46" fmla="*/ 455973 w 1275374"/>
              <a:gd name="csY46" fmla="*/ 808330 h 1612801"/>
              <a:gd name="csX47" fmla="*/ 412656 w 1275374"/>
              <a:gd name="csY47" fmla="*/ 847898 h 1612801"/>
              <a:gd name="csX48" fmla="*/ 332090 w 1275374"/>
              <a:gd name="csY48" fmla="*/ 806085 h 1612801"/>
              <a:gd name="csX49" fmla="*/ 296006 w 1275374"/>
              <a:gd name="csY49" fmla="*/ 645567 h 1612801"/>
              <a:gd name="csX50" fmla="*/ 376654 w 1275374"/>
              <a:gd name="csY50" fmla="*/ 416135 h 1612801"/>
              <a:gd name="csX51" fmla="*/ 478588 w 1275374"/>
              <a:gd name="csY51" fmla="*/ 301087 h 1612801"/>
              <a:gd name="csX52" fmla="*/ 544438 w 1275374"/>
              <a:gd name="csY52" fmla="*/ 225940 h 1612801"/>
              <a:gd name="csX53" fmla="*/ 336830 w 1275374"/>
              <a:gd name="csY53" fmla="*/ 278809 h 1612801"/>
              <a:gd name="csX54" fmla="*/ 243542 w 1275374"/>
              <a:gd name="csY54" fmla="*/ 160768 h 1612801"/>
              <a:gd name="csX55" fmla="*/ 264827 w 1275374"/>
              <a:gd name="csY55" fmla="*/ 131674 h 1612801"/>
              <a:gd name="csX56" fmla="*/ 425211 w 1275374"/>
              <a:gd name="csY56" fmla="*/ 96594 h 1612801"/>
              <a:gd name="csX57" fmla="*/ 661337 w 1275374"/>
              <a:gd name="csY57" fmla="*/ 26102 h 1612801"/>
              <a:gd name="csX58" fmla="*/ 674307 w 1275374"/>
              <a:gd name="csY58" fmla="*/ 1103931 h 1612801"/>
              <a:gd name="csX59" fmla="*/ 495716 w 1275374"/>
              <a:gd name="csY59" fmla="*/ 1153391 h 1612801"/>
              <a:gd name="csX60" fmla="*/ 677467 w 1275374"/>
              <a:gd name="csY60" fmla="*/ 1177914 h 1612801"/>
              <a:gd name="csX61" fmla="*/ 754374 w 1275374"/>
              <a:gd name="csY61" fmla="*/ 1106175 h 1612801"/>
              <a:gd name="csX62" fmla="*/ 674307 w 1275374"/>
              <a:gd name="csY62" fmla="*/ 1103931 h 1612801"/>
              <a:gd name="csX0" fmla="*/ 661337 w 1275374"/>
              <a:gd name="csY0" fmla="*/ 26102 h 1570660"/>
              <a:gd name="csX1" fmla="*/ 778236 w 1275374"/>
              <a:gd name="csY1" fmla="*/ 0 h 1570660"/>
              <a:gd name="csX2" fmla="*/ 852649 w 1275374"/>
              <a:gd name="csY2" fmla="*/ 70908 h 1570660"/>
              <a:gd name="csX3" fmla="*/ 825628 w 1275374"/>
              <a:gd name="csY3" fmla="*/ 133752 h 1570660"/>
              <a:gd name="csX4" fmla="*/ 638306 w 1275374"/>
              <a:gd name="csY4" fmla="*/ 212224 h 1570660"/>
              <a:gd name="csX5" fmla="*/ 569879 w 1275374"/>
              <a:gd name="csY5" fmla="*/ 279640 h 1570660"/>
              <a:gd name="csX6" fmla="*/ 753127 w 1275374"/>
              <a:gd name="csY6" fmla="*/ 241651 h 1570660"/>
              <a:gd name="csX7" fmla="*/ 872105 w 1275374"/>
              <a:gd name="csY7" fmla="*/ 324280 h 1570660"/>
              <a:gd name="csX8" fmla="*/ 931385 w 1275374"/>
              <a:gd name="csY8" fmla="*/ 525946 h 1570660"/>
              <a:gd name="csX9" fmla="*/ 932716 w 1275374"/>
              <a:gd name="csY9" fmla="*/ 776160 h 1570660"/>
              <a:gd name="csX10" fmla="*/ 883661 w 1275374"/>
              <a:gd name="csY10" fmla="*/ 906005 h 1570660"/>
              <a:gd name="csX11" fmla="*/ 762689 w 1275374"/>
              <a:gd name="csY11" fmla="*/ 934434 h 1570660"/>
              <a:gd name="csX12" fmla="*/ 669236 w 1275374"/>
              <a:gd name="csY12" fmla="*/ 871091 h 1570660"/>
              <a:gd name="csX13" fmla="*/ 469859 w 1275374"/>
              <a:gd name="csY13" fmla="*/ 918972 h 1570660"/>
              <a:gd name="csX14" fmla="*/ 517333 w 1275374"/>
              <a:gd name="csY14" fmla="*/ 995865 h 1570660"/>
              <a:gd name="csX15" fmla="*/ 523153 w 1275374"/>
              <a:gd name="csY15" fmla="*/ 1098860 h 1570660"/>
              <a:gd name="csX16" fmla="*/ 640967 w 1275374"/>
              <a:gd name="csY16" fmla="*/ 1055634 h 1570660"/>
              <a:gd name="csX17" fmla="*/ 871856 w 1275374"/>
              <a:gd name="csY17" fmla="*/ 970012 h 1570660"/>
              <a:gd name="csX18" fmla="*/ 972043 w 1275374"/>
              <a:gd name="csY18" fmla="*/ 1086640 h 1570660"/>
              <a:gd name="csX19" fmla="*/ 819225 w 1275374"/>
              <a:gd name="csY19" fmla="*/ 1216568 h 1570660"/>
              <a:gd name="csX20" fmla="*/ 1109479 w 1275374"/>
              <a:gd name="csY20" fmla="*/ 1317401 h 1570660"/>
              <a:gd name="csX21" fmla="*/ 1257307 w 1275374"/>
              <a:gd name="csY21" fmla="*/ 1445085 h 1570660"/>
              <a:gd name="csX22" fmla="*/ 1271441 w 1275374"/>
              <a:gd name="csY22" fmla="*/ 1565869 h 1570660"/>
              <a:gd name="csX23" fmla="*/ 995323 w 1275374"/>
              <a:gd name="csY23" fmla="*/ 1529126 h 1570660"/>
              <a:gd name="csX24" fmla="*/ 619682 w 1275374"/>
              <a:gd name="csY24" fmla="*/ 1369605 h 1570660"/>
              <a:gd name="csX25" fmla="*/ 446245 w 1275374"/>
              <a:gd name="csY25" fmla="*/ 1448244 h 1570660"/>
              <a:gd name="csX26" fmla="*/ 178192 w 1275374"/>
              <a:gd name="csY26" fmla="*/ 1496125 h 1570660"/>
              <a:gd name="csX27" fmla="*/ 380480 w 1275374"/>
              <a:gd name="csY27" fmla="*/ 1400695 h 1570660"/>
              <a:gd name="csX28" fmla="*/ 516419 w 1275374"/>
              <a:gd name="csY28" fmla="*/ 1311582 h 1570660"/>
              <a:gd name="csX29" fmla="*/ 426956 w 1275374"/>
              <a:gd name="csY29" fmla="*/ 1242670 h 1570660"/>
              <a:gd name="csX30" fmla="*/ 244706 w 1275374"/>
              <a:gd name="csY30" fmla="*/ 1405766 h 1570660"/>
              <a:gd name="csX31" fmla="*/ 121239 w 1275374"/>
              <a:gd name="csY31" fmla="*/ 1444503 h 1570660"/>
              <a:gd name="csX32" fmla="*/ 1929 w 1275374"/>
              <a:gd name="csY32" fmla="*/ 1282238 h 1570660"/>
              <a:gd name="csX33" fmla="*/ 78919 w 1275374"/>
              <a:gd name="csY33" fmla="*/ 1208588 h 1570660"/>
              <a:gd name="csX34" fmla="*/ 328266 w 1275374"/>
              <a:gd name="csY34" fmla="*/ 967269 h 1570660"/>
              <a:gd name="csX35" fmla="*/ 365514 w 1275374"/>
              <a:gd name="csY35" fmla="*/ 875497 h 1570660"/>
              <a:gd name="csX36" fmla="*/ 463124 w 1275374"/>
              <a:gd name="csY36" fmla="*/ 915730 h 1570660"/>
              <a:gd name="csX37" fmla="*/ 450569 w 1275374"/>
              <a:gd name="csY37" fmla="*/ 850226 h 1570660"/>
              <a:gd name="csX38" fmla="*/ 557990 w 1275374"/>
              <a:gd name="csY38" fmla="*/ 785886 h 1570660"/>
              <a:gd name="csX39" fmla="*/ 704239 w 1275374"/>
              <a:gd name="csY39" fmla="*/ 727115 h 1570660"/>
              <a:gd name="csX40" fmla="*/ 733339 w 1275374"/>
              <a:gd name="csY40" fmla="*/ 626281 h 1570660"/>
              <a:gd name="csX41" fmla="*/ 749968 w 1275374"/>
              <a:gd name="csY41" fmla="*/ 476070 h 1570660"/>
              <a:gd name="csX42" fmla="*/ 736082 w 1275374"/>
              <a:gd name="csY42" fmla="*/ 435421 h 1570660"/>
              <a:gd name="csX43" fmla="*/ 613945 w 1275374"/>
              <a:gd name="csY43" fmla="*/ 443733 h 1570660"/>
              <a:gd name="csX44" fmla="*/ 521573 w 1275374"/>
              <a:gd name="csY44" fmla="*/ 349633 h 1570660"/>
              <a:gd name="csX45" fmla="*/ 455973 w 1275374"/>
              <a:gd name="csY45" fmla="*/ 808330 h 1570660"/>
              <a:gd name="csX46" fmla="*/ 412656 w 1275374"/>
              <a:gd name="csY46" fmla="*/ 847898 h 1570660"/>
              <a:gd name="csX47" fmla="*/ 332090 w 1275374"/>
              <a:gd name="csY47" fmla="*/ 806085 h 1570660"/>
              <a:gd name="csX48" fmla="*/ 296006 w 1275374"/>
              <a:gd name="csY48" fmla="*/ 645567 h 1570660"/>
              <a:gd name="csX49" fmla="*/ 376654 w 1275374"/>
              <a:gd name="csY49" fmla="*/ 416135 h 1570660"/>
              <a:gd name="csX50" fmla="*/ 478588 w 1275374"/>
              <a:gd name="csY50" fmla="*/ 301087 h 1570660"/>
              <a:gd name="csX51" fmla="*/ 544438 w 1275374"/>
              <a:gd name="csY51" fmla="*/ 225940 h 1570660"/>
              <a:gd name="csX52" fmla="*/ 336830 w 1275374"/>
              <a:gd name="csY52" fmla="*/ 278809 h 1570660"/>
              <a:gd name="csX53" fmla="*/ 243542 w 1275374"/>
              <a:gd name="csY53" fmla="*/ 160768 h 1570660"/>
              <a:gd name="csX54" fmla="*/ 264827 w 1275374"/>
              <a:gd name="csY54" fmla="*/ 131674 h 1570660"/>
              <a:gd name="csX55" fmla="*/ 425211 w 1275374"/>
              <a:gd name="csY55" fmla="*/ 96594 h 1570660"/>
              <a:gd name="csX56" fmla="*/ 661337 w 1275374"/>
              <a:gd name="csY56" fmla="*/ 26102 h 1570660"/>
              <a:gd name="csX57" fmla="*/ 674307 w 1275374"/>
              <a:gd name="csY57" fmla="*/ 1103931 h 1570660"/>
              <a:gd name="csX58" fmla="*/ 495716 w 1275374"/>
              <a:gd name="csY58" fmla="*/ 1153391 h 1570660"/>
              <a:gd name="csX59" fmla="*/ 677467 w 1275374"/>
              <a:gd name="csY59" fmla="*/ 1177914 h 1570660"/>
              <a:gd name="csX60" fmla="*/ 754374 w 1275374"/>
              <a:gd name="csY60" fmla="*/ 1106175 h 1570660"/>
              <a:gd name="csX61" fmla="*/ 674307 w 1275374"/>
              <a:gd name="csY61" fmla="*/ 1103931 h 1570660"/>
              <a:gd name="csX0" fmla="*/ 661337 w 1257307"/>
              <a:gd name="csY0" fmla="*/ 26102 h 1530799"/>
              <a:gd name="csX1" fmla="*/ 778236 w 1257307"/>
              <a:gd name="csY1" fmla="*/ 0 h 1530799"/>
              <a:gd name="csX2" fmla="*/ 852649 w 1257307"/>
              <a:gd name="csY2" fmla="*/ 70908 h 1530799"/>
              <a:gd name="csX3" fmla="*/ 825628 w 1257307"/>
              <a:gd name="csY3" fmla="*/ 133752 h 1530799"/>
              <a:gd name="csX4" fmla="*/ 638306 w 1257307"/>
              <a:gd name="csY4" fmla="*/ 212224 h 1530799"/>
              <a:gd name="csX5" fmla="*/ 569879 w 1257307"/>
              <a:gd name="csY5" fmla="*/ 279640 h 1530799"/>
              <a:gd name="csX6" fmla="*/ 753127 w 1257307"/>
              <a:gd name="csY6" fmla="*/ 241651 h 1530799"/>
              <a:gd name="csX7" fmla="*/ 872105 w 1257307"/>
              <a:gd name="csY7" fmla="*/ 324280 h 1530799"/>
              <a:gd name="csX8" fmla="*/ 931385 w 1257307"/>
              <a:gd name="csY8" fmla="*/ 525946 h 1530799"/>
              <a:gd name="csX9" fmla="*/ 932716 w 1257307"/>
              <a:gd name="csY9" fmla="*/ 776160 h 1530799"/>
              <a:gd name="csX10" fmla="*/ 883661 w 1257307"/>
              <a:gd name="csY10" fmla="*/ 906005 h 1530799"/>
              <a:gd name="csX11" fmla="*/ 762689 w 1257307"/>
              <a:gd name="csY11" fmla="*/ 934434 h 1530799"/>
              <a:gd name="csX12" fmla="*/ 669236 w 1257307"/>
              <a:gd name="csY12" fmla="*/ 871091 h 1530799"/>
              <a:gd name="csX13" fmla="*/ 469859 w 1257307"/>
              <a:gd name="csY13" fmla="*/ 918972 h 1530799"/>
              <a:gd name="csX14" fmla="*/ 517333 w 1257307"/>
              <a:gd name="csY14" fmla="*/ 995865 h 1530799"/>
              <a:gd name="csX15" fmla="*/ 523153 w 1257307"/>
              <a:gd name="csY15" fmla="*/ 1098860 h 1530799"/>
              <a:gd name="csX16" fmla="*/ 640967 w 1257307"/>
              <a:gd name="csY16" fmla="*/ 1055634 h 1530799"/>
              <a:gd name="csX17" fmla="*/ 871856 w 1257307"/>
              <a:gd name="csY17" fmla="*/ 970012 h 1530799"/>
              <a:gd name="csX18" fmla="*/ 972043 w 1257307"/>
              <a:gd name="csY18" fmla="*/ 1086640 h 1530799"/>
              <a:gd name="csX19" fmla="*/ 819225 w 1257307"/>
              <a:gd name="csY19" fmla="*/ 1216568 h 1530799"/>
              <a:gd name="csX20" fmla="*/ 1109479 w 1257307"/>
              <a:gd name="csY20" fmla="*/ 1317401 h 1530799"/>
              <a:gd name="csX21" fmla="*/ 1257307 w 1257307"/>
              <a:gd name="csY21" fmla="*/ 1445085 h 1530799"/>
              <a:gd name="csX22" fmla="*/ 995323 w 1257307"/>
              <a:gd name="csY22" fmla="*/ 1529126 h 1530799"/>
              <a:gd name="csX23" fmla="*/ 619682 w 1257307"/>
              <a:gd name="csY23" fmla="*/ 1369605 h 1530799"/>
              <a:gd name="csX24" fmla="*/ 446245 w 1257307"/>
              <a:gd name="csY24" fmla="*/ 1448244 h 1530799"/>
              <a:gd name="csX25" fmla="*/ 178192 w 1257307"/>
              <a:gd name="csY25" fmla="*/ 1496125 h 1530799"/>
              <a:gd name="csX26" fmla="*/ 380480 w 1257307"/>
              <a:gd name="csY26" fmla="*/ 1400695 h 1530799"/>
              <a:gd name="csX27" fmla="*/ 516419 w 1257307"/>
              <a:gd name="csY27" fmla="*/ 1311582 h 1530799"/>
              <a:gd name="csX28" fmla="*/ 426956 w 1257307"/>
              <a:gd name="csY28" fmla="*/ 1242670 h 1530799"/>
              <a:gd name="csX29" fmla="*/ 244706 w 1257307"/>
              <a:gd name="csY29" fmla="*/ 1405766 h 1530799"/>
              <a:gd name="csX30" fmla="*/ 121239 w 1257307"/>
              <a:gd name="csY30" fmla="*/ 1444503 h 1530799"/>
              <a:gd name="csX31" fmla="*/ 1929 w 1257307"/>
              <a:gd name="csY31" fmla="*/ 1282238 h 1530799"/>
              <a:gd name="csX32" fmla="*/ 78919 w 1257307"/>
              <a:gd name="csY32" fmla="*/ 1208588 h 1530799"/>
              <a:gd name="csX33" fmla="*/ 328266 w 1257307"/>
              <a:gd name="csY33" fmla="*/ 967269 h 1530799"/>
              <a:gd name="csX34" fmla="*/ 365514 w 1257307"/>
              <a:gd name="csY34" fmla="*/ 875497 h 1530799"/>
              <a:gd name="csX35" fmla="*/ 463124 w 1257307"/>
              <a:gd name="csY35" fmla="*/ 915730 h 1530799"/>
              <a:gd name="csX36" fmla="*/ 450569 w 1257307"/>
              <a:gd name="csY36" fmla="*/ 850226 h 1530799"/>
              <a:gd name="csX37" fmla="*/ 557990 w 1257307"/>
              <a:gd name="csY37" fmla="*/ 785886 h 1530799"/>
              <a:gd name="csX38" fmla="*/ 704239 w 1257307"/>
              <a:gd name="csY38" fmla="*/ 727115 h 1530799"/>
              <a:gd name="csX39" fmla="*/ 733339 w 1257307"/>
              <a:gd name="csY39" fmla="*/ 626281 h 1530799"/>
              <a:gd name="csX40" fmla="*/ 749968 w 1257307"/>
              <a:gd name="csY40" fmla="*/ 476070 h 1530799"/>
              <a:gd name="csX41" fmla="*/ 736082 w 1257307"/>
              <a:gd name="csY41" fmla="*/ 435421 h 1530799"/>
              <a:gd name="csX42" fmla="*/ 613945 w 1257307"/>
              <a:gd name="csY42" fmla="*/ 443733 h 1530799"/>
              <a:gd name="csX43" fmla="*/ 521573 w 1257307"/>
              <a:gd name="csY43" fmla="*/ 349633 h 1530799"/>
              <a:gd name="csX44" fmla="*/ 455973 w 1257307"/>
              <a:gd name="csY44" fmla="*/ 808330 h 1530799"/>
              <a:gd name="csX45" fmla="*/ 412656 w 1257307"/>
              <a:gd name="csY45" fmla="*/ 847898 h 1530799"/>
              <a:gd name="csX46" fmla="*/ 332090 w 1257307"/>
              <a:gd name="csY46" fmla="*/ 806085 h 1530799"/>
              <a:gd name="csX47" fmla="*/ 296006 w 1257307"/>
              <a:gd name="csY47" fmla="*/ 645567 h 1530799"/>
              <a:gd name="csX48" fmla="*/ 376654 w 1257307"/>
              <a:gd name="csY48" fmla="*/ 416135 h 1530799"/>
              <a:gd name="csX49" fmla="*/ 478588 w 1257307"/>
              <a:gd name="csY49" fmla="*/ 301087 h 1530799"/>
              <a:gd name="csX50" fmla="*/ 544438 w 1257307"/>
              <a:gd name="csY50" fmla="*/ 225940 h 1530799"/>
              <a:gd name="csX51" fmla="*/ 336830 w 1257307"/>
              <a:gd name="csY51" fmla="*/ 278809 h 1530799"/>
              <a:gd name="csX52" fmla="*/ 243542 w 1257307"/>
              <a:gd name="csY52" fmla="*/ 160768 h 1530799"/>
              <a:gd name="csX53" fmla="*/ 264827 w 1257307"/>
              <a:gd name="csY53" fmla="*/ 131674 h 1530799"/>
              <a:gd name="csX54" fmla="*/ 425211 w 1257307"/>
              <a:gd name="csY54" fmla="*/ 96594 h 1530799"/>
              <a:gd name="csX55" fmla="*/ 661337 w 1257307"/>
              <a:gd name="csY55" fmla="*/ 26102 h 1530799"/>
              <a:gd name="csX56" fmla="*/ 674307 w 1257307"/>
              <a:gd name="csY56" fmla="*/ 1103931 h 1530799"/>
              <a:gd name="csX57" fmla="*/ 495716 w 1257307"/>
              <a:gd name="csY57" fmla="*/ 1153391 h 1530799"/>
              <a:gd name="csX58" fmla="*/ 677467 w 1257307"/>
              <a:gd name="csY58" fmla="*/ 1177914 h 1530799"/>
              <a:gd name="csX59" fmla="*/ 754374 w 1257307"/>
              <a:gd name="csY59" fmla="*/ 1106175 h 1530799"/>
              <a:gd name="csX60" fmla="*/ 674307 w 1257307"/>
              <a:gd name="csY60" fmla="*/ 1103931 h 153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</a:cxnLst>
            <a:rect l="l" t="t" r="r" b="b"/>
            <a:pathLst>
              <a:path w="1257307" h="1530799">
                <a:moveTo>
                  <a:pt x="661337" y="26102"/>
                </a:moveTo>
                <a:cubicBezTo>
                  <a:pt x="699417" y="14381"/>
                  <a:pt x="738078" y="2078"/>
                  <a:pt x="778236" y="0"/>
                </a:cubicBezTo>
                <a:cubicBezTo>
                  <a:pt x="813489" y="6983"/>
                  <a:pt x="841175" y="37823"/>
                  <a:pt x="852649" y="70908"/>
                </a:cubicBezTo>
                <a:cubicBezTo>
                  <a:pt x="862876" y="95763"/>
                  <a:pt x="842090" y="117709"/>
                  <a:pt x="825628" y="133752"/>
                </a:cubicBezTo>
                <a:cubicBezTo>
                  <a:pt x="772499" y="179389"/>
                  <a:pt x="696174" y="175565"/>
                  <a:pt x="638306" y="212224"/>
                </a:cubicBezTo>
                <a:cubicBezTo>
                  <a:pt x="611036" y="229515"/>
                  <a:pt x="586924" y="252208"/>
                  <a:pt x="569879" y="279640"/>
                </a:cubicBezTo>
                <a:cubicBezTo>
                  <a:pt x="630491" y="265343"/>
                  <a:pt x="689273" y="235500"/>
                  <a:pt x="753127" y="241651"/>
                </a:cubicBezTo>
                <a:cubicBezTo>
                  <a:pt x="802680" y="250213"/>
                  <a:pt x="842589" y="285293"/>
                  <a:pt x="872105" y="324280"/>
                </a:cubicBezTo>
                <a:cubicBezTo>
                  <a:pt x="913677" y="382718"/>
                  <a:pt x="927644" y="455621"/>
                  <a:pt x="931385" y="525946"/>
                </a:cubicBezTo>
                <a:cubicBezTo>
                  <a:pt x="934628" y="609323"/>
                  <a:pt x="934795" y="692783"/>
                  <a:pt x="932716" y="776160"/>
                </a:cubicBezTo>
                <a:cubicBezTo>
                  <a:pt x="929973" y="822711"/>
                  <a:pt x="919995" y="873502"/>
                  <a:pt x="883661" y="906005"/>
                </a:cubicBezTo>
                <a:cubicBezTo>
                  <a:pt x="853480" y="939256"/>
                  <a:pt x="804177" y="945324"/>
                  <a:pt x="762689" y="934434"/>
                </a:cubicBezTo>
                <a:cubicBezTo>
                  <a:pt x="725689" y="923212"/>
                  <a:pt x="696257" y="897442"/>
                  <a:pt x="669236" y="871091"/>
                </a:cubicBezTo>
                <a:cubicBezTo>
                  <a:pt x="607959" y="900851"/>
                  <a:pt x="540031" y="937343"/>
                  <a:pt x="469859" y="918972"/>
                </a:cubicBezTo>
                <a:cubicBezTo>
                  <a:pt x="489729" y="941666"/>
                  <a:pt x="508104" y="966687"/>
                  <a:pt x="517333" y="995865"/>
                </a:cubicBezTo>
                <a:cubicBezTo>
                  <a:pt x="528890" y="1028950"/>
                  <a:pt x="523402" y="1064528"/>
                  <a:pt x="523153" y="1098860"/>
                </a:cubicBezTo>
                <a:cubicBezTo>
                  <a:pt x="565140" y="1092708"/>
                  <a:pt x="601307" y="1069184"/>
                  <a:pt x="640967" y="1055634"/>
                </a:cubicBezTo>
                <a:cubicBezTo>
                  <a:pt x="718124" y="1027786"/>
                  <a:pt x="793368" y="994286"/>
                  <a:pt x="871856" y="970012"/>
                </a:cubicBezTo>
                <a:cubicBezTo>
                  <a:pt x="929723" y="964360"/>
                  <a:pt x="985845" y="1030778"/>
                  <a:pt x="972043" y="1086640"/>
                </a:cubicBezTo>
                <a:cubicBezTo>
                  <a:pt x="933049" y="1142335"/>
                  <a:pt x="870442" y="1173757"/>
                  <a:pt x="819225" y="1216568"/>
                </a:cubicBezTo>
                <a:cubicBezTo>
                  <a:pt x="917252" y="1246161"/>
                  <a:pt x="1016026" y="1274757"/>
                  <a:pt x="1109479" y="1317401"/>
                </a:cubicBezTo>
                <a:cubicBezTo>
                  <a:pt x="1168926" y="1345332"/>
                  <a:pt x="1227459" y="1384319"/>
                  <a:pt x="1257307" y="1445085"/>
                </a:cubicBezTo>
                <a:cubicBezTo>
                  <a:pt x="1238281" y="1480372"/>
                  <a:pt x="1101594" y="1541706"/>
                  <a:pt x="995323" y="1529126"/>
                </a:cubicBezTo>
                <a:cubicBezTo>
                  <a:pt x="889052" y="1516546"/>
                  <a:pt x="741320" y="1430870"/>
                  <a:pt x="619682" y="1369605"/>
                </a:cubicBezTo>
                <a:cubicBezTo>
                  <a:pt x="568133" y="1407844"/>
                  <a:pt x="509019" y="1434777"/>
                  <a:pt x="446245" y="1448244"/>
                </a:cubicBezTo>
                <a:cubicBezTo>
                  <a:pt x="357615" y="1467778"/>
                  <a:pt x="269899" y="1497705"/>
                  <a:pt x="178192" y="1496125"/>
                </a:cubicBezTo>
                <a:cubicBezTo>
                  <a:pt x="249944" y="1474512"/>
                  <a:pt x="315877" y="1438102"/>
                  <a:pt x="380480" y="1400695"/>
                </a:cubicBezTo>
                <a:cubicBezTo>
                  <a:pt x="426291" y="1371766"/>
                  <a:pt x="474016" y="1345582"/>
                  <a:pt x="516419" y="1311582"/>
                </a:cubicBezTo>
                <a:cubicBezTo>
                  <a:pt x="484990" y="1290634"/>
                  <a:pt x="456306" y="1266195"/>
                  <a:pt x="426956" y="1242670"/>
                </a:cubicBezTo>
                <a:cubicBezTo>
                  <a:pt x="371333" y="1302355"/>
                  <a:pt x="312967" y="1360461"/>
                  <a:pt x="244706" y="1405766"/>
                </a:cubicBezTo>
                <a:cubicBezTo>
                  <a:pt x="208539" y="1430205"/>
                  <a:pt x="165970" y="1450155"/>
                  <a:pt x="121239" y="1444503"/>
                </a:cubicBezTo>
                <a:cubicBezTo>
                  <a:pt x="49736" y="1430454"/>
                  <a:pt x="-11790" y="1356637"/>
                  <a:pt x="1929" y="1282238"/>
                </a:cubicBezTo>
                <a:cubicBezTo>
                  <a:pt x="8912" y="1242420"/>
                  <a:pt x="52064" y="1231863"/>
                  <a:pt x="78919" y="1208588"/>
                </a:cubicBezTo>
                <a:cubicBezTo>
                  <a:pt x="170626" y="1138262"/>
                  <a:pt x="264161" y="1064944"/>
                  <a:pt x="328266" y="967269"/>
                </a:cubicBezTo>
                <a:cubicBezTo>
                  <a:pt x="352709" y="940253"/>
                  <a:pt x="324607" y="889795"/>
                  <a:pt x="365514" y="875497"/>
                </a:cubicBezTo>
                <a:cubicBezTo>
                  <a:pt x="401764" y="866353"/>
                  <a:pt x="438513" y="890127"/>
                  <a:pt x="463124" y="915730"/>
                </a:cubicBezTo>
                <a:cubicBezTo>
                  <a:pt x="453147" y="895530"/>
                  <a:pt x="441090" y="873003"/>
                  <a:pt x="450569" y="850226"/>
                </a:cubicBezTo>
                <a:cubicBezTo>
                  <a:pt x="468861" y="809493"/>
                  <a:pt x="515254" y="788463"/>
                  <a:pt x="557990" y="785886"/>
                </a:cubicBezTo>
                <a:cubicBezTo>
                  <a:pt x="610703" y="780981"/>
                  <a:pt x="665827" y="765519"/>
                  <a:pt x="704239" y="727115"/>
                </a:cubicBezTo>
                <a:cubicBezTo>
                  <a:pt x="727270" y="699267"/>
                  <a:pt x="730179" y="660862"/>
                  <a:pt x="733339" y="626281"/>
                </a:cubicBezTo>
                <a:cubicBezTo>
                  <a:pt x="739491" y="576238"/>
                  <a:pt x="745229" y="526196"/>
                  <a:pt x="749968" y="476070"/>
                </a:cubicBezTo>
                <a:cubicBezTo>
                  <a:pt x="753543" y="460359"/>
                  <a:pt x="742734" y="448223"/>
                  <a:pt x="736082" y="435421"/>
                </a:cubicBezTo>
                <a:cubicBezTo>
                  <a:pt x="696091" y="442986"/>
                  <a:pt x="654270" y="458115"/>
                  <a:pt x="613945" y="443733"/>
                </a:cubicBezTo>
                <a:cubicBezTo>
                  <a:pt x="570711" y="427524"/>
                  <a:pt x="543107" y="388288"/>
                  <a:pt x="521573" y="349633"/>
                </a:cubicBezTo>
                <a:cubicBezTo>
                  <a:pt x="453562" y="492696"/>
                  <a:pt x="471438" y="655292"/>
                  <a:pt x="455973" y="808330"/>
                </a:cubicBezTo>
                <a:cubicBezTo>
                  <a:pt x="446911" y="825537"/>
                  <a:pt x="436102" y="851140"/>
                  <a:pt x="412656" y="847898"/>
                </a:cubicBezTo>
                <a:cubicBezTo>
                  <a:pt x="379731" y="851473"/>
                  <a:pt x="352543" y="828945"/>
                  <a:pt x="332090" y="806085"/>
                </a:cubicBezTo>
                <a:cubicBezTo>
                  <a:pt x="293927" y="762942"/>
                  <a:pt x="283618" y="700680"/>
                  <a:pt x="296006" y="645567"/>
                </a:cubicBezTo>
                <a:cubicBezTo>
                  <a:pt x="310806" y="565598"/>
                  <a:pt x="334501" y="486212"/>
                  <a:pt x="376654" y="416135"/>
                </a:cubicBezTo>
                <a:cubicBezTo>
                  <a:pt x="404590" y="372909"/>
                  <a:pt x="441174" y="336084"/>
                  <a:pt x="478588" y="301087"/>
                </a:cubicBezTo>
                <a:cubicBezTo>
                  <a:pt x="503531" y="278892"/>
                  <a:pt x="524234" y="252458"/>
                  <a:pt x="544438" y="225940"/>
                </a:cubicBezTo>
                <a:cubicBezTo>
                  <a:pt x="476177" y="247138"/>
                  <a:pt x="411409" y="289865"/>
                  <a:pt x="336830" y="278809"/>
                </a:cubicBezTo>
                <a:cubicBezTo>
                  <a:pt x="289937" y="257113"/>
                  <a:pt x="248614" y="213720"/>
                  <a:pt x="243542" y="160768"/>
                </a:cubicBezTo>
                <a:cubicBezTo>
                  <a:pt x="247367" y="149214"/>
                  <a:pt x="248448" y="130760"/>
                  <a:pt x="264827" y="131674"/>
                </a:cubicBezTo>
                <a:cubicBezTo>
                  <a:pt x="319702" y="127601"/>
                  <a:pt x="371832" y="108647"/>
                  <a:pt x="425211" y="96594"/>
                </a:cubicBezTo>
                <a:cubicBezTo>
                  <a:pt x="505277" y="77641"/>
                  <a:pt x="582600" y="49461"/>
                  <a:pt x="661337" y="26102"/>
                </a:cubicBezTo>
                <a:moveTo>
                  <a:pt x="674307" y="1103931"/>
                </a:moveTo>
                <a:cubicBezTo>
                  <a:pt x="614362" y="1118893"/>
                  <a:pt x="551588" y="1125294"/>
                  <a:pt x="495716" y="1153391"/>
                </a:cubicBezTo>
                <a:cubicBezTo>
                  <a:pt x="557574" y="1149484"/>
                  <a:pt x="617188" y="1168188"/>
                  <a:pt x="677467" y="1177914"/>
                </a:cubicBezTo>
                <a:cubicBezTo>
                  <a:pt x="706234" y="1157631"/>
                  <a:pt x="729930" y="1131196"/>
                  <a:pt x="754374" y="1106175"/>
                </a:cubicBezTo>
                <a:cubicBezTo>
                  <a:pt x="731344" y="1085726"/>
                  <a:pt x="700414" y="1099857"/>
                  <a:pt x="674307" y="1103931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5E6E37E-9F59-2B0F-46EE-69DAB0492B19}"/>
              </a:ext>
            </a:extLst>
          </p:cNvPr>
          <p:cNvSpPr/>
          <p:nvPr/>
        </p:nvSpPr>
        <p:spPr>
          <a:xfrm>
            <a:off x="4779019" y="3824423"/>
            <a:ext cx="190664" cy="298438"/>
          </a:xfrm>
          <a:custGeom>
            <a:avLst/>
            <a:gdLst>
              <a:gd name="csX0" fmla="*/ 13985 w 190664"/>
              <a:gd name="csY0" fmla="*/ 28007 h 298438"/>
              <a:gd name="csX1" fmla="*/ 150339 w 190664"/>
              <a:gd name="csY1" fmla="*/ 26262 h 298438"/>
              <a:gd name="csX2" fmla="*/ 183348 w 190664"/>
              <a:gd name="csY2" fmla="*/ 94343 h 298438"/>
              <a:gd name="csX3" fmla="*/ 121988 w 190664"/>
              <a:gd name="csY3" fmla="*/ 181543 h 298438"/>
              <a:gd name="csX4" fmla="*/ 190664 w 190664"/>
              <a:gd name="csY4" fmla="*/ 183455 h 298438"/>
              <a:gd name="csX5" fmla="*/ 101119 w 190664"/>
              <a:gd name="csY5" fmla="*/ 289609 h 298438"/>
              <a:gd name="csX6" fmla="*/ 2095 w 190664"/>
              <a:gd name="csY6" fmla="*/ 207978 h 298438"/>
              <a:gd name="csX7" fmla="*/ 88398 w 190664"/>
              <a:gd name="csY7" fmla="*/ 118283 h 298438"/>
              <a:gd name="csX8" fmla="*/ 19721 w 190664"/>
              <a:gd name="csY8" fmla="*/ 90935 h 298438"/>
              <a:gd name="csX9" fmla="*/ 13985 w 190664"/>
              <a:gd name="csY9" fmla="*/ 28007 h 2984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90664" h="298438">
                <a:moveTo>
                  <a:pt x="13985" y="28007"/>
                </a:moveTo>
                <a:cubicBezTo>
                  <a:pt x="48905" y="-8236"/>
                  <a:pt x="114422" y="-9815"/>
                  <a:pt x="150339" y="26262"/>
                </a:cubicBezTo>
                <a:cubicBezTo>
                  <a:pt x="168132" y="43802"/>
                  <a:pt x="186839" y="68075"/>
                  <a:pt x="183348" y="94343"/>
                </a:cubicBezTo>
                <a:cubicBezTo>
                  <a:pt x="164224" y="124352"/>
                  <a:pt x="136538" y="148625"/>
                  <a:pt x="121988" y="181543"/>
                </a:cubicBezTo>
                <a:cubicBezTo>
                  <a:pt x="144519" y="187279"/>
                  <a:pt x="167800" y="187030"/>
                  <a:pt x="190664" y="183455"/>
                </a:cubicBezTo>
                <a:cubicBezTo>
                  <a:pt x="164724" y="221777"/>
                  <a:pt x="149009" y="272651"/>
                  <a:pt x="101119" y="289609"/>
                </a:cubicBezTo>
                <a:cubicBezTo>
                  <a:pt x="51814" y="322029"/>
                  <a:pt x="-12455" y="258436"/>
                  <a:pt x="2095" y="207978"/>
                </a:cubicBezTo>
                <a:cubicBezTo>
                  <a:pt x="30862" y="178135"/>
                  <a:pt x="66947" y="154860"/>
                  <a:pt x="88398" y="118283"/>
                </a:cubicBezTo>
                <a:cubicBezTo>
                  <a:pt x="65200" y="110469"/>
                  <a:pt x="36683" y="110885"/>
                  <a:pt x="19721" y="90935"/>
                </a:cubicBezTo>
                <a:cubicBezTo>
                  <a:pt x="4174" y="74475"/>
                  <a:pt x="-4805" y="45547"/>
                  <a:pt x="13985" y="28007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弧形 12">
            <a:extLst>
              <a:ext uri="{FF2B5EF4-FFF2-40B4-BE49-F238E27FC236}">
                <a16:creationId xmlns:a16="http://schemas.microsoft.com/office/drawing/2014/main" id="{E3B45EA6-DA64-2CEA-C7D2-3EDCE88CE025}"/>
              </a:ext>
            </a:extLst>
          </p:cNvPr>
          <p:cNvSpPr/>
          <p:nvPr/>
        </p:nvSpPr>
        <p:spPr>
          <a:xfrm>
            <a:off x="3652108" y="985108"/>
            <a:ext cx="4887784" cy="4887784"/>
          </a:xfrm>
          <a:prstGeom prst="arc">
            <a:avLst>
              <a:gd name="adj1" fmla="val 1922915"/>
              <a:gd name="adj2" fmla="val 20921739"/>
            </a:avLst>
          </a:prstGeom>
          <a:ln w="635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Arc 12+">
            <a:extLst>
              <a:ext uri="{FF2B5EF4-FFF2-40B4-BE49-F238E27FC236}">
                <a16:creationId xmlns:a16="http://schemas.microsoft.com/office/drawing/2014/main" id="{8E4942DE-7A03-2E98-3A93-690A5C754C8B}"/>
              </a:ext>
            </a:extLst>
          </p:cNvPr>
          <p:cNvSpPr/>
          <p:nvPr/>
        </p:nvSpPr>
        <p:spPr>
          <a:xfrm>
            <a:off x="3067050" y="400050"/>
            <a:ext cx="6057900" cy="6057900"/>
          </a:xfrm>
          <a:prstGeom prst="arc">
            <a:avLst>
              <a:gd name="adj1" fmla="val 3600716"/>
              <a:gd name="adj2" fmla="val 12203539"/>
            </a:avLst>
          </a:prstGeom>
          <a:ln w="1016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Arc 12++">
            <a:extLst>
              <a:ext uri="{FF2B5EF4-FFF2-40B4-BE49-F238E27FC236}">
                <a16:creationId xmlns:a16="http://schemas.microsoft.com/office/drawing/2014/main" id="{19A7C068-A406-AFFA-76BC-16FC13024AF1}"/>
              </a:ext>
            </a:extLst>
          </p:cNvPr>
          <p:cNvSpPr/>
          <p:nvPr/>
        </p:nvSpPr>
        <p:spPr>
          <a:xfrm>
            <a:off x="2365829" y="-301171"/>
            <a:ext cx="7460342" cy="7460342"/>
          </a:xfrm>
          <a:prstGeom prst="arc">
            <a:avLst>
              <a:gd name="adj1" fmla="val 9606023"/>
              <a:gd name="adj2" fmla="val 12159905"/>
            </a:avLst>
          </a:prstGeom>
          <a:ln w="127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CA791A6C-EE1E-2683-3A8D-C70F5DE8AA8C}"/>
              </a:ext>
            </a:extLst>
          </p:cNvPr>
          <p:cNvSpPr/>
          <p:nvPr/>
        </p:nvSpPr>
        <p:spPr>
          <a:xfrm>
            <a:off x="4575916" y="1466437"/>
            <a:ext cx="307995" cy="872068"/>
          </a:xfrm>
          <a:custGeom>
            <a:avLst/>
            <a:gdLst>
              <a:gd name="connsiteX0" fmla="*/ 372617 w 380184"/>
              <a:gd name="connsiteY0" fmla="*/ 806419 h 1076464"/>
              <a:gd name="connsiteX1" fmla="*/ 374694 w 380184"/>
              <a:gd name="connsiteY1" fmla="*/ 890781 h 1076464"/>
              <a:gd name="connsiteX2" fmla="*/ 372617 w 380184"/>
              <a:gd name="connsiteY2" fmla="*/ 806419 h 1076464"/>
              <a:gd name="connsiteX3" fmla="*/ 370799 w 380184"/>
              <a:gd name="connsiteY3" fmla="*/ 751214 h 1076464"/>
              <a:gd name="connsiteX4" fmla="*/ 370885 w 380184"/>
              <a:gd name="connsiteY4" fmla="*/ 788592 h 1076464"/>
              <a:gd name="connsiteX5" fmla="*/ 370799 w 380184"/>
              <a:gd name="connsiteY5" fmla="*/ 751214 h 1076464"/>
              <a:gd name="connsiteX6" fmla="*/ 373051 w 380184"/>
              <a:gd name="connsiteY6" fmla="*/ 513789 h 1076464"/>
              <a:gd name="connsiteX7" fmla="*/ 372877 w 380184"/>
              <a:gd name="connsiteY7" fmla="*/ 743514 h 1076464"/>
              <a:gd name="connsiteX8" fmla="*/ 373051 w 380184"/>
              <a:gd name="connsiteY8" fmla="*/ 513789 h 1076464"/>
              <a:gd name="connsiteX9" fmla="*/ 373309 w 380184"/>
              <a:gd name="connsiteY9" fmla="*/ 374914 h 1076464"/>
              <a:gd name="connsiteX10" fmla="*/ 372963 w 380184"/>
              <a:gd name="connsiteY10" fmla="*/ 490598 h 1076464"/>
              <a:gd name="connsiteX11" fmla="*/ 373309 w 380184"/>
              <a:gd name="connsiteY11" fmla="*/ 374914 h 1076464"/>
              <a:gd name="connsiteX12" fmla="*/ 3495 w 380184"/>
              <a:gd name="connsiteY12" fmla="*/ 359600 h 1076464"/>
              <a:gd name="connsiteX13" fmla="*/ 12068 w 380184"/>
              <a:gd name="connsiteY13" fmla="*/ 361158 h 1076464"/>
              <a:gd name="connsiteX14" fmla="*/ 19864 w 380184"/>
              <a:gd name="connsiteY14" fmla="*/ 485927 h 1076464"/>
              <a:gd name="connsiteX15" fmla="*/ 18998 w 380184"/>
              <a:gd name="connsiteY15" fmla="*/ 617272 h 1076464"/>
              <a:gd name="connsiteX16" fmla="*/ 23675 w 380184"/>
              <a:gd name="connsiteY16" fmla="*/ 775529 h 1076464"/>
              <a:gd name="connsiteX17" fmla="*/ 13109 w 380184"/>
              <a:gd name="connsiteY17" fmla="*/ 834972 h 1076464"/>
              <a:gd name="connsiteX18" fmla="*/ 8864 w 380184"/>
              <a:gd name="connsiteY18" fmla="*/ 933956 h 1076464"/>
              <a:gd name="connsiteX19" fmla="*/ 8952 w 380184"/>
              <a:gd name="connsiteY19" fmla="*/ 800794 h 1076464"/>
              <a:gd name="connsiteX20" fmla="*/ 1502 w 380184"/>
              <a:gd name="connsiteY20" fmla="*/ 724478 h 1076464"/>
              <a:gd name="connsiteX21" fmla="*/ 7652 w 380184"/>
              <a:gd name="connsiteY21" fmla="*/ 593480 h 1076464"/>
              <a:gd name="connsiteX22" fmla="*/ 2022 w 380184"/>
              <a:gd name="connsiteY22" fmla="*/ 522009 h 1076464"/>
              <a:gd name="connsiteX23" fmla="*/ 3495 w 380184"/>
              <a:gd name="connsiteY23" fmla="*/ 359600 h 1076464"/>
              <a:gd name="connsiteX24" fmla="*/ 371665 w 380184"/>
              <a:gd name="connsiteY24" fmla="*/ 278005 h 1076464"/>
              <a:gd name="connsiteX25" fmla="*/ 372097 w 380184"/>
              <a:gd name="connsiteY25" fmla="*/ 360638 h 1076464"/>
              <a:gd name="connsiteX26" fmla="*/ 371665 w 380184"/>
              <a:gd name="connsiteY26" fmla="*/ 278005 h 1076464"/>
              <a:gd name="connsiteX27" fmla="*/ 369585 w 380184"/>
              <a:gd name="connsiteY27" fmla="*/ 192087 h 1076464"/>
              <a:gd name="connsiteX28" fmla="*/ 375908 w 380184"/>
              <a:gd name="connsiteY28" fmla="*/ 210171 h 1076464"/>
              <a:gd name="connsiteX29" fmla="*/ 369585 w 380184"/>
              <a:gd name="connsiteY29" fmla="*/ 192087 h 1076464"/>
              <a:gd name="connsiteX30" fmla="*/ 221052 w 380184"/>
              <a:gd name="connsiteY30" fmla="*/ 65931 h 1076464"/>
              <a:gd name="connsiteX31" fmla="*/ 221052 w 380184"/>
              <a:gd name="connsiteY31" fmla="*/ 73807 h 1076464"/>
              <a:gd name="connsiteX32" fmla="*/ 268687 w 380184"/>
              <a:gd name="connsiteY32" fmla="*/ 71471 h 1076464"/>
              <a:gd name="connsiteX33" fmla="*/ 324202 w 380184"/>
              <a:gd name="connsiteY33" fmla="*/ 75104 h 1076464"/>
              <a:gd name="connsiteX34" fmla="*/ 328879 w 380184"/>
              <a:gd name="connsiteY34" fmla="*/ 290641 h 1076464"/>
              <a:gd name="connsiteX35" fmla="*/ 325502 w 380184"/>
              <a:gd name="connsiteY35" fmla="*/ 618484 h 1076464"/>
              <a:gd name="connsiteX36" fmla="*/ 325070 w 380184"/>
              <a:gd name="connsiteY36" fmla="*/ 877976 h 1076464"/>
              <a:gd name="connsiteX37" fmla="*/ 332432 w 380184"/>
              <a:gd name="connsiteY37" fmla="*/ 1022820 h 1076464"/>
              <a:gd name="connsiteX38" fmla="*/ 348625 w 380184"/>
              <a:gd name="connsiteY38" fmla="*/ 1028357 h 1076464"/>
              <a:gd name="connsiteX39" fmla="*/ 373917 w 380184"/>
              <a:gd name="connsiteY39" fmla="*/ 929112 h 1076464"/>
              <a:gd name="connsiteX40" fmla="*/ 365428 w 380184"/>
              <a:gd name="connsiteY40" fmla="*/ 1066948 h 1076464"/>
              <a:gd name="connsiteX41" fmla="*/ 334421 w 380184"/>
              <a:gd name="connsiteY41" fmla="*/ 1073524 h 1076464"/>
              <a:gd name="connsiteX42" fmla="*/ 112879 w 380184"/>
              <a:gd name="connsiteY42" fmla="*/ 1076464 h 1076464"/>
              <a:gd name="connsiteX43" fmla="*/ 195071 w 380184"/>
              <a:gd name="connsiteY43" fmla="*/ 1063485 h 1076464"/>
              <a:gd name="connsiteX44" fmla="*/ 316494 w 380184"/>
              <a:gd name="connsiteY44" fmla="*/ 1056219 h 1076464"/>
              <a:gd name="connsiteX45" fmla="*/ 347933 w 380184"/>
              <a:gd name="connsiteY45" fmla="*/ 1043240 h 1076464"/>
              <a:gd name="connsiteX46" fmla="*/ 237248 w 380184"/>
              <a:gd name="connsiteY46" fmla="*/ 1025760 h 1076464"/>
              <a:gd name="connsiteX47" fmla="*/ 132453 w 380184"/>
              <a:gd name="connsiteY47" fmla="*/ 1023339 h 1076464"/>
              <a:gd name="connsiteX48" fmla="*/ 38657 w 380184"/>
              <a:gd name="connsiteY48" fmla="*/ 1012177 h 1076464"/>
              <a:gd name="connsiteX49" fmla="*/ 50956 w 380184"/>
              <a:gd name="connsiteY49" fmla="*/ 929892 h 1076464"/>
              <a:gd name="connsiteX50" fmla="*/ 53034 w 380184"/>
              <a:gd name="connsiteY50" fmla="*/ 811265 h 1076464"/>
              <a:gd name="connsiteX51" fmla="*/ 37099 w 380184"/>
              <a:gd name="connsiteY51" fmla="*/ 814639 h 1076464"/>
              <a:gd name="connsiteX52" fmla="*/ 52599 w 380184"/>
              <a:gd name="connsiteY52" fmla="*/ 794218 h 1076464"/>
              <a:gd name="connsiteX53" fmla="*/ 52341 w 380184"/>
              <a:gd name="connsiteY53" fmla="*/ 772932 h 1076464"/>
              <a:gd name="connsiteX54" fmla="*/ 35538 w 380184"/>
              <a:gd name="connsiteY54" fmla="*/ 772327 h 1076464"/>
              <a:gd name="connsiteX55" fmla="*/ 52253 w 380184"/>
              <a:gd name="connsiteY55" fmla="*/ 768434 h 1076464"/>
              <a:gd name="connsiteX56" fmla="*/ 53034 w 380184"/>
              <a:gd name="connsiteY56" fmla="*/ 724479 h 1076464"/>
              <a:gd name="connsiteX57" fmla="*/ 41429 w 380184"/>
              <a:gd name="connsiteY57" fmla="*/ 729758 h 1076464"/>
              <a:gd name="connsiteX58" fmla="*/ 49222 w 380184"/>
              <a:gd name="connsiteY58" fmla="*/ 558522 h 1076464"/>
              <a:gd name="connsiteX59" fmla="*/ 44026 w 380184"/>
              <a:gd name="connsiteY59" fmla="*/ 402862 h 1076464"/>
              <a:gd name="connsiteX60" fmla="*/ 50176 w 380184"/>
              <a:gd name="connsiteY60" fmla="*/ 318154 h 1076464"/>
              <a:gd name="connsiteX61" fmla="*/ 52426 w 380184"/>
              <a:gd name="connsiteY61" fmla="*/ 260528 h 1076464"/>
              <a:gd name="connsiteX62" fmla="*/ 11895 w 380184"/>
              <a:gd name="connsiteY62" fmla="*/ 343073 h 1076464"/>
              <a:gd name="connsiteX63" fmla="*/ 376 w 380184"/>
              <a:gd name="connsiteY63" fmla="*/ 308203 h 1076464"/>
              <a:gd name="connsiteX64" fmla="*/ 3407 w 380184"/>
              <a:gd name="connsiteY64" fmla="*/ 241407 h 1076464"/>
              <a:gd name="connsiteX65" fmla="*/ 9730 w 380184"/>
              <a:gd name="connsiteY65" fmla="*/ 96649 h 1076464"/>
              <a:gd name="connsiteX66" fmla="*/ 23326 w 380184"/>
              <a:gd name="connsiteY66" fmla="*/ 256461 h 1076464"/>
              <a:gd name="connsiteX67" fmla="*/ 51907 w 380184"/>
              <a:gd name="connsiteY67" fmla="*/ 258884 h 1076464"/>
              <a:gd name="connsiteX68" fmla="*/ 52168 w 380184"/>
              <a:gd name="connsiteY68" fmla="*/ 69306 h 1076464"/>
              <a:gd name="connsiteX69" fmla="*/ 126391 w 380184"/>
              <a:gd name="connsiteY69" fmla="*/ 67750 h 1076464"/>
              <a:gd name="connsiteX70" fmla="*/ 221052 w 380184"/>
              <a:gd name="connsiteY70" fmla="*/ 65931 h 1076464"/>
              <a:gd name="connsiteX71" fmla="*/ 218886 w 380184"/>
              <a:gd name="connsiteY71" fmla="*/ 0 h 1076464"/>
              <a:gd name="connsiteX72" fmla="*/ 321344 w 380184"/>
              <a:gd name="connsiteY72" fmla="*/ 15057 h 1076464"/>
              <a:gd name="connsiteX73" fmla="*/ 320739 w 380184"/>
              <a:gd name="connsiteY73" fmla="*/ 26217 h 1076464"/>
              <a:gd name="connsiteX74" fmla="*/ 194724 w 380184"/>
              <a:gd name="connsiteY74" fmla="*/ 21979 h 1076464"/>
              <a:gd name="connsiteX75" fmla="*/ 78756 w 380184"/>
              <a:gd name="connsiteY75" fmla="*/ 17046 h 1076464"/>
              <a:gd name="connsiteX76" fmla="*/ 195678 w 380184"/>
              <a:gd name="connsiteY76" fmla="*/ 4240 h 1076464"/>
              <a:gd name="connsiteX77" fmla="*/ 218886 w 380184"/>
              <a:gd name="connsiteY77" fmla="*/ 0 h 1076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80184" h="1076464">
                <a:moveTo>
                  <a:pt x="372617" y="806419"/>
                </a:moveTo>
                <a:cubicBezTo>
                  <a:pt x="375908" y="834282"/>
                  <a:pt x="379024" y="862661"/>
                  <a:pt x="374694" y="890781"/>
                </a:cubicBezTo>
                <a:cubicBezTo>
                  <a:pt x="362743" y="864046"/>
                  <a:pt x="369844" y="834194"/>
                  <a:pt x="372617" y="806419"/>
                </a:cubicBezTo>
                <a:close/>
                <a:moveTo>
                  <a:pt x="370799" y="751214"/>
                </a:moveTo>
                <a:cubicBezTo>
                  <a:pt x="382923" y="753376"/>
                  <a:pt x="382665" y="785825"/>
                  <a:pt x="370885" y="788592"/>
                </a:cubicBezTo>
                <a:cubicBezTo>
                  <a:pt x="364562" y="777603"/>
                  <a:pt x="364215" y="761769"/>
                  <a:pt x="370799" y="751214"/>
                </a:cubicBezTo>
                <a:close/>
                <a:moveTo>
                  <a:pt x="373051" y="513789"/>
                </a:moveTo>
                <a:cubicBezTo>
                  <a:pt x="379459" y="590105"/>
                  <a:pt x="378159" y="667027"/>
                  <a:pt x="372877" y="743514"/>
                </a:cubicBezTo>
                <a:cubicBezTo>
                  <a:pt x="366381" y="667198"/>
                  <a:pt x="365254" y="589931"/>
                  <a:pt x="373051" y="513789"/>
                </a:cubicBezTo>
                <a:close/>
                <a:moveTo>
                  <a:pt x="373309" y="374914"/>
                </a:moveTo>
                <a:cubicBezTo>
                  <a:pt x="379890" y="413070"/>
                  <a:pt x="377813" y="452180"/>
                  <a:pt x="372963" y="490598"/>
                </a:cubicBezTo>
                <a:cubicBezTo>
                  <a:pt x="367505" y="452353"/>
                  <a:pt x="364213" y="412727"/>
                  <a:pt x="373309" y="374914"/>
                </a:cubicBezTo>
                <a:close/>
                <a:moveTo>
                  <a:pt x="3495" y="359600"/>
                </a:moveTo>
                <a:cubicBezTo>
                  <a:pt x="5660" y="360031"/>
                  <a:pt x="9903" y="360812"/>
                  <a:pt x="12068" y="361158"/>
                </a:cubicBezTo>
                <a:cubicBezTo>
                  <a:pt x="32509" y="399834"/>
                  <a:pt x="15621" y="444481"/>
                  <a:pt x="19864" y="485927"/>
                </a:cubicBezTo>
                <a:cubicBezTo>
                  <a:pt x="24802" y="529623"/>
                  <a:pt x="12417" y="573405"/>
                  <a:pt x="18998" y="617272"/>
                </a:cubicBezTo>
                <a:cubicBezTo>
                  <a:pt x="26445" y="669793"/>
                  <a:pt x="21337" y="722835"/>
                  <a:pt x="23675" y="775529"/>
                </a:cubicBezTo>
                <a:cubicBezTo>
                  <a:pt x="29305" y="796293"/>
                  <a:pt x="17440" y="815071"/>
                  <a:pt x="13109" y="834972"/>
                </a:cubicBezTo>
                <a:cubicBezTo>
                  <a:pt x="8345" y="867679"/>
                  <a:pt x="13802" y="901076"/>
                  <a:pt x="8864" y="933956"/>
                </a:cubicBezTo>
                <a:cubicBezTo>
                  <a:pt x="3148" y="889655"/>
                  <a:pt x="9037" y="845096"/>
                  <a:pt x="8952" y="800794"/>
                </a:cubicBezTo>
                <a:cubicBezTo>
                  <a:pt x="9903" y="774921"/>
                  <a:pt x="-3606" y="750175"/>
                  <a:pt x="1502" y="724478"/>
                </a:cubicBezTo>
                <a:cubicBezTo>
                  <a:pt x="11117" y="681474"/>
                  <a:pt x="10425" y="637000"/>
                  <a:pt x="7652" y="593480"/>
                </a:cubicBezTo>
                <a:cubicBezTo>
                  <a:pt x="1071" y="570031"/>
                  <a:pt x="-1702" y="545977"/>
                  <a:pt x="2022" y="522009"/>
                </a:cubicBezTo>
                <a:cubicBezTo>
                  <a:pt x="2802" y="467842"/>
                  <a:pt x="2629" y="413764"/>
                  <a:pt x="3495" y="359600"/>
                </a:cubicBezTo>
                <a:close/>
                <a:moveTo>
                  <a:pt x="371665" y="278005"/>
                </a:moveTo>
                <a:cubicBezTo>
                  <a:pt x="379458" y="305002"/>
                  <a:pt x="377207" y="333208"/>
                  <a:pt x="372097" y="360638"/>
                </a:cubicBezTo>
                <a:cubicBezTo>
                  <a:pt x="368115" y="333208"/>
                  <a:pt x="366642" y="305260"/>
                  <a:pt x="371665" y="278005"/>
                </a:cubicBezTo>
                <a:close/>
                <a:moveTo>
                  <a:pt x="369585" y="192087"/>
                </a:moveTo>
                <a:cubicBezTo>
                  <a:pt x="381104" y="193384"/>
                  <a:pt x="383269" y="199355"/>
                  <a:pt x="375908" y="210171"/>
                </a:cubicBezTo>
                <a:cubicBezTo>
                  <a:pt x="364130" y="208613"/>
                  <a:pt x="362050" y="202557"/>
                  <a:pt x="369585" y="192087"/>
                </a:cubicBezTo>
                <a:close/>
                <a:moveTo>
                  <a:pt x="221052" y="65931"/>
                </a:moveTo>
                <a:lnTo>
                  <a:pt x="221052" y="73807"/>
                </a:lnTo>
                <a:cubicBezTo>
                  <a:pt x="236729" y="70432"/>
                  <a:pt x="253271" y="62644"/>
                  <a:pt x="268687" y="71471"/>
                </a:cubicBezTo>
                <a:cubicBezTo>
                  <a:pt x="286963" y="73546"/>
                  <a:pt x="307660" y="64722"/>
                  <a:pt x="324202" y="75104"/>
                </a:cubicBezTo>
                <a:cubicBezTo>
                  <a:pt x="326801" y="146921"/>
                  <a:pt x="322037" y="218909"/>
                  <a:pt x="328879" y="290641"/>
                </a:cubicBezTo>
                <a:cubicBezTo>
                  <a:pt x="317448" y="399749"/>
                  <a:pt x="338579" y="509288"/>
                  <a:pt x="325502" y="618484"/>
                </a:cubicBezTo>
                <a:cubicBezTo>
                  <a:pt x="330613" y="704665"/>
                  <a:pt x="331910" y="791622"/>
                  <a:pt x="325070" y="877976"/>
                </a:cubicBezTo>
                <a:cubicBezTo>
                  <a:pt x="332778" y="925910"/>
                  <a:pt x="325070" y="975056"/>
                  <a:pt x="332432" y="1022820"/>
                </a:cubicBezTo>
                <a:cubicBezTo>
                  <a:pt x="336413" y="1024202"/>
                  <a:pt x="344555" y="1026972"/>
                  <a:pt x="348625" y="1028357"/>
                </a:cubicBezTo>
                <a:cubicBezTo>
                  <a:pt x="357720" y="995392"/>
                  <a:pt x="368721" y="962943"/>
                  <a:pt x="373917" y="929112"/>
                </a:cubicBezTo>
                <a:cubicBezTo>
                  <a:pt x="371578" y="974971"/>
                  <a:pt x="376860" y="1021869"/>
                  <a:pt x="365428" y="1066948"/>
                </a:cubicBezTo>
                <a:cubicBezTo>
                  <a:pt x="357201" y="1075252"/>
                  <a:pt x="344902" y="1072573"/>
                  <a:pt x="334421" y="1073524"/>
                </a:cubicBezTo>
                <a:cubicBezTo>
                  <a:pt x="260547" y="1073870"/>
                  <a:pt x="186671" y="1069284"/>
                  <a:pt x="112879" y="1076464"/>
                </a:cubicBezTo>
                <a:cubicBezTo>
                  <a:pt x="137822" y="1062881"/>
                  <a:pt x="167617" y="1064785"/>
                  <a:pt x="195071" y="1063485"/>
                </a:cubicBezTo>
                <a:cubicBezTo>
                  <a:pt x="235775" y="1068764"/>
                  <a:pt x="275790" y="1057170"/>
                  <a:pt x="316494" y="1056219"/>
                </a:cubicBezTo>
                <a:cubicBezTo>
                  <a:pt x="328620" y="1056909"/>
                  <a:pt x="338840" y="1050248"/>
                  <a:pt x="347933" y="1043240"/>
                </a:cubicBezTo>
                <a:cubicBezTo>
                  <a:pt x="314502" y="1021435"/>
                  <a:pt x="273883" y="1034933"/>
                  <a:pt x="237248" y="1025760"/>
                </a:cubicBezTo>
                <a:cubicBezTo>
                  <a:pt x="202518" y="1018321"/>
                  <a:pt x="167268" y="1030434"/>
                  <a:pt x="132453" y="1023339"/>
                </a:cubicBezTo>
                <a:cubicBezTo>
                  <a:pt x="101621" y="1016244"/>
                  <a:pt x="66111" y="1030693"/>
                  <a:pt x="38657" y="1012177"/>
                </a:cubicBezTo>
                <a:cubicBezTo>
                  <a:pt x="43334" y="984661"/>
                  <a:pt x="44026" y="956801"/>
                  <a:pt x="50956" y="929892"/>
                </a:cubicBezTo>
                <a:cubicBezTo>
                  <a:pt x="54160" y="890348"/>
                  <a:pt x="50607" y="850721"/>
                  <a:pt x="53034" y="811265"/>
                </a:cubicBezTo>
                <a:lnTo>
                  <a:pt x="37099" y="814639"/>
                </a:lnTo>
                <a:cubicBezTo>
                  <a:pt x="42207" y="807632"/>
                  <a:pt x="47403" y="800794"/>
                  <a:pt x="52599" y="794218"/>
                </a:cubicBezTo>
                <a:cubicBezTo>
                  <a:pt x="52514" y="788854"/>
                  <a:pt x="52426" y="778211"/>
                  <a:pt x="52341" y="772932"/>
                </a:cubicBezTo>
                <a:lnTo>
                  <a:pt x="35538" y="772327"/>
                </a:lnTo>
                <a:cubicBezTo>
                  <a:pt x="39695" y="771377"/>
                  <a:pt x="48096" y="769384"/>
                  <a:pt x="52253" y="768434"/>
                </a:cubicBezTo>
                <a:cubicBezTo>
                  <a:pt x="52341" y="753638"/>
                  <a:pt x="52599" y="739016"/>
                  <a:pt x="53034" y="724479"/>
                </a:cubicBezTo>
                <a:lnTo>
                  <a:pt x="41429" y="729758"/>
                </a:lnTo>
                <a:cubicBezTo>
                  <a:pt x="52860" y="672909"/>
                  <a:pt x="35106" y="614936"/>
                  <a:pt x="49222" y="558522"/>
                </a:cubicBezTo>
                <a:cubicBezTo>
                  <a:pt x="52514" y="506694"/>
                  <a:pt x="57623" y="453393"/>
                  <a:pt x="44026" y="402862"/>
                </a:cubicBezTo>
                <a:cubicBezTo>
                  <a:pt x="41514" y="374395"/>
                  <a:pt x="42987" y="345670"/>
                  <a:pt x="50176" y="318154"/>
                </a:cubicBezTo>
                <a:cubicBezTo>
                  <a:pt x="50607" y="298772"/>
                  <a:pt x="51907" y="279563"/>
                  <a:pt x="52426" y="260528"/>
                </a:cubicBezTo>
                <a:cubicBezTo>
                  <a:pt x="2368" y="252569"/>
                  <a:pt x="28349" y="319885"/>
                  <a:pt x="11895" y="343073"/>
                </a:cubicBezTo>
                <a:cubicBezTo>
                  <a:pt x="-5427" y="341084"/>
                  <a:pt x="1676" y="319712"/>
                  <a:pt x="376" y="308203"/>
                </a:cubicBezTo>
                <a:cubicBezTo>
                  <a:pt x="2022" y="285881"/>
                  <a:pt x="4965" y="263644"/>
                  <a:pt x="3407" y="241407"/>
                </a:cubicBezTo>
                <a:cubicBezTo>
                  <a:pt x="5311" y="193039"/>
                  <a:pt x="-1962" y="144239"/>
                  <a:pt x="9730" y="96649"/>
                </a:cubicBezTo>
                <a:cubicBezTo>
                  <a:pt x="15706" y="149776"/>
                  <a:pt x="10942" y="203767"/>
                  <a:pt x="23326" y="256461"/>
                </a:cubicBezTo>
                <a:cubicBezTo>
                  <a:pt x="30515" y="257068"/>
                  <a:pt x="44806" y="258280"/>
                  <a:pt x="51907" y="258884"/>
                </a:cubicBezTo>
                <a:cubicBezTo>
                  <a:pt x="52426" y="195633"/>
                  <a:pt x="51995" y="132472"/>
                  <a:pt x="52168" y="69306"/>
                </a:cubicBezTo>
                <a:cubicBezTo>
                  <a:pt x="76937" y="67143"/>
                  <a:pt x="102053" y="73892"/>
                  <a:pt x="126391" y="67750"/>
                </a:cubicBezTo>
                <a:cubicBezTo>
                  <a:pt x="157741" y="58404"/>
                  <a:pt x="190394" y="78910"/>
                  <a:pt x="221052" y="65931"/>
                </a:cubicBezTo>
                <a:close/>
                <a:moveTo>
                  <a:pt x="218886" y="0"/>
                </a:moveTo>
                <a:cubicBezTo>
                  <a:pt x="252751" y="7183"/>
                  <a:pt x="288608" y="1470"/>
                  <a:pt x="321344" y="15057"/>
                </a:cubicBezTo>
                <a:lnTo>
                  <a:pt x="320739" y="26217"/>
                </a:lnTo>
                <a:cubicBezTo>
                  <a:pt x="278732" y="25354"/>
                  <a:pt x="236297" y="29418"/>
                  <a:pt x="194724" y="21979"/>
                </a:cubicBezTo>
                <a:cubicBezTo>
                  <a:pt x="156444" y="15315"/>
                  <a:pt x="117471" y="14883"/>
                  <a:pt x="78756" y="17046"/>
                </a:cubicBezTo>
                <a:cubicBezTo>
                  <a:pt x="114525" y="-9432"/>
                  <a:pt x="156790" y="16961"/>
                  <a:pt x="195678" y="4240"/>
                </a:cubicBezTo>
                <a:cubicBezTo>
                  <a:pt x="201479" y="3201"/>
                  <a:pt x="213086" y="1039"/>
                  <a:pt x="218886" y="0"/>
                </a:cubicBezTo>
                <a:close/>
              </a:path>
            </a:pathLst>
          </a:custGeom>
          <a:solidFill>
            <a:srgbClr val="FF0000"/>
          </a:solidFill>
          <a:ln w="331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2400" dirty="0">
              <a:cs typeface="+mn-ea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EE06D71-494D-87F3-D931-012048CB0F6B}"/>
              </a:ext>
            </a:extLst>
          </p:cNvPr>
          <p:cNvSpPr txBox="1"/>
          <p:nvPr/>
        </p:nvSpPr>
        <p:spPr>
          <a:xfrm>
            <a:off x="4664605" y="1619348"/>
            <a:ext cx="140642" cy="137963"/>
          </a:xfrm>
          <a:custGeom>
            <a:avLst/>
            <a:gdLst/>
            <a:ahLst/>
            <a:cxnLst/>
            <a:rect l="l" t="t" r="r" b="b"/>
            <a:pathLst>
              <a:path w="140642" h="137963">
                <a:moveTo>
                  <a:pt x="52834" y="31402"/>
                </a:moveTo>
                <a:lnTo>
                  <a:pt x="55512" y="31402"/>
                </a:lnTo>
                <a:lnTo>
                  <a:pt x="55512" y="32295"/>
                </a:lnTo>
                <a:lnTo>
                  <a:pt x="61763" y="32295"/>
                </a:lnTo>
                <a:lnTo>
                  <a:pt x="61763" y="33188"/>
                </a:lnTo>
                <a:lnTo>
                  <a:pt x="62656" y="33188"/>
                </a:lnTo>
                <a:lnTo>
                  <a:pt x="62656" y="32295"/>
                </a:lnTo>
                <a:lnTo>
                  <a:pt x="65335" y="32295"/>
                </a:lnTo>
                <a:lnTo>
                  <a:pt x="65335" y="33188"/>
                </a:lnTo>
                <a:lnTo>
                  <a:pt x="73521" y="33188"/>
                </a:lnTo>
                <a:lnTo>
                  <a:pt x="73521" y="34081"/>
                </a:lnTo>
                <a:lnTo>
                  <a:pt x="72628" y="34081"/>
                </a:lnTo>
                <a:lnTo>
                  <a:pt x="72628" y="34974"/>
                </a:lnTo>
                <a:lnTo>
                  <a:pt x="71735" y="34974"/>
                </a:lnTo>
                <a:lnTo>
                  <a:pt x="71735" y="35867"/>
                </a:lnTo>
                <a:lnTo>
                  <a:pt x="70842" y="35867"/>
                </a:lnTo>
                <a:lnTo>
                  <a:pt x="70842" y="36760"/>
                </a:lnTo>
                <a:lnTo>
                  <a:pt x="67121" y="36760"/>
                </a:lnTo>
                <a:lnTo>
                  <a:pt x="67121" y="35867"/>
                </a:lnTo>
                <a:lnTo>
                  <a:pt x="65335" y="35867"/>
                </a:lnTo>
                <a:lnTo>
                  <a:pt x="65335" y="36760"/>
                </a:lnTo>
                <a:lnTo>
                  <a:pt x="63549" y="36760"/>
                </a:lnTo>
                <a:lnTo>
                  <a:pt x="63549" y="35867"/>
                </a:lnTo>
                <a:lnTo>
                  <a:pt x="53726" y="35867"/>
                </a:lnTo>
                <a:lnTo>
                  <a:pt x="53726" y="36760"/>
                </a:lnTo>
                <a:lnTo>
                  <a:pt x="52834" y="36760"/>
                </a:lnTo>
                <a:lnTo>
                  <a:pt x="52834" y="35867"/>
                </a:lnTo>
                <a:lnTo>
                  <a:pt x="51941" y="35867"/>
                </a:lnTo>
                <a:lnTo>
                  <a:pt x="51941" y="34974"/>
                </a:lnTo>
                <a:lnTo>
                  <a:pt x="49262" y="34974"/>
                </a:lnTo>
                <a:lnTo>
                  <a:pt x="49262" y="35867"/>
                </a:lnTo>
                <a:lnTo>
                  <a:pt x="43011" y="35867"/>
                </a:lnTo>
                <a:lnTo>
                  <a:pt x="43011" y="34974"/>
                </a:lnTo>
                <a:lnTo>
                  <a:pt x="42118" y="34974"/>
                </a:lnTo>
                <a:lnTo>
                  <a:pt x="42118" y="33188"/>
                </a:lnTo>
                <a:lnTo>
                  <a:pt x="51048" y="33188"/>
                </a:lnTo>
                <a:lnTo>
                  <a:pt x="51048" y="32295"/>
                </a:lnTo>
                <a:lnTo>
                  <a:pt x="52834" y="32295"/>
                </a:lnTo>
                <a:close/>
                <a:moveTo>
                  <a:pt x="120997" y="21431"/>
                </a:moveTo>
                <a:lnTo>
                  <a:pt x="124569" y="21431"/>
                </a:lnTo>
                <a:lnTo>
                  <a:pt x="124569" y="22324"/>
                </a:lnTo>
                <a:lnTo>
                  <a:pt x="127248" y="22324"/>
                </a:lnTo>
                <a:lnTo>
                  <a:pt x="127248" y="23366"/>
                </a:lnTo>
                <a:lnTo>
                  <a:pt x="128141" y="23366"/>
                </a:lnTo>
                <a:lnTo>
                  <a:pt x="128141" y="24259"/>
                </a:lnTo>
                <a:lnTo>
                  <a:pt x="129034" y="24259"/>
                </a:lnTo>
                <a:lnTo>
                  <a:pt x="129034" y="25152"/>
                </a:lnTo>
                <a:lnTo>
                  <a:pt x="129926" y="25152"/>
                </a:lnTo>
                <a:lnTo>
                  <a:pt x="129926" y="26045"/>
                </a:lnTo>
                <a:lnTo>
                  <a:pt x="130819" y="26045"/>
                </a:lnTo>
                <a:lnTo>
                  <a:pt x="130819" y="27831"/>
                </a:lnTo>
                <a:lnTo>
                  <a:pt x="131712" y="27831"/>
                </a:lnTo>
                <a:lnTo>
                  <a:pt x="131712" y="28724"/>
                </a:lnTo>
                <a:lnTo>
                  <a:pt x="132605" y="28724"/>
                </a:lnTo>
                <a:lnTo>
                  <a:pt x="132605" y="29617"/>
                </a:lnTo>
                <a:lnTo>
                  <a:pt x="133498" y="29617"/>
                </a:lnTo>
                <a:lnTo>
                  <a:pt x="133498" y="30509"/>
                </a:lnTo>
                <a:lnTo>
                  <a:pt x="135284" y="30509"/>
                </a:lnTo>
                <a:lnTo>
                  <a:pt x="135284" y="31402"/>
                </a:lnTo>
                <a:lnTo>
                  <a:pt x="136177" y="31402"/>
                </a:lnTo>
                <a:lnTo>
                  <a:pt x="136177" y="34974"/>
                </a:lnTo>
                <a:lnTo>
                  <a:pt x="135284" y="34974"/>
                </a:lnTo>
                <a:lnTo>
                  <a:pt x="135284" y="35867"/>
                </a:lnTo>
                <a:lnTo>
                  <a:pt x="129926" y="35867"/>
                </a:lnTo>
                <a:lnTo>
                  <a:pt x="129926" y="37653"/>
                </a:lnTo>
                <a:lnTo>
                  <a:pt x="129034" y="37653"/>
                </a:lnTo>
                <a:lnTo>
                  <a:pt x="129034" y="38546"/>
                </a:lnTo>
                <a:lnTo>
                  <a:pt x="125462" y="38546"/>
                </a:lnTo>
                <a:lnTo>
                  <a:pt x="125462" y="36760"/>
                </a:lnTo>
                <a:lnTo>
                  <a:pt x="122783" y="36760"/>
                </a:lnTo>
                <a:lnTo>
                  <a:pt x="122783" y="37653"/>
                </a:lnTo>
                <a:lnTo>
                  <a:pt x="120997" y="37653"/>
                </a:lnTo>
                <a:lnTo>
                  <a:pt x="120997" y="36760"/>
                </a:lnTo>
                <a:lnTo>
                  <a:pt x="115639" y="36760"/>
                </a:lnTo>
                <a:lnTo>
                  <a:pt x="115639" y="35867"/>
                </a:lnTo>
                <a:lnTo>
                  <a:pt x="111918" y="35867"/>
                </a:lnTo>
                <a:lnTo>
                  <a:pt x="111918" y="36760"/>
                </a:lnTo>
                <a:lnTo>
                  <a:pt x="110132" y="36760"/>
                </a:lnTo>
                <a:lnTo>
                  <a:pt x="110132" y="37653"/>
                </a:lnTo>
                <a:lnTo>
                  <a:pt x="107453" y="37653"/>
                </a:lnTo>
                <a:lnTo>
                  <a:pt x="107453" y="36760"/>
                </a:lnTo>
                <a:lnTo>
                  <a:pt x="102989" y="36760"/>
                </a:lnTo>
                <a:lnTo>
                  <a:pt x="102989" y="35867"/>
                </a:lnTo>
                <a:lnTo>
                  <a:pt x="100310" y="35867"/>
                </a:lnTo>
                <a:lnTo>
                  <a:pt x="100310" y="34974"/>
                </a:lnTo>
                <a:lnTo>
                  <a:pt x="97631" y="34974"/>
                </a:lnTo>
                <a:lnTo>
                  <a:pt x="97631" y="35867"/>
                </a:lnTo>
                <a:lnTo>
                  <a:pt x="94952" y="35867"/>
                </a:lnTo>
                <a:lnTo>
                  <a:pt x="94952" y="36760"/>
                </a:lnTo>
                <a:lnTo>
                  <a:pt x="91380" y="36760"/>
                </a:lnTo>
                <a:lnTo>
                  <a:pt x="91380" y="35867"/>
                </a:lnTo>
                <a:lnTo>
                  <a:pt x="90487" y="35867"/>
                </a:lnTo>
                <a:lnTo>
                  <a:pt x="90487" y="34974"/>
                </a:lnTo>
                <a:lnTo>
                  <a:pt x="89594" y="34974"/>
                </a:lnTo>
                <a:lnTo>
                  <a:pt x="89594" y="34081"/>
                </a:lnTo>
                <a:lnTo>
                  <a:pt x="90487" y="34081"/>
                </a:lnTo>
                <a:lnTo>
                  <a:pt x="90487" y="33188"/>
                </a:lnTo>
                <a:lnTo>
                  <a:pt x="95845" y="33188"/>
                </a:lnTo>
                <a:lnTo>
                  <a:pt x="95845" y="32295"/>
                </a:lnTo>
                <a:lnTo>
                  <a:pt x="100310" y="32295"/>
                </a:lnTo>
                <a:lnTo>
                  <a:pt x="100310" y="33188"/>
                </a:lnTo>
                <a:lnTo>
                  <a:pt x="103882" y="33188"/>
                </a:lnTo>
                <a:lnTo>
                  <a:pt x="103882" y="32295"/>
                </a:lnTo>
                <a:lnTo>
                  <a:pt x="105667" y="32295"/>
                </a:lnTo>
                <a:lnTo>
                  <a:pt x="105667" y="33188"/>
                </a:lnTo>
                <a:lnTo>
                  <a:pt x="109239" y="33188"/>
                </a:lnTo>
                <a:lnTo>
                  <a:pt x="109239" y="32295"/>
                </a:lnTo>
                <a:lnTo>
                  <a:pt x="111025" y="32295"/>
                </a:lnTo>
                <a:lnTo>
                  <a:pt x="111025" y="31402"/>
                </a:lnTo>
                <a:lnTo>
                  <a:pt x="111918" y="31402"/>
                </a:lnTo>
                <a:lnTo>
                  <a:pt x="111918" y="29617"/>
                </a:lnTo>
                <a:lnTo>
                  <a:pt x="112811" y="29617"/>
                </a:lnTo>
                <a:lnTo>
                  <a:pt x="112811" y="28724"/>
                </a:lnTo>
                <a:lnTo>
                  <a:pt x="115639" y="28724"/>
                </a:lnTo>
                <a:lnTo>
                  <a:pt x="115639" y="27831"/>
                </a:lnTo>
                <a:lnTo>
                  <a:pt x="116532" y="27831"/>
                </a:lnTo>
                <a:lnTo>
                  <a:pt x="116532" y="25152"/>
                </a:lnTo>
                <a:lnTo>
                  <a:pt x="117425" y="25152"/>
                </a:lnTo>
                <a:lnTo>
                  <a:pt x="117425" y="24259"/>
                </a:lnTo>
                <a:lnTo>
                  <a:pt x="118318" y="24259"/>
                </a:lnTo>
                <a:lnTo>
                  <a:pt x="118318" y="23366"/>
                </a:lnTo>
                <a:lnTo>
                  <a:pt x="119211" y="23366"/>
                </a:lnTo>
                <a:lnTo>
                  <a:pt x="119211" y="22324"/>
                </a:lnTo>
                <a:lnTo>
                  <a:pt x="120997" y="22324"/>
                </a:lnTo>
                <a:close/>
                <a:moveTo>
                  <a:pt x="37653" y="893"/>
                </a:moveTo>
                <a:lnTo>
                  <a:pt x="44797" y="893"/>
                </a:lnTo>
                <a:lnTo>
                  <a:pt x="44797" y="1786"/>
                </a:lnTo>
                <a:lnTo>
                  <a:pt x="45690" y="1786"/>
                </a:lnTo>
                <a:lnTo>
                  <a:pt x="45690" y="2679"/>
                </a:lnTo>
                <a:lnTo>
                  <a:pt x="46583" y="2679"/>
                </a:lnTo>
                <a:lnTo>
                  <a:pt x="46583" y="3572"/>
                </a:lnTo>
                <a:lnTo>
                  <a:pt x="47476" y="3572"/>
                </a:lnTo>
                <a:lnTo>
                  <a:pt x="47476" y="4465"/>
                </a:lnTo>
                <a:lnTo>
                  <a:pt x="48369" y="4465"/>
                </a:lnTo>
                <a:lnTo>
                  <a:pt x="48369" y="5358"/>
                </a:lnTo>
                <a:lnTo>
                  <a:pt x="49262" y="5358"/>
                </a:lnTo>
                <a:lnTo>
                  <a:pt x="49262" y="6251"/>
                </a:lnTo>
                <a:lnTo>
                  <a:pt x="50155" y="6251"/>
                </a:lnTo>
                <a:lnTo>
                  <a:pt x="50155" y="7143"/>
                </a:lnTo>
                <a:lnTo>
                  <a:pt x="51048" y="7143"/>
                </a:lnTo>
                <a:lnTo>
                  <a:pt x="51048" y="8036"/>
                </a:lnTo>
                <a:lnTo>
                  <a:pt x="51941" y="8036"/>
                </a:lnTo>
                <a:lnTo>
                  <a:pt x="51941" y="8929"/>
                </a:lnTo>
                <a:lnTo>
                  <a:pt x="52834" y="8929"/>
                </a:lnTo>
                <a:lnTo>
                  <a:pt x="52834" y="14287"/>
                </a:lnTo>
                <a:lnTo>
                  <a:pt x="51941" y="14287"/>
                </a:lnTo>
                <a:lnTo>
                  <a:pt x="51941" y="15180"/>
                </a:lnTo>
                <a:lnTo>
                  <a:pt x="51048" y="15180"/>
                </a:lnTo>
                <a:lnTo>
                  <a:pt x="51048" y="16073"/>
                </a:lnTo>
                <a:lnTo>
                  <a:pt x="50155" y="16073"/>
                </a:lnTo>
                <a:lnTo>
                  <a:pt x="50155" y="16966"/>
                </a:lnTo>
                <a:lnTo>
                  <a:pt x="49262" y="16966"/>
                </a:lnTo>
                <a:lnTo>
                  <a:pt x="49262" y="17859"/>
                </a:lnTo>
                <a:lnTo>
                  <a:pt x="48369" y="17859"/>
                </a:lnTo>
                <a:lnTo>
                  <a:pt x="48369" y="18752"/>
                </a:lnTo>
                <a:lnTo>
                  <a:pt x="47476" y="18752"/>
                </a:lnTo>
                <a:lnTo>
                  <a:pt x="47476" y="19645"/>
                </a:lnTo>
                <a:lnTo>
                  <a:pt x="46583" y="19645"/>
                </a:lnTo>
                <a:lnTo>
                  <a:pt x="46583" y="20538"/>
                </a:lnTo>
                <a:lnTo>
                  <a:pt x="45690" y="20538"/>
                </a:lnTo>
                <a:lnTo>
                  <a:pt x="45690" y="21431"/>
                </a:lnTo>
                <a:lnTo>
                  <a:pt x="44797" y="21431"/>
                </a:lnTo>
                <a:lnTo>
                  <a:pt x="44797" y="22324"/>
                </a:lnTo>
                <a:lnTo>
                  <a:pt x="43011" y="22324"/>
                </a:lnTo>
                <a:lnTo>
                  <a:pt x="43011" y="23366"/>
                </a:lnTo>
                <a:lnTo>
                  <a:pt x="42118" y="23366"/>
                </a:lnTo>
                <a:lnTo>
                  <a:pt x="42118" y="25152"/>
                </a:lnTo>
                <a:lnTo>
                  <a:pt x="41225" y="25152"/>
                </a:lnTo>
                <a:lnTo>
                  <a:pt x="41225" y="27831"/>
                </a:lnTo>
                <a:lnTo>
                  <a:pt x="40332" y="27831"/>
                </a:lnTo>
                <a:lnTo>
                  <a:pt x="40332" y="29617"/>
                </a:lnTo>
                <a:lnTo>
                  <a:pt x="39439" y="29617"/>
                </a:lnTo>
                <a:lnTo>
                  <a:pt x="39439" y="30509"/>
                </a:lnTo>
                <a:lnTo>
                  <a:pt x="38546" y="30509"/>
                </a:lnTo>
                <a:lnTo>
                  <a:pt x="38546" y="31402"/>
                </a:lnTo>
                <a:lnTo>
                  <a:pt x="37653" y="31402"/>
                </a:lnTo>
                <a:lnTo>
                  <a:pt x="37653" y="32295"/>
                </a:lnTo>
                <a:lnTo>
                  <a:pt x="36760" y="32295"/>
                </a:lnTo>
                <a:lnTo>
                  <a:pt x="36760" y="34081"/>
                </a:lnTo>
                <a:lnTo>
                  <a:pt x="35867" y="34081"/>
                </a:lnTo>
                <a:lnTo>
                  <a:pt x="35867" y="36760"/>
                </a:lnTo>
                <a:lnTo>
                  <a:pt x="36760" y="36760"/>
                </a:lnTo>
                <a:lnTo>
                  <a:pt x="36760" y="37653"/>
                </a:lnTo>
                <a:lnTo>
                  <a:pt x="37653" y="37653"/>
                </a:lnTo>
                <a:lnTo>
                  <a:pt x="37653" y="38546"/>
                </a:lnTo>
                <a:lnTo>
                  <a:pt x="38546" y="38546"/>
                </a:lnTo>
                <a:lnTo>
                  <a:pt x="38546" y="43904"/>
                </a:lnTo>
                <a:lnTo>
                  <a:pt x="37653" y="43904"/>
                </a:lnTo>
                <a:lnTo>
                  <a:pt x="37653" y="46583"/>
                </a:lnTo>
                <a:lnTo>
                  <a:pt x="36760" y="46583"/>
                </a:lnTo>
                <a:lnTo>
                  <a:pt x="36760" y="48369"/>
                </a:lnTo>
                <a:lnTo>
                  <a:pt x="35867" y="48369"/>
                </a:lnTo>
                <a:lnTo>
                  <a:pt x="35867" y="51048"/>
                </a:lnTo>
                <a:lnTo>
                  <a:pt x="36760" y="51048"/>
                </a:lnTo>
                <a:lnTo>
                  <a:pt x="36760" y="53727"/>
                </a:lnTo>
                <a:lnTo>
                  <a:pt x="35867" y="53727"/>
                </a:lnTo>
                <a:lnTo>
                  <a:pt x="35867" y="56406"/>
                </a:lnTo>
                <a:lnTo>
                  <a:pt x="34974" y="56406"/>
                </a:lnTo>
                <a:lnTo>
                  <a:pt x="34974" y="60870"/>
                </a:lnTo>
                <a:lnTo>
                  <a:pt x="35867" y="60870"/>
                </a:lnTo>
                <a:lnTo>
                  <a:pt x="35867" y="63549"/>
                </a:lnTo>
                <a:lnTo>
                  <a:pt x="36760" y="63549"/>
                </a:lnTo>
                <a:lnTo>
                  <a:pt x="36760" y="70842"/>
                </a:lnTo>
                <a:lnTo>
                  <a:pt x="35867" y="70842"/>
                </a:lnTo>
                <a:lnTo>
                  <a:pt x="35867" y="89594"/>
                </a:lnTo>
                <a:lnTo>
                  <a:pt x="36760" y="89594"/>
                </a:lnTo>
                <a:lnTo>
                  <a:pt x="36760" y="92273"/>
                </a:lnTo>
                <a:lnTo>
                  <a:pt x="37653" y="92273"/>
                </a:lnTo>
                <a:lnTo>
                  <a:pt x="37653" y="94952"/>
                </a:lnTo>
                <a:lnTo>
                  <a:pt x="36760" y="94952"/>
                </a:lnTo>
                <a:lnTo>
                  <a:pt x="36760" y="102989"/>
                </a:lnTo>
                <a:lnTo>
                  <a:pt x="37653" y="102989"/>
                </a:lnTo>
                <a:lnTo>
                  <a:pt x="37653" y="106561"/>
                </a:lnTo>
                <a:lnTo>
                  <a:pt x="38546" y="106561"/>
                </a:lnTo>
                <a:lnTo>
                  <a:pt x="38546" y="107454"/>
                </a:lnTo>
                <a:lnTo>
                  <a:pt x="39439" y="107454"/>
                </a:lnTo>
                <a:lnTo>
                  <a:pt x="39439" y="108347"/>
                </a:lnTo>
                <a:lnTo>
                  <a:pt x="40332" y="108347"/>
                </a:lnTo>
                <a:lnTo>
                  <a:pt x="40332" y="111026"/>
                </a:lnTo>
                <a:lnTo>
                  <a:pt x="38546" y="111026"/>
                </a:lnTo>
                <a:lnTo>
                  <a:pt x="38546" y="111918"/>
                </a:lnTo>
                <a:lnTo>
                  <a:pt x="37653" y="111918"/>
                </a:lnTo>
                <a:lnTo>
                  <a:pt x="37653" y="124569"/>
                </a:lnTo>
                <a:lnTo>
                  <a:pt x="36760" y="124569"/>
                </a:lnTo>
                <a:lnTo>
                  <a:pt x="36760" y="126355"/>
                </a:lnTo>
                <a:lnTo>
                  <a:pt x="37653" y="126355"/>
                </a:lnTo>
                <a:lnTo>
                  <a:pt x="37653" y="130820"/>
                </a:lnTo>
                <a:lnTo>
                  <a:pt x="38546" y="130820"/>
                </a:lnTo>
                <a:lnTo>
                  <a:pt x="38546" y="134392"/>
                </a:lnTo>
                <a:lnTo>
                  <a:pt x="37653" y="134392"/>
                </a:lnTo>
                <a:lnTo>
                  <a:pt x="37653" y="135285"/>
                </a:lnTo>
                <a:lnTo>
                  <a:pt x="35867" y="135285"/>
                </a:lnTo>
                <a:lnTo>
                  <a:pt x="35867" y="136177"/>
                </a:lnTo>
                <a:lnTo>
                  <a:pt x="34081" y="136177"/>
                </a:lnTo>
                <a:lnTo>
                  <a:pt x="34081" y="137070"/>
                </a:lnTo>
                <a:lnTo>
                  <a:pt x="31402" y="137070"/>
                </a:lnTo>
                <a:lnTo>
                  <a:pt x="31402" y="137963"/>
                </a:lnTo>
                <a:lnTo>
                  <a:pt x="28723" y="137963"/>
                </a:lnTo>
                <a:lnTo>
                  <a:pt x="28723" y="137070"/>
                </a:lnTo>
                <a:lnTo>
                  <a:pt x="25151" y="137070"/>
                </a:lnTo>
                <a:lnTo>
                  <a:pt x="25151" y="136177"/>
                </a:lnTo>
                <a:lnTo>
                  <a:pt x="24259" y="136177"/>
                </a:lnTo>
                <a:lnTo>
                  <a:pt x="24259" y="135285"/>
                </a:lnTo>
                <a:lnTo>
                  <a:pt x="22324" y="135285"/>
                </a:lnTo>
                <a:lnTo>
                  <a:pt x="22324" y="133499"/>
                </a:lnTo>
                <a:lnTo>
                  <a:pt x="21431" y="133499"/>
                </a:lnTo>
                <a:lnTo>
                  <a:pt x="21431" y="129034"/>
                </a:lnTo>
                <a:lnTo>
                  <a:pt x="22324" y="129034"/>
                </a:lnTo>
                <a:lnTo>
                  <a:pt x="22324" y="121890"/>
                </a:lnTo>
                <a:lnTo>
                  <a:pt x="23366" y="121890"/>
                </a:lnTo>
                <a:lnTo>
                  <a:pt x="23366" y="120104"/>
                </a:lnTo>
                <a:lnTo>
                  <a:pt x="24259" y="120104"/>
                </a:lnTo>
                <a:lnTo>
                  <a:pt x="24259" y="119211"/>
                </a:lnTo>
                <a:lnTo>
                  <a:pt x="25151" y="119211"/>
                </a:lnTo>
                <a:lnTo>
                  <a:pt x="25151" y="114597"/>
                </a:lnTo>
                <a:lnTo>
                  <a:pt x="24259" y="114597"/>
                </a:lnTo>
                <a:lnTo>
                  <a:pt x="24259" y="111918"/>
                </a:lnTo>
                <a:lnTo>
                  <a:pt x="25151" y="111918"/>
                </a:lnTo>
                <a:lnTo>
                  <a:pt x="25151" y="107454"/>
                </a:lnTo>
                <a:lnTo>
                  <a:pt x="24259" y="107454"/>
                </a:lnTo>
                <a:lnTo>
                  <a:pt x="24259" y="100310"/>
                </a:lnTo>
                <a:lnTo>
                  <a:pt x="23366" y="100310"/>
                </a:lnTo>
                <a:lnTo>
                  <a:pt x="23366" y="98524"/>
                </a:lnTo>
                <a:lnTo>
                  <a:pt x="24259" y="98524"/>
                </a:lnTo>
                <a:lnTo>
                  <a:pt x="24259" y="96738"/>
                </a:lnTo>
                <a:lnTo>
                  <a:pt x="25151" y="96738"/>
                </a:lnTo>
                <a:lnTo>
                  <a:pt x="25151" y="94059"/>
                </a:lnTo>
                <a:lnTo>
                  <a:pt x="26044" y="94059"/>
                </a:lnTo>
                <a:lnTo>
                  <a:pt x="26044" y="91380"/>
                </a:lnTo>
                <a:lnTo>
                  <a:pt x="25151" y="91380"/>
                </a:lnTo>
                <a:lnTo>
                  <a:pt x="25151" y="71735"/>
                </a:lnTo>
                <a:lnTo>
                  <a:pt x="24259" y="71735"/>
                </a:lnTo>
                <a:lnTo>
                  <a:pt x="24259" y="68014"/>
                </a:lnTo>
                <a:lnTo>
                  <a:pt x="25151" y="68014"/>
                </a:lnTo>
                <a:lnTo>
                  <a:pt x="25151" y="67121"/>
                </a:lnTo>
                <a:lnTo>
                  <a:pt x="24259" y="67121"/>
                </a:lnTo>
                <a:lnTo>
                  <a:pt x="24259" y="65335"/>
                </a:lnTo>
                <a:lnTo>
                  <a:pt x="25151" y="65335"/>
                </a:lnTo>
                <a:lnTo>
                  <a:pt x="25151" y="59084"/>
                </a:lnTo>
                <a:lnTo>
                  <a:pt x="26044" y="59084"/>
                </a:lnTo>
                <a:lnTo>
                  <a:pt x="26044" y="53727"/>
                </a:lnTo>
                <a:lnTo>
                  <a:pt x="26937" y="53727"/>
                </a:lnTo>
                <a:lnTo>
                  <a:pt x="26937" y="52834"/>
                </a:lnTo>
                <a:lnTo>
                  <a:pt x="23366" y="52834"/>
                </a:lnTo>
                <a:lnTo>
                  <a:pt x="23366" y="53727"/>
                </a:lnTo>
                <a:lnTo>
                  <a:pt x="22324" y="53727"/>
                </a:lnTo>
                <a:lnTo>
                  <a:pt x="22324" y="54620"/>
                </a:lnTo>
                <a:lnTo>
                  <a:pt x="20538" y="54620"/>
                </a:lnTo>
                <a:lnTo>
                  <a:pt x="20538" y="56406"/>
                </a:lnTo>
                <a:lnTo>
                  <a:pt x="19645" y="56406"/>
                </a:lnTo>
                <a:lnTo>
                  <a:pt x="19645" y="59084"/>
                </a:lnTo>
                <a:lnTo>
                  <a:pt x="18752" y="59084"/>
                </a:lnTo>
                <a:lnTo>
                  <a:pt x="18752" y="59977"/>
                </a:lnTo>
                <a:lnTo>
                  <a:pt x="16966" y="59977"/>
                </a:lnTo>
                <a:lnTo>
                  <a:pt x="16966" y="60870"/>
                </a:lnTo>
                <a:lnTo>
                  <a:pt x="15180" y="60870"/>
                </a:lnTo>
                <a:lnTo>
                  <a:pt x="15180" y="62656"/>
                </a:lnTo>
                <a:lnTo>
                  <a:pt x="14287" y="62656"/>
                </a:lnTo>
                <a:lnTo>
                  <a:pt x="14287" y="63549"/>
                </a:lnTo>
                <a:lnTo>
                  <a:pt x="13394" y="63549"/>
                </a:lnTo>
                <a:lnTo>
                  <a:pt x="13394" y="65335"/>
                </a:lnTo>
                <a:lnTo>
                  <a:pt x="12501" y="65335"/>
                </a:lnTo>
                <a:lnTo>
                  <a:pt x="12501" y="66228"/>
                </a:lnTo>
                <a:lnTo>
                  <a:pt x="11608" y="66228"/>
                </a:lnTo>
                <a:lnTo>
                  <a:pt x="11608" y="68014"/>
                </a:lnTo>
                <a:lnTo>
                  <a:pt x="10715" y="68014"/>
                </a:lnTo>
                <a:lnTo>
                  <a:pt x="10715" y="68907"/>
                </a:lnTo>
                <a:lnTo>
                  <a:pt x="9822" y="68907"/>
                </a:lnTo>
                <a:lnTo>
                  <a:pt x="9822" y="70842"/>
                </a:lnTo>
                <a:lnTo>
                  <a:pt x="8929" y="70842"/>
                </a:lnTo>
                <a:lnTo>
                  <a:pt x="8929" y="71735"/>
                </a:lnTo>
                <a:lnTo>
                  <a:pt x="5357" y="71735"/>
                </a:lnTo>
                <a:lnTo>
                  <a:pt x="5357" y="70842"/>
                </a:lnTo>
                <a:lnTo>
                  <a:pt x="892" y="70842"/>
                </a:lnTo>
                <a:lnTo>
                  <a:pt x="892" y="68907"/>
                </a:lnTo>
                <a:lnTo>
                  <a:pt x="0" y="68907"/>
                </a:lnTo>
                <a:lnTo>
                  <a:pt x="0" y="67121"/>
                </a:lnTo>
                <a:lnTo>
                  <a:pt x="892" y="67121"/>
                </a:lnTo>
                <a:lnTo>
                  <a:pt x="892" y="66228"/>
                </a:lnTo>
                <a:lnTo>
                  <a:pt x="2678" y="66228"/>
                </a:lnTo>
                <a:lnTo>
                  <a:pt x="2678" y="65335"/>
                </a:lnTo>
                <a:lnTo>
                  <a:pt x="3571" y="65335"/>
                </a:lnTo>
                <a:lnTo>
                  <a:pt x="3571" y="63549"/>
                </a:lnTo>
                <a:lnTo>
                  <a:pt x="4464" y="63549"/>
                </a:lnTo>
                <a:lnTo>
                  <a:pt x="4464" y="62656"/>
                </a:lnTo>
                <a:lnTo>
                  <a:pt x="5357" y="62656"/>
                </a:lnTo>
                <a:lnTo>
                  <a:pt x="5357" y="61763"/>
                </a:lnTo>
                <a:lnTo>
                  <a:pt x="6250" y="61763"/>
                </a:lnTo>
                <a:lnTo>
                  <a:pt x="6250" y="60870"/>
                </a:lnTo>
                <a:lnTo>
                  <a:pt x="7143" y="60870"/>
                </a:lnTo>
                <a:lnTo>
                  <a:pt x="7143" y="59977"/>
                </a:lnTo>
                <a:lnTo>
                  <a:pt x="8036" y="59977"/>
                </a:lnTo>
                <a:lnTo>
                  <a:pt x="8036" y="58192"/>
                </a:lnTo>
                <a:lnTo>
                  <a:pt x="8929" y="58192"/>
                </a:lnTo>
                <a:lnTo>
                  <a:pt x="8929" y="56406"/>
                </a:lnTo>
                <a:lnTo>
                  <a:pt x="9822" y="56406"/>
                </a:lnTo>
                <a:lnTo>
                  <a:pt x="9822" y="55513"/>
                </a:lnTo>
                <a:lnTo>
                  <a:pt x="10715" y="55513"/>
                </a:lnTo>
                <a:lnTo>
                  <a:pt x="10715" y="53727"/>
                </a:lnTo>
                <a:lnTo>
                  <a:pt x="11608" y="53727"/>
                </a:lnTo>
                <a:lnTo>
                  <a:pt x="11608" y="51941"/>
                </a:lnTo>
                <a:lnTo>
                  <a:pt x="12501" y="51941"/>
                </a:lnTo>
                <a:lnTo>
                  <a:pt x="12501" y="51048"/>
                </a:lnTo>
                <a:lnTo>
                  <a:pt x="13394" y="51048"/>
                </a:lnTo>
                <a:lnTo>
                  <a:pt x="13394" y="49262"/>
                </a:lnTo>
                <a:lnTo>
                  <a:pt x="14287" y="49262"/>
                </a:lnTo>
                <a:lnTo>
                  <a:pt x="14287" y="48369"/>
                </a:lnTo>
                <a:lnTo>
                  <a:pt x="15180" y="48369"/>
                </a:lnTo>
                <a:lnTo>
                  <a:pt x="15180" y="46583"/>
                </a:lnTo>
                <a:lnTo>
                  <a:pt x="16073" y="46583"/>
                </a:lnTo>
                <a:lnTo>
                  <a:pt x="16073" y="43011"/>
                </a:lnTo>
                <a:lnTo>
                  <a:pt x="16966" y="43011"/>
                </a:lnTo>
                <a:lnTo>
                  <a:pt x="16966" y="41225"/>
                </a:lnTo>
                <a:lnTo>
                  <a:pt x="19645" y="41225"/>
                </a:lnTo>
                <a:lnTo>
                  <a:pt x="19645" y="40332"/>
                </a:lnTo>
                <a:lnTo>
                  <a:pt x="20538" y="40332"/>
                </a:lnTo>
                <a:lnTo>
                  <a:pt x="20538" y="39439"/>
                </a:lnTo>
                <a:lnTo>
                  <a:pt x="21431" y="39439"/>
                </a:lnTo>
                <a:lnTo>
                  <a:pt x="21431" y="37653"/>
                </a:lnTo>
                <a:lnTo>
                  <a:pt x="22324" y="37653"/>
                </a:lnTo>
                <a:lnTo>
                  <a:pt x="22324" y="34974"/>
                </a:lnTo>
                <a:lnTo>
                  <a:pt x="23366" y="34974"/>
                </a:lnTo>
                <a:lnTo>
                  <a:pt x="23366" y="33188"/>
                </a:lnTo>
                <a:lnTo>
                  <a:pt x="24259" y="33188"/>
                </a:lnTo>
                <a:lnTo>
                  <a:pt x="24259" y="32295"/>
                </a:lnTo>
                <a:lnTo>
                  <a:pt x="26937" y="32295"/>
                </a:lnTo>
                <a:lnTo>
                  <a:pt x="26937" y="31402"/>
                </a:lnTo>
                <a:lnTo>
                  <a:pt x="27830" y="31402"/>
                </a:lnTo>
                <a:lnTo>
                  <a:pt x="27830" y="26045"/>
                </a:lnTo>
                <a:lnTo>
                  <a:pt x="28723" y="26045"/>
                </a:lnTo>
                <a:lnTo>
                  <a:pt x="28723" y="22324"/>
                </a:lnTo>
                <a:lnTo>
                  <a:pt x="29616" y="22324"/>
                </a:lnTo>
                <a:lnTo>
                  <a:pt x="29616" y="20538"/>
                </a:lnTo>
                <a:lnTo>
                  <a:pt x="30509" y="20538"/>
                </a:lnTo>
                <a:lnTo>
                  <a:pt x="30509" y="19645"/>
                </a:lnTo>
                <a:lnTo>
                  <a:pt x="31402" y="19645"/>
                </a:lnTo>
                <a:lnTo>
                  <a:pt x="31402" y="18752"/>
                </a:lnTo>
                <a:lnTo>
                  <a:pt x="32295" y="18752"/>
                </a:lnTo>
                <a:lnTo>
                  <a:pt x="32295" y="17859"/>
                </a:lnTo>
                <a:lnTo>
                  <a:pt x="33188" y="17859"/>
                </a:lnTo>
                <a:lnTo>
                  <a:pt x="33188" y="14287"/>
                </a:lnTo>
                <a:lnTo>
                  <a:pt x="32295" y="14287"/>
                </a:lnTo>
                <a:lnTo>
                  <a:pt x="32295" y="13394"/>
                </a:lnTo>
                <a:lnTo>
                  <a:pt x="33188" y="13394"/>
                </a:lnTo>
                <a:lnTo>
                  <a:pt x="33188" y="8036"/>
                </a:lnTo>
                <a:lnTo>
                  <a:pt x="34974" y="8036"/>
                </a:lnTo>
                <a:lnTo>
                  <a:pt x="34974" y="7143"/>
                </a:lnTo>
                <a:lnTo>
                  <a:pt x="35867" y="7143"/>
                </a:lnTo>
                <a:lnTo>
                  <a:pt x="35867" y="5358"/>
                </a:lnTo>
                <a:lnTo>
                  <a:pt x="36760" y="5358"/>
                </a:lnTo>
                <a:lnTo>
                  <a:pt x="36760" y="2679"/>
                </a:lnTo>
                <a:lnTo>
                  <a:pt x="37653" y="2679"/>
                </a:lnTo>
                <a:close/>
                <a:moveTo>
                  <a:pt x="83343" y="0"/>
                </a:moveTo>
                <a:lnTo>
                  <a:pt x="87808" y="0"/>
                </a:lnTo>
                <a:lnTo>
                  <a:pt x="87808" y="893"/>
                </a:lnTo>
                <a:lnTo>
                  <a:pt x="88701" y="893"/>
                </a:lnTo>
                <a:lnTo>
                  <a:pt x="88701" y="1786"/>
                </a:lnTo>
                <a:lnTo>
                  <a:pt x="90487" y="1786"/>
                </a:lnTo>
                <a:lnTo>
                  <a:pt x="90487" y="2679"/>
                </a:lnTo>
                <a:lnTo>
                  <a:pt x="94952" y="2679"/>
                </a:lnTo>
                <a:lnTo>
                  <a:pt x="94952" y="3572"/>
                </a:lnTo>
                <a:lnTo>
                  <a:pt x="95845" y="3572"/>
                </a:lnTo>
                <a:lnTo>
                  <a:pt x="95845" y="4465"/>
                </a:lnTo>
                <a:lnTo>
                  <a:pt x="96738" y="4465"/>
                </a:lnTo>
                <a:lnTo>
                  <a:pt x="96738" y="5358"/>
                </a:lnTo>
                <a:lnTo>
                  <a:pt x="97631" y="5358"/>
                </a:lnTo>
                <a:lnTo>
                  <a:pt x="97631" y="6251"/>
                </a:lnTo>
                <a:lnTo>
                  <a:pt x="98524" y="6251"/>
                </a:lnTo>
                <a:lnTo>
                  <a:pt x="98524" y="10715"/>
                </a:lnTo>
                <a:lnTo>
                  <a:pt x="97631" y="10715"/>
                </a:lnTo>
                <a:lnTo>
                  <a:pt x="97631" y="11608"/>
                </a:lnTo>
                <a:lnTo>
                  <a:pt x="96738" y="11608"/>
                </a:lnTo>
                <a:lnTo>
                  <a:pt x="96738" y="12501"/>
                </a:lnTo>
                <a:lnTo>
                  <a:pt x="95845" y="12501"/>
                </a:lnTo>
                <a:lnTo>
                  <a:pt x="95845" y="13394"/>
                </a:lnTo>
                <a:lnTo>
                  <a:pt x="94059" y="13394"/>
                </a:lnTo>
                <a:lnTo>
                  <a:pt x="94059" y="14287"/>
                </a:lnTo>
                <a:lnTo>
                  <a:pt x="92273" y="14287"/>
                </a:lnTo>
                <a:lnTo>
                  <a:pt x="92273" y="17859"/>
                </a:lnTo>
                <a:lnTo>
                  <a:pt x="91380" y="17859"/>
                </a:lnTo>
                <a:lnTo>
                  <a:pt x="91380" y="19645"/>
                </a:lnTo>
                <a:lnTo>
                  <a:pt x="90487" y="19645"/>
                </a:lnTo>
                <a:lnTo>
                  <a:pt x="90487" y="22324"/>
                </a:lnTo>
                <a:lnTo>
                  <a:pt x="89594" y="22324"/>
                </a:lnTo>
                <a:lnTo>
                  <a:pt x="89594" y="23366"/>
                </a:lnTo>
                <a:lnTo>
                  <a:pt x="88701" y="23366"/>
                </a:lnTo>
                <a:lnTo>
                  <a:pt x="88701" y="26045"/>
                </a:lnTo>
                <a:lnTo>
                  <a:pt x="89594" y="26045"/>
                </a:lnTo>
                <a:lnTo>
                  <a:pt x="89594" y="27831"/>
                </a:lnTo>
                <a:lnTo>
                  <a:pt x="88701" y="27831"/>
                </a:lnTo>
                <a:lnTo>
                  <a:pt x="88701" y="32295"/>
                </a:lnTo>
                <a:lnTo>
                  <a:pt x="89594" y="32295"/>
                </a:lnTo>
                <a:lnTo>
                  <a:pt x="89594" y="34081"/>
                </a:lnTo>
                <a:lnTo>
                  <a:pt x="86915" y="34081"/>
                </a:lnTo>
                <a:lnTo>
                  <a:pt x="86915" y="34974"/>
                </a:lnTo>
                <a:lnTo>
                  <a:pt x="86022" y="34974"/>
                </a:lnTo>
                <a:lnTo>
                  <a:pt x="86022" y="38546"/>
                </a:lnTo>
                <a:lnTo>
                  <a:pt x="85129" y="38546"/>
                </a:lnTo>
                <a:lnTo>
                  <a:pt x="85129" y="39439"/>
                </a:lnTo>
                <a:lnTo>
                  <a:pt x="84236" y="39439"/>
                </a:lnTo>
                <a:lnTo>
                  <a:pt x="84236" y="43904"/>
                </a:lnTo>
                <a:lnTo>
                  <a:pt x="85129" y="43904"/>
                </a:lnTo>
                <a:lnTo>
                  <a:pt x="85129" y="45690"/>
                </a:lnTo>
                <a:lnTo>
                  <a:pt x="86022" y="45690"/>
                </a:lnTo>
                <a:lnTo>
                  <a:pt x="86022" y="46583"/>
                </a:lnTo>
                <a:lnTo>
                  <a:pt x="85129" y="46583"/>
                </a:lnTo>
                <a:lnTo>
                  <a:pt x="85129" y="48369"/>
                </a:lnTo>
                <a:lnTo>
                  <a:pt x="83343" y="48369"/>
                </a:lnTo>
                <a:lnTo>
                  <a:pt x="83343" y="50155"/>
                </a:lnTo>
                <a:lnTo>
                  <a:pt x="82450" y="50155"/>
                </a:lnTo>
                <a:lnTo>
                  <a:pt x="82450" y="52834"/>
                </a:lnTo>
                <a:lnTo>
                  <a:pt x="81557" y="52834"/>
                </a:lnTo>
                <a:lnTo>
                  <a:pt x="81557" y="54620"/>
                </a:lnTo>
                <a:lnTo>
                  <a:pt x="84236" y="54620"/>
                </a:lnTo>
                <a:lnTo>
                  <a:pt x="84236" y="53727"/>
                </a:lnTo>
                <a:lnTo>
                  <a:pt x="86915" y="53727"/>
                </a:lnTo>
                <a:lnTo>
                  <a:pt x="86915" y="54620"/>
                </a:lnTo>
                <a:lnTo>
                  <a:pt x="87808" y="54620"/>
                </a:lnTo>
                <a:lnTo>
                  <a:pt x="87808" y="55513"/>
                </a:lnTo>
                <a:lnTo>
                  <a:pt x="89594" y="55513"/>
                </a:lnTo>
                <a:lnTo>
                  <a:pt x="89594" y="54620"/>
                </a:lnTo>
                <a:lnTo>
                  <a:pt x="90487" y="54620"/>
                </a:lnTo>
                <a:lnTo>
                  <a:pt x="90487" y="53727"/>
                </a:lnTo>
                <a:lnTo>
                  <a:pt x="94059" y="53727"/>
                </a:lnTo>
                <a:lnTo>
                  <a:pt x="94059" y="54620"/>
                </a:lnTo>
                <a:lnTo>
                  <a:pt x="96738" y="54620"/>
                </a:lnTo>
                <a:lnTo>
                  <a:pt x="96738" y="53727"/>
                </a:lnTo>
                <a:lnTo>
                  <a:pt x="97631" y="53727"/>
                </a:lnTo>
                <a:lnTo>
                  <a:pt x="97631" y="52834"/>
                </a:lnTo>
                <a:lnTo>
                  <a:pt x="98524" y="52834"/>
                </a:lnTo>
                <a:lnTo>
                  <a:pt x="98524" y="53727"/>
                </a:lnTo>
                <a:lnTo>
                  <a:pt x="99417" y="53727"/>
                </a:lnTo>
                <a:lnTo>
                  <a:pt x="99417" y="54620"/>
                </a:lnTo>
                <a:lnTo>
                  <a:pt x="100310" y="54620"/>
                </a:lnTo>
                <a:lnTo>
                  <a:pt x="100310" y="55513"/>
                </a:lnTo>
                <a:lnTo>
                  <a:pt x="104775" y="55513"/>
                </a:lnTo>
                <a:lnTo>
                  <a:pt x="104775" y="54620"/>
                </a:lnTo>
                <a:lnTo>
                  <a:pt x="107453" y="54620"/>
                </a:lnTo>
                <a:lnTo>
                  <a:pt x="107453" y="53727"/>
                </a:lnTo>
                <a:lnTo>
                  <a:pt x="109239" y="53727"/>
                </a:lnTo>
                <a:lnTo>
                  <a:pt x="109239" y="52834"/>
                </a:lnTo>
                <a:lnTo>
                  <a:pt x="112811" y="52834"/>
                </a:lnTo>
                <a:lnTo>
                  <a:pt x="112811" y="51941"/>
                </a:lnTo>
                <a:lnTo>
                  <a:pt x="114597" y="51941"/>
                </a:lnTo>
                <a:lnTo>
                  <a:pt x="114597" y="52834"/>
                </a:lnTo>
                <a:lnTo>
                  <a:pt x="118318" y="52834"/>
                </a:lnTo>
                <a:lnTo>
                  <a:pt x="118318" y="53727"/>
                </a:lnTo>
                <a:lnTo>
                  <a:pt x="119211" y="53727"/>
                </a:lnTo>
                <a:lnTo>
                  <a:pt x="119211" y="54620"/>
                </a:lnTo>
                <a:lnTo>
                  <a:pt x="120997" y="54620"/>
                </a:lnTo>
                <a:lnTo>
                  <a:pt x="120997" y="52834"/>
                </a:lnTo>
                <a:lnTo>
                  <a:pt x="120104" y="52834"/>
                </a:lnTo>
                <a:lnTo>
                  <a:pt x="120104" y="49262"/>
                </a:lnTo>
                <a:lnTo>
                  <a:pt x="120997" y="49262"/>
                </a:lnTo>
                <a:lnTo>
                  <a:pt x="120997" y="48369"/>
                </a:lnTo>
                <a:lnTo>
                  <a:pt x="122783" y="48369"/>
                </a:lnTo>
                <a:lnTo>
                  <a:pt x="122783" y="47476"/>
                </a:lnTo>
                <a:lnTo>
                  <a:pt x="123676" y="47476"/>
                </a:lnTo>
                <a:lnTo>
                  <a:pt x="123676" y="45690"/>
                </a:lnTo>
                <a:lnTo>
                  <a:pt x="124569" y="45690"/>
                </a:lnTo>
                <a:lnTo>
                  <a:pt x="124569" y="44797"/>
                </a:lnTo>
                <a:lnTo>
                  <a:pt x="125462" y="44797"/>
                </a:lnTo>
                <a:lnTo>
                  <a:pt x="125462" y="43904"/>
                </a:lnTo>
                <a:lnTo>
                  <a:pt x="126355" y="43904"/>
                </a:lnTo>
                <a:lnTo>
                  <a:pt x="126355" y="44797"/>
                </a:lnTo>
                <a:lnTo>
                  <a:pt x="127248" y="44797"/>
                </a:lnTo>
                <a:lnTo>
                  <a:pt x="127248" y="45690"/>
                </a:lnTo>
                <a:lnTo>
                  <a:pt x="132605" y="45690"/>
                </a:lnTo>
                <a:lnTo>
                  <a:pt x="132605" y="46583"/>
                </a:lnTo>
                <a:lnTo>
                  <a:pt x="133498" y="46583"/>
                </a:lnTo>
                <a:lnTo>
                  <a:pt x="133498" y="47476"/>
                </a:lnTo>
                <a:lnTo>
                  <a:pt x="134391" y="47476"/>
                </a:lnTo>
                <a:lnTo>
                  <a:pt x="134391" y="49262"/>
                </a:lnTo>
                <a:lnTo>
                  <a:pt x="135284" y="49262"/>
                </a:lnTo>
                <a:lnTo>
                  <a:pt x="135284" y="50155"/>
                </a:lnTo>
                <a:lnTo>
                  <a:pt x="137070" y="50155"/>
                </a:lnTo>
                <a:lnTo>
                  <a:pt x="137070" y="51048"/>
                </a:lnTo>
                <a:lnTo>
                  <a:pt x="137963" y="51048"/>
                </a:lnTo>
                <a:lnTo>
                  <a:pt x="137963" y="51941"/>
                </a:lnTo>
                <a:lnTo>
                  <a:pt x="139749" y="51941"/>
                </a:lnTo>
                <a:lnTo>
                  <a:pt x="139749" y="55513"/>
                </a:lnTo>
                <a:lnTo>
                  <a:pt x="140642" y="55513"/>
                </a:lnTo>
                <a:lnTo>
                  <a:pt x="140642" y="58192"/>
                </a:lnTo>
                <a:lnTo>
                  <a:pt x="138856" y="58192"/>
                </a:lnTo>
                <a:lnTo>
                  <a:pt x="138856" y="59084"/>
                </a:lnTo>
                <a:lnTo>
                  <a:pt x="137963" y="59084"/>
                </a:lnTo>
                <a:lnTo>
                  <a:pt x="137963" y="59977"/>
                </a:lnTo>
                <a:lnTo>
                  <a:pt x="135284" y="59977"/>
                </a:lnTo>
                <a:lnTo>
                  <a:pt x="135284" y="59084"/>
                </a:lnTo>
                <a:lnTo>
                  <a:pt x="134391" y="59084"/>
                </a:lnTo>
                <a:lnTo>
                  <a:pt x="134391" y="58192"/>
                </a:lnTo>
                <a:lnTo>
                  <a:pt x="129926" y="58192"/>
                </a:lnTo>
                <a:lnTo>
                  <a:pt x="129926" y="59084"/>
                </a:lnTo>
                <a:lnTo>
                  <a:pt x="126355" y="59084"/>
                </a:lnTo>
                <a:lnTo>
                  <a:pt x="126355" y="58192"/>
                </a:lnTo>
                <a:lnTo>
                  <a:pt x="116532" y="58192"/>
                </a:lnTo>
                <a:lnTo>
                  <a:pt x="116532" y="59084"/>
                </a:lnTo>
                <a:lnTo>
                  <a:pt x="96738" y="59084"/>
                </a:lnTo>
                <a:lnTo>
                  <a:pt x="96738" y="58192"/>
                </a:lnTo>
                <a:lnTo>
                  <a:pt x="95845" y="58192"/>
                </a:lnTo>
                <a:lnTo>
                  <a:pt x="95845" y="57299"/>
                </a:lnTo>
                <a:lnTo>
                  <a:pt x="93166" y="57299"/>
                </a:lnTo>
                <a:lnTo>
                  <a:pt x="93166" y="58192"/>
                </a:lnTo>
                <a:lnTo>
                  <a:pt x="90487" y="58192"/>
                </a:lnTo>
                <a:lnTo>
                  <a:pt x="90487" y="59084"/>
                </a:lnTo>
                <a:lnTo>
                  <a:pt x="89594" y="59084"/>
                </a:lnTo>
                <a:lnTo>
                  <a:pt x="89594" y="58192"/>
                </a:lnTo>
                <a:lnTo>
                  <a:pt x="88701" y="58192"/>
                </a:lnTo>
                <a:lnTo>
                  <a:pt x="88701" y="57299"/>
                </a:lnTo>
                <a:lnTo>
                  <a:pt x="83343" y="57299"/>
                </a:lnTo>
                <a:lnTo>
                  <a:pt x="83343" y="58192"/>
                </a:lnTo>
                <a:lnTo>
                  <a:pt x="81557" y="58192"/>
                </a:lnTo>
                <a:lnTo>
                  <a:pt x="81557" y="59084"/>
                </a:lnTo>
                <a:lnTo>
                  <a:pt x="79771" y="59084"/>
                </a:lnTo>
                <a:lnTo>
                  <a:pt x="79771" y="64442"/>
                </a:lnTo>
                <a:lnTo>
                  <a:pt x="80664" y="64442"/>
                </a:lnTo>
                <a:lnTo>
                  <a:pt x="80664" y="67121"/>
                </a:lnTo>
                <a:lnTo>
                  <a:pt x="79771" y="67121"/>
                </a:lnTo>
                <a:lnTo>
                  <a:pt x="79771" y="68014"/>
                </a:lnTo>
                <a:lnTo>
                  <a:pt x="77985" y="68014"/>
                </a:lnTo>
                <a:lnTo>
                  <a:pt x="77985" y="69949"/>
                </a:lnTo>
                <a:lnTo>
                  <a:pt x="77092" y="69949"/>
                </a:lnTo>
                <a:lnTo>
                  <a:pt x="77092" y="74414"/>
                </a:lnTo>
                <a:lnTo>
                  <a:pt x="78878" y="74414"/>
                </a:lnTo>
                <a:lnTo>
                  <a:pt x="78878" y="75307"/>
                </a:lnTo>
                <a:lnTo>
                  <a:pt x="86915" y="75307"/>
                </a:lnTo>
                <a:lnTo>
                  <a:pt x="86915" y="76200"/>
                </a:lnTo>
                <a:lnTo>
                  <a:pt x="88701" y="76200"/>
                </a:lnTo>
                <a:lnTo>
                  <a:pt x="88701" y="75307"/>
                </a:lnTo>
                <a:lnTo>
                  <a:pt x="91380" y="75307"/>
                </a:lnTo>
                <a:lnTo>
                  <a:pt x="91380" y="76200"/>
                </a:lnTo>
                <a:lnTo>
                  <a:pt x="93166" y="76200"/>
                </a:lnTo>
                <a:lnTo>
                  <a:pt x="93166" y="75307"/>
                </a:lnTo>
                <a:lnTo>
                  <a:pt x="95845" y="75307"/>
                </a:lnTo>
                <a:lnTo>
                  <a:pt x="95845" y="74414"/>
                </a:lnTo>
                <a:lnTo>
                  <a:pt x="99417" y="74414"/>
                </a:lnTo>
                <a:lnTo>
                  <a:pt x="99417" y="73521"/>
                </a:lnTo>
                <a:lnTo>
                  <a:pt x="102096" y="73521"/>
                </a:lnTo>
                <a:lnTo>
                  <a:pt x="102096" y="74414"/>
                </a:lnTo>
                <a:lnTo>
                  <a:pt x="107453" y="74414"/>
                </a:lnTo>
                <a:lnTo>
                  <a:pt x="107453" y="73521"/>
                </a:lnTo>
                <a:lnTo>
                  <a:pt x="108346" y="73521"/>
                </a:lnTo>
                <a:lnTo>
                  <a:pt x="108346" y="72628"/>
                </a:lnTo>
                <a:lnTo>
                  <a:pt x="110132" y="72628"/>
                </a:lnTo>
                <a:lnTo>
                  <a:pt x="110132" y="71735"/>
                </a:lnTo>
                <a:lnTo>
                  <a:pt x="111025" y="71735"/>
                </a:lnTo>
                <a:lnTo>
                  <a:pt x="111025" y="70842"/>
                </a:lnTo>
                <a:lnTo>
                  <a:pt x="114597" y="70842"/>
                </a:lnTo>
                <a:lnTo>
                  <a:pt x="114597" y="69949"/>
                </a:lnTo>
                <a:lnTo>
                  <a:pt x="115639" y="69949"/>
                </a:lnTo>
                <a:lnTo>
                  <a:pt x="115639" y="70842"/>
                </a:lnTo>
                <a:lnTo>
                  <a:pt x="119211" y="70842"/>
                </a:lnTo>
                <a:lnTo>
                  <a:pt x="119211" y="71735"/>
                </a:lnTo>
                <a:lnTo>
                  <a:pt x="120104" y="71735"/>
                </a:lnTo>
                <a:lnTo>
                  <a:pt x="120104" y="72628"/>
                </a:lnTo>
                <a:lnTo>
                  <a:pt x="121890" y="72628"/>
                </a:lnTo>
                <a:lnTo>
                  <a:pt x="121890" y="73521"/>
                </a:lnTo>
                <a:lnTo>
                  <a:pt x="123676" y="73521"/>
                </a:lnTo>
                <a:lnTo>
                  <a:pt x="123676" y="75307"/>
                </a:lnTo>
                <a:lnTo>
                  <a:pt x="124569" y="75307"/>
                </a:lnTo>
                <a:lnTo>
                  <a:pt x="124569" y="76200"/>
                </a:lnTo>
                <a:lnTo>
                  <a:pt x="125462" y="76200"/>
                </a:lnTo>
                <a:lnTo>
                  <a:pt x="125462" y="77093"/>
                </a:lnTo>
                <a:lnTo>
                  <a:pt x="126355" y="77093"/>
                </a:lnTo>
                <a:lnTo>
                  <a:pt x="126355" y="80665"/>
                </a:lnTo>
                <a:lnTo>
                  <a:pt x="125462" y="80665"/>
                </a:lnTo>
                <a:lnTo>
                  <a:pt x="125462" y="81558"/>
                </a:lnTo>
                <a:lnTo>
                  <a:pt x="124569" y="81558"/>
                </a:lnTo>
                <a:lnTo>
                  <a:pt x="124569" y="82451"/>
                </a:lnTo>
                <a:lnTo>
                  <a:pt x="123676" y="82451"/>
                </a:lnTo>
                <a:lnTo>
                  <a:pt x="123676" y="83343"/>
                </a:lnTo>
                <a:lnTo>
                  <a:pt x="119211" y="83343"/>
                </a:lnTo>
                <a:lnTo>
                  <a:pt x="119211" y="85129"/>
                </a:lnTo>
                <a:lnTo>
                  <a:pt x="118318" y="85129"/>
                </a:lnTo>
                <a:lnTo>
                  <a:pt x="118318" y="86022"/>
                </a:lnTo>
                <a:lnTo>
                  <a:pt x="117425" y="86022"/>
                </a:lnTo>
                <a:lnTo>
                  <a:pt x="117425" y="86915"/>
                </a:lnTo>
                <a:lnTo>
                  <a:pt x="116532" y="86915"/>
                </a:lnTo>
                <a:lnTo>
                  <a:pt x="116532" y="87808"/>
                </a:lnTo>
                <a:lnTo>
                  <a:pt x="115639" y="87808"/>
                </a:lnTo>
                <a:lnTo>
                  <a:pt x="115639" y="89594"/>
                </a:lnTo>
                <a:lnTo>
                  <a:pt x="114597" y="89594"/>
                </a:lnTo>
                <a:lnTo>
                  <a:pt x="114597" y="90487"/>
                </a:lnTo>
                <a:lnTo>
                  <a:pt x="113704" y="90487"/>
                </a:lnTo>
                <a:lnTo>
                  <a:pt x="113704" y="92273"/>
                </a:lnTo>
                <a:lnTo>
                  <a:pt x="112811" y="92273"/>
                </a:lnTo>
                <a:lnTo>
                  <a:pt x="112811" y="93166"/>
                </a:lnTo>
                <a:lnTo>
                  <a:pt x="111918" y="93166"/>
                </a:lnTo>
                <a:lnTo>
                  <a:pt x="111918" y="94059"/>
                </a:lnTo>
                <a:lnTo>
                  <a:pt x="111025" y="94059"/>
                </a:lnTo>
                <a:lnTo>
                  <a:pt x="111025" y="94952"/>
                </a:lnTo>
                <a:lnTo>
                  <a:pt x="110132" y="94952"/>
                </a:lnTo>
                <a:lnTo>
                  <a:pt x="110132" y="96738"/>
                </a:lnTo>
                <a:lnTo>
                  <a:pt x="109239" y="96738"/>
                </a:lnTo>
                <a:lnTo>
                  <a:pt x="109239" y="97631"/>
                </a:lnTo>
                <a:lnTo>
                  <a:pt x="108346" y="97631"/>
                </a:lnTo>
                <a:lnTo>
                  <a:pt x="108346" y="98524"/>
                </a:lnTo>
                <a:lnTo>
                  <a:pt x="107453" y="98524"/>
                </a:lnTo>
                <a:lnTo>
                  <a:pt x="107453" y="100310"/>
                </a:lnTo>
                <a:lnTo>
                  <a:pt x="106560" y="100310"/>
                </a:lnTo>
                <a:lnTo>
                  <a:pt x="106560" y="101203"/>
                </a:lnTo>
                <a:lnTo>
                  <a:pt x="105667" y="101203"/>
                </a:lnTo>
                <a:lnTo>
                  <a:pt x="105667" y="102096"/>
                </a:lnTo>
                <a:lnTo>
                  <a:pt x="103882" y="102096"/>
                </a:lnTo>
                <a:lnTo>
                  <a:pt x="103882" y="102989"/>
                </a:lnTo>
                <a:lnTo>
                  <a:pt x="102096" y="102989"/>
                </a:lnTo>
                <a:lnTo>
                  <a:pt x="102096" y="105668"/>
                </a:lnTo>
                <a:lnTo>
                  <a:pt x="102989" y="105668"/>
                </a:lnTo>
                <a:lnTo>
                  <a:pt x="102989" y="107454"/>
                </a:lnTo>
                <a:lnTo>
                  <a:pt x="103882" y="107454"/>
                </a:lnTo>
                <a:lnTo>
                  <a:pt x="103882" y="108347"/>
                </a:lnTo>
                <a:lnTo>
                  <a:pt x="104775" y="108347"/>
                </a:lnTo>
                <a:lnTo>
                  <a:pt x="104775" y="110133"/>
                </a:lnTo>
                <a:lnTo>
                  <a:pt x="105667" y="110133"/>
                </a:lnTo>
                <a:lnTo>
                  <a:pt x="105667" y="111918"/>
                </a:lnTo>
                <a:lnTo>
                  <a:pt x="106560" y="111918"/>
                </a:lnTo>
                <a:lnTo>
                  <a:pt x="106560" y="112811"/>
                </a:lnTo>
                <a:lnTo>
                  <a:pt x="107453" y="112811"/>
                </a:lnTo>
                <a:lnTo>
                  <a:pt x="107453" y="113704"/>
                </a:lnTo>
                <a:lnTo>
                  <a:pt x="108346" y="113704"/>
                </a:lnTo>
                <a:lnTo>
                  <a:pt x="108346" y="114597"/>
                </a:lnTo>
                <a:lnTo>
                  <a:pt x="109239" y="114597"/>
                </a:lnTo>
                <a:lnTo>
                  <a:pt x="109239" y="116532"/>
                </a:lnTo>
                <a:lnTo>
                  <a:pt x="110132" y="116532"/>
                </a:lnTo>
                <a:lnTo>
                  <a:pt x="110132" y="117425"/>
                </a:lnTo>
                <a:lnTo>
                  <a:pt x="111025" y="117425"/>
                </a:lnTo>
                <a:lnTo>
                  <a:pt x="111025" y="118318"/>
                </a:lnTo>
                <a:lnTo>
                  <a:pt x="111918" y="118318"/>
                </a:lnTo>
                <a:lnTo>
                  <a:pt x="111918" y="120997"/>
                </a:lnTo>
                <a:lnTo>
                  <a:pt x="112811" y="120997"/>
                </a:lnTo>
                <a:lnTo>
                  <a:pt x="112811" y="121890"/>
                </a:lnTo>
                <a:lnTo>
                  <a:pt x="114597" y="121890"/>
                </a:lnTo>
                <a:lnTo>
                  <a:pt x="114597" y="123676"/>
                </a:lnTo>
                <a:lnTo>
                  <a:pt x="115639" y="123676"/>
                </a:lnTo>
                <a:lnTo>
                  <a:pt x="115639" y="129927"/>
                </a:lnTo>
                <a:lnTo>
                  <a:pt x="116532" y="129927"/>
                </a:lnTo>
                <a:lnTo>
                  <a:pt x="116532" y="130820"/>
                </a:lnTo>
                <a:lnTo>
                  <a:pt x="115639" y="130820"/>
                </a:lnTo>
                <a:lnTo>
                  <a:pt x="115639" y="132606"/>
                </a:lnTo>
                <a:lnTo>
                  <a:pt x="114597" y="132606"/>
                </a:lnTo>
                <a:lnTo>
                  <a:pt x="114597" y="134392"/>
                </a:lnTo>
                <a:lnTo>
                  <a:pt x="113704" y="134392"/>
                </a:lnTo>
                <a:lnTo>
                  <a:pt x="113704" y="135285"/>
                </a:lnTo>
                <a:lnTo>
                  <a:pt x="112811" y="135285"/>
                </a:lnTo>
                <a:lnTo>
                  <a:pt x="112811" y="136177"/>
                </a:lnTo>
                <a:lnTo>
                  <a:pt x="111918" y="136177"/>
                </a:lnTo>
                <a:lnTo>
                  <a:pt x="111918" y="137070"/>
                </a:lnTo>
                <a:lnTo>
                  <a:pt x="111025" y="137070"/>
                </a:lnTo>
                <a:lnTo>
                  <a:pt x="111025" y="137963"/>
                </a:lnTo>
                <a:lnTo>
                  <a:pt x="105667" y="137963"/>
                </a:lnTo>
                <a:lnTo>
                  <a:pt x="105667" y="137070"/>
                </a:lnTo>
                <a:lnTo>
                  <a:pt x="104775" y="137070"/>
                </a:lnTo>
                <a:lnTo>
                  <a:pt x="104775" y="136177"/>
                </a:lnTo>
                <a:lnTo>
                  <a:pt x="103882" y="136177"/>
                </a:lnTo>
                <a:lnTo>
                  <a:pt x="103882" y="135285"/>
                </a:lnTo>
                <a:lnTo>
                  <a:pt x="102096" y="135285"/>
                </a:lnTo>
                <a:lnTo>
                  <a:pt x="102096" y="134392"/>
                </a:lnTo>
                <a:lnTo>
                  <a:pt x="101203" y="134392"/>
                </a:lnTo>
                <a:lnTo>
                  <a:pt x="101203" y="133499"/>
                </a:lnTo>
                <a:lnTo>
                  <a:pt x="100310" y="133499"/>
                </a:lnTo>
                <a:lnTo>
                  <a:pt x="100310" y="129927"/>
                </a:lnTo>
                <a:lnTo>
                  <a:pt x="99417" y="129927"/>
                </a:lnTo>
                <a:lnTo>
                  <a:pt x="99417" y="128141"/>
                </a:lnTo>
                <a:lnTo>
                  <a:pt x="100310" y="128141"/>
                </a:lnTo>
                <a:lnTo>
                  <a:pt x="100310" y="127248"/>
                </a:lnTo>
                <a:lnTo>
                  <a:pt x="99417" y="127248"/>
                </a:lnTo>
                <a:lnTo>
                  <a:pt x="99417" y="125462"/>
                </a:lnTo>
                <a:lnTo>
                  <a:pt x="98524" y="125462"/>
                </a:lnTo>
                <a:lnTo>
                  <a:pt x="98524" y="123676"/>
                </a:lnTo>
                <a:lnTo>
                  <a:pt x="97631" y="123676"/>
                </a:lnTo>
                <a:lnTo>
                  <a:pt x="97631" y="122783"/>
                </a:lnTo>
                <a:lnTo>
                  <a:pt x="96738" y="122783"/>
                </a:lnTo>
                <a:lnTo>
                  <a:pt x="96738" y="120104"/>
                </a:lnTo>
                <a:lnTo>
                  <a:pt x="95845" y="120104"/>
                </a:lnTo>
                <a:lnTo>
                  <a:pt x="95845" y="119211"/>
                </a:lnTo>
                <a:lnTo>
                  <a:pt x="94952" y="119211"/>
                </a:lnTo>
                <a:lnTo>
                  <a:pt x="94952" y="118318"/>
                </a:lnTo>
                <a:lnTo>
                  <a:pt x="94059" y="118318"/>
                </a:lnTo>
                <a:lnTo>
                  <a:pt x="94059" y="115639"/>
                </a:lnTo>
                <a:lnTo>
                  <a:pt x="93166" y="115639"/>
                </a:lnTo>
                <a:lnTo>
                  <a:pt x="93166" y="114597"/>
                </a:lnTo>
                <a:lnTo>
                  <a:pt x="91380" y="114597"/>
                </a:lnTo>
                <a:lnTo>
                  <a:pt x="91380" y="111918"/>
                </a:lnTo>
                <a:lnTo>
                  <a:pt x="90487" y="111918"/>
                </a:lnTo>
                <a:lnTo>
                  <a:pt x="90487" y="111026"/>
                </a:lnTo>
                <a:lnTo>
                  <a:pt x="89594" y="111026"/>
                </a:lnTo>
                <a:lnTo>
                  <a:pt x="89594" y="110133"/>
                </a:lnTo>
                <a:lnTo>
                  <a:pt x="88701" y="110133"/>
                </a:lnTo>
                <a:lnTo>
                  <a:pt x="88701" y="109240"/>
                </a:lnTo>
                <a:lnTo>
                  <a:pt x="86915" y="109240"/>
                </a:lnTo>
                <a:lnTo>
                  <a:pt x="86915" y="108347"/>
                </a:lnTo>
                <a:lnTo>
                  <a:pt x="86022" y="108347"/>
                </a:lnTo>
                <a:lnTo>
                  <a:pt x="86022" y="107454"/>
                </a:lnTo>
                <a:lnTo>
                  <a:pt x="85129" y="107454"/>
                </a:lnTo>
                <a:lnTo>
                  <a:pt x="85129" y="106561"/>
                </a:lnTo>
                <a:lnTo>
                  <a:pt x="84236" y="106561"/>
                </a:lnTo>
                <a:lnTo>
                  <a:pt x="84236" y="105668"/>
                </a:lnTo>
                <a:lnTo>
                  <a:pt x="82450" y="105668"/>
                </a:lnTo>
                <a:lnTo>
                  <a:pt x="82450" y="103882"/>
                </a:lnTo>
                <a:lnTo>
                  <a:pt x="81557" y="103882"/>
                </a:lnTo>
                <a:lnTo>
                  <a:pt x="81557" y="102989"/>
                </a:lnTo>
                <a:lnTo>
                  <a:pt x="79771" y="102989"/>
                </a:lnTo>
                <a:lnTo>
                  <a:pt x="79771" y="102096"/>
                </a:lnTo>
                <a:lnTo>
                  <a:pt x="77092" y="102096"/>
                </a:lnTo>
                <a:lnTo>
                  <a:pt x="77092" y="101203"/>
                </a:lnTo>
                <a:lnTo>
                  <a:pt x="75307" y="101203"/>
                </a:lnTo>
                <a:lnTo>
                  <a:pt x="75307" y="98524"/>
                </a:lnTo>
                <a:lnTo>
                  <a:pt x="76200" y="98524"/>
                </a:lnTo>
                <a:lnTo>
                  <a:pt x="76200" y="97631"/>
                </a:lnTo>
                <a:lnTo>
                  <a:pt x="81557" y="97631"/>
                </a:lnTo>
                <a:lnTo>
                  <a:pt x="81557" y="98524"/>
                </a:lnTo>
                <a:lnTo>
                  <a:pt x="84236" y="98524"/>
                </a:lnTo>
                <a:lnTo>
                  <a:pt x="84236" y="99417"/>
                </a:lnTo>
                <a:lnTo>
                  <a:pt x="86915" y="99417"/>
                </a:lnTo>
                <a:lnTo>
                  <a:pt x="86915" y="100310"/>
                </a:lnTo>
                <a:lnTo>
                  <a:pt x="87808" y="100310"/>
                </a:lnTo>
                <a:lnTo>
                  <a:pt x="87808" y="101203"/>
                </a:lnTo>
                <a:lnTo>
                  <a:pt x="90487" y="101203"/>
                </a:lnTo>
                <a:lnTo>
                  <a:pt x="90487" y="102096"/>
                </a:lnTo>
                <a:lnTo>
                  <a:pt x="92273" y="102096"/>
                </a:lnTo>
                <a:lnTo>
                  <a:pt x="92273" y="102989"/>
                </a:lnTo>
                <a:lnTo>
                  <a:pt x="94952" y="102989"/>
                </a:lnTo>
                <a:lnTo>
                  <a:pt x="94952" y="104775"/>
                </a:lnTo>
                <a:lnTo>
                  <a:pt x="95845" y="104775"/>
                </a:lnTo>
                <a:lnTo>
                  <a:pt x="95845" y="105668"/>
                </a:lnTo>
                <a:lnTo>
                  <a:pt x="97631" y="105668"/>
                </a:lnTo>
                <a:lnTo>
                  <a:pt x="97631" y="101203"/>
                </a:lnTo>
                <a:lnTo>
                  <a:pt x="98524" y="101203"/>
                </a:lnTo>
                <a:lnTo>
                  <a:pt x="98524" y="100310"/>
                </a:lnTo>
                <a:lnTo>
                  <a:pt x="99417" y="100310"/>
                </a:lnTo>
                <a:lnTo>
                  <a:pt x="99417" y="95845"/>
                </a:lnTo>
                <a:lnTo>
                  <a:pt x="100310" y="95845"/>
                </a:lnTo>
                <a:lnTo>
                  <a:pt x="100310" y="94059"/>
                </a:lnTo>
                <a:lnTo>
                  <a:pt x="101203" y="94059"/>
                </a:lnTo>
                <a:lnTo>
                  <a:pt x="101203" y="92273"/>
                </a:lnTo>
                <a:lnTo>
                  <a:pt x="102096" y="92273"/>
                </a:lnTo>
                <a:lnTo>
                  <a:pt x="102096" y="88701"/>
                </a:lnTo>
                <a:lnTo>
                  <a:pt x="103882" y="88701"/>
                </a:lnTo>
                <a:lnTo>
                  <a:pt x="103882" y="86915"/>
                </a:lnTo>
                <a:lnTo>
                  <a:pt x="104775" y="86915"/>
                </a:lnTo>
                <a:lnTo>
                  <a:pt x="104775" y="84236"/>
                </a:lnTo>
                <a:lnTo>
                  <a:pt x="105667" y="84236"/>
                </a:lnTo>
                <a:lnTo>
                  <a:pt x="105667" y="82451"/>
                </a:lnTo>
                <a:lnTo>
                  <a:pt x="106560" y="82451"/>
                </a:lnTo>
                <a:lnTo>
                  <a:pt x="106560" y="81558"/>
                </a:lnTo>
                <a:lnTo>
                  <a:pt x="107453" y="81558"/>
                </a:lnTo>
                <a:lnTo>
                  <a:pt x="107453" y="79772"/>
                </a:lnTo>
                <a:lnTo>
                  <a:pt x="106560" y="79772"/>
                </a:lnTo>
                <a:lnTo>
                  <a:pt x="106560" y="78879"/>
                </a:lnTo>
                <a:lnTo>
                  <a:pt x="96738" y="78879"/>
                </a:lnTo>
                <a:lnTo>
                  <a:pt x="96738" y="79772"/>
                </a:lnTo>
                <a:lnTo>
                  <a:pt x="94952" y="79772"/>
                </a:lnTo>
                <a:lnTo>
                  <a:pt x="94952" y="78879"/>
                </a:lnTo>
                <a:lnTo>
                  <a:pt x="90487" y="78879"/>
                </a:lnTo>
                <a:lnTo>
                  <a:pt x="90487" y="77986"/>
                </a:lnTo>
                <a:lnTo>
                  <a:pt x="86915" y="77986"/>
                </a:lnTo>
                <a:lnTo>
                  <a:pt x="86915" y="78879"/>
                </a:lnTo>
                <a:lnTo>
                  <a:pt x="77985" y="78879"/>
                </a:lnTo>
                <a:lnTo>
                  <a:pt x="77985" y="79772"/>
                </a:lnTo>
                <a:lnTo>
                  <a:pt x="77092" y="79772"/>
                </a:lnTo>
                <a:lnTo>
                  <a:pt x="77092" y="80665"/>
                </a:lnTo>
                <a:lnTo>
                  <a:pt x="76200" y="80665"/>
                </a:lnTo>
                <a:lnTo>
                  <a:pt x="76200" y="81558"/>
                </a:lnTo>
                <a:lnTo>
                  <a:pt x="75307" y="81558"/>
                </a:lnTo>
                <a:lnTo>
                  <a:pt x="75307" y="82451"/>
                </a:lnTo>
                <a:lnTo>
                  <a:pt x="74414" y="82451"/>
                </a:lnTo>
                <a:lnTo>
                  <a:pt x="74414" y="83343"/>
                </a:lnTo>
                <a:lnTo>
                  <a:pt x="72628" y="83343"/>
                </a:lnTo>
                <a:lnTo>
                  <a:pt x="72628" y="84236"/>
                </a:lnTo>
                <a:lnTo>
                  <a:pt x="69949" y="84236"/>
                </a:lnTo>
                <a:lnTo>
                  <a:pt x="69949" y="83343"/>
                </a:lnTo>
                <a:lnTo>
                  <a:pt x="67121" y="83343"/>
                </a:lnTo>
                <a:lnTo>
                  <a:pt x="67121" y="82451"/>
                </a:lnTo>
                <a:lnTo>
                  <a:pt x="65335" y="82451"/>
                </a:lnTo>
                <a:lnTo>
                  <a:pt x="65335" y="79772"/>
                </a:lnTo>
                <a:lnTo>
                  <a:pt x="66228" y="79772"/>
                </a:lnTo>
                <a:lnTo>
                  <a:pt x="66228" y="78879"/>
                </a:lnTo>
                <a:lnTo>
                  <a:pt x="67121" y="78879"/>
                </a:lnTo>
                <a:lnTo>
                  <a:pt x="67121" y="77093"/>
                </a:lnTo>
                <a:lnTo>
                  <a:pt x="66228" y="77093"/>
                </a:lnTo>
                <a:lnTo>
                  <a:pt x="66228" y="72628"/>
                </a:lnTo>
                <a:lnTo>
                  <a:pt x="67121" y="72628"/>
                </a:lnTo>
                <a:lnTo>
                  <a:pt x="67121" y="71735"/>
                </a:lnTo>
                <a:lnTo>
                  <a:pt x="68014" y="71735"/>
                </a:lnTo>
                <a:lnTo>
                  <a:pt x="68014" y="70842"/>
                </a:lnTo>
                <a:lnTo>
                  <a:pt x="69056" y="70842"/>
                </a:lnTo>
                <a:lnTo>
                  <a:pt x="69056" y="69949"/>
                </a:lnTo>
                <a:lnTo>
                  <a:pt x="69949" y="69949"/>
                </a:lnTo>
                <a:lnTo>
                  <a:pt x="69949" y="68907"/>
                </a:lnTo>
                <a:lnTo>
                  <a:pt x="70842" y="68907"/>
                </a:lnTo>
                <a:lnTo>
                  <a:pt x="70842" y="67121"/>
                </a:lnTo>
                <a:lnTo>
                  <a:pt x="69949" y="67121"/>
                </a:lnTo>
                <a:lnTo>
                  <a:pt x="69949" y="63549"/>
                </a:lnTo>
                <a:lnTo>
                  <a:pt x="72628" y="63549"/>
                </a:lnTo>
                <a:lnTo>
                  <a:pt x="72628" y="62656"/>
                </a:lnTo>
                <a:lnTo>
                  <a:pt x="73521" y="62656"/>
                </a:lnTo>
                <a:lnTo>
                  <a:pt x="73521" y="60870"/>
                </a:lnTo>
                <a:lnTo>
                  <a:pt x="71735" y="60870"/>
                </a:lnTo>
                <a:lnTo>
                  <a:pt x="71735" y="59977"/>
                </a:lnTo>
                <a:lnTo>
                  <a:pt x="70842" y="59977"/>
                </a:lnTo>
                <a:lnTo>
                  <a:pt x="70842" y="59084"/>
                </a:lnTo>
                <a:lnTo>
                  <a:pt x="69949" y="59084"/>
                </a:lnTo>
                <a:lnTo>
                  <a:pt x="69949" y="58192"/>
                </a:lnTo>
                <a:lnTo>
                  <a:pt x="67121" y="58192"/>
                </a:lnTo>
                <a:lnTo>
                  <a:pt x="67121" y="59084"/>
                </a:lnTo>
                <a:lnTo>
                  <a:pt x="66228" y="59084"/>
                </a:lnTo>
                <a:lnTo>
                  <a:pt x="66228" y="58192"/>
                </a:lnTo>
                <a:lnTo>
                  <a:pt x="65335" y="58192"/>
                </a:lnTo>
                <a:lnTo>
                  <a:pt x="65335" y="59084"/>
                </a:lnTo>
                <a:lnTo>
                  <a:pt x="58191" y="59084"/>
                </a:lnTo>
                <a:lnTo>
                  <a:pt x="58191" y="58192"/>
                </a:lnTo>
                <a:lnTo>
                  <a:pt x="54619" y="58192"/>
                </a:lnTo>
                <a:lnTo>
                  <a:pt x="54619" y="59084"/>
                </a:lnTo>
                <a:lnTo>
                  <a:pt x="52834" y="59084"/>
                </a:lnTo>
                <a:lnTo>
                  <a:pt x="52834" y="58192"/>
                </a:lnTo>
                <a:lnTo>
                  <a:pt x="50155" y="58192"/>
                </a:lnTo>
                <a:lnTo>
                  <a:pt x="50155" y="59084"/>
                </a:lnTo>
                <a:lnTo>
                  <a:pt x="48369" y="59084"/>
                </a:lnTo>
                <a:lnTo>
                  <a:pt x="48369" y="58192"/>
                </a:lnTo>
                <a:lnTo>
                  <a:pt x="46583" y="58192"/>
                </a:lnTo>
                <a:lnTo>
                  <a:pt x="46583" y="57299"/>
                </a:lnTo>
                <a:lnTo>
                  <a:pt x="45690" y="57299"/>
                </a:lnTo>
                <a:lnTo>
                  <a:pt x="45690" y="56406"/>
                </a:lnTo>
                <a:lnTo>
                  <a:pt x="44797" y="56406"/>
                </a:lnTo>
                <a:lnTo>
                  <a:pt x="44797" y="57299"/>
                </a:lnTo>
                <a:lnTo>
                  <a:pt x="43904" y="57299"/>
                </a:lnTo>
                <a:lnTo>
                  <a:pt x="43904" y="58192"/>
                </a:lnTo>
                <a:lnTo>
                  <a:pt x="42118" y="58192"/>
                </a:lnTo>
                <a:lnTo>
                  <a:pt x="42118" y="57299"/>
                </a:lnTo>
                <a:lnTo>
                  <a:pt x="41225" y="57299"/>
                </a:lnTo>
                <a:lnTo>
                  <a:pt x="41225" y="55513"/>
                </a:lnTo>
                <a:lnTo>
                  <a:pt x="42118" y="55513"/>
                </a:lnTo>
                <a:lnTo>
                  <a:pt x="42118" y="54620"/>
                </a:lnTo>
                <a:lnTo>
                  <a:pt x="44797" y="54620"/>
                </a:lnTo>
                <a:lnTo>
                  <a:pt x="44797" y="55513"/>
                </a:lnTo>
                <a:lnTo>
                  <a:pt x="46583" y="55513"/>
                </a:lnTo>
                <a:lnTo>
                  <a:pt x="46583" y="54620"/>
                </a:lnTo>
                <a:lnTo>
                  <a:pt x="51941" y="54620"/>
                </a:lnTo>
                <a:lnTo>
                  <a:pt x="51941" y="55513"/>
                </a:lnTo>
                <a:lnTo>
                  <a:pt x="54619" y="55513"/>
                </a:lnTo>
                <a:lnTo>
                  <a:pt x="54619" y="54620"/>
                </a:lnTo>
                <a:lnTo>
                  <a:pt x="62656" y="54620"/>
                </a:lnTo>
                <a:lnTo>
                  <a:pt x="62656" y="55513"/>
                </a:lnTo>
                <a:lnTo>
                  <a:pt x="65335" y="55513"/>
                </a:lnTo>
                <a:lnTo>
                  <a:pt x="65335" y="56406"/>
                </a:lnTo>
                <a:lnTo>
                  <a:pt x="66228" y="56406"/>
                </a:lnTo>
                <a:lnTo>
                  <a:pt x="66228" y="55513"/>
                </a:lnTo>
                <a:lnTo>
                  <a:pt x="67121" y="55513"/>
                </a:lnTo>
                <a:lnTo>
                  <a:pt x="67121" y="54620"/>
                </a:lnTo>
                <a:lnTo>
                  <a:pt x="69949" y="54620"/>
                </a:lnTo>
                <a:lnTo>
                  <a:pt x="69949" y="55513"/>
                </a:lnTo>
                <a:lnTo>
                  <a:pt x="70842" y="55513"/>
                </a:lnTo>
                <a:lnTo>
                  <a:pt x="70842" y="56406"/>
                </a:lnTo>
                <a:lnTo>
                  <a:pt x="71735" y="56406"/>
                </a:lnTo>
                <a:lnTo>
                  <a:pt x="71735" y="53727"/>
                </a:lnTo>
                <a:lnTo>
                  <a:pt x="72628" y="53727"/>
                </a:lnTo>
                <a:lnTo>
                  <a:pt x="72628" y="49262"/>
                </a:lnTo>
                <a:lnTo>
                  <a:pt x="73521" y="49262"/>
                </a:lnTo>
                <a:lnTo>
                  <a:pt x="73521" y="40332"/>
                </a:lnTo>
                <a:lnTo>
                  <a:pt x="74414" y="40332"/>
                </a:lnTo>
                <a:lnTo>
                  <a:pt x="74414" y="38546"/>
                </a:lnTo>
                <a:lnTo>
                  <a:pt x="75307" y="38546"/>
                </a:lnTo>
                <a:lnTo>
                  <a:pt x="75307" y="37653"/>
                </a:lnTo>
                <a:lnTo>
                  <a:pt x="78878" y="37653"/>
                </a:lnTo>
                <a:lnTo>
                  <a:pt x="78878" y="35867"/>
                </a:lnTo>
                <a:lnTo>
                  <a:pt x="77985" y="35867"/>
                </a:lnTo>
                <a:lnTo>
                  <a:pt x="77985" y="33188"/>
                </a:lnTo>
                <a:lnTo>
                  <a:pt x="77092" y="33188"/>
                </a:lnTo>
                <a:lnTo>
                  <a:pt x="77092" y="29617"/>
                </a:lnTo>
                <a:lnTo>
                  <a:pt x="77985" y="29617"/>
                </a:lnTo>
                <a:lnTo>
                  <a:pt x="77985" y="27831"/>
                </a:lnTo>
                <a:lnTo>
                  <a:pt x="78878" y="27831"/>
                </a:lnTo>
                <a:lnTo>
                  <a:pt x="78878" y="26045"/>
                </a:lnTo>
                <a:lnTo>
                  <a:pt x="79771" y="26045"/>
                </a:lnTo>
                <a:lnTo>
                  <a:pt x="79771" y="16966"/>
                </a:lnTo>
                <a:lnTo>
                  <a:pt x="80664" y="16966"/>
                </a:lnTo>
                <a:lnTo>
                  <a:pt x="80664" y="14287"/>
                </a:lnTo>
                <a:lnTo>
                  <a:pt x="81557" y="14287"/>
                </a:lnTo>
                <a:lnTo>
                  <a:pt x="81557" y="11608"/>
                </a:lnTo>
                <a:lnTo>
                  <a:pt x="82450" y="11608"/>
                </a:lnTo>
                <a:lnTo>
                  <a:pt x="82450" y="9822"/>
                </a:lnTo>
                <a:lnTo>
                  <a:pt x="81557" y="9822"/>
                </a:lnTo>
                <a:lnTo>
                  <a:pt x="81557" y="7143"/>
                </a:lnTo>
                <a:lnTo>
                  <a:pt x="79771" y="7143"/>
                </a:lnTo>
                <a:lnTo>
                  <a:pt x="79771" y="6251"/>
                </a:lnTo>
                <a:lnTo>
                  <a:pt x="78878" y="6251"/>
                </a:lnTo>
                <a:lnTo>
                  <a:pt x="78878" y="1786"/>
                </a:lnTo>
                <a:lnTo>
                  <a:pt x="79771" y="1786"/>
                </a:lnTo>
                <a:lnTo>
                  <a:pt x="79771" y="893"/>
                </a:lnTo>
                <a:lnTo>
                  <a:pt x="83343" y="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52CDF65-B124-7015-1220-3FE69D89F67B}"/>
              </a:ext>
            </a:extLst>
          </p:cNvPr>
          <p:cNvSpPr txBox="1"/>
          <p:nvPr/>
        </p:nvSpPr>
        <p:spPr>
          <a:xfrm>
            <a:off x="4665647" y="1772342"/>
            <a:ext cx="137369" cy="136624"/>
          </a:xfrm>
          <a:custGeom>
            <a:avLst/>
            <a:gdLst/>
            <a:ahLst/>
            <a:cxnLst/>
            <a:rect l="l" t="t" r="r" b="b"/>
            <a:pathLst>
              <a:path w="137369" h="136624">
                <a:moveTo>
                  <a:pt x="40928" y="98227"/>
                </a:moveTo>
                <a:lnTo>
                  <a:pt x="46732" y="98227"/>
                </a:lnTo>
                <a:lnTo>
                  <a:pt x="46732" y="99268"/>
                </a:lnTo>
                <a:lnTo>
                  <a:pt x="47774" y="99268"/>
                </a:lnTo>
                <a:lnTo>
                  <a:pt x="47774" y="100608"/>
                </a:lnTo>
                <a:lnTo>
                  <a:pt x="46732" y="100608"/>
                </a:lnTo>
                <a:lnTo>
                  <a:pt x="46732" y="102543"/>
                </a:lnTo>
                <a:lnTo>
                  <a:pt x="42863" y="102543"/>
                </a:lnTo>
                <a:lnTo>
                  <a:pt x="42863" y="103584"/>
                </a:lnTo>
                <a:lnTo>
                  <a:pt x="41970" y="103584"/>
                </a:lnTo>
                <a:lnTo>
                  <a:pt x="41970" y="105519"/>
                </a:lnTo>
                <a:lnTo>
                  <a:pt x="40928" y="105519"/>
                </a:lnTo>
                <a:lnTo>
                  <a:pt x="40928" y="104477"/>
                </a:lnTo>
                <a:lnTo>
                  <a:pt x="38993" y="104477"/>
                </a:lnTo>
                <a:lnTo>
                  <a:pt x="38993" y="102543"/>
                </a:lnTo>
                <a:lnTo>
                  <a:pt x="36017" y="102543"/>
                </a:lnTo>
                <a:lnTo>
                  <a:pt x="36017" y="104477"/>
                </a:lnTo>
                <a:lnTo>
                  <a:pt x="35124" y="104477"/>
                </a:lnTo>
                <a:lnTo>
                  <a:pt x="35124" y="105519"/>
                </a:lnTo>
                <a:lnTo>
                  <a:pt x="34082" y="105519"/>
                </a:lnTo>
                <a:lnTo>
                  <a:pt x="34082" y="107454"/>
                </a:lnTo>
                <a:lnTo>
                  <a:pt x="33189" y="107454"/>
                </a:lnTo>
                <a:lnTo>
                  <a:pt x="33189" y="108347"/>
                </a:lnTo>
                <a:lnTo>
                  <a:pt x="32147" y="108347"/>
                </a:lnTo>
                <a:lnTo>
                  <a:pt x="32147" y="109389"/>
                </a:lnTo>
                <a:lnTo>
                  <a:pt x="30212" y="109389"/>
                </a:lnTo>
                <a:lnTo>
                  <a:pt x="30212" y="110282"/>
                </a:lnTo>
                <a:lnTo>
                  <a:pt x="29319" y="110282"/>
                </a:lnTo>
                <a:lnTo>
                  <a:pt x="29319" y="111323"/>
                </a:lnTo>
                <a:lnTo>
                  <a:pt x="28278" y="111323"/>
                </a:lnTo>
                <a:lnTo>
                  <a:pt x="28278" y="112365"/>
                </a:lnTo>
                <a:lnTo>
                  <a:pt x="27385" y="112365"/>
                </a:lnTo>
                <a:lnTo>
                  <a:pt x="27385" y="113258"/>
                </a:lnTo>
                <a:lnTo>
                  <a:pt x="23366" y="113258"/>
                </a:lnTo>
                <a:lnTo>
                  <a:pt x="23366" y="114300"/>
                </a:lnTo>
                <a:lnTo>
                  <a:pt x="22473" y="114300"/>
                </a:lnTo>
                <a:lnTo>
                  <a:pt x="22473" y="115193"/>
                </a:lnTo>
                <a:lnTo>
                  <a:pt x="21432" y="115193"/>
                </a:lnTo>
                <a:lnTo>
                  <a:pt x="21432" y="116235"/>
                </a:lnTo>
                <a:lnTo>
                  <a:pt x="19497" y="116235"/>
                </a:lnTo>
                <a:lnTo>
                  <a:pt x="19497" y="117128"/>
                </a:lnTo>
                <a:lnTo>
                  <a:pt x="18604" y="117128"/>
                </a:lnTo>
                <a:lnTo>
                  <a:pt x="18604" y="118170"/>
                </a:lnTo>
                <a:lnTo>
                  <a:pt x="15627" y="118170"/>
                </a:lnTo>
                <a:lnTo>
                  <a:pt x="15627" y="119063"/>
                </a:lnTo>
                <a:lnTo>
                  <a:pt x="14734" y="119063"/>
                </a:lnTo>
                <a:lnTo>
                  <a:pt x="14734" y="120104"/>
                </a:lnTo>
                <a:lnTo>
                  <a:pt x="13693" y="120104"/>
                </a:lnTo>
                <a:lnTo>
                  <a:pt x="13693" y="120997"/>
                </a:lnTo>
                <a:lnTo>
                  <a:pt x="12800" y="120997"/>
                </a:lnTo>
                <a:lnTo>
                  <a:pt x="12800" y="122039"/>
                </a:lnTo>
                <a:lnTo>
                  <a:pt x="11758" y="122039"/>
                </a:lnTo>
                <a:lnTo>
                  <a:pt x="11758" y="122932"/>
                </a:lnTo>
                <a:lnTo>
                  <a:pt x="6846" y="122932"/>
                </a:lnTo>
                <a:lnTo>
                  <a:pt x="6846" y="122039"/>
                </a:lnTo>
                <a:lnTo>
                  <a:pt x="5805" y="122039"/>
                </a:lnTo>
                <a:lnTo>
                  <a:pt x="5805" y="120997"/>
                </a:lnTo>
                <a:lnTo>
                  <a:pt x="3870" y="120997"/>
                </a:lnTo>
                <a:lnTo>
                  <a:pt x="3870" y="120104"/>
                </a:lnTo>
                <a:lnTo>
                  <a:pt x="2977" y="120104"/>
                </a:lnTo>
                <a:lnTo>
                  <a:pt x="2977" y="116235"/>
                </a:lnTo>
                <a:lnTo>
                  <a:pt x="1935" y="116235"/>
                </a:lnTo>
                <a:lnTo>
                  <a:pt x="1935" y="114300"/>
                </a:lnTo>
                <a:lnTo>
                  <a:pt x="1042" y="114300"/>
                </a:lnTo>
                <a:lnTo>
                  <a:pt x="1042" y="112365"/>
                </a:lnTo>
                <a:lnTo>
                  <a:pt x="0" y="112365"/>
                </a:lnTo>
                <a:lnTo>
                  <a:pt x="0" y="111919"/>
                </a:lnTo>
                <a:lnTo>
                  <a:pt x="1042" y="111919"/>
                </a:lnTo>
                <a:lnTo>
                  <a:pt x="1042" y="109389"/>
                </a:lnTo>
                <a:lnTo>
                  <a:pt x="0" y="109389"/>
                </a:lnTo>
                <a:lnTo>
                  <a:pt x="0" y="108049"/>
                </a:lnTo>
                <a:lnTo>
                  <a:pt x="1042" y="108049"/>
                </a:lnTo>
                <a:lnTo>
                  <a:pt x="1042" y="105073"/>
                </a:lnTo>
                <a:lnTo>
                  <a:pt x="2977" y="105073"/>
                </a:lnTo>
                <a:lnTo>
                  <a:pt x="2977" y="104180"/>
                </a:lnTo>
                <a:lnTo>
                  <a:pt x="8781" y="104180"/>
                </a:lnTo>
                <a:lnTo>
                  <a:pt x="8781" y="103138"/>
                </a:lnTo>
                <a:lnTo>
                  <a:pt x="10716" y="103138"/>
                </a:lnTo>
                <a:lnTo>
                  <a:pt x="10716" y="104180"/>
                </a:lnTo>
                <a:lnTo>
                  <a:pt x="14734" y="104180"/>
                </a:lnTo>
                <a:lnTo>
                  <a:pt x="14734" y="105073"/>
                </a:lnTo>
                <a:lnTo>
                  <a:pt x="16520" y="105073"/>
                </a:lnTo>
                <a:lnTo>
                  <a:pt x="16520" y="104180"/>
                </a:lnTo>
                <a:lnTo>
                  <a:pt x="18455" y="104180"/>
                </a:lnTo>
                <a:lnTo>
                  <a:pt x="18455" y="103138"/>
                </a:lnTo>
                <a:lnTo>
                  <a:pt x="21432" y="103138"/>
                </a:lnTo>
                <a:lnTo>
                  <a:pt x="21432" y="102245"/>
                </a:lnTo>
                <a:lnTo>
                  <a:pt x="22325" y="102245"/>
                </a:lnTo>
                <a:lnTo>
                  <a:pt x="22325" y="101203"/>
                </a:lnTo>
                <a:lnTo>
                  <a:pt x="22473" y="101203"/>
                </a:lnTo>
                <a:lnTo>
                  <a:pt x="22473" y="102245"/>
                </a:lnTo>
                <a:lnTo>
                  <a:pt x="24408" y="102245"/>
                </a:lnTo>
                <a:lnTo>
                  <a:pt x="24408" y="103138"/>
                </a:lnTo>
                <a:lnTo>
                  <a:pt x="28278" y="103138"/>
                </a:lnTo>
                <a:lnTo>
                  <a:pt x="28278" y="102245"/>
                </a:lnTo>
                <a:lnTo>
                  <a:pt x="34082" y="102245"/>
                </a:lnTo>
                <a:lnTo>
                  <a:pt x="34082" y="101203"/>
                </a:lnTo>
                <a:lnTo>
                  <a:pt x="36017" y="101203"/>
                </a:lnTo>
                <a:lnTo>
                  <a:pt x="36017" y="100310"/>
                </a:lnTo>
                <a:lnTo>
                  <a:pt x="36910" y="100310"/>
                </a:lnTo>
                <a:lnTo>
                  <a:pt x="36910" y="99268"/>
                </a:lnTo>
                <a:lnTo>
                  <a:pt x="40928" y="99268"/>
                </a:lnTo>
                <a:close/>
                <a:moveTo>
                  <a:pt x="99269" y="52536"/>
                </a:moveTo>
                <a:lnTo>
                  <a:pt x="103287" y="52536"/>
                </a:lnTo>
                <a:lnTo>
                  <a:pt x="103287" y="53578"/>
                </a:lnTo>
                <a:lnTo>
                  <a:pt x="106115" y="53578"/>
                </a:lnTo>
                <a:lnTo>
                  <a:pt x="106115" y="54471"/>
                </a:lnTo>
                <a:lnTo>
                  <a:pt x="107157" y="54471"/>
                </a:lnTo>
                <a:lnTo>
                  <a:pt x="107157" y="55513"/>
                </a:lnTo>
                <a:lnTo>
                  <a:pt x="108050" y="55513"/>
                </a:lnTo>
                <a:lnTo>
                  <a:pt x="108050" y="56406"/>
                </a:lnTo>
                <a:lnTo>
                  <a:pt x="112068" y="56406"/>
                </a:lnTo>
                <a:lnTo>
                  <a:pt x="112068" y="57448"/>
                </a:lnTo>
                <a:lnTo>
                  <a:pt x="116830" y="57448"/>
                </a:lnTo>
                <a:lnTo>
                  <a:pt x="116830" y="58341"/>
                </a:lnTo>
                <a:lnTo>
                  <a:pt x="117872" y="58341"/>
                </a:lnTo>
                <a:lnTo>
                  <a:pt x="117872" y="58787"/>
                </a:lnTo>
                <a:lnTo>
                  <a:pt x="116830" y="58787"/>
                </a:lnTo>
                <a:lnTo>
                  <a:pt x="116830" y="60275"/>
                </a:lnTo>
                <a:lnTo>
                  <a:pt x="119807" y="60275"/>
                </a:lnTo>
                <a:lnTo>
                  <a:pt x="119807" y="61317"/>
                </a:lnTo>
                <a:lnTo>
                  <a:pt x="120700" y="61317"/>
                </a:lnTo>
                <a:lnTo>
                  <a:pt x="120700" y="62210"/>
                </a:lnTo>
                <a:lnTo>
                  <a:pt x="121742" y="62210"/>
                </a:lnTo>
                <a:lnTo>
                  <a:pt x="121742" y="63252"/>
                </a:lnTo>
                <a:lnTo>
                  <a:pt x="122635" y="63252"/>
                </a:lnTo>
                <a:lnTo>
                  <a:pt x="122635" y="64294"/>
                </a:lnTo>
                <a:lnTo>
                  <a:pt x="124718" y="64294"/>
                </a:lnTo>
                <a:lnTo>
                  <a:pt x="124718" y="66229"/>
                </a:lnTo>
                <a:lnTo>
                  <a:pt x="125611" y="66229"/>
                </a:lnTo>
                <a:lnTo>
                  <a:pt x="125611" y="68461"/>
                </a:lnTo>
                <a:lnTo>
                  <a:pt x="123676" y="68461"/>
                </a:lnTo>
                <a:lnTo>
                  <a:pt x="123676" y="69503"/>
                </a:lnTo>
                <a:lnTo>
                  <a:pt x="122635" y="69503"/>
                </a:lnTo>
                <a:lnTo>
                  <a:pt x="122635" y="70991"/>
                </a:lnTo>
                <a:lnTo>
                  <a:pt x="123676" y="70991"/>
                </a:lnTo>
                <a:lnTo>
                  <a:pt x="123676" y="72033"/>
                </a:lnTo>
                <a:lnTo>
                  <a:pt x="124718" y="72033"/>
                </a:lnTo>
                <a:lnTo>
                  <a:pt x="124718" y="75307"/>
                </a:lnTo>
                <a:lnTo>
                  <a:pt x="123676" y="75307"/>
                </a:lnTo>
                <a:lnTo>
                  <a:pt x="123676" y="76349"/>
                </a:lnTo>
                <a:lnTo>
                  <a:pt x="122635" y="76349"/>
                </a:lnTo>
                <a:lnTo>
                  <a:pt x="122635" y="77242"/>
                </a:lnTo>
                <a:lnTo>
                  <a:pt x="121742" y="77242"/>
                </a:lnTo>
                <a:lnTo>
                  <a:pt x="121742" y="78284"/>
                </a:lnTo>
                <a:lnTo>
                  <a:pt x="119807" y="78284"/>
                </a:lnTo>
                <a:lnTo>
                  <a:pt x="119807" y="79177"/>
                </a:lnTo>
                <a:lnTo>
                  <a:pt x="116830" y="79177"/>
                </a:lnTo>
                <a:lnTo>
                  <a:pt x="116830" y="78284"/>
                </a:lnTo>
                <a:lnTo>
                  <a:pt x="114896" y="78284"/>
                </a:lnTo>
                <a:lnTo>
                  <a:pt x="114896" y="77242"/>
                </a:lnTo>
                <a:lnTo>
                  <a:pt x="112961" y="77242"/>
                </a:lnTo>
                <a:lnTo>
                  <a:pt x="112961" y="76349"/>
                </a:lnTo>
                <a:lnTo>
                  <a:pt x="111919" y="76349"/>
                </a:lnTo>
                <a:lnTo>
                  <a:pt x="111919" y="74414"/>
                </a:lnTo>
                <a:lnTo>
                  <a:pt x="110877" y="74414"/>
                </a:lnTo>
                <a:lnTo>
                  <a:pt x="110877" y="73372"/>
                </a:lnTo>
                <a:lnTo>
                  <a:pt x="108050" y="73372"/>
                </a:lnTo>
                <a:lnTo>
                  <a:pt x="108050" y="72331"/>
                </a:lnTo>
                <a:lnTo>
                  <a:pt x="107008" y="72331"/>
                </a:lnTo>
                <a:lnTo>
                  <a:pt x="107008" y="70991"/>
                </a:lnTo>
                <a:lnTo>
                  <a:pt x="108050" y="70991"/>
                </a:lnTo>
                <a:lnTo>
                  <a:pt x="108050" y="69056"/>
                </a:lnTo>
                <a:lnTo>
                  <a:pt x="108943" y="69056"/>
                </a:lnTo>
                <a:lnTo>
                  <a:pt x="108943" y="65633"/>
                </a:lnTo>
                <a:lnTo>
                  <a:pt x="108050" y="65633"/>
                </a:lnTo>
                <a:lnTo>
                  <a:pt x="108050" y="64591"/>
                </a:lnTo>
                <a:lnTo>
                  <a:pt x="107008" y="64591"/>
                </a:lnTo>
                <a:lnTo>
                  <a:pt x="107008" y="60722"/>
                </a:lnTo>
                <a:lnTo>
                  <a:pt x="106115" y="60722"/>
                </a:lnTo>
                <a:lnTo>
                  <a:pt x="106115" y="59680"/>
                </a:lnTo>
                <a:lnTo>
                  <a:pt x="104180" y="59680"/>
                </a:lnTo>
                <a:lnTo>
                  <a:pt x="104180" y="58787"/>
                </a:lnTo>
                <a:lnTo>
                  <a:pt x="103138" y="58787"/>
                </a:lnTo>
                <a:lnTo>
                  <a:pt x="103138" y="57745"/>
                </a:lnTo>
                <a:lnTo>
                  <a:pt x="98227" y="57745"/>
                </a:lnTo>
                <a:lnTo>
                  <a:pt x="98227" y="56852"/>
                </a:lnTo>
                <a:lnTo>
                  <a:pt x="97334" y="56852"/>
                </a:lnTo>
                <a:lnTo>
                  <a:pt x="97334" y="54471"/>
                </a:lnTo>
                <a:lnTo>
                  <a:pt x="98227" y="54471"/>
                </a:lnTo>
                <a:lnTo>
                  <a:pt x="98227" y="53578"/>
                </a:lnTo>
                <a:lnTo>
                  <a:pt x="99269" y="53578"/>
                </a:lnTo>
                <a:close/>
                <a:moveTo>
                  <a:pt x="29171" y="0"/>
                </a:moveTo>
                <a:lnTo>
                  <a:pt x="32147" y="0"/>
                </a:lnTo>
                <a:lnTo>
                  <a:pt x="32147" y="1042"/>
                </a:lnTo>
                <a:lnTo>
                  <a:pt x="33189" y="1042"/>
                </a:lnTo>
                <a:lnTo>
                  <a:pt x="33189" y="1935"/>
                </a:lnTo>
                <a:lnTo>
                  <a:pt x="35124" y="1935"/>
                </a:lnTo>
                <a:lnTo>
                  <a:pt x="35124" y="2977"/>
                </a:lnTo>
                <a:lnTo>
                  <a:pt x="37059" y="2977"/>
                </a:lnTo>
                <a:lnTo>
                  <a:pt x="37059" y="3870"/>
                </a:lnTo>
                <a:lnTo>
                  <a:pt x="38993" y="3870"/>
                </a:lnTo>
                <a:lnTo>
                  <a:pt x="38993" y="4911"/>
                </a:lnTo>
                <a:lnTo>
                  <a:pt x="40035" y="4911"/>
                </a:lnTo>
                <a:lnTo>
                  <a:pt x="40035" y="5804"/>
                </a:lnTo>
                <a:lnTo>
                  <a:pt x="40928" y="5804"/>
                </a:lnTo>
                <a:lnTo>
                  <a:pt x="40928" y="8781"/>
                </a:lnTo>
                <a:lnTo>
                  <a:pt x="41970" y="8781"/>
                </a:lnTo>
                <a:lnTo>
                  <a:pt x="41970" y="17859"/>
                </a:lnTo>
                <a:lnTo>
                  <a:pt x="40035" y="17859"/>
                </a:lnTo>
                <a:lnTo>
                  <a:pt x="40035" y="18901"/>
                </a:lnTo>
                <a:lnTo>
                  <a:pt x="38100" y="18901"/>
                </a:lnTo>
                <a:lnTo>
                  <a:pt x="38100" y="19794"/>
                </a:lnTo>
                <a:lnTo>
                  <a:pt x="36017" y="19794"/>
                </a:lnTo>
                <a:lnTo>
                  <a:pt x="36017" y="20836"/>
                </a:lnTo>
                <a:lnTo>
                  <a:pt x="35124" y="20836"/>
                </a:lnTo>
                <a:lnTo>
                  <a:pt x="35124" y="21729"/>
                </a:lnTo>
                <a:lnTo>
                  <a:pt x="34082" y="21729"/>
                </a:lnTo>
                <a:lnTo>
                  <a:pt x="34082" y="22771"/>
                </a:lnTo>
                <a:lnTo>
                  <a:pt x="32147" y="22771"/>
                </a:lnTo>
                <a:lnTo>
                  <a:pt x="32147" y="25747"/>
                </a:lnTo>
                <a:lnTo>
                  <a:pt x="31254" y="25747"/>
                </a:lnTo>
                <a:lnTo>
                  <a:pt x="31254" y="26640"/>
                </a:lnTo>
                <a:lnTo>
                  <a:pt x="30212" y="26640"/>
                </a:lnTo>
                <a:lnTo>
                  <a:pt x="30212" y="30510"/>
                </a:lnTo>
                <a:lnTo>
                  <a:pt x="28278" y="30510"/>
                </a:lnTo>
                <a:lnTo>
                  <a:pt x="28278" y="32445"/>
                </a:lnTo>
                <a:lnTo>
                  <a:pt x="27385" y="32445"/>
                </a:lnTo>
                <a:lnTo>
                  <a:pt x="27385" y="33486"/>
                </a:lnTo>
                <a:lnTo>
                  <a:pt x="26343" y="33486"/>
                </a:lnTo>
                <a:lnTo>
                  <a:pt x="26343" y="34379"/>
                </a:lnTo>
                <a:lnTo>
                  <a:pt x="25450" y="34379"/>
                </a:lnTo>
                <a:lnTo>
                  <a:pt x="25450" y="36314"/>
                </a:lnTo>
                <a:lnTo>
                  <a:pt x="24408" y="36314"/>
                </a:lnTo>
                <a:lnTo>
                  <a:pt x="24408" y="38398"/>
                </a:lnTo>
                <a:lnTo>
                  <a:pt x="23366" y="38398"/>
                </a:lnTo>
                <a:lnTo>
                  <a:pt x="23366" y="39291"/>
                </a:lnTo>
                <a:lnTo>
                  <a:pt x="22473" y="39291"/>
                </a:lnTo>
                <a:lnTo>
                  <a:pt x="22473" y="40332"/>
                </a:lnTo>
                <a:lnTo>
                  <a:pt x="21432" y="40332"/>
                </a:lnTo>
                <a:lnTo>
                  <a:pt x="21432" y="41225"/>
                </a:lnTo>
                <a:lnTo>
                  <a:pt x="20539" y="41225"/>
                </a:lnTo>
                <a:lnTo>
                  <a:pt x="20539" y="42267"/>
                </a:lnTo>
                <a:lnTo>
                  <a:pt x="18604" y="42267"/>
                </a:lnTo>
                <a:lnTo>
                  <a:pt x="18604" y="43160"/>
                </a:lnTo>
                <a:lnTo>
                  <a:pt x="17562" y="43160"/>
                </a:lnTo>
                <a:lnTo>
                  <a:pt x="17562" y="44202"/>
                </a:lnTo>
                <a:lnTo>
                  <a:pt x="16669" y="44202"/>
                </a:lnTo>
                <a:lnTo>
                  <a:pt x="16669" y="47625"/>
                </a:lnTo>
                <a:lnTo>
                  <a:pt x="17562" y="47625"/>
                </a:lnTo>
                <a:lnTo>
                  <a:pt x="17562" y="48667"/>
                </a:lnTo>
                <a:lnTo>
                  <a:pt x="21432" y="48667"/>
                </a:lnTo>
                <a:lnTo>
                  <a:pt x="21432" y="49560"/>
                </a:lnTo>
                <a:lnTo>
                  <a:pt x="26343" y="49560"/>
                </a:lnTo>
                <a:lnTo>
                  <a:pt x="26343" y="50602"/>
                </a:lnTo>
                <a:lnTo>
                  <a:pt x="27385" y="50602"/>
                </a:lnTo>
                <a:lnTo>
                  <a:pt x="27385" y="51643"/>
                </a:lnTo>
                <a:lnTo>
                  <a:pt x="30212" y="51643"/>
                </a:lnTo>
                <a:lnTo>
                  <a:pt x="30212" y="48667"/>
                </a:lnTo>
                <a:lnTo>
                  <a:pt x="31105" y="48667"/>
                </a:lnTo>
                <a:lnTo>
                  <a:pt x="31105" y="47625"/>
                </a:lnTo>
                <a:lnTo>
                  <a:pt x="32147" y="47625"/>
                </a:lnTo>
                <a:lnTo>
                  <a:pt x="32147" y="46732"/>
                </a:lnTo>
                <a:lnTo>
                  <a:pt x="34975" y="46732"/>
                </a:lnTo>
                <a:lnTo>
                  <a:pt x="34975" y="45690"/>
                </a:lnTo>
                <a:lnTo>
                  <a:pt x="36017" y="45690"/>
                </a:lnTo>
                <a:lnTo>
                  <a:pt x="36017" y="41821"/>
                </a:lnTo>
                <a:lnTo>
                  <a:pt x="36910" y="41821"/>
                </a:lnTo>
                <a:lnTo>
                  <a:pt x="36910" y="38993"/>
                </a:lnTo>
                <a:lnTo>
                  <a:pt x="37951" y="38993"/>
                </a:lnTo>
                <a:lnTo>
                  <a:pt x="37951" y="36909"/>
                </a:lnTo>
                <a:lnTo>
                  <a:pt x="38993" y="36909"/>
                </a:lnTo>
                <a:lnTo>
                  <a:pt x="38993" y="34975"/>
                </a:lnTo>
                <a:lnTo>
                  <a:pt x="39886" y="34975"/>
                </a:lnTo>
                <a:lnTo>
                  <a:pt x="39886" y="34082"/>
                </a:lnTo>
                <a:lnTo>
                  <a:pt x="40928" y="34082"/>
                </a:lnTo>
                <a:lnTo>
                  <a:pt x="40928" y="33040"/>
                </a:lnTo>
                <a:lnTo>
                  <a:pt x="41821" y="33040"/>
                </a:lnTo>
                <a:lnTo>
                  <a:pt x="41821" y="31105"/>
                </a:lnTo>
                <a:lnTo>
                  <a:pt x="44798" y="31105"/>
                </a:lnTo>
                <a:lnTo>
                  <a:pt x="44798" y="32147"/>
                </a:lnTo>
                <a:lnTo>
                  <a:pt x="45839" y="32147"/>
                </a:lnTo>
                <a:lnTo>
                  <a:pt x="45839" y="33040"/>
                </a:lnTo>
                <a:lnTo>
                  <a:pt x="46732" y="33040"/>
                </a:lnTo>
                <a:lnTo>
                  <a:pt x="46732" y="34082"/>
                </a:lnTo>
                <a:lnTo>
                  <a:pt x="47774" y="34082"/>
                </a:lnTo>
                <a:lnTo>
                  <a:pt x="47774" y="34975"/>
                </a:lnTo>
                <a:lnTo>
                  <a:pt x="48667" y="34975"/>
                </a:lnTo>
                <a:lnTo>
                  <a:pt x="48667" y="38993"/>
                </a:lnTo>
                <a:lnTo>
                  <a:pt x="49709" y="38993"/>
                </a:lnTo>
                <a:lnTo>
                  <a:pt x="49709" y="39886"/>
                </a:lnTo>
                <a:lnTo>
                  <a:pt x="51644" y="39886"/>
                </a:lnTo>
                <a:lnTo>
                  <a:pt x="51644" y="42267"/>
                </a:lnTo>
                <a:lnTo>
                  <a:pt x="50751" y="42267"/>
                </a:lnTo>
                <a:lnTo>
                  <a:pt x="50751" y="43160"/>
                </a:lnTo>
                <a:lnTo>
                  <a:pt x="49709" y="43160"/>
                </a:lnTo>
                <a:lnTo>
                  <a:pt x="49709" y="44202"/>
                </a:lnTo>
                <a:lnTo>
                  <a:pt x="48667" y="44202"/>
                </a:lnTo>
                <a:lnTo>
                  <a:pt x="48667" y="45095"/>
                </a:lnTo>
                <a:lnTo>
                  <a:pt x="46732" y="45095"/>
                </a:lnTo>
                <a:lnTo>
                  <a:pt x="46732" y="46137"/>
                </a:lnTo>
                <a:lnTo>
                  <a:pt x="45839" y="46137"/>
                </a:lnTo>
                <a:lnTo>
                  <a:pt x="45839" y="48965"/>
                </a:lnTo>
                <a:lnTo>
                  <a:pt x="44798" y="48965"/>
                </a:lnTo>
                <a:lnTo>
                  <a:pt x="44798" y="50006"/>
                </a:lnTo>
                <a:lnTo>
                  <a:pt x="42863" y="50006"/>
                </a:lnTo>
                <a:lnTo>
                  <a:pt x="42863" y="51941"/>
                </a:lnTo>
                <a:lnTo>
                  <a:pt x="40928" y="51941"/>
                </a:lnTo>
                <a:lnTo>
                  <a:pt x="40928" y="52983"/>
                </a:lnTo>
                <a:lnTo>
                  <a:pt x="40035" y="52983"/>
                </a:lnTo>
                <a:lnTo>
                  <a:pt x="40035" y="54918"/>
                </a:lnTo>
                <a:lnTo>
                  <a:pt x="38993" y="54918"/>
                </a:lnTo>
                <a:lnTo>
                  <a:pt x="38993" y="55811"/>
                </a:lnTo>
                <a:lnTo>
                  <a:pt x="38100" y="55811"/>
                </a:lnTo>
                <a:lnTo>
                  <a:pt x="38100" y="56852"/>
                </a:lnTo>
                <a:lnTo>
                  <a:pt x="37059" y="56852"/>
                </a:lnTo>
                <a:lnTo>
                  <a:pt x="37059" y="57745"/>
                </a:lnTo>
                <a:lnTo>
                  <a:pt x="36017" y="57745"/>
                </a:lnTo>
                <a:lnTo>
                  <a:pt x="36017" y="58787"/>
                </a:lnTo>
                <a:lnTo>
                  <a:pt x="35124" y="58787"/>
                </a:lnTo>
                <a:lnTo>
                  <a:pt x="35124" y="60722"/>
                </a:lnTo>
                <a:lnTo>
                  <a:pt x="34082" y="60722"/>
                </a:lnTo>
                <a:lnTo>
                  <a:pt x="34082" y="61615"/>
                </a:lnTo>
                <a:lnTo>
                  <a:pt x="32147" y="61615"/>
                </a:lnTo>
                <a:lnTo>
                  <a:pt x="32147" y="62657"/>
                </a:lnTo>
                <a:lnTo>
                  <a:pt x="31254" y="62657"/>
                </a:lnTo>
                <a:lnTo>
                  <a:pt x="31254" y="64591"/>
                </a:lnTo>
                <a:lnTo>
                  <a:pt x="30212" y="64591"/>
                </a:lnTo>
                <a:lnTo>
                  <a:pt x="30212" y="66526"/>
                </a:lnTo>
                <a:lnTo>
                  <a:pt x="29319" y="66526"/>
                </a:lnTo>
                <a:lnTo>
                  <a:pt x="29319" y="68461"/>
                </a:lnTo>
                <a:lnTo>
                  <a:pt x="28278" y="68461"/>
                </a:lnTo>
                <a:lnTo>
                  <a:pt x="28278" y="69503"/>
                </a:lnTo>
                <a:lnTo>
                  <a:pt x="26343" y="69503"/>
                </a:lnTo>
                <a:lnTo>
                  <a:pt x="26343" y="72033"/>
                </a:lnTo>
                <a:lnTo>
                  <a:pt x="27385" y="72033"/>
                </a:lnTo>
                <a:lnTo>
                  <a:pt x="27385" y="75902"/>
                </a:lnTo>
                <a:lnTo>
                  <a:pt x="28278" y="75902"/>
                </a:lnTo>
                <a:lnTo>
                  <a:pt x="28278" y="76944"/>
                </a:lnTo>
                <a:lnTo>
                  <a:pt x="30212" y="76944"/>
                </a:lnTo>
                <a:lnTo>
                  <a:pt x="30212" y="75902"/>
                </a:lnTo>
                <a:lnTo>
                  <a:pt x="37951" y="75902"/>
                </a:lnTo>
                <a:lnTo>
                  <a:pt x="37951" y="75009"/>
                </a:lnTo>
                <a:lnTo>
                  <a:pt x="40928" y="75009"/>
                </a:lnTo>
                <a:lnTo>
                  <a:pt x="40928" y="73968"/>
                </a:lnTo>
                <a:lnTo>
                  <a:pt x="45691" y="73968"/>
                </a:lnTo>
                <a:lnTo>
                  <a:pt x="45691" y="72926"/>
                </a:lnTo>
                <a:lnTo>
                  <a:pt x="46732" y="72926"/>
                </a:lnTo>
                <a:lnTo>
                  <a:pt x="46732" y="68163"/>
                </a:lnTo>
                <a:lnTo>
                  <a:pt x="47625" y="68163"/>
                </a:lnTo>
                <a:lnTo>
                  <a:pt x="47625" y="67122"/>
                </a:lnTo>
                <a:lnTo>
                  <a:pt x="48667" y="67122"/>
                </a:lnTo>
                <a:lnTo>
                  <a:pt x="48667" y="66229"/>
                </a:lnTo>
                <a:lnTo>
                  <a:pt x="49560" y="66229"/>
                </a:lnTo>
                <a:lnTo>
                  <a:pt x="49560" y="65187"/>
                </a:lnTo>
                <a:lnTo>
                  <a:pt x="52685" y="65187"/>
                </a:lnTo>
                <a:lnTo>
                  <a:pt x="52685" y="66229"/>
                </a:lnTo>
                <a:lnTo>
                  <a:pt x="54620" y="66229"/>
                </a:lnTo>
                <a:lnTo>
                  <a:pt x="54620" y="69056"/>
                </a:lnTo>
                <a:lnTo>
                  <a:pt x="58341" y="69056"/>
                </a:lnTo>
                <a:lnTo>
                  <a:pt x="58341" y="68163"/>
                </a:lnTo>
                <a:lnTo>
                  <a:pt x="59383" y="68163"/>
                </a:lnTo>
                <a:lnTo>
                  <a:pt x="59383" y="67122"/>
                </a:lnTo>
                <a:lnTo>
                  <a:pt x="60276" y="67122"/>
                </a:lnTo>
                <a:lnTo>
                  <a:pt x="60276" y="66229"/>
                </a:lnTo>
                <a:lnTo>
                  <a:pt x="61318" y="66229"/>
                </a:lnTo>
                <a:lnTo>
                  <a:pt x="61318" y="65187"/>
                </a:lnTo>
                <a:lnTo>
                  <a:pt x="62210" y="65187"/>
                </a:lnTo>
                <a:lnTo>
                  <a:pt x="62210" y="63698"/>
                </a:lnTo>
                <a:lnTo>
                  <a:pt x="61318" y="63698"/>
                </a:lnTo>
                <a:lnTo>
                  <a:pt x="61318" y="62657"/>
                </a:lnTo>
                <a:lnTo>
                  <a:pt x="60276" y="62657"/>
                </a:lnTo>
                <a:lnTo>
                  <a:pt x="60276" y="61615"/>
                </a:lnTo>
                <a:lnTo>
                  <a:pt x="59383" y="61615"/>
                </a:lnTo>
                <a:lnTo>
                  <a:pt x="59383" y="60275"/>
                </a:lnTo>
                <a:lnTo>
                  <a:pt x="60276" y="60275"/>
                </a:lnTo>
                <a:lnTo>
                  <a:pt x="60276" y="59382"/>
                </a:lnTo>
                <a:lnTo>
                  <a:pt x="61318" y="59382"/>
                </a:lnTo>
                <a:lnTo>
                  <a:pt x="61318" y="58341"/>
                </a:lnTo>
                <a:lnTo>
                  <a:pt x="62210" y="58341"/>
                </a:lnTo>
                <a:lnTo>
                  <a:pt x="62210" y="57448"/>
                </a:lnTo>
                <a:lnTo>
                  <a:pt x="64294" y="57448"/>
                </a:lnTo>
                <a:lnTo>
                  <a:pt x="64294" y="56406"/>
                </a:lnTo>
                <a:lnTo>
                  <a:pt x="65187" y="56406"/>
                </a:lnTo>
                <a:lnTo>
                  <a:pt x="65187" y="55513"/>
                </a:lnTo>
                <a:lnTo>
                  <a:pt x="66229" y="55513"/>
                </a:lnTo>
                <a:lnTo>
                  <a:pt x="66229" y="54471"/>
                </a:lnTo>
                <a:lnTo>
                  <a:pt x="67122" y="54471"/>
                </a:lnTo>
                <a:lnTo>
                  <a:pt x="67122" y="53578"/>
                </a:lnTo>
                <a:lnTo>
                  <a:pt x="67271" y="53578"/>
                </a:lnTo>
                <a:lnTo>
                  <a:pt x="67271" y="54471"/>
                </a:lnTo>
                <a:lnTo>
                  <a:pt x="68164" y="54471"/>
                </a:lnTo>
                <a:lnTo>
                  <a:pt x="68164" y="56406"/>
                </a:lnTo>
                <a:lnTo>
                  <a:pt x="70991" y="56406"/>
                </a:lnTo>
                <a:lnTo>
                  <a:pt x="70991" y="55513"/>
                </a:lnTo>
                <a:lnTo>
                  <a:pt x="72033" y="55513"/>
                </a:lnTo>
                <a:lnTo>
                  <a:pt x="72033" y="53876"/>
                </a:lnTo>
                <a:lnTo>
                  <a:pt x="70991" y="53876"/>
                </a:lnTo>
                <a:lnTo>
                  <a:pt x="70991" y="52983"/>
                </a:lnTo>
                <a:lnTo>
                  <a:pt x="68164" y="52983"/>
                </a:lnTo>
                <a:lnTo>
                  <a:pt x="68164" y="51643"/>
                </a:lnTo>
                <a:lnTo>
                  <a:pt x="69057" y="51643"/>
                </a:lnTo>
                <a:lnTo>
                  <a:pt x="69057" y="49560"/>
                </a:lnTo>
                <a:lnTo>
                  <a:pt x="70098" y="49560"/>
                </a:lnTo>
                <a:lnTo>
                  <a:pt x="70098" y="47625"/>
                </a:lnTo>
                <a:lnTo>
                  <a:pt x="70991" y="47625"/>
                </a:lnTo>
                <a:lnTo>
                  <a:pt x="70991" y="45690"/>
                </a:lnTo>
                <a:lnTo>
                  <a:pt x="72033" y="45690"/>
                </a:lnTo>
                <a:lnTo>
                  <a:pt x="72033" y="44797"/>
                </a:lnTo>
                <a:lnTo>
                  <a:pt x="72926" y="44797"/>
                </a:lnTo>
                <a:lnTo>
                  <a:pt x="72926" y="43756"/>
                </a:lnTo>
                <a:lnTo>
                  <a:pt x="73968" y="43756"/>
                </a:lnTo>
                <a:lnTo>
                  <a:pt x="73968" y="42863"/>
                </a:lnTo>
                <a:lnTo>
                  <a:pt x="75010" y="42863"/>
                </a:lnTo>
                <a:lnTo>
                  <a:pt x="75010" y="41821"/>
                </a:lnTo>
                <a:lnTo>
                  <a:pt x="75903" y="41821"/>
                </a:lnTo>
                <a:lnTo>
                  <a:pt x="75903" y="40928"/>
                </a:lnTo>
                <a:lnTo>
                  <a:pt x="76944" y="40928"/>
                </a:lnTo>
                <a:lnTo>
                  <a:pt x="76944" y="36909"/>
                </a:lnTo>
                <a:lnTo>
                  <a:pt x="77837" y="36909"/>
                </a:lnTo>
                <a:lnTo>
                  <a:pt x="77837" y="36016"/>
                </a:lnTo>
                <a:lnTo>
                  <a:pt x="78879" y="36016"/>
                </a:lnTo>
                <a:lnTo>
                  <a:pt x="78879" y="34975"/>
                </a:lnTo>
                <a:lnTo>
                  <a:pt x="79772" y="34975"/>
                </a:lnTo>
                <a:lnTo>
                  <a:pt x="79772" y="29617"/>
                </a:lnTo>
                <a:lnTo>
                  <a:pt x="78879" y="29617"/>
                </a:lnTo>
                <a:lnTo>
                  <a:pt x="78879" y="28575"/>
                </a:lnTo>
                <a:lnTo>
                  <a:pt x="75010" y="28575"/>
                </a:lnTo>
                <a:lnTo>
                  <a:pt x="75010" y="29617"/>
                </a:lnTo>
                <a:lnTo>
                  <a:pt x="74117" y="29617"/>
                </a:lnTo>
                <a:lnTo>
                  <a:pt x="74117" y="30510"/>
                </a:lnTo>
                <a:lnTo>
                  <a:pt x="70098" y="30510"/>
                </a:lnTo>
                <a:lnTo>
                  <a:pt x="70098" y="29617"/>
                </a:lnTo>
                <a:lnTo>
                  <a:pt x="66229" y="29617"/>
                </a:lnTo>
                <a:lnTo>
                  <a:pt x="66229" y="30510"/>
                </a:lnTo>
                <a:lnTo>
                  <a:pt x="63252" y="30510"/>
                </a:lnTo>
                <a:lnTo>
                  <a:pt x="63252" y="29617"/>
                </a:lnTo>
                <a:lnTo>
                  <a:pt x="61318" y="29617"/>
                </a:lnTo>
                <a:lnTo>
                  <a:pt x="61318" y="28575"/>
                </a:lnTo>
                <a:lnTo>
                  <a:pt x="59383" y="28575"/>
                </a:lnTo>
                <a:lnTo>
                  <a:pt x="59383" y="29617"/>
                </a:lnTo>
                <a:lnTo>
                  <a:pt x="58490" y="29617"/>
                </a:lnTo>
                <a:lnTo>
                  <a:pt x="58490" y="30510"/>
                </a:lnTo>
                <a:lnTo>
                  <a:pt x="56555" y="30510"/>
                </a:lnTo>
                <a:lnTo>
                  <a:pt x="56555" y="31552"/>
                </a:lnTo>
                <a:lnTo>
                  <a:pt x="55513" y="31552"/>
                </a:lnTo>
                <a:lnTo>
                  <a:pt x="55513" y="30510"/>
                </a:lnTo>
                <a:lnTo>
                  <a:pt x="52685" y="30510"/>
                </a:lnTo>
                <a:lnTo>
                  <a:pt x="52685" y="31552"/>
                </a:lnTo>
                <a:lnTo>
                  <a:pt x="50602" y="31552"/>
                </a:lnTo>
                <a:lnTo>
                  <a:pt x="50602" y="30510"/>
                </a:lnTo>
                <a:lnTo>
                  <a:pt x="49560" y="30510"/>
                </a:lnTo>
                <a:lnTo>
                  <a:pt x="49560" y="28575"/>
                </a:lnTo>
                <a:lnTo>
                  <a:pt x="48667" y="28575"/>
                </a:lnTo>
                <a:lnTo>
                  <a:pt x="48667" y="26343"/>
                </a:lnTo>
                <a:lnTo>
                  <a:pt x="49560" y="26343"/>
                </a:lnTo>
                <a:lnTo>
                  <a:pt x="49560" y="25301"/>
                </a:lnTo>
                <a:lnTo>
                  <a:pt x="50602" y="25301"/>
                </a:lnTo>
                <a:lnTo>
                  <a:pt x="50602" y="24259"/>
                </a:lnTo>
                <a:lnTo>
                  <a:pt x="54620" y="24259"/>
                </a:lnTo>
                <a:lnTo>
                  <a:pt x="54620" y="25301"/>
                </a:lnTo>
                <a:lnTo>
                  <a:pt x="56406" y="25301"/>
                </a:lnTo>
                <a:lnTo>
                  <a:pt x="56406" y="24259"/>
                </a:lnTo>
                <a:lnTo>
                  <a:pt x="59383" y="24259"/>
                </a:lnTo>
                <a:lnTo>
                  <a:pt x="59383" y="25301"/>
                </a:lnTo>
                <a:lnTo>
                  <a:pt x="62210" y="25301"/>
                </a:lnTo>
                <a:lnTo>
                  <a:pt x="62210" y="24259"/>
                </a:lnTo>
                <a:lnTo>
                  <a:pt x="63401" y="24259"/>
                </a:lnTo>
                <a:lnTo>
                  <a:pt x="63401" y="25301"/>
                </a:lnTo>
                <a:lnTo>
                  <a:pt x="72033" y="25301"/>
                </a:lnTo>
                <a:lnTo>
                  <a:pt x="72033" y="24259"/>
                </a:lnTo>
                <a:lnTo>
                  <a:pt x="75010" y="24259"/>
                </a:lnTo>
                <a:lnTo>
                  <a:pt x="75010" y="25301"/>
                </a:lnTo>
                <a:lnTo>
                  <a:pt x="76944" y="25301"/>
                </a:lnTo>
                <a:lnTo>
                  <a:pt x="76944" y="22324"/>
                </a:lnTo>
                <a:lnTo>
                  <a:pt x="78879" y="22324"/>
                </a:lnTo>
                <a:lnTo>
                  <a:pt x="78879" y="21431"/>
                </a:lnTo>
                <a:lnTo>
                  <a:pt x="79772" y="21431"/>
                </a:lnTo>
                <a:lnTo>
                  <a:pt x="79772" y="20390"/>
                </a:lnTo>
                <a:lnTo>
                  <a:pt x="80814" y="20390"/>
                </a:lnTo>
                <a:lnTo>
                  <a:pt x="80814" y="17859"/>
                </a:lnTo>
                <a:lnTo>
                  <a:pt x="79772" y="17859"/>
                </a:lnTo>
                <a:lnTo>
                  <a:pt x="79772" y="16966"/>
                </a:lnTo>
                <a:lnTo>
                  <a:pt x="78879" y="16966"/>
                </a:lnTo>
                <a:lnTo>
                  <a:pt x="78879" y="15925"/>
                </a:lnTo>
                <a:lnTo>
                  <a:pt x="77837" y="15925"/>
                </a:lnTo>
                <a:lnTo>
                  <a:pt x="77837" y="15032"/>
                </a:lnTo>
                <a:lnTo>
                  <a:pt x="75903" y="15032"/>
                </a:lnTo>
                <a:lnTo>
                  <a:pt x="75903" y="12055"/>
                </a:lnTo>
                <a:lnTo>
                  <a:pt x="72926" y="12055"/>
                </a:lnTo>
                <a:lnTo>
                  <a:pt x="72926" y="11013"/>
                </a:lnTo>
                <a:lnTo>
                  <a:pt x="69205" y="11013"/>
                </a:lnTo>
                <a:lnTo>
                  <a:pt x="69205" y="12055"/>
                </a:lnTo>
                <a:lnTo>
                  <a:pt x="69057" y="12055"/>
                </a:lnTo>
                <a:lnTo>
                  <a:pt x="69057" y="11013"/>
                </a:lnTo>
                <a:lnTo>
                  <a:pt x="68164" y="11013"/>
                </a:lnTo>
                <a:lnTo>
                  <a:pt x="68164" y="4911"/>
                </a:lnTo>
                <a:lnTo>
                  <a:pt x="69057" y="4911"/>
                </a:lnTo>
                <a:lnTo>
                  <a:pt x="69057" y="3870"/>
                </a:lnTo>
                <a:lnTo>
                  <a:pt x="75010" y="3870"/>
                </a:lnTo>
                <a:lnTo>
                  <a:pt x="75010" y="2977"/>
                </a:lnTo>
                <a:lnTo>
                  <a:pt x="77986" y="2977"/>
                </a:lnTo>
                <a:lnTo>
                  <a:pt x="77986" y="3870"/>
                </a:lnTo>
                <a:lnTo>
                  <a:pt x="78879" y="3870"/>
                </a:lnTo>
                <a:lnTo>
                  <a:pt x="78879" y="4911"/>
                </a:lnTo>
                <a:lnTo>
                  <a:pt x="81856" y="4911"/>
                </a:lnTo>
                <a:lnTo>
                  <a:pt x="81856" y="5804"/>
                </a:lnTo>
                <a:lnTo>
                  <a:pt x="84684" y="5804"/>
                </a:lnTo>
                <a:lnTo>
                  <a:pt x="84684" y="6846"/>
                </a:lnTo>
                <a:lnTo>
                  <a:pt x="88702" y="6846"/>
                </a:lnTo>
                <a:lnTo>
                  <a:pt x="88702" y="9674"/>
                </a:lnTo>
                <a:lnTo>
                  <a:pt x="91530" y="9674"/>
                </a:lnTo>
                <a:lnTo>
                  <a:pt x="91530" y="10716"/>
                </a:lnTo>
                <a:lnTo>
                  <a:pt x="92571" y="10716"/>
                </a:lnTo>
                <a:lnTo>
                  <a:pt x="92571" y="11609"/>
                </a:lnTo>
                <a:lnTo>
                  <a:pt x="93464" y="11609"/>
                </a:lnTo>
                <a:lnTo>
                  <a:pt x="93464" y="14585"/>
                </a:lnTo>
                <a:lnTo>
                  <a:pt x="94506" y="14585"/>
                </a:lnTo>
                <a:lnTo>
                  <a:pt x="94506" y="16520"/>
                </a:lnTo>
                <a:lnTo>
                  <a:pt x="95399" y="16520"/>
                </a:lnTo>
                <a:lnTo>
                  <a:pt x="95399" y="20390"/>
                </a:lnTo>
                <a:lnTo>
                  <a:pt x="96441" y="20390"/>
                </a:lnTo>
                <a:lnTo>
                  <a:pt x="96441" y="24259"/>
                </a:lnTo>
                <a:lnTo>
                  <a:pt x="97334" y="24259"/>
                </a:lnTo>
                <a:lnTo>
                  <a:pt x="97334" y="25301"/>
                </a:lnTo>
                <a:lnTo>
                  <a:pt x="99269" y="25301"/>
                </a:lnTo>
                <a:lnTo>
                  <a:pt x="99269" y="24259"/>
                </a:lnTo>
                <a:lnTo>
                  <a:pt x="99418" y="24259"/>
                </a:lnTo>
                <a:lnTo>
                  <a:pt x="99418" y="25301"/>
                </a:lnTo>
                <a:lnTo>
                  <a:pt x="101203" y="25301"/>
                </a:lnTo>
                <a:lnTo>
                  <a:pt x="101203" y="24259"/>
                </a:lnTo>
                <a:lnTo>
                  <a:pt x="109984" y="24259"/>
                </a:lnTo>
                <a:lnTo>
                  <a:pt x="109984" y="23366"/>
                </a:lnTo>
                <a:lnTo>
                  <a:pt x="111919" y="23366"/>
                </a:lnTo>
                <a:lnTo>
                  <a:pt x="111919" y="22324"/>
                </a:lnTo>
                <a:lnTo>
                  <a:pt x="112961" y="22324"/>
                </a:lnTo>
                <a:lnTo>
                  <a:pt x="112961" y="21431"/>
                </a:lnTo>
                <a:lnTo>
                  <a:pt x="113854" y="21431"/>
                </a:lnTo>
                <a:lnTo>
                  <a:pt x="113854" y="20390"/>
                </a:lnTo>
                <a:lnTo>
                  <a:pt x="114896" y="20390"/>
                </a:lnTo>
                <a:lnTo>
                  <a:pt x="114896" y="19497"/>
                </a:lnTo>
                <a:lnTo>
                  <a:pt x="115789" y="19497"/>
                </a:lnTo>
                <a:lnTo>
                  <a:pt x="115789" y="17562"/>
                </a:lnTo>
                <a:lnTo>
                  <a:pt x="116830" y="17562"/>
                </a:lnTo>
                <a:lnTo>
                  <a:pt x="116830" y="16520"/>
                </a:lnTo>
                <a:lnTo>
                  <a:pt x="117723" y="16520"/>
                </a:lnTo>
                <a:lnTo>
                  <a:pt x="117723" y="15627"/>
                </a:lnTo>
                <a:lnTo>
                  <a:pt x="120700" y="15627"/>
                </a:lnTo>
                <a:lnTo>
                  <a:pt x="120700" y="14585"/>
                </a:lnTo>
                <a:lnTo>
                  <a:pt x="124718" y="14585"/>
                </a:lnTo>
                <a:lnTo>
                  <a:pt x="124718" y="15627"/>
                </a:lnTo>
                <a:lnTo>
                  <a:pt x="126653" y="15627"/>
                </a:lnTo>
                <a:lnTo>
                  <a:pt x="126653" y="16520"/>
                </a:lnTo>
                <a:lnTo>
                  <a:pt x="128588" y="16520"/>
                </a:lnTo>
                <a:lnTo>
                  <a:pt x="128588" y="19497"/>
                </a:lnTo>
                <a:lnTo>
                  <a:pt x="129481" y="19497"/>
                </a:lnTo>
                <a:lnTo>
                  <a:pt x="129481" y="21431"/>
                </a:lnTo>
                <a:lnTo>
                  <a:pt x="130523" y="21431"/>
                </a:lnTo>
                <a:lnTo>
                  <a:pt x="130523" y="23366"/>
                </a:lnTo>
                <a:lnTo>
                  <a:pt x="131416" y="23366"/>
                </a:lnTo>
                <a:lnTo>
                  <a:pt x="131416" y="24259"/>
                </a:lnTo>
                <a:lnTo>
                  <a:pt x="133350" y="24259"/>
                </a:lnTo>
                <a:lnTo>
                  <a:pt x="133350" y="25301"/>
                </a:lnTo>
                <a:lnTo>
                  <a:pt x="134392" y="25301"/>
                </a:lnTo>
                <a:lnTo>
                  <a:pt x="134392" y="27682"/>
                </a:lnTo>
                <a:lnTo>
                  <a:pt x="133350" y="27682"/>
                </a:lnTo>
                <a:lnTo>
                  <a:pt x="133350" y="28575"/>
                </a:lnTo>
                <a:lnTo>
                  <a:pt x="132457" y="28575"/>
                </a:lnTo>
                <a:lnTo>
                  <a:pt x="132457" y="31552"/>
                </a:lnTo>
                <a:lnTo>
                  <a:pt x="131416" y="31552"/>
                </a:lnTo>
                <a:lnTo>
                  <a:pt x="131416" y="32445"/>
                </a:lnTo>
                <a:lnTo>
                  <a:pt x="130523" y="32445"/>
                </a:lnTo>
                <a:lnTo>
                  <a:pt x="130523" y="33486"/>
                </a:lnTo>
                <a:lnTo>
                  <a:pt x="129481" y="33486"/>
                </a:lnTo>
                <a:lnTo>
                  <a:pt x="129481" y="32445"/>
                </a:lnTo>
                <a:lnTo>
                  <a:pt x="127546" y="32445"/>
                </a:lnTo>
                <a:lnTo>
                  <a:pt x="127546" y="31552"/>
                </a:lnTo>
                <a:lnTo>
                  <a:pt x="120700" y="31552"/>
                </a:lnTo>
                <a:lnTo>
                  <a:pt x="120700" y="32445"/>
                </a:lnTo>
                <a:lnTo>
                  <a:pt x="111919" y="32445"/>
                </a:lnTo>
                <a:lnTo>
                  <a:pt x="111919" y="31552"/>
                </a:lnTo>
                <a:lnTo>
                  <a:pt x="108943" y="31552"/>
                </a:lnTo>
                <a:lnTo>
                  <a:pt x="108943" y="30510"/>
                </a:lnTo>
                <a:lnTo>
                  <a:pt x="103138" y="30510"/>
                </a:lnTo>
                <a:lnTo>
                  <a:pt x="103138" y="29617"/>
                </a:lnTo>
                <a:lnTo>
                  <a:pt x="99418" y="29617"/>
                </a:lnTo>
                <a:lnTo>
                  <a:pt x="99418" y="31552"/>
                </a:lnTo>
                <a:lnTo>
                  <a:pt x="98376" y="31552"/>
                </a:lnTo>
                <a:lnTo>
                  <a:pt x="98376" y="32445"/>
                </a:lnTo>
                <a:lnTo>
                  <a:pt x="97334" y="32445"/>
                </a:lnTo>
                <a:lnTo>
                  <a:pt x="97334" y="33486"/>
                </a:lnTo>
                <a:lnTo>
                  <a:pt x="96292" y="33486"/>
                </a:lnTo>
                <a:lnTo>
                  <a:pt x="96292" y="32445"/>
                </a:lnTo>
                <a:lnTo>
                  <a:pt x="93464" y="32445"/>
                </a:lnTo>
                <a:lnTo>
                  <a:pt x="93464" y="34379"/>
                </a:lnTo>
                <a:lnTo>
                  <a:pt x="92571" y="34379"/>
                </a:lnTo>
                <a:lnTo>
                  <a:pt x="92571" y="40332"/>
                </a:lnTo>
                <a:lnTo>
                  <a:pt x="91530" y="40332"/>
                </a:lnTo>
                <a:lnTo>
                  <a:pt x="91530" y="39291"/>
                </a:lnTo>
                <a:lnTo>
                  <a:pt x="89595" y="39291"/>
                </a:lnTo>
                <a:lnTo>
                  <a:pt x="89595" y="40332"/>
                </a:lnTo>
                <a:lnTo>
                  <a:pt x="88702" y="40332"/>
                </a:lnTo>
                <a:lnTo>
                  <a:pt x="88702" y="41225"/>
                </a:lnTo>
                <a:lnTo>
                  <a:pt x="86767" y="41225"/>
                </a:lnTo>
                <a:lnTo>
                  <a:pt x="86767" y="42267"/>
                </a:lnTo>
                <a:lnTo>
                  <a:pt x="85725" y="42267"/>
                </a:lnTo>
                <a:lnTo>
                  <a:pt x="85725" y="44202"/>
                </a:lnTo>
                <a:lnTo>
                  <a:pt x="84684" y="44202"/>
                </a:lnTo>
                <a:lnTo>
                  <a:pt x="84684" y="45095"/>
                </a:lnTo>
                <a:lnTo>
                  <a:pt x="82749" y="45095"/>
                </a:lnTo>
                <a:lnTo>
                  <a:pt x="82749" y="47030"/>
                </a:lnTo>
                <a:lnTo>
                  <a:pt x="81856" y="47030"/>
                </a:lnTo>
                <a:lnTo>
                  <a:pt x="81856" y="48965"/>
                </a:lnTo>
                <a:lnTo>
                  <a:pt x="80814" y="48965"/>
                </a:lnTo>
                <a:lnTo>
                  <a:pt x="80814" y="50006"/>
                </a:lnTo>
                <a:lnTo>
                  <a:pt x="79921" y="50006"/>
                </a:lnTo>
                <a:lnTo>
                  <a:pt x="79921" y="51048"/>
                </a:lnTo>
                <a:lnTo>
                  <a:pt x="78879" y="51048"/>
                </a:lnTo>
                <a:lnTo>
                  <a:pt x="78879" y="51941"/>
                </a:lnTo>
                <a:lnTo>
                  <a:pt x="77986" y="51941"/>
                </a:lnTo>
                <a:lnTo>
                  <a:pt x="77986" y="55811"/>
                </a:lnTo>
                <a:lnTo>
                  <a:pt x="75903" y="55811"/>
                </a:lnTo>
                <a:lnTo>
                  <a:pt x="75903" y="54918"/>
                </a:lnTo>
                <a:lnTo>
                  <a:pt x="74117" y="54918"/>
                </a:lnTo>
                <a:lnTo>
                  <a:pt x="74117" y="55811"/>
                </a:lnTo>
                <a:lnTo>
                  <a:pt x="73075" y="55811"/>
                </a:lnTo>
                <a:lnTo>
                  <a:pt x="73075" y="58787"/>
                </a:lnTo>
                <a:lnTo>
                  <a:pt x="72033" y="58787"/>
                </a:lnTo>
                <a:lnTo>
                  <a:pt x="72033" y="59680"/>
                </a:lnTo>
                <a:lnTo>
                  <a:pt x="71140" y="59680"/>
                </a:lnTo>
                <a:lnTo>
                  <a:pt x="71140" y="66229"/>
                </a:lnTo>
                <a:lnTo>
                  <a:pt x="75010" y="66229"/>
                </a:lnTo>
                <a:lnTo>
                  <a:pt x="75010" y="67122"/>
                </a:lnTo>
                <a:lnTo>
                  <a:pt x="77837" y="67122"/>
                </a:lnTo>
                <a:lnTo>
                  <a:pt x="77837" y="66229"/>
                </a:lnTo>
                <a:lnTo>
                  <a:pt x="80814" y="66229"/>
                </a:lnTo>
                <a:lnTo>
                  <a:pt x="80814" y="65187"/>
                </a:lnTo>
                <a:lnTo>
                  <a:pt x="83642" y="65187"/>
                </a:lnTo>
                <a:lnTo>
                  <a:pt x="83642" y="64294"/>
                </a:lnTo>
                <a:lnTo>
                  <a:pt x="86618" y="64294"/>
                </a:lnTo>
                <a:lnTo>
                  <a:pt x="86618" y="62210"/>
                </a:lnTo>
                <a:lnTo>
                  <a:pt x="87660" y="62210"/>
                </a:lnTo>
                <a:lnTo>
                  <a:pt x="88702" y="62210"/>
                </a:lnTo>
                <a:lnTo>
                  <a:pt x="88702" y="63252"/>
                </a:lnTo>
                <a:lnTo>
                  <a:pt x="89595" y="63252"/>
                </a:lnTo>
                <a:lnTo>
                  <a:pt x="89595" y="65187"/>
                </a:lnTo>
                <a:lnTo>
                  <a:pt x="92423" y="65187"/>
                </a:lnTo>
                <a:lnTo>
                  <a:pt x="92423" y="64294"/>
                </a:lnTo>
                <a:lnTo>
                  <a:pt x="96292" y="64294"/>
                </a:lnTo>
                <a:lnTo>
                  <a:pt x="96292" y="61317"/>
                </a:lnTo>
                <a:lnTo>
                  <a:pt x="97334" y="61317"/>
                </a:lnTo>
                <a:lnTo>
                  <a:pt x="97334" y="63252"/>
                </a:lnTo>
                <a:lnTo>
                  <a:pt x="100310" y="63252"/>
                </a:lnTo>
                <a:lnTo>
                  <a:pt x="101352" y="63252"/>
                </a:lnTo>
                <a:lnTo>
                  <a:pt x="101352" y="66229"/>
                </a:lnTo>
                <a:lnTo>
                  <a:pt x="102245" y="66229"/>
                </a:lnTo>
                <a:lnTo>
                  <a:pt x="102245" y="67568"/>
                </a:lnTo>
                <a:lnTo>
                  <a:pt x="101352" y="67568"/>
                </a:lnTo>
                <a:lnTo>
                  <a:pt x="101352" y="68461"/>
                </a:lnTo>
                <a:lnTo>
                  <a:pt x="100310" y="68461"/>
                </a:lnTo>
                <a:lnTo>
                  <a:pt x="100310" y="70098"/>
                </a:lnTo>
                <a:lnTo>
                  <a:pt x="101352" y="70098"/>
                </a:lnTo>
                <a:lnTo>
                  <a:pt x="101352" y="70991"/>
                </a:lnTo>
                <a:lnTo>
                  <a:pt x="102245" y="70991"/>
                </a:lnTo>
                <a:lnTo>
                  <a:pt x="102245" y="72331"/>
                </a:lnTo>
                <a:lnTo>
                  <a:pt x="101352" y="72331"/>
                </a:lnTo>
                <a:lnTo>
                  <a:pt x="101352" y="74414"/>
                </a:lnTo>
                <a:lnTo>
                  <a:pt x="100310" y="74414"/>
                </a:lnTo>
                <a:lnTo>
                  <a:pt x="100310" y="76349"/>
                </a:lnTo>
                <a:lnTo>
                  <a:pt x="99418" y="76349"/>
                </a:lnTo>
                <a:lnTo>
                  <a:pt x="99418" y="79177"/>
                </a:lnTo>
                <a:lnTo>
                  <a:pt x="97334" y="79177"/>
                </a:lnTo>
                <a:lnTo>
                  <a:pt x="97334" y="84683"/>
                </a:lnTo>
                <a:lnTo>
                  <a:pt x="98376" y="84683"/>
                </a:lnTo>
                <a:lnTo>
                  <a:pt x="98376" y="85576"/>
                </a:lnTo>
                <a:lnTo>
                  <a:pt x="99418" y="85576"/>
                </a:lnTo>
                <a:lnTo>
                  <a:pt x="99418" y="93464"/>
                </a:lnTo>
                <a:lnTo>
                  <a:pt x="100310" y="93464"/>
                </a:lnTo>
                <a:lnTo>
                  <a:pt x="100310" y="93762"/>
                </a:lnTo>
                <a:lnTo>
                  <a:pt x="99418" y="93762"/>
                </a:lnTo>
                <a:lnTo>
                  <a:pt x="99418" y="103138"/>
                </a:lnTo>
                <a:lnTo>
                  <a:pt x="100310" y="103138"/>
                </a:lnTo>
                <a:lnTo>
                  <a:pt x="100310" y="107454"/>
                </a:lnTo>
                <a:lnTo>
                  <a:pt x="99418" y="107454"/>
                </a:lnTo>
                <a:lnTo>
                  <a:pt x="99418" y="113854"/>
                </a:lnTo>
                <a:lnTo>
                  <a:pt x="100310" y="113854"/>
                </a:lnTo>
                <a:lnTo>
                  <a:pt x="100310" y="117723"/>
                </a:lnTo>
                <a:lnTo>
                  <a:pt x="104180" y="117723"/>
                </a:lnTo>
                <a:lnTo>
                  <a:pt x="104180" y="118765"/>
                </a:lnTo>
                <a:lnTo>
                  <a:pt x="105222" y="118765"/>
                </a:lnTo>
                <a:lnTo>
                  <a:pt x="105222" y="122634"/>
                </a:lnTo>
                <a:lnTo>
                  <a:pt x="108943" y="122634"/>
                </a:lnTo>
                <a:lnTo>
                  <a:pt x="108943" y="121593"/>
                </a:lnTo>
                <a:lnTo>
                  <a:pt x="110877" y="121593"/>
                </a:lnTo>
                <a:lnTo>
                  <a:pt x="110877" y="120700"/>
                </a:lnTo>
                <a:lnTo>
                  <a:pt x="111919" y="120700"/>
                </a:lnTo>
                <a:lnTo>
                  <a:pt x="111919" y="119658"/>
                </a:lnTo>
                <a:lnTo>
                  <a:pt x="115789" y="119658"/>
                </a:lnTo>
                <a:lnTo>
                  <a:pt x="115789" y="118765"/>
                </a:lnTo>
                <a:lnTo>
                  <a:pt x="118765" y="118765"/>
                </a:lnTo>
                <a:lnTo>
                  <a:pt x="118765" y="117723"/>
                </a:lnTo>
                <a:lnTo>
                  <a:pt x="121593" y="117723"/>
                </a:lnTo>
                <a:lnTo>
                  <a:pt x="121593" y="116830"/>
                </a:lnTo>
                <a:lnTo>
                  <a:pt x="122635" y="116830"/>
                </a:lnTo>
                <a:lnTo>
                  <a:pt x="122635" y="115193"/>
                </a:lnTo>
                <a:lnTo>
                  <a:pt x="121593" y="115193"/>
                </a:lnTo>
                <a:lnTo>
                  <a:pt x="121593" y="113854"/>
                </a:lnTo>
                <a:lnTo>
                  <a:pt x="122635" y="113854"/>
                </a:lnTo>
                <a:lnTo>
                  <a:pt x="122635" y="108347"/>
                </a:lnTo>
                <a:lnTo>
                  <a:pt x="121593" y="108347"/>
                </a:lnTo>
                <a:lnTo>
                  <a:pt x="121593" y="107007"/>
                </a:lnTo>
                <a:lnTo>
                  <a:pt x="122635" y="107007"/>
                </a:lnTo>
                <a:lnTo>
                  <a:pt x="122635" y="105073"/>
                </a:lnTo>
                <a:lnTo>
                  <a:pt x="123528" y="105073"/>
                </a:lnTo>
                <a:lnTo>
                  <a:pt x="123528" y="101203"/>
                </a:lnTo>
                <a:lnTo>
                  <a:pt x="124569" y="101203"/>
                </a:lnTo>
                <a:lnTo>
                  <a:pt x="124569" y="100310"/>
                </a:lnTo>
                <a:lnTo>
                  <a:pt x="125611" y="100310"/>
                </a:lnTo>
                <a:lnTo>
                  <a:pt x="125611" y="99268"/>
                </a:lnTo>
                <a:lnTo>
                  <a:pt x="129481" y="99268"/>
                </a:lnTo>
                <a:lnTo>
                  <a:pt x="129481" y="100310"/>
                </a:lnTo>
                <a:lnTo>
                  <a:pt x="131416" y="100310"/>
                </a:lnTo>
                <a:lnTo>
                  <a:pt x="131416" y="103138"/>
                </a:lnTo>
                <a:lnTo>
                  <a:pt x="132457" y="103138"/>
                </a:lnTo>
                <a:lnTo>
                  <a:pt x="132457" y="108049"/>
                </a:lnTo>
                <a:lnTo>
                  <a:pt x="133350" y="108049"/>
                </a:lnTo>
                <a:lnTo>
                  <a:pt x="133350" y="109389"/>
                </a:lnTo>
                <a:lnTo>
                  <a:pt x="132457" y="109389"/>
                </a:lnTo>
                <a:lnTo>
                  <a:pt x="132457" y="111919"/>
                </a:lnTo>
                <a:lnTo>
                  <a:pt x="133350" y="111919"/>
                </a:lnTo>
                <a:lnTo>
                  <a:pt x="133350" y="114300"/>
                </a:lnTo>
                <a:lnTo>
                  <a:pt x="132457" y="114300"/>
                </a:lnTo>
                <a:lnTo>
                  <a:pt x="132457" y="115788"/>
                </a:lnTo>
                <a:lnTo>
                  <a:pt x="133350" y="115788"/>
                </a:lnTo>
                <a:lnTo>
                  <a:pt x="133350" y="117723"/>
                </a:lnTo>
                <a:lnTo>
                  <a:pt x="134392" y="117723"/>
                </a:lnTo>
                <a:lnTo>
                  <a:pt x="134392" y="118765"/>
                </a:lnTo>
                <a:lnTo>
                  <a:pt x="135285" y="118765"/>
                </a:lnTo>
                <a:lnTo>
                  <a:pt x="135285" y="121593"/>
                </a:lnTo>
                <a:lnTo>
                  <a:pt x="136327" y="121593"/>
                </a:lnTo>
                <a:lnTo>
                  <a:pt x="136327" y="122634"/>
                </a:lnTo>
                <a:lnTo>
                  <a:pt x="137369" y="122634"/>
                </a:lnTo>
                <a:lnTo>
                  <a:pt x="137369" y="125016"/>
                </a:lnTo>
                <a:lnTo>
                  <a:pt x="136327" y="125016"/>
                </a:lnTo>
                <a:lnTo>
                  <a:pt x="136327" y="126950"/>
                </a:lnTo>
                <a:lnTo>
                  <a:pt x="135285" y="126950"/>
                </a:lnTo>
                <a:lnTo>
                  <a:pt x="135285" y="127843"/>
                </a:lnTo>
                <a:lnTo>
                  <a:pt x="133350" y="127843"/>
                </a:lnTo>
                <a:lnTo>
                  <a:pt x="133350" y="129778"/>
                </a:lnTo>
                <a:lnTo>
                  <a:pt x="132457" y="129778"/>
                </a:lnTo>
                <a:lnTo>
                  <a:pt x="132457" y="130820"/>
                </a:lnTo>
                <a:lnTo>
                  <a:pt x="129481" y="130820"/>
                </a:lnTo>
                <a:lnTo>
                  <a:pt x="129481" y="131713"/>
                </a:lnTo>
                <a:lnTo>
                  <a:pt x="126653" y="131713"/>
                </a:lnTo>
                <a:lnTo>
                  <a:pt x="126653" y="132755"/>
                </a:lnTo>
                <a:lnTo>
                  <a:pt x="124718" y="132755"/>
                </a:lnTo>
                <a:lnTo>
                  <a:pt x="124718" y="133648"/>
                </a:lnTo>
                <a:lnTo>
                  <a:pt x="121742" y="133648"/>
                </a:lnTo>
                <a:lnTo>
                  <a:pt x="121742" y="134689"/>
                </a:lnTo>
                <a:lnTo>
                  <a:pt x="119807" y="134689"/>
                </a:lnTo>
                <a:lnTo>
                  <a:pt x="119807" y="135582"/>
                </a:lnTo>
                <a:lnTo>
                  <a:pt x="109984" y="135582"/>
                </a:lnTo>
                <a:lnTo>
                  <a:pt x="109984" y="136624"/>
                </a:lnTo>
                <a:lnTo>
                  <a:pt x="107008" y="136624"/>
                </a:lnTo>
                <a:lnTo>
                  <a:pt x="107008" y="135582"/>
                </a:lnTo>
                <a:lnTo>
                  <a:pt x="106115" y="135582"/>
                </a:lnTo>
                <a:lnTo>
                  <a:pt x="106115" y="134689"/>
                </a:lnTo>
                <a:lnTo>
                  <a:pt x="105073" y="134689"/>
                </a:lnTo>
                <a:lnTo>
                  <a:pt x="105073" y="133648"/>
                </a:lnTo>
                <a:lnTo>
                  <a:pt x="100310" y="133648"/>
                </a:lnTo>
                <a:lnTo>
                  <a:pt x="100310" y="132755"/>
                </a:lnTo>
                <a:lnTo>
                  <a:pt x="94357" y="132755"/>
                </a:lnTo>
                <a:lnTo>
                  <a:pt x="94357" y="130820"/>
                </a:lnTo>
                <a:lnTo>
                  <a:pt x="93464" y="130820"/>
                </a:lnTo>
                <a:lnTo>
                  <a:pt x="93464" y="129778"/>
                </a:lnTo>
                <a:lnTo>
                  <a:pt x="92423" y="129778"/>
                </a:lnTo>
                <a:lnTo>
                  <a:pt x="92423" y="128885"/>
                </a:lnTo>
                <a:lnTo>
                  <a:pt x="91530" y="128885"/>
                </a:lnTo>
                <a:lnTo>
                  <a:pt x="91530" y="127843"/>
                </a:lnTo>
                <a:lnTo>
                  <a:pt x="89595" y="127843"/>
                </a:lnTo>
                <a:lnTo>
                  <a:pt x="89595" y="126950"/>
                </a:lnTo>
                <a:lnTo>
                  <a:pt x="87660" y="126950"/>
                </a:lnTo>
                <a:lnTo>
                  <a:pt x="87660" y="125016"/>
                </a:lnTo>
                <a:lnTo>
                  <a:pt x="86618" y="125016"/>
                </a:lnTo>
                <a:lnTo>
                  <a:pt x="86618" y="122932"/>
                </a:lnTo>
                <a:lnTo>
                  <a:pt x="85576" y="122932"/>
                </a:lnTo>
                <a:lnTo>
                  <a:pt x="85576" y="122634"/>
                </a:lnTo>
                <a:lnTo>
                  <a:pt x="86618" y="122634"/>
                </a:lnTo>
                <a:lnTo>
                  <a:pt x="86618" y="113854"/>
                </a:lnTo>
                <a:lnTo>
                  <a:pt x="87660" y="113854"/>
                </a:lnTo>
                <a:lnTo>
                  <a:pt x="87660" y="108942"/>
                </a:lnTo>
                <a:lnTo>
                  <a:pt x="88553" y="108942"/>
                </a:lnTo>
                <a:lnTo>
                  <a:pt x="88553" y="108049"/>
                </a:lnTo>
                <a:lnTo>
                  <a:pt x="89595" y="108049"/>
                </a:lnTo>
                <a:lnTo>
                  <a:pt x="89595" y="106412"/>
                </a:lnTo>
                <a:lnTo>
                  <a:pt x="88553" y="106412"/>
                </a:lnTo>
                <a:lnTo>
                  <a:pt x="88553" y="105519"/>
                </a:lnTo>
                <a:lnTo>
                  <a:pt x="87660" y="105519"/>
                </a:lnTo>
                <a:lnTo>
                  <a:pt x="87660" y="99268"/>
                </a:lnTo>
                <a:lnTo>
                  <a:pt x="88553" y="99268"/>
                </a:lnTo>
                <a:lnTo>
                  <a:pt x="88553" y="94804"/>
                </a:lnTo>
                <a:lnTo>
                  <a:pt x="87660" y="94804"/>
                </a:lnTo>
                <a:lnTo>
                  <a:pt x="87660" y="83641"/>
                </a:lnTo>
                <a:lnTo>
                  <a:pt x="88553" y="83641"/>
                </a:lnTo>
                <a:lnTo>
                  <a:pt x="88553" y="82748"/>
                </a:lnTo>
                <a:lnTo>
                  <a:pt x="90488" y="82748"/>
                </a:lnTo>
                <a:lnTo>
                  <a:pt x="90488" y="80218"/>
                </a:lnTo>
                <a:lnTo>
                  <a:pt x="89595" y="80218"/>
                </a:lnTo>
                <a:lnTo>
                  <a:pt x="89595" y="76944"/>
                </a:lnTo>
                <a:lnTo>
                  <a:pt x="90488" y="76944"/>
                </a:lnTo>
                <a:lnTo>
                  <a:pt x="90488" y="73372"/>
                </a:lnTo>
                <a:lnTo>
                  <a:pt x="85576" y="73372"/>
                </a:lnTo>
                <a:lnTo>
                  <a:pt x="85576" y="72331"/>
                </a:lnTo>
                <a:lnTo>
                  <a:pt x="83791" y="72331"/>
                </a:lnTo>
                <a:lnTo>
                  <a:pt x="83791" y="74414"/>
                </a:lnTo>
                <a:lnTo>
                  <a:pt x="82749" y="74414"/>
                </a:lnTo>
                <a:lnTo>
                  <a:pt x="82749" y="76349"/>
                </a:lnTo>
                <a:lnTo>
                  <a:pt x="80814" y="76349"/>
                </a:lnTo>
                <a:lnTo>
                  <a:pt x="80814" y="74414"/>
                </a:lnTo>
                <a:lnTo>
                  <a:pt x="79772" y="74414"/>
                </a:lnTo>
                <a:lnTo>
                  <a:pt x="79772" y="73372"/>
                </a:lnTo>
                <a:lnTo>
                  <a:pt x="77986" y="73372"/>
                </a:lnTo>
                <a:lnTo>
                  <a:pt x="77986" y="74414"/>
                </a:lnTo>
                <a:lnTo>
                  <a:pt x="76944" y="74414"/>
                </a:lnTo>
                <a:lnTo>
                  <a:pt x="76944" y="76944"/>
                </a:lnTo>
                <a:lnTo>
                  <a:pt x="77986" y="76944"/>
                </a:lnTo>
                <a:lnTo>
                  <a:pt x="77986" y="79772"/>
                </a:lnTo>
                <a:lnTo>
                  <a:pt x="78879" y="79772"/>
                </a:lnTo>
                <a:lnTo>
                  <a:pt x="78879" y="82153"/>
                </a:lnTo>
                <a:lnTo>
                  <a:pt x="77986" y="82153"/>
                </a:lnTo>
                <a:lnTo>
                  <a:pt x="77986" y="83641"/>
                </a:lnTo>
                <a:lnTo>
                  <a:pt x="78879" y="83641"/>
                </a:lnTo>
                <a:lnTo>
                  <a:pt x="78879" y="84683"/>
                </a:lnTo>
                <a:lnTo>
                  <a:pt x="80814" y="84683"/>
                </a:lnTo>
                <a:lnTo>
                  <a:pt x="80814" y="87065"/>
                </a:lnTo>
                <a:lnTo>
                  <a:pt x="76944" y="87065"/>
                </a:lnTo>
                <a:lnTo>
                  <a:pt x="76944" y="87957"/>
                </a:lnTo>
                <a:lnTo>
                  <a:pt x="76051" y="87957"/>
                </a:lnTo>
                <a:lnTo>
                  <a:pt x="76051" y="91529"/>
                </a:lnTo>
                <a:lnTo>
                  <a:pt x="76944" y="91529"/>
                </a:lnTo>
                <a:lnTo>
                  <a:pt x="76944" y="93762"/>
                </a:lnTo>
                <a:lnTo>
                  <a:pt x="76051" y="93762"/>
                </a:lnTo>
                <a:lnTo>
                  <a:pt x="76051" y="95697"/>
                </a:lnTo>
                <a:lnTo>
                  <a:pt x="75010" y="95697"/>
                </a:lnTo>
                <a:lnTo>
                  <a:pt x="75010" y="97631"/>
                </a:lnTo>
                <a:lnTo>
                  <a:pt x="74117" y="97631"/>
                </a:lnTo>
                <a:lnTo>
                  <a:pt x="74117" y="99715"/>
                </a:lnTo>
                <a:lnTo>
                  <a:pt x="73075" y="99715"/>
                </a:lnTo>
                <a:lnTo>
                  <a:pt x="73075" y="100608"/>
                </a:lnTo>
                <a:lnTo>
                  <a:pt x="72033" y="100608"/>
                </a:lnTo>
                <a:lnTo>
                  <a:pt x="72033" y="101650"/>
                </a:lnTo>
                <a:lnTo>
                  <a:pt x="71140" y="101650"/>
                </a:lnTo>
                <a:lnTo>
                  <a:pt x="71140" y="105519"/>
                </a:lnTo>
                <a:lnTo>
                  <a:pt x="70098" y="105519"/>
                </a:lnTo>
                <a:lnTo>
                  <a:pt x="70098" y="107454"/>
                </a:lnTo>
                <a:lnTo>
                  <a:pt x="69205" y="107454"/>
                </a:lnTo>
                <a:lnTo>
                  <a:pt x="69205" y="108347"/>
                </a:lnTo>
                <a:lnTo>
                  <a:pt x="68164" y="108347"/>
                </a:lnTo>
                <a:lnTo>
                  <a:pt x="68164" y="110282"/>
                </a:lnTo>
                <a:lnTo>
                  <a:pt x="67271" y="110282"/>
                </a:lnTo>
                <a:lnTo>
                  <a:pt x="67271" y="111323"/>
                </a:lnTo>
                <a:lnTo>
                  <a:pt x="66229" y="111323"/>
                </a:lnTo>
                <a:lnTo>
                  <a:pt x="66229" y="113258"/>
                </a:lnTo>
                <a:lnTo>
                  <a:pt x="65336" y="113258"/>
                </a:lnTo>
                <a:lnTo>
                  <a:pt x="65336" y="114300"/>
                </a:lnTo>
                <a:lnTo>
                  <a:pt x="64294" y="114300"/>
                </a:lnTo>
                <a:lnTo>
                  <a:pt x="64294" y="115193"/>
                </a:lnTo>
                <a:lnTo>
                  <a:pt x="61318" y="115193"/>
                </a:lnTo>
                <a:lnTo>
                  <a:pt x="61318" y="116235"/>
                </a:lnTo>
                <a:lnTo>
                  <a:pt x="60425" y="116235"/>
                </a:lnTo>
                <a:lnTo>
                  <a:pt x="60425" y="117128"/>
                </a:lnTo>
                <a:lnTo>
                  <a:pt x="59383" y="117128"/>
                </a:lnTo>
                <a:lnTo>
                  <a:pt x="59383" y="118170"/>
                </a:lnTo>
                <a:lnTo>
                  <a:pt x="58490" y="118170"/>
                </a:lnTo>
                <a:lnTo>
                  <a:pt x="58490" y="119063"/>
                </a:lnTo>
                <a:lnTo>
                  <a:pt x="57448" y="119063"/>
                </a:lnTo>
                <a:lnTo>
                  <a:pt x="57448" y="120997"/>
                </a:lnTo>
                <a:lnTo>
                  <a:pt x="56555" y="120997"/>
                </a:lnTo>
                <a:lnTo>
                  <a:pt x="56555" y="122039"/>
                </a:lnTo>
                <a:lnTo>
                  <a:pt x="55513" y="122039"/>
                </a:lnTo>
                <a:lnTo>
                  <a:pt x="55513" y="123974"/>
                </a:lnTo>
                <a:lnTo>
                  <a:pt x="53578" y="123974"/>
                </a:lnTo>
                <a:lnTo>
                  <a:pt x="53578" y="125016"/>
                </a:lnTo>
                <a:lnTo>
                  <a:pt x="52685" y="125016"/>
                </a:lnTo>
                <a:lnTo>
                  <a:pt x="52685" y="125909"/>
                </a:lnTo>
                <a:lnTo>
                  <a:pt x="51644" y="125909"/>
                </a:lnTo>
                <a:lnTo>
                  <a:pt x="51644" y="126950"/>
                </a:lnTo>
                <a:lnTo>
                  <a:pt x="48667" y="126950"/>
                </a:lnTo>
                <a:lnTo>
                  <a:pt x="48667" y="127843"/>
                </a:lnTo>
                <a:lnTo>
                  <a:pt x="47774" y="127843"/>
                </a:lnTo>
                <a:lnTo>
                  <a:pt x="47774" y="128885"/>
                </a:lnTo>
                <a:lnTo>
                  <a:pt x="44798" y="128885"/>
                </a:lnTo>
                <a:lnTo>
                  <a:pt x="44798" y="129778"/>
                </a:lnTo>
                <a:lnTo>
                  <a:pt x="43905" y="129778"/>
                </a:lnTo>
                <a:lnTo>
                  <a:pt x="43905" y="130820"/>
                </a:lnTo>
                <a:lnTo>
                  <a:pt x="40035" y="130820"/>
                </a:lnTo>
                <a:lnTo>
                  <a:pt x="40035" y="131713"/>
                </a:lnTo>
                <a:lnTo>
                  <a:pt x="38993" y="131713"/>
                </a:lnTo>
                <a:lnTo>
                  <a:pt x="38993" y="132755"/>
                </a:lnTo>
                <a:lnTo>
                  <a:pt x="38100" y="132755"/>
                </a:lnTo>
                <a:lnTo>
                  <a:pt x="38100" y="133648"/>
                </a:lnTo>
                <a:lnTo>
                  <a:pt x="30212" y="133648"/>
                </a:lnTo>
                <a:lnTo>
                  <a:pt x="30212" y="132755"/>
                </a:lnTo>
                <a:lnTo>
                  <a:pt x="28278" y="132755"/>
                </a:lnTo>
                <a:lnTo>
                  <a:pt x="28278" y="131713"/>
                </a:lnTo>
                <a:lnTo>
                  <a:pt x="27236" y="131713"/>
                </a:lnTo>
                <a:lnTo>
                  <a:pt x="27236" y="130820"/>
                </a:lnTo>
                <a:lnTo>
                  <a:pt x="26343" y="130820"/>
                </a:lnTo>
                <a:lnTo>
                  <a:pt x="26343" y="128439"/>
                </a:lnTo>
                <a:lnTo>
                  <a:pt x="27236" y="128439"/>
                </a:lnTo>
                <a:lnTo>
                  <a:pt x="27236" y="125611"/>
                </a:lnTo>
                <a:lnTo>
                  <a:pt x="29171" y="125611"/>
                </a:lnTo>
                <a:lnTo>
                  <a:pt x="29171" y="124569"/>
                </a:lnTo>
                <a:lnTo>
                  <a:pt x="30212" y="124569"/>
                </a:lnTo>
                <a:lnTo>
                  <a:pt x="30212" y="123527"/>
                </a:lnTo>
                <a:lnTo>
                  <a:pt x="33040" y="123527"/>
                </a:lnTo>
                <a:lnTo>
                  <a:pt x="33040" y="122634"/>
                </a:lnTo>
                <a:lnTo>
                  <a:pt x="34975" y="122634"/>
                </a:lnTo>
                <a:lnTo>
                  <a:pt x="34975" y="121593"/>
                </a:lnTo>
                <a:lnTo>
                  <a:pt x="36910" y="121593"/>
                </a:lnTo>
                <a:lnTo>
                  <a:pt x="36910" y="120700"/>
                </a:lnTo>
                <a:lnTo>
                  <a:pt x="39886" y="120700"/>
                </a:lnTo>
                <a:lnTo>
                  <a:pt x="39886" y="119658"/>
                </a:lnTo>
                <a:lnTo>
                  <a:pt x="42863" y="119658"/>
                </a:lnTo>
                <a:lnTo>
                  <a:pt x="42863" y="117723"/>
                </a:lnTo>
                <a:lnTo>
                  <a:pt x="43756" y="117723"/>
                </a:lnTo>
                <a:lnTo>
                  <a:pt x="43756" y="116830"/>
                </a:lnTo>
                <a:lnTo>
                  <a:pt x="44798" y="116830"/>
                </a:lnTo>
                <a:lnTo>
                  <a:pt x="44798" y="115788"/>
                </a:lnTo>
                <a:lnTo>
                  <a:pt x="46732" y="115788"/>
                </a:lnTo>
                <a:lnTo>
                  <a:pt x="46732" y="114895"/>
                </a:lnTo>
                <a:lnTo>
                  <a:pt x="50602" y="114895"/>
                </a:lnTo>
                <a:lnTo>
                  <a:pt x="50602" y="113854"/>
                </a:lnTo>
                <a:lnTo>
                  <a:pt x="52537" y="113854"/>
                </a:lnTo>
                <a:lnTo>
                  <a:pt x="52537" y="112961"/>
                </a:lnTo>
                <a:lnTo>
                  <a:pt x="53578" y="112961"/>
                </a:lnTo>
                <a:lnTo>
                  <a:pt x="53578" y="111919"/>
                </a:lnTo>
                <a:lnTo>
                  <a:pt x="54471" y="111919"/>
                </a:lnTo>
                <a:lnTo>
                  <a:pt x="54471" y="110877"/>
                </a:lnTo>
                <a:lnTo>
                  <a:pt x="56406" y="110877"/>
                </a:lnTo>
                <a:lnTo>
                  <a:pt x="56406" y="108942"/>
                </a:lnTo>
                <a:lnTo>
                  <a:pt x="57448" y="108942"/>
                </a:lnTo>
                <a:lnTo>
                  <a:pt x="57448" y="108049"/>
                </a:lnTo>
                <a:lnTo>
                  <a:pt x="58341" y="108049"/>
                </a:lnTo>
                <a:lnTo>
                  <a:pt x="58341" y="107007"/>
                </a:lnTo>
                <a:lnTo>
                  <a:pt x="59383" y="107007"/>
                </a:lnTo>
                <a:lnTo>
                  <a:pt x="59383" y="105073"/>
                </a:lnTo>
                <a:lnTo>
                  <a:pt x="60276" y="105073"/>
                </a:lnTo>
                <a:lnTo>
                  <a:pt x="60276" y="103138"/>
                </a:lnTo>
                <a:lnTo>
                  <a:pt x="61318" y="103138"/>
                </a:lnTo>
                <a:lnTo>
                  <a:pt x="61318" y="102245"/>
                </a:lnTo>
                <a:lnTo>
                  <a:pt x="62210" y="102245"/>
                </a:lnTo>
                <a:lnTo>
                  <a:pt x="62210" y="100310"/>
                </a:lnTo>
                <a:lnTo>
                  <a:pt x="63252" y="100310"/>
                </a:lnTo>
                <a:lnTo>
                  <a:pt x="63252" y="99268"/>
                </a:lnTo>
                <a:lnTo>
                  <a:pt x="64294" y="99268"/>
                </a:lnTo>
                <a:lnTo>
                  <a:pt x="64294" y="98227"/>
                </a:lnTo>
                <a:lnTo>
                  <a:pt x="66229" y="98227"/>
                </a:lnTo>
                <a:lnTo>
                  <a:pt x="66229" y="97334"/>
                </a:lnTo>
                <a:lnTo>
                  <a:pt x="67122" y="97334"/>
                </a:lnTo>
                <a:lnTo>
                  <a:pt x="67122" y="92869"/>
                </a:lnTo>
                <a:lnTo>
                  <a:pt x="66229" y="92869"/>
                </a:lnTo>
                <a:lnTo>
                  <a:pt x="66229" y="91827"/>
                </a:lnTo>
                <a:lnTo>
                  <a:pt x="65187" y="91827"/>
                </a:lnTo>
                <a:lnTo>
                  <a:pt x="65187" y="90934"/>
                </a:lnTo>
                <a:lnTo>
                  <a:pt x="64294" y="90934"/>
                </a:lnTo>
                <a:lnTo>
                  <a:pt x="64294" y="90488"/>
                </a:lnTo>
                <a:lnTo>
                  <a:pt x="65187" y="90488"/>
                </a:lnTo>
                <a:lnTo>
                  <a:pt x="65187" y="89595"/>
                </a:lnTo>
                <a:lnTo>
                  <a:pt x="66229" y="89595"/>
                </a:lnTo>
                <a:lnTo>
                  <a:pt x="66229" y="88553"/>
                </a:lnTo>
                <a:lnTo>
                  <a:pt x="67122" y="88553"/>
                </a:lnTo>
                <a:lnTo>
                  <a:pt x="67122" y="87660"/>
                </a:lnTo>
                <a:lnTo>
                  <a:pt x="68164" y="87660"/>
                </a:lnTo>
                <a:lnTo>
                  <a:pt x="68164" y="83046"/>
                </a:lnTo>
                <a:lnTo>
                  <a:pt x="67122" y="83046"/>
                </a:lnTo>
                <a:lnTo>
                  <a:pt x="67122" y="77837"/>
                </a:lnTo>
                <a:lnTo>
                  <a:pt x="67271" y="77837"/>
                </a:lnTo>
                <a:lnTo>
                  <a:pt x="67271" y="78879"/>
                </a:lnTo>
                <a:lnTo>
                  <a:pt x="69057" y="78879"/>
                </a:lnTo>
                <a:lnTo>
                  <a:pt x="69057" y="77837"/>
                </a:lnTo>
                <a:lnTo>
                  <a:pt x="70098" y="77837"/>
                </a:lnTo>
                <a:lnTo>
                  <a:pt x="70098" y="76349"/>
                </a:lnTo>
                <a:lnTo>
                  <a:pt x="64294" y="76349"/>
                </a:lnTo>
                <a:lnTo>
                  <a:pt x="64294" y="75307"/>
                </a:lnTo>
                <a:lnTo>
                  <a:pt x="63252" y="75307"/>
                </a:lnTo>
                <a:lnTo>
                  <a:pt x="63252" y="73372"/>
                </a:lnTo>
                <a:lnTo>
                  <a:pt x="61318" y="73372"/>
                </a:lnTo>
                <a:lnTo>
                  <a:pt x="61318" y="74414"/>
                </a:lnTo>
                <a:lnTo>
                  <a:pt x="60425" y="74414"/>
                </a:lnTo>
                <a:lnTo>
                  <a:pt x="60425" y="75307"/>
                </a:lnTo>
                <a:lnTo>
                  <a:pt x="59383" y="75307"/>
                </a:lnTo>
                <a:lnTo>
                  <a:pt x="59383" y="76349"/>
                </a:lnTo>
                <a:lnTo>
                  <a:pt x="56555" y="76349"/>
                </a:lnTo>
                <a:lnTo>
                  <a:pt x="56555" y="77242"/>
                </a:lnTo>
                <a:lnTo>
                  <a:pt x="55513" y="77242"/>
                </a:lnTo>
                <a:lnTo>
                  <a:pt x="55513" y="78284"/>
                </a:lnTo>
                <a:lnTo>
                  <a:pt x="52685" y="78284"/>
                </a:lnTo>
                <a:lnTo>
                  <a:pt x="52685" y="79177"/>
                </a:lnTo>
                <a:lnTo>
                  <a:pt x="51644" y="79177"/>
                </a:lnTo>
                <a:lnTo>
                  <a:pt x="51644" y="78284"/>
                </a:lnTo>
                <a:lnTo>
                  <a:pt x="50602" y="78284"/>
                </a:lnTo>
                <a:lnTo>
                  <a:pt x="50602" y="76349"/>
                </a:lnTo>
                <a:lnTo>
                  <a:pt x="49560" y="76349"/>
                </a:lnTo>
                <a:lnTo>
                  <a:pt x="49560" y="75307"/>
                </a:lnTo>
                <a:lnTo>
                  <a:pt x="45839" y="75307"/>
                </a:lnTo>
                <a:lnTo>
                  <a:pt x="45839" y="79177"/>
                </a:lnTo>
                <a:lnTo>
                  <a:pt x="40035" y="79177"/>
                </a:lnTo>
                <a:lnTo>
                  <a:pt x="40035" y="80218"/>
                </a:lnTo>
                <a:lnTo>
                  <a:pt x="35124" y="80218"/>
                </a:lnTo>
                <a:lnTo>
                  <a:pt x="35124" y="81111"/>
                </a:lnTo>
                <a:lnTo>
                  <a:pt x="33189" y="81111"/>
                </a:lnTo>
                <a:lnTo>
                  <a:pt x="33189" y="82153"/>
                </a:lnTo>
                <a:lnTo>
                  <a:pt x="30212" y="82153"/>
                </a:lnTo>
                <a:lnTo>
                  <a:pt x="30212" y="83046"/>
                </a:lnTo>
                <a:lnTo>
                  <a:pt x="29319" y="83046"/>
                </a:lnTo>
                <a:lnTo>
                  <a:pt x="29319" y="84088"/>
                </a:lnTo>
                <a:lnTo>
                  <a:pt x="26343" y="84088"/>
                </a:lnTo>
                <a:lnTo>
                  <a:pt x="26343" y="84981"/>
                </a:lnTo>
                <a:lnTo>
                  <a:pt x="24408" y="84981"/>
                </a:lnTo>
                <a:lnTo>
                  <a:pt x="24408" y="86023"/>
                </a:lnTo>
                <a:lnTo>
                  <a:pt x="23366" y="86023"/>
                </a:lnTo>
                <a:lnTo>
                  <a:pt x="23366" y="87065"/>
                </a:lnTo>
                <a:lnTo>
                  <a:pt x="17562" y="87065"/>
                </a:lnTo>
                <a:lnTo>
                  <a:pt x="17562" y="87957"/>
                </a:lnTo>
                <a:lnTo>
                  <a:pt x="14734" y="87957"/>
                </a:lnTo>
                <a:lnTo>
                  <a:pt x="14734" y="88999"/>
                </a:lnTo>
                <a:lnTo>
                  <a:pt x="13693" y="88999"/>
                </a:lnTo>
                <a:lnTo>
                  <a:pt x="13693" y="89892"/>
                </a:lnTo>
                <a:lnTo>
                  <a:pt x="11758" y="89892"/>
                </a:lnTo>
                <a:lnTo>
                  <a:pt x="11758" y="90934"/>
                </a:lnTo>
                <a:lnTo>
                  <a:pt x="10716" y="90934"/>
                </a:lnTo>
                <a:lnTo>
                  <a:pt x="10716" y="91827"/>
                </a:lnTo>
                <a:lnTo>
                  <a:pt x="6846" y="91827"/>
                </a:lnTo>
                <a:lnTo>
                  <a:pt x="6846" y="90934"/>
                </a:lnTo>
                <a:lnTo>
                  <a:pt x="4912" y="90934"/>
                </a:lnTo>
                <a:lnTo>
                  <a:pt x="4912" y="89892"/>
                </a:lnTo>
                <a:lnTo>
                  <a:pt x="3870" y="89892"/>
                </a:lnTo>
                <a:lnTo>
                  <a:pt x="3870" y="87065"/>
                </a:lnTo>
                <a:lnTo>
                  <a:pt x="2977" y="87065"/>
                </a:lnTo>
                <a:lnTo>
                  <a:pt x="2977" y="86023"/>
                </a:lnTo>
                <a:lnTo>
                  <a:pt x="1042" y="86023"/>
                </a:lnTo>
                <a:lnTo>
                  <a:pt x="1042" y="84981"/>
                </a:lnTo>
                <a:lnTo>
                  <a:pt x="0" y="84981"/>
                </a:lnTo>
                <a:lnTo>
                  <a:pt x="0" y="77837"/>
                </a:lnTo>
                <a:lnTo>
                  <a:pt x="1042" y="77837"/>
                </a:lnTo>
                <a:lnTo>
                  <a:pt x="1042" y="76944"/>
                </a:lnTo>
                <a:lnTo>
                  <a:pt x="1935" y="76944"/>
                </a:lnTo>
                <a:lnTo>
                  <a:pt x="1935" y="75009"/>
                </a:lnTo>
                <a:lnTo>
                  <a:pt x="2977" y="75009"/>
                </a:lnTo>
                <a:lnTo>
                  <a:pt x="2977" y="73968"/>
                </a:lnTo>
                <a:lnTo>
                  <a:pt x="7888" y="73968"/>
                </a:lnTo>
                <a:lnTo>
                  <a:pt x="7888" y="75009"/>
                </a:lnTo>
                <a:lnTo>
                  <a:pt x="10716" y="75009"/>
                </a:lnTo>
                <a:lnTo>
                  <a:pt x="10716" y="73968"/>
                </a:lnTo>
                <a:lnTo>
                  <a:pt x="14585" y="73968"/>
                </a:lnTo>
                <a:lnTo>
                  <a:pt x="14585" y="70991"/>
                </a:lnTo>
                <a:lnTo>
                  <a:pt x="15627" y="70991"/>
                </a:lnTo>
                <a:lnTo>
                  <a:pt x="15627" y="67122"/>
                </a:lnTo>
                <a:lnTo>
                  <a:pt x="16520" y="67122"/>
                </a:lnTo>
                <a:lnTo>
                  <a:pt x="16520" y="66229"/>
                </a:lnTo>
                <a:lnTo>
                  <a:pt x="18455" y="66229"/>
                </a:lnTo>
                <a:lnTo>
                  <a:pt x="18455" y="65187"/>
                </a:lnTo>
                <a:lnTo>
                  <a:pt x="19497" y="65187"/>
                </a:lnTo>
                <a:lnTo>
                  <a:pt x="19497" y="64294"/>
                </a:lnTo>
                <a:lnTo>
                  <a:pt x="21432" y="64294"/>
                </a:lnTo>
                <a:lnTo>
                  <a:pt x="21432" y="63252"/>
                </a:lnTo>
                <a:lnTo>
                  <a:pt x="22325" y="63252"/>
                </a:lnTo>
                <a:lnTo>
                  <a:pt x="22325" y="62210"/>
                </a:lnTo>
                <a:lnTo>
                  <a:pt x="23366" y="62210"/>
                </a:lnTo>
                <a:lnTo>
                  <a:pt x="23366" y="60275"/>
                </a:lnTo>
                <a:lnTo>
                  <a:pt x="24259" y="60275"/>
                </a:lnTo>
                <a:lnTo>
                  <a:pt x="24259" y="58787"/>
                </a:lnTo>
                <a:lnTo>
                  <a:pt x="23366" y="58787"/>
                </a:lnTo>
                <a:lnTo>
                  <a:pt x="23366" y="57745"/>
                </a:lnTo>
                <a:lnTo>
                  <a:pt x="17562" y="57745"/>
                </a:lnTo>
                <a:lnTo>
                  <a:pt x="17562" y="56852"/>
                </a:lnTo>
                <a:lnTo>
                  <a:pt x="16520" y="56852"/>
                </a:lnTo>
                <a:lnTo>
                  <a:pt x="16520" y="55811"/>
                </a:lnTo>
                <a:lnTo>
                  <a:pt x="13693" y="55811"/>
                </a:lnTo>
                <a:lnTo>
                  <a:pt x="13693" y="56852"/>
                </a:lnTo>
                <a:lnTo>
                  <a:pt x="9823" y="56852"/>
                </a:lnTo>
                <a:lnTo>
                  <a:pt x="9823" y="57745"/>
                </a:lnTo>
                <a:lnTo>
                  <a:pt x="4912" y="57745"/>
                </a:lnTo>
                <a:lnTo>
                  <a:pt x="4912" y="56852"/>
                </a:lnTo>
                <a:lnTo>
                  <a:pt x="3870" y="56852"/>
                </a:lnTo>
                <a:lnTo>
                  <a:pt x="3870" y="54918"/>
                </a:lnTo>
                <a:lnTo>
                  <a:pt x="2977" y="54918"/>
                </a:lnTo>
                <a:lnTo>
                  <a:pt x="2977" y="51941"/>
                </a:lnTo>
                <a:lnTo>
                  <a:pt x="1935" y="51941"/>
                </a:lnTo>
                <a:lnTo>
                  <a:pt x="1935" y="50006"/>
                </a:lnTo>
                <a:lnTo>
                  <a:pt x="1042" y="50006"/>
                </a:lnTo>
                <a:lnTo>
                  <a:pt x="1042" y="46732"/>
                </a:lnTo>
                <a:lnTo>
                  <a:pt x="1935" y="46732"/>
                </a:lnTo>
                <a:lnTo>
                  <a:pt x="1935" y="44797"/>
                </a:lnTo>
                <a:lnTo>
                  <a:pt x="3870" y="44797"/>
                </a:lnTo>
                <a:lnTo>
                  <a:pt x="3870" y="43756"/>
                </a:lnTo>
                <a:lnTo>
                  <a:pt x="4912" y="43756"/>
                </a:lnTo>
                <a:lnTo>
                  <a:pt x="4912" y="42863"/>
                </a:lnTo>
                <a:lnTo>
                  <a:pt x="6846" y="42863"/>
                </a:lnTo>
                <a:lnTo>
                  <a:pt x="6846" y="41821"/>
                </a:lnTo>
                <a:lnTo>
                  <a:pt x="8781" y="41821"/>
                </a:lnTo>
                <a:lnTo>
                  <a:pt x="8781" y="40928"/>
                </a:lnTo>
                <a:lnTo>
                  <a:pt x="9674" y="40928"/>
                </a:lnTo>
                <a:lnTo>
                  <a:pt x="9674" y="39886"/>
                </a:lnTo>
                <a:lnTo>
                  <a:pt x="10716" y="39886"/>
                </a:lnTo>
                <a:lnTo>
                  <a:pt x="10716" y="36909"/>
                </a:lnTo>
                <a:lnTo>
                  <a:pt x="11609" y="36909"/>
                </a:lnTo>
                <a:lnTo>
                  <a:pt x="11609" y="36016"/>
                </a:lnTo>
                <a:lnTo>
                  <a:pt x="12651" y="36016"/>
                </a:lnTo>
                <a:lnTo>
                  <a:pt x="12651" y="33040"/>
                </a:lnTo>
                <a:lnTo>
                  <a:pt x="13693" y="33040"/>
                </a:lnTo>
                <a:lnTo>
                  <a:pt x="13693" y="31105"/>
                </a:lnTo>
                <a:lnTo>
                  <a:pt x="14585" y="31105"/>
                </a:lnTo>
                <a:lnTo>
                  <a:pt x="14585" y="29170"/>
                </a:lnTo>
                <a:lnTo>
                  <a:pt x="15627" y="29170"/>
                </a:lnTo>
                <a:lnTo>
                  <a:pt x="15627" y="27236"/>
                </a:lnTo>
                <a:lnTo>
                  <a:pt x="16520" y="27236"/>
                </a:lnTo>
                <a:lnTo>
                  <a:pt x="16520" y="25301"/>
                </a:lnTo>
                <a:lnTo>
                  <a:pt x="17562" y="25301"/>
                </a:lnTo>
                <a:lnTo>
                  <a:pt x="17562" y="23366"/>
                </a:lnTo>
                <a:lnTo>
                  <a:pt x="18455" y="23366"/>
                </a:lnTo>
                <a:lnTo>
                  <a:pt x="18455" y="21431"/>
                </a:lnTo>
                <a:lnTo>
                  <a:pt x="19497" y="21431"/>
                </a:lnTo>
                <a:lnTo>
                  <a:pt x="19497" y="20390"/>
                </a:lnTo>
                <a:lnTo>
                  <a:pt x="20390" y="20390"/>
                </a:lnTo>
                <a:lnTo>
                  <a:pt x="20390" y="18455"/>
                </a:lnTo>
                <a:lnTo>
                  <a:pt x="21432" y="18455"/>
                </a:lnTo>
                <a:lnTo>
                  <a:pt x="21432" y="16520"/>
                </a:lnTo>
                <a:lnTo>
                  <a:pt x="22325" y="16520"/>
                </a:lnTo>
                <a:lnTo>
                  <a:pt x="22325" y="14585"/>
                </a:lnTo>
                <a:lnTo>
                  <a:pt x="23366" y="14585"/>
                </a:lnTo>
                <a:lnTo>
                  <a:pt x="23366" y="13692"/>
                </a:lnTo>
                <a:lnTo>
                  <a:pt x="24259" y="13692"/>
                </a:lnTo>
                <a:lnTo>
                  <a:pt x="24259" y="11609"/>
                </a:lnTo>
                <a:lnTo>
                  <a:pt x="25301" y="11609"/>
                </a:lnTo>
                <a:lnTo>
                  <a:pt x="25301" y="10716"/>
                </a:lnTo>
                <a:lnTo>
                  <a:pt x="26343" y="10716"/>
                </a:lnTo>
                <a:lnTo>
                  <a:pt x="26343" y="8781"/>
                </a:lnTo>
                <a:lnTo>
                  <a:pt x="27236" y="8781"/>
                </a:lnTo>
                <a:lnTo>
                  <a:pt x="27236" y="7739"/>
                </a:lnTo>
                <a:lnTo>
                  <a:pt x="28278" y="7739"/>
                </a:lnTo>
                <a:lnTo>
                  <a:pt x="28278" y="5804"/>
                </a:lnTo>
                <a:lnTo>
                  <a:pt x="29171" y="58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4E1488AB-5166-FB08-D70D-CA675A7D8BE1}"/>
              </a:ext>
            </a:extLst>
          </p:cNvPr>
          <p:cNvSpPr txBox="1"/>
          <p:nvPr/>
        </p:nvSpPr>
        <p:spPr>
          <a:xfrm>
            <a:off x="4665944" y="1924445"/>
            <a:ext cx="136624" cy="134095"/>
          </a:xfrm>
          <a:custGeom>
            <a:avLst/>
            <a:gdLst/>
            <a:ahLst/>
            <a:cxnLst/>
            <a:rect l="l" t="t" r="r" b="b"/>
            <a:pathLst>
              <a:path w="136624" h="134095">
                <a:moveTo>
                  <a:pt x="102096" y="99566"/>
                </a:moveTo>
                <a:lnTo>
                  <a:pt x="102096" y="101204"/>
                </a:lnTo>
                <a:lnTo>
                  <a:pt x="102840" y="101204"/>
                </a:lnTo>
                <a:lnTo>
                  <a:pt x="102840" y="103734"/>
                </a:lnTo>
                <a:lnTo>
                  <a:pt x="103733" y="103734"/>
                </a:lnTo>
                <a:lnTo>
                  <a:pt x="103733" y="99566"/>
                </a:lnTo>
                <a:close/>
                <a:moveTo>
                  <a:pt x="46434" y="15181"/>
                </a:moveTo>
                <a:lnTo>
                  <a:pt x="46434" y="16074"/>
                </a:lnTo>
                <a:lnTo>
                  <a:pt x="47178" y="16074"/>
                </a:lnTo>
                <a:lnTo>
                  <a:pt x="47178" y="15181"/>
                </a:lnTo>
                <a:close/>
                <a:moveTo>
                  <a:pt x="45541" y="7591"/>
                </a:moveTo>
                <a:lnTo>
                  <a:pt x="45541" y="8484"/>
                </a:lnTo>
                <a:lnTo>
                  <a:pt x="44648" y="8484"/>
                </a:lnTo>
                <a:lnTo>
                  <a:pt x="44648" y="9228"/>
                </a:lnTo>
                <a:lnTo>
                  <a:pt x="46434" y="9228"/>
                </a:lnTo>
                <a:lnTo>
                  <a:pt x="46434" y="7591"/>
                </a:lnTo>
                <a:close/>
                <a:moveTo>
                  <a:pt x="85130" y="0"/>
                </a:moveTo>
                <a:lnTo>
                  <a:pt x="86023" y="0"/>
                </a:lnTo>
                <a:lnTo>
                  <a:pt x="86023" y="893"/>
                </a:lnTo>
                <a:lnTo>
                  <a:pt x="93613" y="893"/>
                </a:lnTo>
                <a:lnTo>
                  <a:pt x="93613" y="1637"/>
                </a:lnTo>
                <a:lnTo>
                  <a:pt x="94506" y="1637"/>
                </a:lnTo>
                <a:lnTo>
                  <a:pt x="94506" y="3423"/>
                </a:lnTo>
                <a:lnTo>
                  <a:pt x="95250" y="3423"/>
                </a:lnTo>
                <a:lnTo>
                  <a:pt x="95250" y="5954"/>
                </a:lnTo>
                <a:lnTo>
                  <a:pt x="94506" y="5954"/>
                </a:lnTo>
                <a:lnTo>
                  <a:pt x="94506" y="7591"/>
                </a:lnTo>
                <a:lnTo>
                  <a:pt x="93613" y="7591"/>
                </a:lnTo>
                <a:lnTo>
                  <a:pt x="93613" y="9228"/>
                </a:lnTo>
                <a:lnTo>
                  <a:pt x="92720" y="9228"/>
                </a:lnTo>
                <a:lnTo>
                  <a:pt x="92720" y="14288"/>
                </a:lnTo>
                <a:lnTo>
                  <a:pt x="91976" y="14288"/>
                </a:lnTo>
                <a:lnTo>
                  <a:pt x="91976" y="16074"/>
                </a:lnTo>
                <a:lnTo>
                  <a:pt x="92720" y="16074"/>
                </a:lnTo>
                <a:lnTo>
                  <a:pt x="92720" y="21878"/>
                </a:lnTo>
                <a:lnTo>
                  <a:pt x="93613" y="21878"/>
                </a:lnTo>
                <a:lnTo>
                  <a:pt x="93613" y="22771"/>
                </a:lnTo>
                <a:lnTo>
                  <a:pt x="96143" y="22771"/>
                </a:lnTo>
                <a:lnTo>
                  <a:pt x="96143" y="23664"/>
                </a:lnTo>
                <a:lnTo>
                  <a:pt x="101203" y="23664"/>
                </a:lnTo>
                <a:lnTo>
                  <a:pt x="101203" y="24408"/>
                </a:lnTo>
                <a:lnTo>
                  <a:pt x="104626" y="24408"/>
                </a:lnTo>
                <a:lnTo>
                  <a:pt x="104626" y="23664"/>
                </a:lnTo>
                <a:lnTo>
                  <a:pt x="107156" y="23664"/>
                </a:lnTo>
                <a:lnTo>
                  <a:pt x="107156" y="22771"/>
                </a:lnTo>
                <a:lnTo>
                  <a:pt x="108793" y="22771"/>
                </a:lnTo>
                <a:lnTo>
                  <a:pt x="108793" y="23664"/>
                </a:lnTo>
                <a:lnTo>
                  <a:pt x="112216" y="23664"/>
                </a:lnTo>
                <a:lnTo>
                  <a:pt x="112216" y="22771"/>
                </a:lnTo>
                <a:lnTo>
                  <a:pt x="113853" y="22771"/>
                </a:lnTo>
                <a:lnTo>
                  <a:pt x="113853" y="21134"/>
                </a:lnTo>
                <a:lnTo>
                  <a:pt x="114746" y="21134"/>
                </a:lnTo>
                <a:lnTo>
                  <a:pt x="114746" y="20241"/>
                </a:lnTo>
                <a:lnTo>
                  <a:pt x="116384" y="20241"/>
                </a:lnTo>
                <a:lnTo>
                  <a:pt x="116384" y="19348"/>
                </a:lnTo>
                <a:lnTo>
                  <a:pt x="118021" y="19348"/>
                </a:lnTo>
                <a:lnTo>
                  <a:pt x="118021" y="18604"/>
                </a:lnTo>
                <a:lnTo>
                  <a:pt x="119807" y="18604"/>
                </a:lnTo>
                <a:lnTo>
                  <a:pt x="119807" y="17711"/>
                </a:lnTo>
                <a:lnTo>
                  <a:pt x="123974" y="17711"/>
                </a:lnTo>
                <a:lnTo>
                  <a:pt x="123974" y="18604"/>
                </a:lnTo>
                <a:lnTo>
                  <a:pt x="124867" y="18604"/>
                </a:lnTo>
                <a:lnTo>
                  <a:pt x="124867" y="17711"/>
                </a:lnTo>
                <a:lnTo>
                  <a:pt x="126504" y="17711"/>
                </a:lnTo>
                <a:lnTo>
                  <a:pt x="126504" y="18604"/>
                </a:lnTo>
                <a:lnTo>
                  <a:pt x="128141" y="18604"/>
                </a:lnTo>
                <a:lnTo>
                  <a:pt x="128141" y="19348"/>
                </a:lnTo>
                <a:lnTo>
                  <a:pt x="129034" y="19348"/>
                </a:lnTo>
                <a:lnTo>
                  <a:pt x="129034" y="21878"/>
                </a:lnTo>
                <a:lnTo>
                  <a:pt x="129927" y="21878"/>
                </a:lnTo>
                <a:lnTo>
                  <a:pt x="129927" y="22771"/>
                </a:lnTo>
                <a:lnTo>
                  <a:pt x="133201" y="22771"/>
                </a:lnTo>
                <a:lnTo>
                  <a:pt x="133201" y="23664"/>
                </a:lnTo>
                <a:lnTo>
                  <a:pt x="134987" y="23664"/>
                </a:lnTo>
                <a:lnTo>
                  <a:pt x="134987" y="24408"/>
                </a:lnTo>
                <a:lnTo>
                  <a:pt x="136624" y="24408"/>
                </a:lnTo>
                <a:lnTo>
                  <a:pt x="136624" y="26938"/>
                </a:lnTo>
                <a:lnTo>
                  <a:pt x="135731" y="26938"/>
                </a:lnTo>
                <a:lnTo>
                  <a:pt x="135731" y="27831"/>
                </a:lnTo>
                <a:lnTo>
                  <a:pt x="134987" y="27831"/>
                </a:lnTo>
                <a:lnTo>
                  <a:pt x="134987" y="28724"/>
                </a:lnTo>
                <a:lnTo>
                  <a:pt x="134094" y="28724"/>
                </a:lnTo>
                <a:lnTo>
                  <a:pt x="134094" y="31998"/>
                </a:lnTo>
                <a:lnTo>
                  <a:pt x="133201" y="31998"/>
                </a:lnTo>
                <a:lnTo>
                  <a:pt x="133201" y="32891"/>
                </a:lnTo>
                <a:lnTo>
                  <a:pt x="129034" y="32891"/>
                </a:lnTo>
                <a:lnTo>
                  <a:pt x="129034" y="31998"/>
                </a:lnTo>
                <a:lnTo>
                  <a:pt x="125611" y="31998"/>
                </a:lnTo>
                <a:lnTo>
                  <a:pt x="125611" y="32891"/>
                </a:lnTo>
                <a:lnTo>
                  <a:pt x="124867" y="32891"/>
                </a:lnTo>
                <a:lnTo>
                  <a:pt x="124867" y="31998"/>
                </a:lnTo>
                <a:lnTo>
                  <a:pt x="119807" y="31998"/>
                </a:lnTo>
                <a:lnTo>
                  <a:pt x="119807" y="31254"/>
                </a:lnTo>
                <a:lnTo>
                  <a:pt x="116384" y="31254"/>
                </a:lnTo>
                <a:lnTo>
                  <a:pt x="116384" y="30361"/>
                </a:lnTo>
                <a:lnTo>
                  <a:pt x="114746" y="30361"/>
                </a:lnTo>
                <a:lnTo>
                  <a:pt x="114746" y="31254"/>
                </a:lnTo>
                <a:lnTo>
                  <a:pt x="108793" y="31254"/>
                </a:lnTo>
                <a:lnTo>
                  <a:pt x="108793" y="30361"/>
                </a:lnTo>
                <a:lnTo>
                  <a:pt x="96143" y="30361"/>
                </a:lnTo>
                <a:lnTo>
                  <a:pt x="96143" y="31254"/>
                </a:lnTo>
                <a:lnTo>
                  <a:pt x="93613" y="31254"/>
                </a:lnTo>
                <a:lnTo>
                  <a:pt x="93613" y="31998"/>
                </a:lnTo>
                <a:lnTo>
                  <a:pt x="92720" y="31998"/>
                </a:lnTo>
                <a:lnTo>
                  <a:pt x="92720" y="32891"/>
                </a:lnTo>
                <a:lnTo>
                  <a:pt x="91976" y="32891"/>
                </a:lnTo>
                <a:lnTo>
                  <a:pt x="91976" y="39589"/>
                </a:lnTo>
                <a:lnTo>
                  <a:pt x="92720" y="39589"/>
                </a:lnTo>
                <a:lnTo>
                  <a:pt x="92720" y="43012"/>
                </a:lnTo>
                <a:lnTo>
                  <a:pt x="93613" y="43012"/>
                </a:lnTo>
                <a:lnTo>
                  <a:pt x="93613" y="46435"/>
                </a:lnTo>
                <a:lnTo>
                  <a:pt x="92720" y="46435"/>
                </a:lnTo>
                <a:lnTo>
                  <a:pt x="92720" y="48072"/>
                </a:lnTo>
                <a:lnTo>
                  <a:pt x="89446" y="48072"/>
                </a:lnTo>
                <a:lnTo>
                  <a:pt x="89446" y="48965"/>
                </a:lnTo>
                <a:lnTo>
                  <a:pt x="86023" y="48965"/>
                </a:lnTo>
                <a:lnTo>
                  <a:pt x="86023" y="49709"/>
                </a:lnTo>
                <a:lnTo>
                  <a:pt x="80070" y="49709"/>
                </a:lnTo>
                <a:lnTo>
                  <a:pt x="80070" y="48965"/>
                </a:lnTo>
                <a:lnTo>
                  <a:pt x="79325" y="48965"/>
                </a:lnTo>
                <a:lnTo>
                  <a:pt x="79325" y="37059"/>
                </a:lnTo>
                <a:lnTo>
                  <a:pt x="80070" y="37059"/>
                </a:lnTo>
                <a:lnTo>
                  <a:pt x="80070" y="34529"/>
                </a:lnTo>
                <a:lnTo>
                  <a:pt x="79325" y="34529"/>
                </a:lnTo>
                <a:lnTo>
                  <a:pt x="79325" y="30361"/>
                </a:lnTo>
                <a:lnTo>
                  <a:pt x="78432" y="30361"/>
                </a:lnTo>
                <a:lnTo>
                  <a:pt x="78432" y="27831"/>
                </a:lnTo>
                <a:lnTo>
                  <a:pt x="61615" y="27831"/>
                </a:lnTo>
                <a:lnTo>
                  <a:pt x="61615" y="28724"/>
                </a:lnTo>
                <a:lnTo>
                  <a:pt x="59085" y="28724"/>
                </a:lnTo>
                <a:lnTo>
                  <a:pt x="59085" y="29468"/>
                </a:lnTo>
                <a:lnTo>
                  <a:pt x="55662" y="29468"/>
                </a:lnTo>
                <a:lnTo>
                  <a:pt x="55662" y="30361"/>
                </a:lnTo>
                <a:lnTo>
                  <a:pt x="54769" y="30361"/>
                </a:lnTo>
                <a:lnTo>
                  <a:pt x="54769" y="31254"/>
                </a:lnTo>
                <a:lnTo>
                  <a:pt x="54025" y="31254"/>
                </a:lnTo>
                <a:lnTo>
                  <a:pt x="54025" y="31998"/>
                </a:lnTo>
                <a:lnTo>
                  <a:pt x="55662" y="31998"/>
                </a:lnTo>
                <a:lnTo>
                  <a:pt x="55662" y="32891"/>
                </a:lnTo>
                <a:lnTo>
                  <a:pt x="56555" y="32891"/>
                </a:lnTo>
                <a:lnTo>
                  <a:pt x="56555" y="37952"/>
                </a:lnTo>
                <a:lnTo>
                  <a:pt x="57299" y="37952"/>
                </a:lnTo>
                <a:lnTo>
                  <a:pt x="57299" y="42119"/>
                </a:lnTo>
                <a:lnTo>
                  <a:pt x="56555" y="42119"/>
                </a:lnTo>
                <a:lnTo>
                  <a:pt x="56555" y="43012"/>
                </a:lnTo>
                <a:lnTo>
                  <a:pt x="57299" y="43012"/>
                </a:lnTo>
                <a:lnTo>
                  <a:pt x="57299" y="46435"/>
                </a:lnTo>
                <a:lnTo>
                  <a:pt x="56555" y="46435"/>
                </a:lnTo>
                <a:lnTo>
                  <a:pt x="56555" y="49709"/>
                </a:lnTo>
                <a:lnTo>
                  <a:pt x="57299" y="49709"/>
                </a:lnTo>
                <a:lnTo>
                  <a:pt x="57299" y="50602"/>
                </a:lnTo>
                <a:lnTo>
                  <a:pt x="59829" y="50602"/>
                </a:lnTo>
                <a:lnTo>
                  <a:pt x="59829" y="51495"/>
                </a:lnTo>
                <a:lnTo>
                  <a:pt x="61615" y="51495"/>
                </a:lnTo>
                <a:lnTo>
                  <a:pt x="61615" y="52239"/>
                </a:lnTo>
                <a:lnTo>
                  <a:pt x="70842" y="52239"/>
                </a:lnTo>
                <a:lnTo>
                  <a:pt x="70842" y="53132"/>
                </a:lnTo>
                <a:lnTo>
                  <a:pt x="71735" y="53132"/>
                </a:lnTo>
                <a:lnTo>
                  <a:pt x="71735" y="54025"/>
                </a:lnTo>
                <a:lnTo>
                  <a:pt x="73372" y="54025"/>
                </a:lnTo>
                <a:lnTo>
                  <a:pt x="73372" y="53132"/>
                </a:lnTo>
                <a:lnTo>
                  <a:pt x="74265" y="53132"/>
                </a:lnTo>
                <a:lnTo>
                  <a:pt x="74265" y="52239"/>
                </a:lnTo>
                <a:lnTo>
                  <a:pt x="79325" y="52239"/>
                </a:lnTo>
                <a:lnTo>
                  <a:pt x="79325" y="51495"/>
                </a:lnTo>
                <a:lnTo>
                  <a:pt x="80962" y="51495"/>
                </a:lnTo>
                <a:lnTo>
                  <a:pt x="80962" y="52239"/>
                </a:lnTo>
                <a:lnTo>
                  <a:pt x="82600" y="52239"/>
                </a:lnTo>
                <a:lnTo>
                  <a:pt x="82600" y="53132"/>
                </a:lnTo>
                <a:lnTo>
                  <a:pt x="86023" y="53132"/>
                </a:lnTo>
                <a:lnTo>
                  <a:pt x="86023" y="54025"/>
                </a:lnTo>
                <a:lnTo>
                  <a:pt x="86916" y="54025"/>
                </a:lnTo>
                <a:lnTo>
                  <a:pt x="86916" y="54769"/>
                </a:lnTo>
                <a:lnTo>
                  <a:pt x="88553" y="54769"/>
                </a:lnTo>
                <a:lnTo>
                  <a:pt x="88553" y="54025"/>
                </a:lnTo>
                <a:lnTo>
                  <a:pt x="89446" y="54025"/>
                </a:lnTo>
                <a:lnTo>
                  <a:pt x="89446" y="53132"/>
                </a:lnTo>
                <a:lnTo>
                  <a:pt x="91976" y="53132"/>
                </a:lnTo>
                <a:lnTo>
                  <a:pt x="91976" y="54025"/>
                </a:lnTo>
                <a:lnTo>
                  <a:pt x="97036" y="54025"/>
                </a:lnTo>
                <a:lnTo>
                  <a:pt x="97036" y="54769"/>
                </a:lnTo>
                <a:lnTo>
                  <a:pt x="97780" y="54769"/>
                </a:lnTo>
                <a:lnTo>
                  <a:pt x="97780" y="54025"/>
                </a:lnTo>
                <a:lnTo>
                  <a:pt x="99566" y="54025"/>
                </a:lnTo>
                <a:lnTo>
                  <a:pt x="99566" y="53132"/>
                </a:lnTo>
                <a:lnTo>
                  <a:pt x="100310" y="53132"/>
                </a:lnTo>
                <a:lnTo>
                  <a:pt x="100310" y="51495"/>
                </a:lnTo>
                <a:lnTo>
                  <a:pt x="101203" y="51495"/>
                </a:lnTo>
                <a:lnTo>
                  <a:pt x="101203" y="50602"/>
                </a:lnTo>
                <a:lnTo>
                  <a:pt x="102096" y="50602"/>
                </a:lnTo>
                <a:lnTo>
                  <a:pt x="102096" y="49709"/>
                </a:lnTo>
                <a:lnTo>
                  <a:pt x="102840" y="49709"/>
                </a:lnTo>
                <a:lnTo>
                  <a:pt x="102840" y="48072"/>
                </a:lnTo>
                <a:lnTo>
                  <a:pt x="103733" y="48072"/>
                </a:lnTo>
                <a:lnTo>
                  <a:pt x="103733" y="47179"/>
                </a:lnTo>
                <a:lnTo>
                  <a:pt x="105370" y="47179"/>
                </a:lnTo>
                <a:lnTo>
                  <a:pt x="105370" y="45542"/>
                </a:lnTo>
                <a:lnTo>
                  <a:pt x="107900" y="45542"/>
                </a:lnTo>
                <a:lnTo>
                  <a:pt x="107900" y="46435"/>
                </a:lnTo>
                <a:lnTo>
                  <a:pt x="111323" y="46435"/>
                </a:lnTo>
                <a:lnTo>
                  <a:pt x="111323" y="47179"/>
                </a:lnTo>
                <a:lnTo>
                  <a:pt x="112216" y="47179"/>
                </a:lnTo>
                <a:lnTo>
                  <a:pt x="112216" y="48072"/>
                </a:lnTo>
                <a:lnTo>
                  <a:pt x="113853" y="48072"/>
                </a:lnTo>
                <a:lnTo>
                  <a:pt x="113853" y="48965"/>
                </a:lnTo>
                <a:lnTo>
                  <a:pt x="116384" y="48965"/>
                </a:lnTo>
                <a:lnTo>
                  <a:pt x="116384" y="49709"/>
                </a:lnTo>
                <a:lnTo>
                  <a:pt x="118021" y="49709"/>
                </a:lnTo>
                <a:lnTo>
                  <a:pt x="118021" y="50602"/>
                </a:lnTo>
                <a:lnTo>
                  <a:pt x="118914" y="50602"/>
                </a:lnTo>
                <a:lnTo>
                  <a:pt x="118914" y="51495"/>
                </a:lnTo>
                <a:lnTo>
                  <a:pt x="120551" y="51495"/>
                </a:lnTo>
                <a:lnTo>
                  <a:pt x="120551" y="52239"/>
                </a:lnTo>
                <a:lnTo>
                  <a:pt x="121444" y="52239"/>
                </a:lnTo>
                <a:lnTo>
                  <a:pt x="121444" y="53132"/>
                </a:lnTo>
                <a:lnTo>
                  <a:pt x="122337" y="53132"/>
                </a:lnTo>
                <a:lnTo>
                  <a:pt x="122337" y="54025"/>
                </a:lnTo>
                <a:lnTo>
                  <a:pt x="123081" y="54025"/>
                </a:lnTo>
                <a:lnTo>
                  <a:pt x="123081" y="59829"/>
                </a:lnTo>
                <a:lnTo>
                  <a:pt x="122337" y="59829"/>
                </a:lnTo>
                <a:lnTo>
                  <a:pt x="122337" y="60722"/>
                </a:lnTo>
                <a:lnTo>
                  <a:pt x="121444" y="60722"/>
                </a:lnTo>
                <a:lnTo>
                  <a:pt x="121444" y="61615"/>
                </a:lnTo>
                <a:lnTo>
                  <a:pt x="120551" y="61615"/>
                </a:lnTo>
                <a:lnTo>
                  <a:pt x="120551" y="62359"/>
                </a:lnTo>
                <a:lnTo>
                  <a:pt x="119807" y="62359"/>
                </a:lnTo>
                <a:lnTo>
                  <a:pt x="119807" y="63252"/>
                </a:lnTo>
                <a:lnTo>
                  <a:pt x="118914" y="63252"/>
                </a:lnTo>
                <a:lnTo>
                  <a:pt x="118914" y="64145"/>
                </a:lnTo>
                <a:lnTo>
                  <a:pt x="118021" y="64145"/>
                </a:lnTo>
                <a:lnTo>
                  <a:pt x="118021" y="64889"/>
                </a:lnTo>
                <a:lnTo>
                  <a:pt x="117277" y="64889"/>
                </a:lnTo>
                <a:lnTo>
                  <a:pt x="117277" y="69950"/>
                </a:lnTo>
                <a:lnTo>
                  <a:pt x="118021" y="69950"/>
                </a:lnTo>
                <a:lnTo>
                  <a:pt x="118021" y="71736"/>
                </a:lnTo>
                <a:lnTo>
                  <a:pt x="118914" y="71736"/>
                </a:lnTo>
                <a:lnTo>
                  <a:pt x="118914" y="80963"/>
                </a:lnTo>
                <a:lnTo>
                  <a:pt x="118021" y="80963"/>
                </a:lnTo>
                <a:lnTo>
                  <a:pt x="118021" y="85130"/>
                </a:lnTo>
                <a:lnTo>
                  <a:pt x="117277" y="85130"/>
                </a:lnTo>
                <a:lnTo>
                  <a:pt x="117277" y="86023"/>
                </a:lnTo>
                <a:lnTo>
                  <a:pt x="116384" y="86023"/>
                </a:lnTo>
                <a:lnTo>
                  <a:pt x="116384" y="86916"/>
                </a:lnTo>
                <a:lnTo>
                  <a:pt x="117277" y="86916"/>
                </a:lnTo>
                <a:lnTo>
                  <a:pt x="117277" y="93613"/>
                </a:lnTo>
                <a:lnTo>
                  <a:pt x="116384" y="93613"/>
                </a:lnTo>
                <a:lnTo>
                  <a:pt x="116384" y="97036"/>
                </a:lnTo>
                <a:lnTo>
                  <a:pt x="115491" y="97036"/>
                </a:lnTo>
                <a:lnTo>
                  <a:pt x="115491" y="98673"/>
                </a:lnTo>
                <a:lnTo>
                  <a:pt x="116384" y="98673"/>
                </a:lnTo>
                <a:lnTo>
                  <a:pt x="116384" y="102096"/>
                </a:lnTo>
                <a:lnTo>
                  <a:pt x="115491" y="102096"/>
                </a:lnTo>
                <a:lnTo>
                  <a:pt x="115491" y="103734"/>
                </a:lnTo>
                <a:lnTo>
                  <a:pt x="114746" y="103734"/>
                </a:lnTo>
                <a:lnTo>
                  <a:pt x="114746" y="104627"/>
                </a:lnTo>
                <a:lnTo>
                  <a:pt x="113853" y="104627"/>
                </a:lnTo>
                <a:lnTo>
                  <a:pt x="113853" y="105371"/>
                </a:lnTo>
                <a:lnTo>
                  <a:pt x="112961" y="105371"/>
                </a:lnTo>
                <a:lnTo>
                  <a:pt x="112961" y="107157"/>
                </a:lnTo>
                <a:lnTo>
                  <a:pt x="112216" y="107157"/>
                </a:lnTo>
                <a:lnTo>
                  <a:pt x="112216" y="107901"/>
                </a:lnTo>
                <a:lnTo>
                  <a:pt x="111323" y="107901"/>
                </a:lnTo>
                <a:lnTo>
                  <a:pt x="111323" y="108794"/>
                </a:lnTo>
                <a:lnTo>
                  <a:pt x="110430" y="108794"/>
                </a:lnTo>
                <a:lnTo>
                  <a:pt x="110430" y="109687"/>
                </a:lnTo>
                <a:lnTo>
                  <a:pt x="107900" y="109687"/>
                </a:lnTo>
                <a:lnTo>
                  <a:pt x="107900" y="110431"/>
                </a:lnTo>
                <a:lnTo>
                  <a:pt x="106263" y="110431"/>
                </a:lnTo>
                <a:lnTo>
                  <a:pt x="106263" y="111324"/>
                </a:lnTo>
                <a:lnTo>
                  <a:pt x="105370" y="111324"/>
                </a:lnTo>
                <a:lnTo>
                  <a:pt x="105370" y="112217"/>
                </a:lnTo>
                <a:lnTo>
                  <a:pt x="104626" y="112217"/>
                </a:lnTo>
                <a:lnTo>
                  <a:pt x="104626" y="113854"/>
                </a:lnTo>
                <a:lnTo>
                  <a:pt x="102840" y="113854"/>
                </a:lnTo>
                <a:lnTo>
                  <a:pt x="102840" y="114747"/>
                </a:lnTo>
                <a:lnTo>
                  <a:pt x="100310" y="114747"/>
                </a:lnTo>
                <a:lnTo>
                  <a:pt x="100310" y="113854"/>
                </a:lnTo>
                <a:lnTo>
                  <a:pt x="99566" y="113854"/>
                </a:lnTo>
                <a:lnTo>
                  <a:pt x="99566" y="114747"/>
                </a:lnTo>
                <a:lnTo>
                  <a:pt x="97780" y="114747"/>
                </a:lnTo>
                <a:lnTo>
                  <a:pt x="97780" y="115491"/>
                </a:lnTo>
                <a:lnTo>
                  <a:pt x="97036" y="115491"/>
                </a:lnTo>
                <a:lnTo>
                  <a:pt x="97036" y="116384"/>
                </a:lnTo>
                <a:lnTo>
                  <a:pt x="94506" y="116384"/>
                </a:lnTo>
                <a:lnTo>
                  <a:pt x="94506" y="117277"/>
                </a:lnTo>
                <a:lnTo>
                  <a:pt x="89446" y="117277"/>
                </a:lnTo>
                <a:lnTo>
                  <a:pt x="89446" y="116384"/>
                </a:lnTo>
                <a:lnTo>
                  <a:pt x="88553" y="116384"/>
                </a:lnTo>
                <a:lnTo>
                  <a:pt x="88553" y="115491"/>
                </a:lnTo>
                <a:lnTo>
                  <a:pt x="87660" y="115491"/>
                </a:lnTo>
                <a:lnTo>
                  <a:pt x="87660" y="114747"/>
                </a:lnTo>
                <a:lnTo>
                  <a:pt x="86916" y="114747"/>
                </a:lnTo>
                <a:lnTo>
                  <a:pt x="86916" y="113854"/>
                </a:lnTo>
                <a:lnTo>
                  <a:pt x="85130" y="113854"/>
                </a:lnTo>
                <a:lnTo>
                  <a:pt x="85130" y="112961"/>
                </a:lnTo>
                <a:lnTo>
                  <a:pt x="84386" y="112961"/>
                </a:lnTo>
                <a:lnTo>
                  <a:pt x="84386" y="112217"/>
                </a:lnTo>
                <a:lnTo>
                  <a:pt x="82600" y="112217"/>
                </a:lnTo>
                <a:lnTo>
                  <a:pt x="82600" y="111324"/>
                </a:lnTo>
                <a:lnTo>
                  <a:pt x="81855" y="111324"/>
                </a:lnTo>
                <a:lnTo>
                  <a:pt x="81855" y="110431"/>
                </a:lnTo>
                <a:lnTo>
                  <a:pt x="80962" y="110431"/>
                </a:lnTo>
                <a:lnTo>
                  <a:pt x="80962" y="109687"/>
                </a:lnTo>
                <a:lnTo>
                  <a:pt x="76795" y="109687"/>
                </a:lnTo>
                <a:lnTo>
                  <a:pt x="76795" y="108794"/>
                </a:lnTo>
                <a:lnTo>
                  <a:pt x="75902" y="108794"/>
                </a:lnTo>
                <a:lnTo>
                  <a:pt x="75902" y="107901"/>
                </a:lnTo>
                <a:lnTo>
                  <a:pt x="75009" y="107901"/>
                </a:lnTo>
                <a:lnTo>
                  <a:pt x="75009" y="106264"/>
                </a:lnTo>
                <a:lnTo>
                  <a:pt x="75902" y="106264"/>
                </a:lnTo>
                <a:lnTo>
                  <a:pt x="75902" y="105371"/>
                </a:lnTo>
                <a:lnTo>
                  <a:pt x="76795" y="105371"/>
                </a:lnTo>
                <a:lnTo>
                  <a:pt x="76795" y="104627"/>
                </a:lnTo>
                <a:lnTo>
                  <a:pt x="77539" y="104627"/>
                </a:lnTo>
                <a:lnTo>
                  <a:pt x="77539" y="103734"/>
                </a:lnTo>
                <a:lnTo>
                  <a:pt x="80070" y="103734"/>
                </a:lnTo>
                <a:lnTo>
                  <a:pt x="80070" y="102841"/>
                </a:lnTo>
                <a:lnTo>
                  <a:pt x="81855" y="102841"/>
                </a:lnTo>
                <a:lnTo>
                  <a:pt x="81855" y="102096"/>
                </a:lnTo>
                <a:lnTo>
                  <a:pt x="82600" y="102096"/>
                </a:lnTo>
                <a:lnTo>
                  <a:pt x="82600" y="102841"/>
                </a:lnTo>
                <a:lnTo>
                  <a:pt x="86916" y="102841"/>
                </a:lnTo>
                <a:lnTo>
                  <a:pt x="86916" y="102096"/>
                </a:lnTo>
                <a:lnTo>
                  <a:pt x="87660" y="102096"/>
                </a:lnTo>
                <a:lnTo>
                  <a:pt x="87660" y="101204"/>
                </a:lnTo>
                <a:lnTo>
                  <a:pt x="88553" y="101204"/>
                </a:lnTo>
                <a:lnTo>
                  <a:pt x="88553" y="102096"/>
                </a:lnTo>
                <a:lnTo>
                  <a:pt x="90190" y="102096"/>
                </a:lnTo>
                <a:lnTo>
                  <a:pt x="90190" y="102841"/>
                </a:lnTo>
                <a:lnTo>
                  <a:pt x="97036" y="102841"/>
                </a:lnTo>
                <a:lnTo>
                  <a:pt x="97036" y="100311"/>
                </a:lnTo>
                <a:lnTo>
                  <a:pt x="97780" y="100311"/>
                </a:lnTo>
                <a:lnTo>
                  <a:pt x="97780" y="99566"/>
                </a:lnTo>
                <a:lnTo>
                  <a:pt x="99566" y="99566"/>
                </a:lnTo>
                <a:lnTo>
                  <a:pt x="99566" y="98673"/>
                </a:lnTo>
                <a:lnTo>
                  <a:pt x="100310" y="98673"/>
                </a:lnTo>
                <a:lnTo>
                  <a:pt x="100310" y="97780"/>
                </a:lnTo>
                <a:lnTo>
                  <a:pt x="101203" y="97780"/>
                </a:lnTo>
                <a:lnTo>
                  <a:pt x="101203" y="97036"/>
                </a:lnTo>
                <a:lnTo>
                  <a:pt x="102096" y="97036"/>
                </a:lnTo>
                <a:lnTo>
                  <a:pt x="102096" y="95250"/>
                </a:lnTo>
                <a:lnTo>
                  <a:pt x="102840" y="95250"/>
                </a:lnTo>
                <a:lnTo>
                  <a:pt x="102840" y="94506"/>
                </a:lnTo>
                <a:lnTo>
                  <a:pt x="103733" y="94506"/>
                </a:lnTo>
                <a:lnTo>
                  <a:pt x="103733" y="91083"/>
                </a:lnTo>
                <a:lnTo>
                  <a:pt x="104626" y="91083"/>
                </a:lnTo>
                <a:lnTo>
                  <a:pt x="104626" y="90190"/>
                </a:lnTo>
                <a:lnTo>
                  <a:pt x="105370" y="90190"/>
                </a:lnTo>
                <a:lnTo>
                  <a:pt x="105370" y="83493"/>
                </a:lnTo>
                <a:lnTo>
                  <a:pt x="106263" y="83493"/>
                </a:lnTo>
                <a:lnTo>
                  <a:pt x="106263" y="81856"/>
                </a:lnTo>
                <a:lnTo>
                  <a:pt x="107156" y="81856"/>
                </a:lnTo>
                <a:lnTo>
                  <a:pt x="107156" y="78433"/>
                </a:lnTo>
                <a:lnTo>
                  <a:pt x="107900" y="78433"/>
                </a:lnTo>
                <a:lnTo>
                  <a:pt x="107900" y="76796"/>
                </a:lnTo>
                <a:lnTo>
                  <a:pt x="107156" y="76796"/>
                </a:lnTo>
                <a:lnTo>
                  <a:pt x="107156" y="75010"/>
                </a:lnTo>
                <a:lnTo>
                  <a:pt x="106263" y="75010"/>
                </a:lnTo>
                <a:lnTo>
                  <a:pt x="106263" y="74266"/>
                </a:lnTo>
                <a:lnTo>
                  <a:pt x="105370" y="74266"/>
                </a:lnTo>
                <a:lnTo>
                  <a:pt x="105370" y="64889"/>
                </a:lnTo>
                <a:lnTo>
                  <a:pt x="106263" y="64889"/>
                </a:lnTo>
                <a:lnTo>
                  <a:pt x="106263" y="62359"/>
                </a:lnTo>
                <a:lnTo>
                  <a:pt x="105370" y="62359"/>
                </a:lnTo>
                <a:lnTo>
                  <a:pt x="105370" y="60722"/>
                </a:lnTo>
                <a:lnTo>
                  <a:pt x="104626" y="60722"/>
                </a:lnTo>
                <a:lnTo>
                  <a:pt x="104626" y="59829"/>
                </a:lnTo>
                <a:lnTo>
                  <a:pt x="103733" y="59829"/>
                </a:lnTo>
                <a:lnTo>
                  <a:pt x="103733" y="59085"/>
                </a:lnTo>
                <a:lnTo>
                  <a:pt x="102096" y="59085"/>
                </a:lnTo>
                <a:lnTo>
                  <a:pt x="102096" y="58192"/>
                </a:lnTo>
                <a:lnTo>
                  <a:pt x="100310" y="58192"/>
                </a:lnTo>
                <a:lnTo>
                  <a:pt x="100310" y="57299"/>
                </a:lnTo>
                <a:lnTo>
                  <a:pt x="98673" y="57299"/>
                </a:lnTo>
                <a:lnTo>
                  <a:pt x="98673" y="58192"/>
                </a:lnTo>
                <a:lnTo>
                  <a:pt x="97036" y="58192"/>
                </a:lnTo>
                <a:lnTo>
                  <a:pt x="97036" y="59085"/>
                </a:lnTo>
                <a:lnTo>
                  <a:pt x="96143" y="59085"/>
                </a:lnTo>
                <a:lnTo>
                  <a:pt x="96143" y="58192"/>
                </a:lnTo>
                <a:lnTo>
                  <a:pt x="86023" y="58192"/>
                </a:lnTo>
                <a:lnTo>
                  <a:pt x="86023" y="57299"/>
                </a:lnTo>
                <a:lnTo>
                  <a:pt x="84386" y="57299"/>
                </a:lnTo>
                <a:lnTo>
                  <a:pt x="84386" y="58192"/>
                </a:lnTo>
                <a:lnTo>
                  <a:pt x="81855" y="58192"/>
                </a:lnTo>
                <a:lnTo>
                  <a:pt x="81855" y="59085"/>
                </a:lnTo>
                <a:lnTo>
                  <a:pt x="76795" y="59085"/>
                </a:lnTo>
                <a:lnTo>
                  <a:pt x="76795" y="59829"/>
                </a:lnTo>
                <a:lnTo>
                  <a:pt x="75009" y="59829"/>
                </a:lnTo>
                <a:lnTo>
                  <a:pt x="75009" y="61615"/>
                </a:lnTo>
                <a:lnTo>
                  <a:pt x="74265" y="61615"/>
                </a:lnTo>
                <a:lnTo>
                  <a:pt x="74265" y="64145"/>
                </a:lnTo>
                <a:lnTo>
                  <a:pt x="72479" y="64145"/>
                </a:lnTo>
                <a:lnTo>
                  <a:pt x="72479" y="65782"/>
                </a:lnTo>
                <a:lnTo>
                  <a:pt x="71735" y="65782"/>
                </a:lnTo>
                <a:lnTo>
                  <a:pt x="71735" y="66675"/>
                </a:lnTo>
                <a:lnTo>
                  <a:pt x="70842" y="66675"/>
                </a:lnTo>
                <a:lnTo>
                  <a:pt x="70842" y="68312"/>
                </a:lnTo>
                <a:lnTo>
                  <a:pt x="69949" y="68312"/>
                </a:lnTo>
                <a:lnTo>
                  <a:pt x="69949" y="71736"/>
                </a:lnTo>
                <a:lnTo>
                  <a:pt x="69205" y="71736"/>
                </a:lnTo>
                <a:lnTo>
                  <a:pt x="69205" y="73373"/>
                </a:lnTo>
                <a:lnTo>
                  <a:pt x="68312" y="73373"/>
                </a:lnTo>
                <a:lnTo>
                  <a:pt x="68312" y="76796"/>
                </a:lnTo>
                <a:lnTo>
                  <a:pt x="69205" y="76796"/>
                </a:lnTo>
                <a:lnTo>
                  <a:pt x="69205" y="77540"/>
                </a:lnTo>
                <a:lnTo>
                  <a:pt x="69949" y="77540"/>
                </a:lnTo>
                <a:lnTo>
                  <a:pt x="69949" y="81856"/>
                </a:lnTo>
                <a:lnTo>
                  <a:pt x="69205" y="81856"/>
                </a:lnTo>
                <a:lnTo>
                  <a:pt x="69205" y="84386"/>
                </a:lnTo>
                <a:lnTo>
                  <a:pt x="69949" y="84386"/>
                </a:lnTo>
                <a:lnTo>
                  <a:pt x="69949" y="91976"/>
                </a:lnTo>
                <a:lnTo>
                  <a:pt x="69205" y="91976"/>
                </a:lnTo>
                <a:lnTo>
                  <a:pt x="69205" y="94506"/>
                </a:lnTo>
                <a:lnTo>
                  <a:pt x="69949" y="94506"/>
                </a:lnTo>
                <a:lnTo>
                  <a:pt x="69949" y="101204"/>
                </a:lnTo>
                <a:lnTo>
                  <a:pt x="69205" y="101204"/>
                </a:lnTo>
                <a:lnTo>
                  <a:pt x="69205" y="104627"/>
                </a:lnTo>
                <a:lnTo>
                  <a:pt x="69949" y="104627"/>
                </a:lnTo>
                <a:lnTo>
                  <a:pt x="69949" y="106264"/>
                </a:lnTo>
                <a:lnTo>
                  <a:pt x="69205" y="106264"/>
                </a:lnTo>
                <a:lnTo>
                  <a:pt x="69205" y="108794"/>
                </a:lnTo>
                <a:lnTo>
                  <a:pt x="69949" y="108794"/>
                </a:lnTo>
                <a:lnTo>
                  <a:pt x="69949" y="109687"/>
                </a:lnTo>
                <a:lnTo>
                  <a:pt x="70842" y="109687"/>
                </a:lnTo>
                <a:lnTo>
                  <a:pt x="70842" y="112217"/>
                </a:lnTo>
                <a:lnTo>
                  <a:pt x="69949" y="112217"/>
                </a:lnTo>
                <a:lnTo>
                  <a:pt x="69949" y="125611"/>
                </a:lnTo>
                <a:lnTo>
                  <a:pt x="70842" y="125611"/>
                </a:lnTo>
                <a:lnTo>
                  <a:pt x="70842" y="128141"/>
                </a:lnTo>
                <a:lnTo>
                  <a:pt x="69949" y="128141"/>
                </a:lnTo>
                <a:lnTo>
                  <a:pt x="69949" y="131564"/>
                </a:lnTo>
                <a:lnTo>
                  <a:pt x="69205" y="131564"/>
                </a:lnTo>
                <a:lnTo>
                  <a:pt x="69205" y="132457"/>
                </a:lnTo>
                <a:lnTo>
                  <a:pt x="66675" y="132457"/>
                </a:lnTo>
                <a:lnTo>
                  <a:pt x="66675" y="133202"/>
                </a:lnTo>
                <a:lnTo>
                  <a:pt x="59829" y="133202"/>
                </a:lnTo>
                <a:lnTo>
                  <a:pt x="59829" y="134095"/>
                </a:lnTo>
                <a:lnTo>
                  <a:pt x="57299" y="134095"/>
                </a:lnTo>
                <a:lnTo>
                  <a:pt x="57299" y="133202"/>
                </a:lnTo>
                <a:lnTo>
                  <a:pt x="55662" y="133202"/>
                </a:lnTo>
                <a:lnTo>
                  <a:pt x="55662" y="132457"/>
                </a:lnTo>
                <a:lnTo>
                  <a:pt x="54769" y="132457"/>
                </a:lnTo>
                <a:lnTo>
                  <a:pt x="54769" y="131564"/>
                </a:lnTo>
                <a:lnTo>
                  <a:pt x="54025" y="131564"/>
                </a:lnTo>
                <a:lnTo>
                  <a:pt x="54025" y="129927"/>
                </a:lnTo>
                <a:lnTo>
                  <a:pt x="53132" y="129927"/>
                </a:lnTo>
                <a:lnTo>
                  <a:pt x="53132" y="129034"/>
                </a:lnTo>
                <a:lnTo>
                  <a:pt x="54025" y="129034"/>
                </a:lnTo>
                <a:lnTo>
                  <a:pt x="54025" y="124867"/>
                </a:lnTo>
                <a:lnTo>
                  <a:pt x="53132" y="124867"/>
                </a:lnTo>
                <a:lnTo>
                  <a:pt x="53132" y="121444"/>
                </a:lnTo>
                <a:lnTo>
                  <a:pt x="54025" y="121444"/>
                </a:lnTo>
                <a:lnTo>
                  <a:pt x="54025" y="118914"/>
                </a:lnTo>
                <a:lnTo>
                  <a:pt x="53132" y="118914"/>
                </a:lnTo>
                <a:lnTo>
                  <a:pt x="53132" y="112217"/>
                </a:lnTo>
                <a:lnTo>
                  <a:pt x="54025" y="112217"/>
                </a:lnTo>
                <a:lnTo>
                  <a:pt x="54025" y="110431"/>
                </a:lnTo>
                <a:lnTo>
                  <a:pt x="54769" y="110431"/>
                </a:lnTo>
                <a:lnTo>
                  <a:pt x="54769" y="107901"/>
                </a:lnTo>
                <a:lnTo>
                  <a:pt x="55662" y="107901"/>
                </a:lnTo>
                <a:lnTo>
                  <a:pt x="55662" y="101204"/>
                </a:lnTo>
                <a:lnTo>
                  <a:pt x="54769" y="101204"/>
                </a:lnTo>
                <a:lnTo>
                  <a:pt x="54769" y="91083"/>
                </a:lnTo>
                <a:lnTo>
                  <a:pt x="55662" y="91083"/>
                </a:lnTo>
                <a:lnTo>
                  <a:pt x="55662" y="86916"/>
                </a:lnTo>
                <a:lnTo>
                  <a:pt x="56555" y="86916"/>
                </a:lnTo>
                <a:lnTo>
                  <a:pt x="56555" y="80070"/>
                </a:lnTo>
                <a:lnTo>
                  <a:pt x="57299" y="80070"/>
                </a:lnTo>
                <a:lnTo>
                  <a:pt x="57299" y="79326"/>
                </a:lnTo>
                <a:lnTo>
                  <a:pt x="56555" y="79326"/>
                </a:lnTo>
                <a:lnTo>
                  <a:pt x="56555" y="77540"/>
                </a:lnTo>
                <a:lnTo>
                  <a:pt x="55662" y="77540"/>
                </a:lnTo>
                <a:lnTo>
                  <a:pt x="55662" y="75903"/>
                </a:lnTo>
                <a:lnTo>
                  <a:pt x="56555" y="75903"/>
                </a:lnTo>
                <a:lnTo>
                  <a:pt x="56555" y="74266"/>
                </a:lnTo>
                <a:lnTo>
                  <a:pt x="55662" y="74266"/>
                </a:lnTo>
                <a:lnTo>
                  <a:pt x="55662" y="72480"/>
                </a:lnTo>
                <a:lnTo>
                  <a:pt x="56555" y="72480"/>
                </a:lnTo>
                <a:lnTo>
                  <a:pt x="56555" y="69950"/>
                </a:lnTo>
                <a:lnTo>
                  <a:pt x="57299" y="69950"/>
                </a:lnTo>
                <a:lnTo>
                  <a:pt x="57299" y="63252"/>
                </a:lnTo>
                <a:lnTo>
                  <a:pt x="56555" y="63252"/>
                </a:lnTo>
                <a:lnTo>
                  <a:pt x="56555" y="62359"/>
                </a:lnTo>
                <a:lnTo>
                  <a:pt x="55662" y="62359"/>
                </a:lnTo>
                <a:lnTo>
                  <a:pt x="55662" y="60722"/>
                </a:lnTo>
                <a:lnTo>
                  <a:pt x="54769" y="60722"/>
                </a:lnTo>
                <a:lnTo>
                  <a:pt x="54769" y="59829"/>
                </a:lnTo>
                <a:lnTo>
                  <a:pt x="48964" y="59829"/>
                </a:lnTo>
                <a:lnTo>
                  <a:pt x="48964" y="60722"/>
                </a:lnTo>
                <a:lnTo>
                  <a:pt x="48071" y="60722"/>
                </a:lnTo>
                <a:lnTo>
                  <a:pt x="48071" y="59829"/>
                </a:lnTo>
                <a:lnTo>
                  <a:pt x="45541" y="59829"/>
                </a:lnTo>
                <a:lnTo>
                  <a:pt x="45541" y="60722"/>
                </a:lnTo>
                <a:lnTo>
                  <a:pt x="42118" y="60722"/>
                </a:lnTo>
                <a:lnTo>
                  <a:pt x="42118" y="59829"/>
                </a:lnTo>
                <a:lnTo>
                  <a:pt x="37951" y="59829"/>
                </a:lnTo>
                <a:lnTo>
                  <a:pt x="37951" y="60722"/>
                </a:lnTo>
                <a:lnTo>
                  <a:pt x="36314" y="60722"/>
                </a:lnTo>
                <a:lnTo>
                  <a:pt x="36314" y="59829"/>
                </a:lnTo>
                <a:lnTo>
                  <a:pt x="31998" y="59829"/>
                </a:lnTo>
                <a:lnTo>
                  <a:pt x="31998" y="60722"/>
                </a:lnTo>
                <a:lnTo>
                  <a:pt x="26938" y="60722"/>
                </a:lnTo>
                <a:lnTo>
                  <a:pt x="26938" y="61615"/>
                </a:lnTo>
                <a:lnTo>
                  <a:pt x="25301" y="61615"/>
                </a:lnTo>
                <a:lnTo>
                  <a:pt x="25301" y="60722"/>
                </a:lnTo>
                <a:lnTo>
                  <a:pt x="21878" y="60722"/>
                </a:lnTo>
                <a:lnTo>
                  <a:pt x="21878" y="61615"/>
                </a:lnTo>
                <a:lnTo>
                  <a:pt x="17711" y="61615"/>
                </a:lnTo>
                <a:lnTo>
                  <a:pt x="17711" y="62359"/>
                </a:lnTo>
                <a:lnTo>
                  <a:pt x="11757" y="62359"/>
                </a:lnTo>
                <a:lnTo>
                  <a:pt x="11757" y="63252"/>
                </a:lnTo>
                <a:lnTo>
                  <a:pt x="8483" y="63252"/>
                </a:lnTo>
                <a:lnTo>
                  <a:pt x="8483" y="62359"/>
                </a:lnTo>
                <a:lnTo>
                  <a:pt x="7590" y="62359"/>
                </a:lnTo>
                <a:lnTo>
                  <a:pt x="7590" y="60722"/>
                </a:lnTo>
                <a:lnTo>
                  <a:pt x="6697" y="60722"/>
                </a:lnTo>
                <a:lnTo>
                  <a:pt x="6697" y="59829"/>
                </a:lnTo>
                <a:lnTo>
                  <a:pt x="5953" y="59829"/>
                </a:lnTo>
                <a:lnTo>
                  <a:pt x="5953" y="59085"/>
                </a:lnTo>
                <a:lnTo>
                  <a:pt x="5060" y="59085"/>
                </a:lnTo>
                <a:lnTo>
                  <a:pt x="5060" y="58192"/>
                </a:lnTo>
                <a:lnTo>
                  <a:pt x="4167" y="58192"/>
                </a:lnTo>
                <a:lnTo>
                  <a:pt x="4167" y="56555"/>
                </a:lnTo>
                <a:lnTo>
                  <a:pt x="3423" y="56555"/>
                </a:lnTo>
                <a:lnTo>
                  <a:pt x="3423" y="55662"/>
                </a:lnTo>
                <a:lnTo>
                  <a:pt x="2530" y="55662"/>
                </a:lnTo>
                <a:lnTo>
                  <a:pt x="2530" y="54769"/>
                </a:lnTo>
                <a:lnTo>
                  <a:pt x="1637" y="54769"/>
                </a:lnTo>
                <a:lnTo>
                  <a:pt x="1637" y="53132"/>
                </a:lnTo>
                <a:lnTo>
                  <a:pt x="893" y="53132"/>
                </a:lnTo>
                <a:lnTo>
                  <a:pt x="893" y="48965"/>
                </a:lnTo>
                <a:lnTo>
                  <a:pt x="7590" y="48965"/>
                </a:lnTo>
                <a:lnTo>
                  <a:pt x="7590" y="49709"/>
                </a:lnTo>
                <a:lnTo>
                  <a:pt x="15180" y="49709"/>
                </a:lnTo>
                <a:lnTo>
                  <a:pt x="15180" y="50602"/>
                </a:lnTo>
                <a:lnTo>
                  <a:pt x="18603" y="50602"/>
                </a:lnTo>
                <a:lnTo>
                  <a:pt x="18603" y="51495"/>
                </a:lnTo>
                <a:lnTo>
                  <a:pt x="31254" y="51495"/>
                </a:lnTo>
                <a:lnTo>
                  <a:pt x="31254" y="52239"/>
                </a:lnTo>
                <a:lnTo>
                  <a:pt x="32891" y="52239"/>
                </a:lnTo>
                <a:lnTo>
                  <a:pt x="32891" y="51495"/>
                </a:lnTo>
                <a:lnTo>
                  <a:pt x="34528" y="51495"/>
                </a:lnTo>
                <a:lnTo>
                  <a:pt x="34528" y="52239"/>
                </a:lnTo>
                <a:lnTo>
                  <a:pt x="39588" y="52239"/>
                </a:lnTo>
                <a:lnTo>
                  <a:pt x="39588" y="53132"/>
                </a:lnTo>
                <a:lnTo>
                  <a:pt x="41374" y="53132"/>
                </a:lnTo>
                <a:lnTo>
                  <a:pt x="41374" y="52239"/>
                </a:lnTo>
                <a:lnTo>
                  <a:pt x="42118" y="52239"/>
                </a:lnTo>
                <a:lnTo>
                  <a:pt x="42118" y="51495"/>
                </a:lnTo>
                <a:lnTo>
                  <a:pt x="43011" y="51495"/>
                </a:lnTo>
                <a:lnTo>
                  <a:pt x="43011" y="50602"/>
                </a:lnTo>
                <a:lnTo>
                  <a:pt x="43904" y="50602"/>
                </a:lnTo>
                <a:lnTo>
                  <a:pt x="43904" y="49709"/>
                </a:lnTo>
                <a:lnTo>
                  <a:pt x="44648" y="49709"/>
                </a:lnTo>
                <a:lnTo>
                  <a:pt x="44648" y="48965"/>
                </a:lnTo>
                <a:lnTo>
                  <a:pt x="43904" y="48965"/>
                </a:lnTo>
                <a:lnTo>
                  <a:pt x="43904" y="45542"/>
                </a:lnTo>
                <a:lnTo>
                  <a:pt x="44648" y="45542"/>
                </a:lnTo>
                <a:lnTo>
                  <a:pt x="44648" y="44649"/>
                </a:lnTo>
                <a:lnTo>
                  <a:pt x="45541" y="44649"/>
                </a:lnTo>
                <a:lnTo>
                  <a:pt x="45541" y="43905"/>
                </a:lnTo>
                <a:lnTo>
                  <a:pt x="44648" y="43905"/>
                </a:lnTo>
                <a:lnTo>
                  <a:pt x="44648" y="40482"/>
                </a:lnTo>
                <a:lnTo>
                  <a:pt x="43904" y="40482"/>
                </a:lnTo>
                <a:lnTo>
                  <a:pt x="43904" y="37952"/>
                </a:lnTo>
                <a:lnTo>
                  <a:pt x="43011" y="37952"/>
                </a:lnTo>
                <a:lnTo>
                  <a:pt x="43011" y="37059"/>
                </a:lnTo>
                <a:lnTo>
                  <a:pt x="42118" y="37059"/>
                </a:lnTo>
                <a:lnTo>
                  <a:pt x="42118" y="35421"/>
                </a:lnTo>
                <a:lnTo>
                  <a:pt x="43011" y="35421"/>
                </a:lnTo>
                <a:lnTo>
                  <a:pt x="43011" y="32891"/>
                </a:lnTo>
                <a:lnTo>
                  <a:pt x="42118" y="32891"/>
                </a:lnTo>
                <a:lnTo>
                  <a:pt x="42118" y="31254"/>
                </a:lnTo>
                <a:lnTo>
                  <a:pt x="41374" y="31254"/>
                </a:lnTo>
                <a:lnTo>
                  <a:pt x="41374" y="30361"/>
                </a:lnTo>
                <a:lnTo>
                  <a:pt x="38844" y="30361"/>
                </a:lnTo>
                <a:lnTo>
                  <a:pt x="38844" y="31254"/>
                </a:lnTo>
                <a:lnTo>
                  <a:pt x="37058" y="31254"/>
                </a:lnTo>
                <a:lnTo>
                  <a:pt x="37058" y="30361"/>
                </a:lnTo>
                <a:lnTo>
                  <a:pt x="28724" y="30361"/>
                </a:lnTo>
                <a:lnTo>
                  <a:pt x="28724" y="31254"/>
                </a:lnTo>
                <a:lnTo>
                  <a:pt x="22771" y="31254"/>
                </a:lnTo>
                <a:lnTo>
                  <a:pt x="22771" y="30361"/>
                </a:lnTo>
                <a:lnTo>
                  <a:pt x="20241" y="30361"/>
                </a:lnTo>
                <a:lnTo>
                  <a:pt x="20241" y="31254"/>
                </a:lnTo>
                <a:lnTo>
                  <a:pt x="12650" y="31254"/>
                </a:lnTo>
                <a:lnTo>
                  <a:pt x="12650" y="30361"/>
                </a:lnTo>
                <a:lnTo>
                  <a:pt x="9227" y="30361"/>
                </a:lnTo>
                <a:lnTo>
                  <a:pt x="9227" y="31254"/>
                </a:lnTo>
                <a:lnTo>
                  <a:pt x="5953" y="31254"/>
                </a:lnTo>
                <a:lnTo>
                  <a:pt x="5953" y="30361"/>
                </a:lnTo>
                <a:lnTo>
                  <a:pt x="4167" y="30361"/>
                </a:lnTo>
                <a:lnTo>
                  <a:pt x="4167" y="29468"/>
                </a:lnTo>
                <a:lnTo>
                  <a:pt x="1637" y="29468"/>
                </a:lnTo>
                <a:lnTo>
                  <a:pt x="1637" y="28724"/>
                </a:lnTo>
                <a:lnTo>
                  <a:pt x="893" y="28724"/>
                </a:lnTo>
                <a:lnTo>
                  <a:pt x="893" y="27831"/>
                </a:lnTo>
                <a:lnTo>
                  <a:pt x="0" y="27831"/>
                </a:lnTo>
                <a:lnTo>
                  <a:pt x="0" y="22771"/>
                </a:lnTo>
                <a:lnTo>
                  <a:pt x="893" y="22771"/>
                </a:lnTo>
                <a:lnTo>
                  <a:pt x="893" y="21878"/>
                </a:lnTo>
                <a:lnTo>
                  <a:pt x="1637" y="21878"/>
                </a:lnTo>
                <a:lnTo>
                  <a:pt x="1637" y="21134"/>
                </a:lnTo>
                <a:lnTo>
                  <a:pt x="3423" y="21134"/>
                </a:lnTo>
                <a:lnTo>
                  <a:pt x="3423" y="22771"/>
                </a:lnTo>
                <a:lnTo>
                  <a:pt x="4167" y="22771"/>
                </a:lnTo>
                <a:lnTo>
                  <a:pt x="4167" y="23664"/>
                </a:lnTo>
                <a:lnTo>
                  <a:pt x="5060" y="23664"/>
                </a:lnTo>
                <a:lnTo>
                  <a:pt x="5060" y="22771"/>
                </a:lnTo>
                <a:lnTo>
                  <a:pt x="5953" y="22771"/>
                </a:lnTo>
                <a:lnTo>
                  <a:pt x="5953" y="21878"/>
                </a:lnTo>
                <a:lnTo>
                  <a:pt x="6697" y="21878"/>
                </a:lnTo>
                <a:lnTo>
                  <a:pt x="6697" y="21134"/>
                </a:lnTo>
                <a:lnTo>
                  <a:pt x="9227" y="21134"/>
                </a:lnTo>
                <a:lnTo>
                  <a:pt x="9227" y="21878"/>
                </a:lnTo>
                <a:lnTo>
                  <a:pt x="12650" y="21878"/>
                </a:lnTo>
                <a:lnTo>
                  <a:pt x="12650" y="22771"/>
                </a:lnTo>
                <a:lnTo>
                  <a:pt x="13543" y="22771"/>
                </a:lnTo>
                <a:lnTo>
                  <a:pt x="13543" y="21878"/>
                </a:lnTo>
                <a:lnTo>
                  <a:pt x="17711" y="21878"/>
                </a:lnTo>
                <a:lnTo>
                  <a:pt x="17711" y="22771"/>
                </a:lnTo>
                <a:lnTo>
                  <a:pt x="20241" y="22771"/>
                </a:lnTo>
                <a:lnTo>
                  <a:pt x="20241" y="21878"/>
                </a:lnTo>
                <a:lnTo>
                  <a:pt x="26938" y="21878"/>
                </a:lnTo>
                <a:lnTo>
                  <a:pt x="26938" y="22771"/>
                </a:lnTo>
                <a:lnTo>
                  <a:pt x="28724" y="22771"/>
                </a:lnTo>
                <a:lnTo>
                  <a:pt x="28724" y="21878"/>
                </a:lnTo>
                <a:lnTo>
                  <a:pt x="29468" y="21878"/>
                </a:lnTo>
                <a:lnTo>
                  <a:pt x="29468" y="22771"/>
                </a:lnTo>
                <a:lnTo>
                  <a:pt x="32891" y="22771"/>
                </a:lnTo>
                <a:lnTo>
                  <a:pt x="32891" y="21878"/>
                </a:lnTo>
                <a:lnTo>
                  <a:pt x="34528" y="21878"/>
                </a:lnTo>
                <a:lnTo>
                  <a:pt x="34528" y="22771"/>
                </a:lnTo>
                <a:lnTo>
                  <a:pt x="37951" y="22771"/>
                </a:lnTo>
                <a:lnTo>
                  <a:pt x="37951" y="21878"/>
                </a:lnTo>
                <a:lnTo>
                  <a:pt x="40481" y="21878"/>
                </a:lnTo>
                <a:lnTo>
                  <a:pt x="40481" y="21134"/>
                </a:lnTo>
                <a:lnTo>
                  <a:pt x="41374" y="21134"/>
                </a:lnTo>
                <a:lnTo>
                  <a:pt x="41374" y="20241"/>
                </a:lnTo>
                <a:lnTo>
                  <a:pt x="42118" y="20241"/>
                </a:lnTo>
                <a:lnTo>
                  <a:pt x="42118" y="19348"/>
                </a:lnTo>
                <a:lnTo>
                  <a:pt x="43011" y="19348"/>
                </a:lnTo>
                <a:lnTo>
                  <a:pt x="43011" y="16074"/>
                </a:lnTo>
                <a:lnTo>
                  <a:pt x="42118" y="16074"/>
                </a:lnTo>
                <a:lnTo>
                  <a:pt x="42118" y="2530"/>
                </a:lnTo>
                <a:lnTo>
                  <a:pt x="43011" y="2530"/>
                </a:lnTo>
                <a:lnTo>
                  <a:pt x="43011" y="1637"/>
                </a:lnTo>
                <a:lnTo>
                  <a:pt x="47178" y="1637"/>
                </a:lnTo>
                <a:lnTo>
                  <a:pt x="47178" y="893"/>
                </a:lnTo>
                <a:lnTo>
                  <a:pt x="52239" y="893"/>
                </a:lnTo>
                <a:lnTo>
                  <a:pt x="52239" y="1637"/>
                </a:lnTo>
                <a:lnTo>
                  <a:pt x="55662" y="1637"/>
                </a:lnTo>
                <a:lnTo>
                  <a:pt x="55662" y="893"/>
                </a:lnTo>
                <a:lnTo>
                  <a:pt x="59085" y="893"/>
                </a:lnTo>
                <a:lnTo>
                  <a:pt x="59085" y="1637"/>
                </a:lnTo>
                <a:lnTo>
                  <a:pt x="61615" y="1637"/>
                </a:lnTo>
                <a:lnTo>
                  <a:pt x="61615" y="2530"/>
                </a:lnTo>
                <a:lnTo>
                  <a:pt x="62359" y="2530"/>
                </a:lnTo>
                <a:lnTo>
                  <a:pt x="62359" y="5954"/>
                </a:lnTo>
                <a:lnTo>
                  <a:pt x="61615" y="5954"/>
                </a:lnTo>
                <a:lnTo>
                  <a:pt x="61615" y="6698"/>
                </a:lnTo>
                <a:lnTo>
                  <a:pt x="59829" y="6698"/>
                </a:lnTo>
                <a:lnTo>
                  <a:pt x="59829" y="8484"/>
                </a:lnTo>
                <a:lnTo>
                  <a:pt x="59085" y="8484"/>
                </a:lnTo>
                <a:lnTo>
                  <a:pt x="59085" y="10121"/>
                </a:lnTo>
                <a:lnTo>
                  <a:pt x="58192" y="10121"/>
                </a:lnTo>
                <a:lnTo>
                  <a:pt x="58192" y="12651"/>
                </a:lnTo>
                <a:lnTo>
                  <a:pt x="57299" y="12651"/>
                </a:lnTo>
                <a:lnTo>
                  <a:pt x="57299" y="13544"/>
                </a:lnTo>
                <a:lnTo>
                  <a:pt x="56555" y="13544"/>
                </a:lnTo>
                <a:lnTo>
                  <a:pt x="56555" y="14288"/>
                </a:lnTo>
                <a:lnTo>
                  <a:pt x="55662" y="14288"/>
                </a:lnTo>
                <a:lnTo>
                  <a:pt x="55662" y="16818"/>
                </a:lnTo>
                <a:lnTo>
                  <a:pt x="56555" y="16818"/>
                </a:lnTo>
                <a:lnTo>
                  <a:pt x="56555" y="19348"/>
                </a:lnTo>
                <a:lnTo>
                  <a:pt x="57299" y="19348"/>
                </a:lnTo>
                <a:lnTo>
                  <a:pt x="57299" y="21134"/>
                </a:lnTo>
                <a:lnTo>
                  <a:pt x="58192" y="21134"/>
                </a:lnTo>
                <a:lnTo>
                  <a:pt x="58192" y="21878"/>
                </a:lnTo>
                <a:lnTo>
                  <a:pt x="59829" y="21878"/>
                </a:lnTo>
                <a:lnTo>
                  <a:pt x="59829" y="22771"/>
                </a:lnTo>
                <a:lnTo>
                  <a:pt x="61615" y="22771"/>
                </a:lnTo>
                <a:lnTo>
                  <a:pt x="61615" y="23664"/>
                </a:lnTo>
                <a:lnTo>
                  <a:pt x="64889" y="23664"/>
                </a:lnTo>
                <a:lnTo>
                  <a:pt x="64889" y="22771"/>
                </a:lnTo>
                <a:lnTo>
                  <a:pt x="66675" y="22771"/>
                </a:lnTo>
                <a:lnTo>
                  <a:pt x="66675" y="21878"/>
                </a:lnTo>
                <a:lnTo>
                  <a:pt x="72479" y="21878"/>
                </a:lnTo>
                <a:lnTo>
                  <a:pt x="72479" y="22771"/>
                </a:lnTo>
                <a:lnTo>
                  <a:pt x="73372" y="22771"/>
                </a:lnTo>
                <a:lnTo>
                  <a:pt x="73372" y="23664"/>
                </a:lnTo>
                <a:lnTo>
                  <a:pt x="75009" y="23664"/>
                </a:lnTo>
                <a:lnTo>
                  <a:pt x="75009" y="22771"/>
                </a:lnTo>
                <a:lnTo>
                  <a:pt x="75902" y="22771"/>
                </a:lnTo>
                <a:lnTo>
                  <a:pt x="75902" y="21878"/>
                </a:lnTo>
                <a:lnTo>
                  <a:pt x="77539" y="21878"/>
                </a:lnTo>
                <a:lnTo>
                  <a:pt x="77539" y="21134"/>
                </a:lnTo>
                <a:lnTo>
                  <a:pt x="78432" y="21134"/>
                </a:lnTo>
                <a:lnTo>
                  <a:pt x="78432" y="16818"/>
                </a:lnTo>
                <a:lnTo>
                  <a:pt x="79325" y="16818"/>
                </a:lnTo>
                <a:lnTo>
                  <a:pt x="79325" y="10121"/>
                </a:lnTo>
                <a:lnTo>
                  <a:pt x="78432" y="10121"/>
                </a:lnTo>
                <a:lnTo>
                  <a:pt x="78432" y="9228"/>
                </a:lnTo>
                <a:lnTo>
                  <a:pt x="77539" y="9228"/>
                </a:lnTo>
                <a:lnTo>
                  <a:pt x="77539" y="7591"/>
                </a:lnTo>
                <a:lnTo>
                  <a:pt x="76795" y="7591"/>
                </a:lnTo>
                <a:lnTo>
                  <a:pt x="76795" y="5061"/>
                </a:lnTo>
                <a:lnTo>
                  <a:pt x="77539" y="5061"/>
                </a:lnTo>
                <a:lnTo>
                  <a:pt x="77539" y="3423"/>
                </a:lnTo>
                <a:lnTo>
                  <a:pt x="78432" y="3423"/>
                </a:lnTo>
                <a:lnTo>
                  <a:pt x="78432" y="2530"/>
                </a:lnTo>
                <a:lnTo>
                  <a:pt x="80070" y="2530"/>
                </a:lnTo>
                <a:lnTo>
                  <a:pt x="80070" y="3423"/>
                </a:lnTo>
                <a:lnTo>
                  <a:pt x="80962" y="3423"/>
                </a:lnTo>
                <a:lnTo>
                  <a:pt x="80962" y="1637"/>
                </a:lnTo>
                <a:lnTo>
                  <a:pt x="81855" y="1637"/>
                </a:lnTo>
                <a:lnTo>
                  <a:pt x="81855" y="893"/>
                </a:lnTo>
                <a:lnTo>
                  <a:pt x="85130" y="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C6DD504-C26B-1CA9-EE64-35977DFD73CC}"/>
              </a:ext>
            </a:extLst>
          </p:cNvPr>
          <p:cNvSpPr txBox="1"/>
          <p:nvPr/>
        </p:nvSpPr>
        <p:spPr>
          <a:xfrm>
            <a:off x="4664010" y="2078185"/>
            <a:ext cx="134987" cy="132159"/>
          </a:xfrm>
          <a:custGeom>
            <a:avLst/>
            <a:gdLst/>
            <a:ahLst/>
            <a:cxnLst/>
            <a:rect l="l" t="t" r="r" b="b"/>
            <a:pathLst>
              <a:path w="134987" h="132159">
                <a:moveTo>
                  <a:pt x="98971" y="32593"/>
                </a:moveTo>
                <a:lnTo>
                  <a:pt x="99566" y="32593"/>
                </a:lnTo>
                <a:cubicBezTo>
                  <a:pt x="101848" y="32593"/>
                  <a:pt x="105271" y="34330"/>
                  <a:pt x="109835" y="37802"/>
                </a:cubicBezTo>
                <a:cubicBezTo>
                  <a:pt x="112812" y="41076"/>
                  <a:pt x="114300" y="42962"/>
                  <a:pt x="114300" y="43458"/>
                </a:cubicBezTo>
                <a:cubicBezTo>
                  <a:pt x="113705" y="45244"/>
                  <a:pt x="112564" y="46583"/>
                  <a:pt x="110877" y="47476"/>
                </a:cubicBezTo>
                <a:lnTo>
                  <a:pt x="109240" y="47476"/>
                </a:lnTo>
                <a:cubicBezTo>
                  <a:pt x="107653" y="47476"/>
                  <a:pt x="105569" y="47327"/>
                  <a:pt x="102989" y="47030"/>
                </a:cubicBezTo>
                <a:cubicBezTo>
                  <a:pt x="102196" y="47327"/>
                  <a:pt x="101600" y="47476"/>
                  <a:pt x="101203" y="47476"/>
                </a:cubicBezTo>
                <a:cubicBezTo>
                  <a:pt x="100410" y="46583"/>
                  <a:pt x="100013" y="45641"/>
                  <a:pt x="100013" y="44648"/>
                </a:cubicBezTo>
                <a:lnTo>
                  <a:pt x="98971" y="44648"/>
                </a:lnTo>
                <a:cubicBezTo>
                  <a:pt x="98475" y="45244"/>
                  <a:pt x="96193" y="45839"/>
                  <a:pt x="92125" y="46434"/>
                </a:cubicBezTo>
                <a:cubicBezTo>
                  <a:pt x="92125" y="46831"/>
                  <a:pt x="91926" y="47030"/>
                  <a:pt x="91530" y="47030"/>
                </a:cubicBezTo>
                <a:lnTo>
                  <a:pt x="88702" y="47030"/>
                </a:lnTo>
                <a:cubicBezTo>
                  <a:pt x="87313" y="47030"/>
                  <a:pt x="85775" y="46236"/>
                  <a:pt x="84088" y="44648"/>
                </a:cubicBezTo>
                <a:lnTo>
                  <a:pt x="83493" y="44648"/>
                </a:lnTo>
                <a:cubicBezTo>
                  <a:pt x="82005" y="46236"/>
                  <a:pt x="79524" y="47030"/>
                  <a:pt x="76051" y="47030"/>
                </a:cubicBezTo>
                <a:lnTo>
                  <a:pt x="76051" y="46434"/>
                </a:lnTo>
                <a:lnTo>
                  <a:pt x="74861" y="47030"/>
                </a:lnTo>
                <a:lnTo>
                  <a:pt x="71438" y="47030"/>
                </a:lnTo>
                <a:lnTo>
                  <a:pt x="72033" y="44053"/>
                </a:lnTo>
                <a:cubicBezTo>
                  <a:pt x="71636" y="44053"/>
                  <a:pt x="69156" y="44847"/>
                  <a:pt x="64592" y="46434"/>
                </a:cubicBezTo>
                <a:lnTo>
                  <a:pt x="62359" y="46434"/>
                </a:lnTo>
                <a:cubicBezTo>
                  <a:pt x="58887" y="46434"/>
                  <a:pt x="55612" y="46037"/>
                  <a:pt x="52537" y="45244"/>
                </a:cubicBezTo>
                <a:cubicBezTo>
                  <a:pt x="51842" y="45244"/>
                  <a:pt x="50552" y="45641"/>
                  <a:pt x="48667" y="46434"/>
                </a:cubicBezTo>
                <a:lnTo>
                  <a:pt x="47476" y="45839"/>
                </a:lnTo>
                <a:cubicBezTo>
                  <a:pt x="44797" y="46633"/>
                  <a:pt x="42515" y="47030"/>
                  <a:pt x="40630" y="47030"/>
                </a:cubicBezTo>
                <a:cubicBezTo>
                  <a:pt x="37158" y="47030"/>
                  <a:pt x="34280" y="46633"/>
                  <a:pt x="31998" y="45839"/>
                </a:cubicBezTo>
                <a:lnTo>
                  <a:pt x="28575" y="46434"/>
                </a:lnTo>
                <a:cubicBezTo>
                  <a:pt x="24011" y="45144"/>
                  <a:pt x="21729" y="44003"/>
                  <a:pt x="21729" y="43011"/>
                </a:cubicBezTo>
                <a:lnTo>
                  <a:pt x="21729" y="41821"/>
                </a:lnTo>
                <a:cubicBezTo>
                  <a:pt x="22324" y="40332"/>
                  <a:pt x="23664" y="39588"/>
                  <a:pt x="25747" y="39588"/>
                </a:cubicBezTo>
                <a:cubicBezTo>
                  <a:pt x="27732" y="39886"/>
                  <a:pt x="28873" y="40035"/>
                  <a:pt x="29171" y="40035"/>
                </a:cubicBezTo>
                <a:lnTo>
                  <a:pt x="30361" y="39588"/>
                </a:lnTo>
                <a:cubicBezTo>
                  <a:pt x="32643" y="40283"/>
                  <a:pt x="33784" y="41225"/>
                  <a:pt x="33784" y="42416"/>
                </a:cubicBezTo>
                <a:cubicBezTo>
                  <a:pt x="35868" y="40630"/>
                  <a:pt x="38348" y="39687"/>
                  <a:pt x="41226" y="39588"/>
                </a:cubicBezTo>
                <a:lnTo>
                  <a:pt x="59531" y="41225"/>
                </a:lnTo>
                <a:cubicBezTo>
                  <a:pt x="59829" y="41225"/>
                  <a:pt x="59978" y="41027"/>
                  <a:pt x="59978" y="40630"/>
                </a:cubicBezTo>
                <a:lnTo>
                  <a:pt x="65782" y="41225"/>
                </a:lnTo>
                <a:lnTo>
                  <a:pt x="66378" y="41225"/>
                </a:lnTo>
                <a:cubicBezTo>
                  <a:pt x="71338" y="41225"/>
                  <a:pt x="77788" y="40828"/>
                  <a:pt x="85725" y="40035"/>
                </a:cubicBezTo>
                <a:cubicBezTo>
                  <a:pt x="85924" y="40828"/>
                  <a:pt x="86321" y="41225"/>
                  <a:pt x="86916" y="41225"/>
                </a:cubicBezTo>
                <a:cubicBezTo>
                  <a:pt x="93365" y="40233"/>
                  <a:pt x="96590" y="39092"/>
                  <a:pt x="96590" y="37802"/>
                </a:cubicBezTo>
                <a:cubicBezTo>
                  <a:pt x="96590" y="34826"/>
                  <a:pt x="97383" y="33089"/>
                  <a:pt x="98971" y="32593"/>
                </a:cubicBezTo>
                <a:close/>
                <a:moveTo>
                  <a:pt x="30361" y="0"/>
                </a:moveTo>
                <a:cubicBezTo>
                  <a:pt x="37803" y="3472"/>
                  <a:pt x="42367" y="5209"/>
                  <a:pt x="44053" y="5209"/>
                </a:cubicBezTo>
                <a:lnTo>
                  <a:pt x="45690" y="7441"/>
                </a:lnTo>
                <a:cubicBezTo>
                  <a:pt x="45690" y="8334"/>
                  <a:pt x="42267" y="11956"/>
                  <a:pt x="35421" y="18306"/>
                </a:cubicBezTo>
                <a:cubicBezTo>
                  <a:pt x="33933" y="20389"/>
                  <a:pt x="33189" y="22126"/>
                  <a:pt x="33189" y="23515"/>
                </a:cubicBezTo>
                <a:lnTo>
                  <a:pt x="34380" y="24110"/>
                </a:lnTo>
                <a:cubicBezTo>
                  <a:pt x="38646" y="23316"/>
                  <a:pt x="41672" y="22919"/>
                  <a:pt x="43458" y="22919"/>
                </a:cubicBezTo>
                <a:lnTo>
                  <a:pt x="44649" y="22919"/>
                </a:lnTo>
                <a:cubicBezTo>
                  <a:pt x="46236" y="22919"/>
                  <a:pt x="50403" y="23316"/>
                  <a:pt x="57150" y="24110"/>
                </a:cubicBezTo>
                <a:cubicBezTo>
                  <a:pt x="59432" y="22919"/>
                  <a:pt x="61367" y="22324"/>
                  <a:pt x="62955" y="22324"/>
                </a:cubicBezTo>
                <a:lnTo>
                  <a:pt x="62955" y="22919"/>
                </a:lnTo>
                <a:cubicBezTo>
                  <a:pt x="63252" y="22919"/>
                  <a:pt x="63401" y="22721"/>
                  <a:pt x="63401" y="22324"/>
                </a:cubicBezTo>
                <a:lnTo>
                  <a:pt x="67419" y="22919"/>
                </a:lnTo>
                <a:lnTo>
                  <a:pt x="72628" y="22919"/>
                </a:lnTo>
                <a:lnTo>
                  <a:pt x="76051" y="22324"/>
                </a:lnTo>
                <a:lnTo>
                  <a:pt x="77242" y="22919"/>
                </a:lnTo>
                <a:cubicBezTo>
                  <a:pt x="79028" y="22126"/>
                  <a:pt x="87213" y="21580"/>
                  <a:pt x="101799" y="21282"/>
                </a:cubicBezTo>
                <a:cubicBezTo>
                  <a:pt x="105569" y="20191"/>
                  <a:pt x="107454" y="17909"/>
                  <a:pt x="107454" y="14436"/>
                </a:cubicBezTo>
                <a:cubicBezTo>
                  <a:pt x="108347" y="12055"/>
                  <a:pt x="109141" y="10864"/>
                  <a:pt x="109835" y="10864"/>
                </a:cubicBezTo>
                <a:lnTo>
                  <a:pt x="112663" y="10864"/>
                </a:lnTo>
                <a:cubicBezTo>
                  <a:pt x="114449" y="12749"/>
                  <a:pt x="118467" y="15230"/>
                  <a:pt x="124718" y="18306"/>
                </a:cubicBezTo>
                <a:lnTo>
                  <a:pt x="126951" y="26342"/>
                </a:lnTo>
                <a:cubicBezTo>
                  <a:pt x="125760" y="28625"/>
                  <a:pt x="123875" y="29766"/>
                  <a:pt x="121295" y="29766"/>
                </a:cubicBezTo>
                <a:cubicBezTo>
                  <a:pt x="120303" y="29766"/>
                  <a:pt x="118765" y="29567"/>
                  <a:pt x="116681" y="29170"/>
                </a:cubicBezTo>
                <a:lnTo>
                  <a:pt x="113258" y="29766"/>
                </a:lnTo>
                <a:cubicBezTo>
                  <a:pt x="112465" y="29766"/>
                  <a:pt x="110728" y="29021"/>
                  <a:pt x="108049" y="27533"/>
                </a:cubicBezTo>
                <a:cubicBezTo>
                  <a:pt x="107256" y="28128"/>
                  <a:pt x="104428" y="28674"/>
                  <a:pt x="99566" y="29170"/>
                </a:cubicBezTo>
                <a:cubicBezTo>
                  <a:pt x="97483" y="28873"/>
                  <a:pt x="95548" y="28724"/>
                  <a:pt x="93762" y="28724"/>
                </a:cubicBezTo>
                <a:cubicBezTo>
                  <a:pt x="92472" y="29418"/>
                  <a:pt x="91331" y="29766"/>
                  <a:pt x="90339" y="29766"/>
                </a:cubicBezTo>
                <a:lnTo>
                  <a:pt x="85130" y="29766"/>
                </a:lnTo>
                <a:cubicBezTo>
                  <a:pt x="82550" y="29766"/>
                  <a:pt x="81260" y="29418"/>
                  <a:pt x="81260" y="28724"/>
                </a:cubicBezTo>
                <a:lnTo>
                  <a:pt x="72033" y="29766"/>
                </a:lnTo>
                <a:cubicBezTo>
                  <a:pt x="67568" y="28674"/>
                  <a:pt x="64542" y="28128"/>
                  <a:pt x="62955" y="28128"/>
                </a:cubicBezTo>
                <a:lnTo>
                  <a:pt x="60573" y="29170"/>
                </a:lnTo>
                <a:cubicBezTo>
                  <a:pt x="58490" y="28873"/>
                  <a:pt x="56803" y="28724"/>
                  <a:pt x="55513" y="28724"/>
                </a:cubicBezTo>
                <a:cubicBezTo>
                  <a:pt x="54819" y="28724"/>
                  <a:pt x="53678" y="29071"/>
                  <a:pt x="52090" y="29766"/>
                </a:cubicBezTo>
                <a:cubicBezTo>
                  <a:pt x="45442" y="29369"/>
                  <a:pt x="39688" y="28625"/>
                  <a:pt x="34826" y="27533"/>
                </a:cubicBezTo>
                <a:lnTo>
                  <a:pt x="33784" y="28128"/>
                </a:lnTo>
                <a:cubicBezTo>
                  <a:pt x="32197" y="27732"/>
                  <a:pt x="30857" y="27533"/>
                  <a:pt x="29766" y="27533"/>
                </a:cubicBezTo>
                <a:cubicBezTo>
                  <a:pt x="28079" y="27533"/>
                  <a:pt x="26541" y="28476"/>
                  <a:pt x="25152" y="30361"/>
                </a:cubicBezTo>
                <a:lnTo>
                  <a:pt x="25747" y="31551"/>
                </a:lnTo>
                <a:lnTo>
                  <a:pt x="25747" y="32147"/>
                </a:lnTo>
                <a:cubicBezTo>
                  <a:pt x="25747" y="34032"/>
                  <a:pt x="23813" y="36512"/>
                  <a:pt x="19943" y="39588"/>
                </a:cubicBezTo>
                <a:cubicBezTo>
                  <a:pt x="19943" y="42466"/>
                  <a:pt x="16917" y="45492"/>
                  <a:pt x="10865" y="48667"/>
                </a:cubicBezTo>
                <a:cubicBezTo>
                  <a:pt x="10865" y="49659"/>
                  <a:pt x="8980" y="51544"/>
                  <a:pt x="5209" y="54322"/>
                </a:cubicBezTo>
                <a:lnTo>
                  <a:pt x="5209" y="56703"/>
                </a:lnTo>
                <a:lnTo>
                  <a:pt x="8037" y="57299"/>
                </a:lnTo>
                <a:cubicBezTo>
                  <a:pt x="8831" y="57299"/>
                  <a:pt x="9575" y="57100"/>
                  <a:pt x="10269" y="56703"/>
                </a:cubicBezTo>
                <a:cubicBezTo>
                  <a:pt x="11658" y="57795"/>
                  <a:pt x="16074" y="58539"/>
                  <a:pt x="23515" y="58936"/>
                </a:cubicBezTo>
                <a:lnTo>
                  <a:pt x="23515" y="59531"/>
                </a:lnTo>
                <a:lnTo>
                  <a:pt x="26343" y="58936"/>
                </a:lnTo>
                <a:cubicBezTo>
                  <a:pt x="27037" y="58936"/>
                  <a:pt x="28922" y="59333"/>
                  <a:pt x="31998" y="60126"/>
                </a:cubicBezTo>
                <a:cubicBezTo>
                  <a:pt x="33288" y="59333"/>
                  <a:pt x="34429" y="58936"/>
                  <a:pt x="35421" y="58936"/>
                </a:cubicBezTo>
                <a:lnTo>
                  <a:pt x="38249" y="58936"/>
                </a:lnTo>
                <a:cubicBezTo>
                  <a:pt x="39539" y="58936"/>
                  <a:pt x="40531" y="59134"/>
                  <a:pt x="41226" y="59531"/>
                </a:cubicBezTo>
                <a:cubicBezTo>
                  <a:pt x="44599" y="59035"/>
                  <a:pt x="46683" y="58638"/>
                  <a:pt x="47476" y="58341"/>
                </a:cubicBezTo>
                <a:lnTo>
                  <a:pt x="50304" y="59531"/>
                </a:lnTo>
                <a:cubicBezTo>
                  <a:pt x="52586" y="58440"/>
                  <a:pt x="56009" y="57894"/>
                  <a:pt x="60573" y="57894"/>
                </a:cubicBezTo>
                <a:cubicBezTo>
                  <a:pt x="60672" y="58589"/>
                  <a:pt x="61069" y="58936"/>
                  <a:pt x="61764" y="58936"/>
                </a:cubicBezTo>
                <a:lnTo>
                  <a:pt x="66378" y="58936"/>
                </a:lnTo>
                <a:cubicBezTo>
                  <a:pt x="67965" y="58936"/>
                  <a:pt x="70049" y="59134"/>
                  <a:pt x="72628" y="59531"/>
                </a:cubicBezTo>
                <a:lnTo>
                  <a:pt x="73819" y="58936"/>
                </a:lnTo>
                <a:cubicBezTo>
                  <a:pt x="75803" y="59333"/>
                  <a:pt x="77490" y="59531"/>
                  <a:pt x="78879" y="59531"/>
                </a:cubicBezTo>
                <a:lnTo>
                  <a:pt x="84088" y="59531"/>
                </a:lnTo>
                <a:cubicBezTo>
                  <a:pt x="86866" y="59531"/>
                  <a:pt x="88950" y="57249"/>
                  <a:pt x="90339" y="52685"/>
                </a:cubicBezTo>
                <a:lnTo>
                  <a:pt x="92125" y="51494"/>
                </a:lnTo>
                <a:cubicBezTo>
                  <a:pt x="98276" y="54173"/>
                  <a:pt x="101898" y="55513"/>
                  <a:pt x="102989" y="55513"/>
                </a:cubicBezTo>
                <a:cubicBezTo>
                  <a:pt x="107553" y="57696"/>
                  <a:pt x="110183" y="59432"/>
                  <a:pt x="110877" y="60722"/>
                </a:cubicBezTo>
                <a:lnTo>
                  <a:pt x="110877" y="61317"/>
                </a:lnTo>
                <a:cubicBezTo>
                  <a:pt x="108694" y="63798"/>
                  <a:pt x="105668" y="65683"/>
                  <a:pt x="101799" y="66973"/>
                </a:cubicBezTo>
                <a:lnTo>
                  <a:pt x="102394" y="69800"/>
                </a:lnTo>
                <a:lnTo>
                  <a:pt x="102394" y="72182"/>
                </a:lnTo>
                <a:cubicBezTo>
                  <a:pt x="102394" y="74265"/>
                  <a:pt x="102196" y="76894"/>
                  <a:pt x="101799" y="80069"/>
                </a:cubicBezTo>
                <a:cubicBezTo>
                  <a:pt x="103188" y="86419"/>
                  <a:pt x="104527" y="90438"/>
                  <a:pt x="105817" y="92125"/>
                </a:cubicBezTo>
                <a:lnTo>
                  <a:pt x="104626" y="93910"/>
                </a:lnTo>
                <a:lnTo>
                  <a:pt x="104626" y="94357"/>
                </a:lnTo>
                <a:cubicBezTo>
                  <a:pt x="107305" y="96738"/>
                  <a:pt x="108645" y="100360"/>
                  <a:pt x="108645" y="105221"/>
                </a:cubicBezTo>
                <a:cubicBezTo>
                  <a:pt x="109637" y="105221"/>
                  <a:pt x="110381" y="107355"/>
                  <a:pt x="110877" y="111621"/>
                </a:cubicBezTo>
                <a:cubicBezTo>
                  <a:pt x="112365" y="111621"/>
                  <a:pt x="115044" y="113903"/>
                  <a:pt x="118914" y="118467"/>
                </a:cubicBezTo>
                <a:lnTo>
                  <a:pt x="120105" y="118467"/>
                </a:lnTo>
                <a:cubicBezTo>
                  <a:pt x="120997" y="118467"/>
                  <a:pt x="121742" y="116532"/>
                  <a:pt x="122337" y="112663"/>
                </a:cubicBezTo>
                <a:cubicBezTo>
                  <a:pt x="124817" y="112663"/>
                  <a:pt x="127298" y="109041"/>
                  <a:pt x="129778" y="101798"/>
                </a:cubicBezTo>
                <a:lnTo>
                  <a:pt x="132160" y="100161"/>
                </a:lnTo>
                <a:lnTo>
                  <a:pt x="133201" y="100161"/>
                </a:lnTo>
                <a:cubicBezTo>
                  <a:pt x="133797" y="100161"/>
                  <a:pt x="134392" y="100707"/>
                  <a:pt x="134987" y="101798"/>
                </a:cubicBezTo>
                <a:lnTo>
                  <a:pt x="134987" y="111621"/>
                </a:lnTo>
                <a:cubicBezTo>
                  <a:pt x="131912" y="114300"/>
                  <a:pt x="130374" y="117525"/>
                  <a:pt x="130374" y="121295"/>
                </a:cubicBezTo>
                <a:cubicBezTo>
                  <a:pt x="131564" y="124271"/>
                  <a:pt x="132160" y="126157"/>
                  <a:pt x="132160" y="126950"/>
                </a:cubicBezTo>
                <a:cubicBezTo>
                  <a:pt x="132160" y="130423"/>
                  <a:pt x="130622" y="132159"/>
                  <a:pt x="127546" y="132159"/>
                </a:cubicBezTo>
                <a:cubicBezTo>
                  <a:pt x="124669" y="131366"/>
                  <a:pt x="122932" y="130969"/>
                  <a:pt x="122337" y="130969"/>
                </a:cubicBezTo>
                <a:lnTo>
                  <a:pt x="120105" y="131564"/>
                </a:lnTo>
                <a:cubicBezTo>
                  <a:pt x="116136" y="131564"/>
                  <a:pt x="113060" y="129877"/>
                  <a:pt x="110877" y="126504"/>
                </a:cubicBezTo>
                <a:cubicBezTo>
                  <a:pt x="110282" y="126504"/>
                  <a:pt x="108794" y="125363"/>
                  <a:pt x="106412" y="123081"/>
                </a:cubicBezTo>
                <a:cubicBezTo>
                  <a:pt x="102146" y="118814"/>
                  <a:pt x="100013" y="115342"/>
                  <a:pt x="100013" y="112663"/>
                </a:cubicBezTo>
                <a:cubicBezTo>
                  <a:pt x="97433" y="110282"/>
                  <a:pt x="96094" y="108396"/>
                  <a:pt x="95994" y="107007"/>
                </a:cubicBezTo>
                <a:lnTo>
                  <a:pt x="96590" y="104180"/>
                </a:lnTo>
                <a:cubicBezTo>
                  <a:pt x="94308" y="104180"/>
                  <a:pt x="92819" y="100360"/>
                  <a:pt x="92125" y="92720"/>
                </a:cubicBezTo>
                <a:cubicBezTo>
                  <a:pt x="92422" y="92025"/>
                  <a:pt x="92571" y="91281"/>
                  <a:pt x="92571" y="90487"/>
                </a:cubicBezTo>
                <a:cubicBezTo>
                  <a:pt x="91678" y="90487"/>
                  <a:pt x="91133" y="89694"/>
                  <a:pt x="90934" y="88106"/>
                </a:cubicBezTo>
                <a:cubicBezTo>
                  <a:pt x="90934" y="85328"/>
                  <a:pt x="91331" y="82848"/>
                  <a:pt x="92125" y="80665"/>
                </a:cubicBezTo>
                <a:lnTo>
                  <a:pt x="90339" y="77837"/>
                </a:lnTo>
                <a:lnTo>
                  <a:pt x="90339" y="75009"/>
                </a:lnTo>
                <a:cubicBezTo>
                  <a:pt x="90339" y="74612"/>
                  <a:pt x="90537" y="74414"/>
                  <a:pt x="90934" y="74414"/>
                </a:cubicBezTo>
                <a:lnTo>
                  <a:pt x="90339" y="73223"/>
                </a:lnTo>
                <a:lnTo>
                  <a:pt x="90339" y="71586"/>
                </a:lnTo>
                <a:cubicBezTo>
                  <a:pt x="90339" y="69602"/>
                  <a:pt x="90537" y="66725"/>
                  <a:pt x="90934" y="62954"/>
                </a:cubicBezTo>
                <a:lnTo>
                  <a:pt x="89744" y="62359"/>
                </a:lnTo>
                <a:lnTo>
                  <a:pt x="86916" y="63550"/>
                </a:lnTo>
                <a:lnTo>
                  <a:pt x="84088" y="61764"/>
                </a:lnTo>
                <a:cubicBezTo>
                  <a:pt x="83592" y="63748"/>
                  <a:pt x="82997" y="64740"/>
                  <a:pt x="82302" y="64740"/>
                </a:cubicBezTo>
                <a:lnTo>
                  <a:pt x="80665" y="64740"/>
                </a:lnTo>
                <a:lnTo>
                  <a:pt x="78879" y="63550"/>
                </a:lnTo>
                <a:cubicBezTo>
                  <a:pt x="72827" y="64641"/>
                  <a:pt x="63897" y="65187"/>
                  <a:pt x="52090" y="65187"/>
                </a:cubicBezTo>
                <a:lnTo>
                  <a:pt x="49113" y="65187"/>
                </a:lnTo>
                <a:lnTo>
                  <a:pt x="45244" y="64145"/>
                </a:lnTo>
                <a:cubicBezTo>
                  <a:pt x="45244" y="65137"/>
                  <a:pt x="43706" y="65881"/>
                  <a:pt x="40630" y="66377"/>
                </a:cubicBezTo>
                <a:lnTo>
                  <a:pt x="40035" y="66377"/>
                </a:lnTo>
                <a:cubicBezTo>
                  <a:pt x="39539" y="66377"/>
                  <a:pt x="36463" y="65633"/>
                  <a:pt x="30808" y="64145"/>
                </a:cubicBezTo>
                <a:cubicBezTo>
                  <a:pt x="29419" y="65236"/>
                  <a:pt x="28129" y="65782"/>
                  <a:pt x="26938" y="65782"/>
                </a:cubicBezTo>
                <a:cubicBezTo>
                  <a:pt x="24755" y="65087"/>
                  <a:pt x="22275" y="64542"/>
                  <a:pt x="19497" y="64145"/>
                </a:cubicBezTo>
                <a:cubicBezTo>
                  <a:pt x="17413" y="64542"/>
                  <a:pt x="15478" y="64740"/>
                  <a:pt x="13692" y="64740"/>
                </a:cubicBezTo>
                <a:lnTo>
                  <a:pt x="11460" y="64145"/>
                </a:lnTo>
                <a:cubicBezTo>
                  <a:pt x="10170" y="64839"/>
                  <a:pt x="9029" y="65187"/>
                  <a:pt x="8037" y="65187"/>
                </a:cubicBezTo>
                <a:lnTo>
                  <a:pt x="6251" y="65187"/>
                </a:lnTo>
                <a:cubicBezTo>
                  <a:pt x="5457" y="65187"/>
                  <a:pt x="4713" y="65038"/>
                  <a:pt x="4019" y="64740"/>
                </a:cubicBezTo>
                <a:cubicBezTo>
                  <a:pt x="3324" y="65038"/>
                  <a:pt x="2580" y="65187"/>
                  <a:pt x="1786" y="65187"/>
                </a:cubicBezTo>
                <a:cubicBezTo>
                  <a:pt x="992" y="63798"/>
                  <a:pt x="596" y="62309"/>
                  <a:pt x="596" y="60722"/>
                </a:cubicBezTo>
                <a:lnTo>
                  <a:pt x="596" y="60126"/>
                </a:lnTo>
                <a:lnTo>
                  <a:pt x="4019" y="56703"/>
                </a:lnTo>
                <a:lnTo>
                  <a:pt x="4019" y="56108"/>
                </a:lnTo>
                <a:cubicBezTo>
                  <a:pt x="1340" y="56108"/>
                  <a:pt x="0" y="55513"/>
                  <a:pt x="0" y="54322"/>
                </a:cubicBezTo>
                <a:lnTo>
                  <a:pt x="0" y="53280"/>
                </a:lnTo>
                <a:cubicBezTo>
                  <a:pt x="1191" y="46434"/>
                  <a:pt x="3473" y="43011"/>
                  <a:pt x="6846" y="43011"/>
                </a:cubicBezTo>
                <a:cubicBezTo>
                  <a:pt x="6846" y="42714"/>
                  <a:pt x="8186" y="40432"/>
                  <a:pt x="10865" y="36165"/>
                </a:cubicBezTo>
                <a:cubicBezTo>
                  <a:pt x="14139" y="30807"/>
                  <a:pt x="16619" y="27930"/>
                  <a:pt x="18306" y="27533"/>
                </a:cubicBezTo>
                <a:lnTo>
                  <a:pt x="17711" y="24705"/>
                </a:lnTo>
                <a:lnTo>
                  <a:pt x="17711" y="24110"/>
                </a:lnTo>
                <a:cubicBezTo>
                  <a:pt x="20092" y="21927"/>
                  <a:pt x="21431" y="19447"/>
                  <a:pt x="21729" y="16669"/>
                </a:cubicBezTo>
                <a:cubicBezTo>
                  <a:pt x="22721" y="16669"/>
                  <a:pt x="23862" y="14932"/>
                  <a:pt x="25152" y="11460"/>
                </a:cubicBezTo>
                <a:cubicBezTo>
                  <a:pt x="24358" y="11460"/>
                  <a:pt x="23962" y="11112"/>
                  <a:pt x="23962" y="10418"/>
                </a:cubicBezTo>
                <a:cubicBezTo>
                  <a:pt x="23962" y="3472"/>
                  <a:pt x="26095" y="0"/>
                  <a:pt x="3036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71" name="Arc 12++">
            <a:extLst>
              <a:ext uri="{FF2B5EF4-FFF2-40B4-BE49-F238E27FC236}">
                <a16:creationId xmlns:a16="http://schemas.microsoft.com/office/drawing/2014/main" id="{941CC00A-1835-7E5D-144B-EE78D98C5BE1}"/>
              </a:ext>
            </a:extLst>
          </p:cNvPr>
          <p:cNvSpPr/>
          <p:nvPr/>
        </p:nvSpPr>
        <p:spPr>
          <a:xfrm>
            <a:off x="3067050" y="400050"/>
            <a:ext cx="6057900" cy="6057900"/>
          </a:xfrm>
          <a:prstGeom prst="arc">
            <a:avLst>
              <a:gd name="adj1" fmla="val 14620097"/>
              <a:gd name="adj2" fmla="val 184891"/>
            </a:avLst>
          </a:prstGeom>
          <a:ln w="1016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5E94B90C-27E0-AECE-D1B5-A865E1696666}"/>
              </a:ext>
            </a:extLst>
          </p:cNvPr>
          <p:cNvSpPr/>
          <p:nvPr/>
        </p:nvSpPr>
        <p:spPr>
          <a:xfrm>
            <a:off x="6912077" y="3789649"/>
            <a:ext cx="1156248" cy="1594675"/>
          </a:xfrm>
          <a:custGeom>
            <a:avLst/>
            <a:gdLst>
              <a:gd name="csX0" fmla="*/ 937676 w 1156248"/>
              <a:gd name="csY0" fmla="*/ 154952 h 1594675"/>
              <a:gd name="csX1" fmla="*/ 846879 w 1156248"/>
              <a:gd name="csY1" fmla="*/ 160989 h 1594675"/>
              <a:gd name="csX2" fmla="*/ 672515 w 1156248"/>
              <a:gd name="csY2" fmla="*/ 206092 h 1594675"/>
              <a:gd name="csX3" fmla="*/ 503637 w 1156248"/>
              <a:gd name="csY3" fmla="*/ 290836 h 1594675"/>
              <a:gd name="csX4" fmla="*/ 402786 w 1156248"/>
              <a:gd name="csY4" fmla="*/ 401316 h 1594675"/>
              <a:gd name="csX5" fmla="*/ 334708 w 1156248"/>
              <a:gd name="csY5" fmla="*/ 578167 h 1594675"/>
              <a:gd name="csX6" fmla="*/ 288166 w 1156248"/>
              <a:gd name="csY6" fmla="*/ 811816 h 1594675"/>
              <a:gd name="csX7" fmla="*/ 250221 w 1156248"/>
              <a:gd name="csY7" fmla="*/ 1052817 h 1594675"/>
              <a:gd name="csX8" fmla="*/ 209455 w 1156248"/>
              <a:gd name="csY8" fmla="*/ 1258271 h 1594675"/>
              <a:gd name="csX9" fmla="*/ 161604 w 1156248"/>
              <a:gd name="csY9" fmla="*/ 1415986 h 1594675"/>
              <a:gd name="csX10" fmla="*/ 123828 w 1156248"/>
              <a:gd name="csY10" fmla="*/ 1501151 h 1594675"/>
              <a:gd name="csX11" fmla="*/ 102671 w 1156248"/>
              <a:gd name="csY11" fmla="*/ 1550746 h 1594675"/>
              <a:gd name="csX12" fmla="*/ 52319 w 1156248"/>
              <a:gd name="csY12" fmla="*/ 1479041 h 1594675"/>
              <a:gd name="csX13" fmla="*/ 82006 w 1156248"/>
              <a:gd name="csY13" fmla="*/ 1464194 h 1594675"/>
              <a:gd name="csX14" fmla="*/ 187219 w 1156248"/>
              <a:gd name="csY14" fmla="*/ 1361058 h 1594675"/>
              <a:gd name="csX15" fmla="*/ 343219 w 1156248"/>
              <a:gd name="csY15" fmla="*/ 1217735 h 1594675"/>
              <a:gd name="csX16" fmla="*/ 500448 w 1156248"/>
              <a:gd name="csY16" fmla="*/ 1102597 h 1594675"/>
              <a:gd name="csX17" fmla="*/ 673184 w 1156248"/>
              <a:gd name="csY17" fmla="*/ 977276 h 1594675"/>
              <a:gd name="csX18" fmla="*/ 860151 w 1156248"/>
              <a:gd name="csY18" fmla="*/ 764440 h 1594675"/>
              <a:gd name="csX19" fmla="*/ 977041 w 1156248"/>
              <a:gd name="csY19" fmla="*/ 528430 h 1594675"/>
              <a:gd name="csX20" fmla="*/ 1054205 w 1156248"/>
              <a:gd name="csY20" fmla="*/ 322385 h 1594675"/>
              <a:gd name="csX21" fmla="*/ 1086319 w 1156248"/>
              <a:gd name="csY21" fmla="*/ 227343 h 1594675"/>
              <a:gd name="csX22" fmla="*/ 1113172 w 1156248"/>
              <a:gd name="csY22" fmla="*/ 222921 h 1594675"/>
              <a:gd name="csX23" fmla="*/ 1156065 w 1156248"/>
              <a:gd name="csY23" fmla="*/ 336783 h 1594675"/>
              <a:gd name="csX24" fmla="*/ 1094450 w 1156248"/>
              <a:gd name="csY24" fmla="*/ 581814 h 1594675"/>
              <a:gd name="csX25" fmla="*/ 952814 w 1156248"/>
              <a:gd name="csY25" fmla="*/ 830636 h 1594675"/>
              <a:gd name="csX26" fmla="*/ 755951 w 1156248"/>
              <a:gd name="csY26" fmla="*/ 1065979 h 1594675"/>
              <a:gd name="csX27" fmla="*/ 579376 w 1156248"/>
              <a:gd name="csY27" fmla="*/ 1220856 h 1594675"/>
              <a:gd name="csX28" fmla="*/ 424833 w 1156248"/>
              <a:gd name="csY28" fmla="*/ 1321668 h 1594675"/>
              <a:gd name="csX29" fmla="*/ 279977 w 1156248"/>
              <a:gd name="csY29" fmla="*/ 1454657 h 1594675"/>
              <a:gd name="csX30" fmla="*/ 139922 w 1156248"/>
              <a:gd name="csY30" fmla="*/ 1559193 h 1594675"/>
              <a:gd name="csX31" fmla="*/ 63704 w 1156248"/>
              <a:gd name="csY31" fmla="*/ 1594676 h 1594675"/>
              <a:gd name="csX32" fmla="*/ 8748 w 1156248"/>
              <a:gd name="csY32" fmla="*/ 1500767 h 1594675"/>
              <a:gd name="csX33" fmla="*/ 32515 w 1156248"/>
              <a:gd name="csY33" fmla="*/ 1460101 h 1594675"/>
              <a:gd name="csX34" fmla="*/ 64734 w 1156248"/>
              <a:gd name="csY34" fmla="*/ 1377029 h 1594675"/>
              <a:gd name="csX35" fmla="*/ 124653 w 1156248"/>
              <a:gd name="csY35" fmla="*/ 1234278 h 1594675"/>
              <a:gd name="csX36" fmla="*/ 174553 w 1156248"/>
              <a:gd name="csY36" fmla="*/ 1038568 h 1594675"/>
              <a:gd name="csX37" fmla="*/ 216903 w 1156248"/>
              <a:gd name="csY37" fmla="*/ 799805 h 1594675"/>
              <a:gd name="csX38" fmla="*/ 263393 w 1156248"/>
              <a:gd name="csY38" fmla="*/ 559242 h 1594675"/>
              <a:gd name="csX39" fmla="*/ 332730 w 1156248"/>
              <a:gd name="csY39" fmla="*/ 359760 h 1594675"/>
              <a:gd name="csX40" fmla="*/ 454193 w 1156248"/>
              <a:gd name="csY40" fmla="*/ 219056 h 1594675"/>
              <a:gd name="csX41" fmla="*/ 635559 w 1156248"/>
              <a:gd name="csY41" fmla="*/ 113796 h 1594675"/>
              <a:gd name="csX42" fmla="*/ 814210 w 1156248"/>
              <a:gd name="csY42" fmla="*/ 38743 h 1594675"/>
              <a:gd name="csX43" fmla="*/ 929967 w 1156248"/>
              <a:gd name="csY43" fmla="*/ 2965 h 1594675"/>
              <a:gd name="csX44" fmla="*/ 937675 w 1156248"/>
              <a:gd name="csY44" fmla="*/ 154926 h 15946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1156248" h="1594675">
                <a:moveTo>
                  <a:pt x="937676" y="154952"/>
                </a:moveTo>
                <a:cubicBezTo>
                  <a:pt x="907428" y="146657"/>
                  <a:pt x="877163" y="155933"/>
                  <a:pt x="846879" y="160989"/>
                </a:cubicBezTo>
                <a:cubicBezTo>
                  <a:pt x="787950" y="172912"/>
                  <a:pt x="730522" y="190499"/>
                  <a:pt x="672515" y="206092"/>
                </a:cubicBezTo>
                <a:cubicBezTo>
                  <a:pt x="610857" y="223395"/>
                  <a:pt x="557567" y="257356"/>
                  <a:pt x="503637" y="290836"/>
                </a:cubicBezTo>
                <a:cubicBezTo>
                  <a:pt x="462054" y="321302"/>
                  <a:pt x="431335" y="359528"/>
                  <a:pt x="402786" y="401316"/>
                </a:cubicBezTo>
                <a:cubicBezTo>
                  <a:pt x="369657" y="455729"/>
                  <a:pt x="351450" y="517179"/>
                  <a:pt x="334708" y="578167"/>
                </a:cubicBezTo>
                <a:cubicBezTo>
                  <a:pt x="312098" y="654415"/>
                  <a:pt x="301124" y="733472"/>
                  <a:pt x="288166" y="811816"/>
                </a:cubicBezTo>
                <a:cubicBezTo>
                  <a:pt x="277054" y="892466"/>
                  <a:pt x="263223" y="972559"/>
                  <a:pt x="250221" y="1052817"/>
                </a:cubicBezTo>
                <a:cubicBezTo>
                  <a:pt x="242167" y="1122399"/>
                  <a:pt x="227251" y="1190624"/>
                  <a:pt x="209455" y="1258271"/>
                </a:cubicBezTo>
                <a:cubicBezTo>
                  <a:pt x="194513" y="1311100"/>
                  <a:pt x="176598" y="1363075"/>
                  <a:pt x="161604" y="1415986"/>
                </a:cubicBezTo>
                <a:cubicBezTo>
                  <a:pt x="148340" y="1444222"/>
                  <a:pt x="136312" y="1473344"/>
                  <a:pt x="123828" y="1501151"/>
                </a:cubicBezTo>
                <a:cubicBezTo>
                  <a:pt x="118367" y="1518468"/>
                  <a:pt x="109684" y="1534713"/>
                  <a:pt x="102671" y="1550746"/>
                </a:cubicBezTo>
                <a:cubicBezTo>
                  <a:pt x="119995" y="1508103"/>
                  <a:pt x="96471" y="1491967"/>
                  <a:pt x="52319" y="1479041"/>
                </a:cubicBezTo>
                <a:cubicBezTo>
                  <a:pt x="50090" y="1484553"/>
                  <a:pt x="75216" y="1467589"/>
                  <a:pt x="82006" y="1464194"/>
                </a:cubicBezTo>
                <a:cubicBezTo>
                  <a:pt x="118432" y="1431129"/>
                  <a:pt x="154238" y="1397512"/>
                  <a:pt x="187219" y="1361058"/>
                </a:cubicBezTo>
                <a:cubicBezTo>
                  <a:pt x="234185" y="1308136"/>
                  <a:pt x="288355" y="1262130"/>
                  <a:pt x="343219" y="1217735"/>
                </a:cubicBezTo>
                <a:cubicBezTo>
                  <a:pt x="393729" y="1176937"/>
                  <a:pt x="447547" y="1140021"/>
                  <a:pt x="500448" y="1102597"/>
                </a:cubicBezTo>
                <a:cubicBezTo>
                  <a:pt x="559817" y="1063318"/>
                  <a:pt x="618616" y="1023166"/>
                  <a:pt x="673184" y="977276"/>
                </a:cubicBezTo>
                <a:cubicBezTo>
                  <a:pt x="744987" y="914367"/>
                  <a:pt x="802991" y="840192"/>
                  <a:pt x="860151" y="764440"/>
                </a:cubicBezTo>
                <a:cubicBezTo>
                  <a:pt x="908137" y="690228"/>
                  <a:pt x="944503" y="610297"/>
                  <a:pt x="977041" y="528430"/>
                </a:cubicBezTo>
                <a:cubicBezTo>
                  <a:pt x="1005153" y="460641"/>
                  <a:pt x="1029798" y="391574"/>
                  <a:pt x="1054205" y="322385"/>
                </a:cubicBezTo>
                <a:cubicBezTo>
                  <a:pt x="1085054" y="291985"/>
                  <a:pt x="1078411" y="260172"/>
                  <a:pt x="1086319" y="227343"/>
                </a:cubicBezTo>
                <a:cubicBezTo>
                  <a:pt x="1090826" y="208635"/>
                  <a:pt x="1105805" y="205143"/>
                  <a:pt x="1113172" y="222921"/>
                </a:cubicBezTo>
                <a:cubicBezTo>
                  <a:pt x="1128436" y="259758"/>
                  <a:pt x="1140224" y="298699"/>
                  <a:pt x="1156065" y="336783"/>
                </a:cubicBezTo>
                <a:cubicBezTo>
                  <a:pt x="1158665" y="424089"/>
                  <a:pt x="1133409" y="504014"/>
                  <a:pt x="1094450" y="581814"/>
                </a:cubicBezTo>
                <a:cubicBezTo>
                  <a:pt x="1050972" y="666691"/>
                  <a:pt x="1008836" y="753169"/>
                  <a:pt x="952814" y="830636"/>
                </a:cubicBezTo>
                <a:cubicBezTo>
                  <a:pt x="895372" y="915174"/>
                  <a:pt x="827398" y="993008"/>
                  <a:pt x="755951" y="1065979"/>
                </a:cubicBezTo>
                <a:cubicBezTo>
                  <a:pt x="701129" y="1122230"/>
                  <a:pt x="646833" y="1179441"/>
                  <a:pt x="579376" y="1220856"/>
                </a:cubicBezTo>
                <a:cubicBezTo>
                  <a:pt x="527266" y="1253389"/>
                  <a:pt x="474449" y="1285122"/>
                  <a:pt x="424833" y="1321668"/>
                </a:cubicBezTo>
                <a:cubicBezTo>
                  <a:pt x="374025" y="1363616"/>
                  <a:pt x="325088" y="1406679"/>
                  <a:pt x="279977" y="1454657"/>
                </a:cubicBezTo>
                <a:cubicBezTo>
                  <a:pt x="235768" y="1492541"/>
                  <a:pt x="194105" y="1534566"/>
                  <a:pt x="139922" y="1559193"/>
                </a:cubicBezTo>
                <a:cubicBezTo>
                  <a:pt x="115644" y="1572969"/>
                  <a:pt x="91310" y="1589385"/>
                  <a:pt x="63704" y="1594676"/>
                </a:cubicBezTo>
                <a:cubicBezTo>
                  <a:pt x="2014" y="1579322"/>
                  <a:pt x="-11491" y="1555190"/>
                  <a:pt x="8748" y="1500767"/>
                </a:cubicBezTo>
                <a:cubicBezTo>
                  <a:pt x="16197" y="1488021"/>
                  <a:pt x="24346" y="1473496"/>
                  <a:pt x="32515" y="1460101"/>
                </a:cubicBezTo>
                <a:cubicBezTo>
                  <a:pt x="43244" y="1433008"/>
                  <a:pt x="56127" y="1405576"/>
                  <a:pt x="64734" y="1377029"/>
                </a:cubicBezTo>
                <a:cubicBezTo>
                  <a:pt x="88822" y="1331015"/>
                  <a:pt x="108821" y="1283802"/>
                  <a:pt x="124653" y="1234278"/>
                </a:cubicBezTo>
                <a:cubicBezTo>
                  <a:pt x="143098" y="1169458"/>
                  <a:pt x="161381" y="1104701"/>
                  <a:pt x="174553" y="1038568"/>
                </a:cubicBezTo>
                <a:cubicBezTo>
                  <a:pt x="190455" y="959312"/>
                  <a:pt x="203580" y="879577"/>
                  <a:pt x="216903" y="799805"/>
                </a:cubicBezTo>
                <a:cubicBezTo>
                  <a:pt x="230674" y="719241"/>
                  <a:pt x="247598" y="639395"/>
                  <a:pt x="263393" y="559242"/>
                </a:cubicBezTo>
                <a:cubicBezTo>
                  <a:pt x="282886" y="491332"/>
                  <a:pt x="300007" y="422901"/>
                  <a:pt x="332730" y="359760"/>
                </a:cubicBezTo>
                <a:cubicBezTo>
                  <a:pt x="365732" y="305569"/>
                  <a:pt x="397604" y="251965"/>
                  <a:pt x="454193" y="219056"/>
                </a:cubicBezTo>
                <a:cubicBezTo>
                  <a:pt x="512309" y="179589"/>
                  <a:pt x="572608" y="145090"/>
                  <a:pt x="635559" y="113796"/>
                </a:cubicBezTo>
                <a:cubicBezTo>
                  <a:pt x="693454" y="84710"/>
                  <a:pt x="752373" y="58599"/>
                  <a:pt x="814210" y="38743"/>
                </a:cubicBezTo>
                <a:cubicBezTo>
                  <a:pt x="852529" y="25836"/>
                  <a:pt x="891208" y="14283"/>
                  <a:pt x="929967" y="2965"/>
                </a:cubicBezTo>
                <a:cubicBezTo>
                  <a:pt x="1033246" y="-27196"/>
                  <a:pt x="1041438" y="183387"/>
                  <a:pt x="937675" y="15492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65698678-57F0-4BBE-F4F9-FE1FC76D5BD7}"/>
              </a:ext>
            </a:extLst>
          </p:cNvPr>
          <p:cNvSpPr/>
          <p:nvPr/>
        </p:nvSpPr>
        <p:spPr>
          <a:xfrm>
            <a:off x="7991559" y="3554265"/>
            <a:ext cx="1053170" cy="461119"/>
          </a:xfrm>
          <a:custGeom>
            <a:avLst/>
            <a:gdLst>
              <a:gd name="csX0" fmla="*/ 50599 w 1053170"/>
              <a:gd name="csY0" fmla="*/ 316231 h 461119"/>
              <a:gd name="csX1" fmla="*/ 123124 w 1053170"/>
              <a:gd name="csY1" fmla="*/ 333626 h 461119"/>
              <a:gd name="csX2" fmla="*/ 259532 w 1053170"/>
              <a:gd name="csY2" fmla="*/ 361879 h 461119"/>
              <a:gd name="csX3" fmla="*/ 429515 w 1053170"/>
              <a:gd name="csY3" fmla="*/ 381342 h 461119"/>
              <a:gd name="csX4" fmla="*/ 580515 w 1053170"/>
              <a:gd name="csY4" fmla="*/ 368971 h 461119"/>
              <a:gd name="csX5" fmla="*/ 746507 w 1053170"/>
              <a:gd name="csY5" fmla="*/ 306524 h 461119"/>
              <a:gd name="csX6" fmla="*/ 884515 w 1053170"/>
              <a:gd name="csY6" fmla="*/ 207236 h 461119"/>
              <a:gd name="csX7" fmla="*/ 936550 w 1053170"/>
              <a:gd name="csY7" fmla="*/ 134192 h 461119"/>
              <a:gd name="csX8" fmla="*/ 943221 w 1053170"/>
              <a:gd name="csY8" fmla="*/ 98760 h 461119"/>
              <a:gd name="csX9" fmla="*/ 940162 w 1053170"/>
              <a:gd name="csY9" fmla="*/ 86192 h 461119"/>
              <a:gd name="csX10" fmla="*/ 944156 w 1053170"/>
              <a:gd name="csY10" fmla="*/ 97294 h 461119"/>
              <a:gd name="csX11" fmla="*/ 960898 w 1053170"/>
              <a:gd name="csY11" fmla="*/ 101979 h 461119"/>
              <a:gd name="csX12" fmla="*/ 855170 w 1053170"/>
              <a:gd name="csY12" fmla="*/ 117932 h 461119"/>
              <a:gd name="csX13" fmla="*/ 667766 w 1053170"/>
              <a:gd name="csY13" fmla="*/ 166190 h 461119"/>
              <a:gd name="csX14" fmla="*/ 484257 w 1053170"/>
              <a:gd name="csY14" fmla="*/ 208179 h 461119"/>
              <a:gd name="csX15" fmla="*/ 295233 w 1053170"/>
              <a:gd name="csY15" fmla="*/ 234657 h 461119"/>
              <a:gd name="csX16" fmla="*/ 92923 w 1053170"/>
              <a:gd name="csY16" fmla="*/ 266502 h 461119"/>
              <a:gd name="csX17" fmla="*/ 89893 w 1053170"/>
              <a:gd name="csY17" fmla="*/ 239456 h 461119"/>
              <a:gd name="csX18" fmla="*/ 289108 w 1053170"/>
              <a:gd name="csY18" fmla="*/ 208141 h 461119"/>
              <a:gd name="csX19" fmla="*/ 468121 w 1053170"/>
              <a:gd name="csY19" fmla="*/ 142685 h 461119"/>
              <a:gd name="csX20" fmla="*/ 652363 w 1053170"/>
              <a:gd name="csY20" fmla="*/ 102301 h 461119"/>
              <a:gd name="csX21" fmla="*/ 832919 w 1053170"/>
              <a:gd name="csY21" fmla="*/ 46635 h 461119"/>
              <a:gd name="csX22" fmla="*/ 949133 w 1053170"/>
              <a:gd name="csY22" fmla="*/ 4585 h 461119"/>
              <a:gd name="csX23" fmla="*/ 1025737 w 1053170"/>
              <a:gd name="csY23" fmla="*/ 15471 h 461119"/>
              <a:gd name="csX24" fmla="*/ 1048434 w 1053170"/>
              <a:gd name="csY24" fmla="*/ 60227 h 461119"/>
              <a:gd name="csX25" fmla="*/ 1052584 w 1053170"/>
              <a:gd name="csY25" fmla="*/ 106887 h 461119"/>
              <a:gd name="csX26" fmla="*/ 1030457 w 1053170"/>
              <a:gd name="csY26" fmla="*/ 181423 h 461119"/>
              <a:gd name="csX27" fmla="*/ 940307 w 1053170"/>
              <a:gd name="csY27" fmla="*/ 275475 h 461119"/>
              <a:gd name="csX28" fmla="*/ 780286 w 1053170"/>
              <a:gd name="csY28" fmla="*/ 371916 h 461119"/>
              <a:gd name="csX29" fmla="*/ 596568 w 1053170"/>
              <a:gd name="csY29" fmla="*/ 453611 h 461119"/>
              <a:gd name="csX30" fmla="*/ 425890 w 1053170"/>
              <a:gd name="csY30" fmla="*/ 456959 h 461119"/>
              <a:gd name="csX31" fmla="*/ 245219 w 1053170"/>
              <a:gd name="csY31" fmla="*/ 440588 h 461119"/>
              <a:gd name="csX32" fmla="*/ 105345 w 1053170"/>
              <a:gd name="csY32" fmla="*/ 411966 h 461119"/>
              <a:gd name="csX33" fmla="*/ 23560 w 1053170"/>
              <a:gd name="csY33" fmla="*/ 384679 h 461119"/>
              <a:gd name="csX34" fmla="*/ 50594 w 1053170"/>
              <a:gd name="csY34" fmla="*/ 316234 h 4611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53170" h="461119">
                <a:moveTo>
                  <a:pt x="50599" y="316231"/>
                </a:moveTo>
                <a:cubicBezTo>
                  <a:pt x="75064" y="317211"/>
                  <a:pt x="99473" y="326198"/>
                  <a:pt x="123124" y="333626"/>
                </a:cubicBezTo>
                <a:cubicBezTo>
                  <a:pt x="168224" y="345301"/>
                  <a:pt x="213505" y="354566"/>
                  <a:pt x="259532" y="361879"/>
                </a:cubicBezTo>
                <a:cubicBezTo>
                  <a:pt x="315014" y="376768"/>
                  <a:pt x="372660" y="379252"/>
                  <a:pt x="429515" y="381342"/>
                </a:cubicBezTo>
                <a:cubicBezTo>
                  <a:pt x="480672" y="383028"/>
                  <a:pt x="530432" y="377665"/>
                  <a:pt x="580515" y="368971"/>
                </a:cubicBezTo>
                <a:cubicBezTo>
                  <a:pt x="639512" y="358806"/>
                  <a:pt x="692786" y="331634"/>
                  <a:pt x="746507" y="306524"/>
                </a:cubicBezTo>
                <a:cubicBezTo>
                  <a:pt x="797462" y="279727"/>
                  <a:pt x="841663" y="245089"/>
                  <a:pt x="884515" y="207236"/>
                </a:cubicBezTo>
                <a:cubicBezTo>
                  <a:pt x="908876" y="187294"/>
                  <a:pt x="921700" y="158957"/>
                  <a:pt x="936550" y="134192"/>
                </a:cubicBezTo>
                <a:cubicBezTo>
                  <a:pt x="946957" y="123635"/>
                  <a:pt x="941129" y="109875"/>
                  <a:pt x="943221" y="98760"/>
                </a:cubicBezTo>
                <a:cubicBezTo>
                  <a:pt x="942991" y="93979"/>
                  <a:pt x="941303" y="90879"/>
                  <a:pt x="940162" y="86192"/>
                </a:cubicBezTo>
                <a:cubicBezTo>
                  <a:pt x="938375" y="82688"/>
                  <a:pt x="942825" y="93593"/>
                  <a:pt x="944156" y="97294"/>
                </a:cubicBezTo>
                <a:cubicBezTo>
                  <a:pt x="949148" y="100238"/>
                  <a:pt x="955318" y="100418"/>
                  <a:pt x="960898" y="101979"/>
                </a:cubicBezTo>
                <a:cubicBezTo>
                  <a:pt x="925655" y="100344"/>
                  <a:pt x="889746" y="110429"/>
                  <a:pt x="855170" y="117932"/>
                </a:cubicBezTo>
                <a:cubicBezTo>
                  <a:pt x="793000" y="135140"/>
                  <a:pt x="730155" y="149576"/>
                  <a:pt x="667766" y="166190"/>
                </a:cubicBezTo>
                <a:cubicBezTo>
                  <a:pt x="606667" y="180642"/>
                  <a:pt x="545617" y="194953"/>
                  <a:pt x="484257" y="208179"/>
                </a:cubicBezTo>
                <a:cubicBezTo>
                  <a:pt x="420835" y="231554"/>
                  <a:pt x="358403" y="239252"/>
                  <a:pt x="295233" y="234657"/>
                </a:cubicBezTo>
                <a:cubicBezTo>
                  <a:pt x="228635" y="250297"/>
                  <a:pt x="160740" y="258450"/>
                  <a:pt x="92923" y="266502"/>
                </a:cubicBezTo>
                <a:cubicBezTo>
                  <a:pt x="73813" y="268770"/>
                  <a:pt x="70783" y="241723"/>
                  <a:pt x="89893" y="239456"/>
                </a:cubicBezTo>
                <a:cubicBezTo>
                  <a:pt x="156671" y="231536"/>
                  <a:pt x="223529" y="223532"/>
                  <a:pt x="289108" y="208141"/>
                </a:cubicBezTo>
                <a:cubicBezTo>
                  <a:pt x="342477" y="176375"/>
                  <a:pt x="402456" y="153410"/>
                  <a:pt x="468121" y="142685"/>
                </a:cubicBezTo>
                <a:cubicBezTo>
                  <a:pt x="529096" y="127192"/>
                  <a:pt x="590746" y="115417"/>
                  <a:pt x="652363" y="102301"/>
                </a:cubicBezTo>
                <a:cubicBezTo>
                  <a:pt x="713982" y="87984"/>
                  <a:pt x="774273" y="70534"/>
                  <a:pt x="832919" y="46635"/>
                </a:cubicBezTo>
                <a:cubicBezTo>
                  <a:pt x="871439" y="31865"/>
                  <a:pt x="910169" y="17672"/>
                  <a:pt x="949133" y="4585"/>
                </a:cubicBezTo>
                <a:cubicBezTo>
                  <a:pt x="979779" y="118"/>
                  <a:pt x="999130" y="-6638"/>
                  <a:pt x="1025737" y="15471"/>
                </a:cubicBezTo>
                <a:cubicBezTo>
                  <a:pt x="1033532" y="29982"/>
                  <a:pt x="1049077" y="42285"/>
                  <a:pt x="1048434" y="60227"/>
                </a:cubicBezTo>
                <a:cubicBezTo>
                  <a:pt x="1049805" y="75639"/>
                  <a:pt x="1054876" y="90722"/>
                  <a:pt x="1052584" y="106887"/>
                </a:cubicBezTo>
                <a:cubicBezTo>
                  <a:pt x="1046830" y="132242"/>
                  <a:pt x="1041739" y="157742"/>
                  <a:pt x="1030457" y="181423"/>
                </a:cubicBezTo>
                <a:cubicBezTo>
                  <a:pt x="1003776" y="216416"/>
                  <a:pt x="979899" y="253021"/>
                  <a:pt x="940307" y="275475"/>
                </a:cubicBezTo>
                <a:cubicBezTo>
                  <a:pt x="889357" y="311343"/>
                  <a:pt x="837093" y="345866"/>
                  <a:pt x="780286" y="371916"/>
                </a:cubicBezTo>
                <a:cubicBezTo>
                  <a:pt x="721157" y="403688"/>
                  <a:pt x="661681" y="435743"/>
                  <a:pt x="596568" y="453611"/>
                </a:cubicBezTo>
                <a:cubicBezTo>
                  <a:pt x="539706" y="460926"/>
                  <a:pt x="483144" y="464434"/>
                  <a:pt x="425890" y="456959"/>
                </a:cubicBezTo>
                <a:cubicBezTo>
                  <a:pt x="365887" y="452360"/>
                  <a:pt x="305399" y="447236"/>
                  <a:pt x="245219" y="440588"/>
                </a:cubicBezTo>
                <a:cubicBezTo>
                  <a:pt x="198763" y="430078"/>
                  <a:pt x="152304" y="420107"/>
                  <a:pt x="105345" y="411966"/>
                </a:cubicBezTo>
                <a:cubicBezTo>
                  <a:pt x="76764" y="405857"/>
                  <a:pt x="47677" y="402514"/>
                  <a:pt x="23560" y="384679"/>
                </a:cubicBezTo>
                <a:cubicBezTo>
                  <a:pt x="-18277" y="353737"/>
                  <a:pt x="-1400" y="314151"/>
                  <a:pt x="50594" y="31623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D2F942C7-6279-F30B-8850-FEC91AD4FA3A}"/>
              </a:ext>
            </a:extLst>
          </p:cNvPr>
          <p:cNvSpPr/>
          <p:nvPr/>
        </p:nvSpPr>
        <p:spPr>
          <a:xfrm>
            <a:off x="9117420" y="3574548"/>
            <a:ext cx="1424884" cy="588274"/>
          </a:xfrm>
          <a:custGeom>
            <a:avLst/>
            <a:gdLst>
              <a:gd name="csX0" fmla="*/ 37543 w 1424884"/>
              <a:gd name="csY0" fmla="*/ 6960 h 588274"/>
              <a:gd name="csX1" fmla="*/ 198125 w 1424884"/>
              <a:gd name="csY1" fmla="*/ 104 h 588274"/>
              <a:gd name="csX2" fmla="*/ 486609 w 1424884"/>
              <a:gd name="csY2" fmla="*/ 36390 h 588274"/>
              <a:gd name="csX3" fmla="*/ 815774 w 1424884"/>
              <a:gd name="csY3" fmla="*/ 142831 h 588274"/>
              <a:gd name="csX4" fmla="*/ 1108658 w 1424884"/>
              <a:gd name="csY4" fmla="*/ 269438 h 588274"/>
              <a:gd name="csX5" fmla="*/ 1287880 w 1424884"/>
              <a:gd name="csY5" fmla="*/ 357330 h 588274"/>
              <a:gd name="csX6" fmla="*/ 1379522 w 1424884"/>
              <a:gd name="csY6" fmla="*/ 416909 h 588274"/>
              <a:gd name="csX7" fmla="*/ 1423203 w 1424884"/>
              <a:gd name="csY7" fmla="*/ 540982 h 588274"/>
              <a:gd name="csX8" fmla="*/ 1302236 w 1424884"/>
              <a:gd name="csY8" fmla="*/ 573510 h 588274"/>
              <a:gd name="csX9" fmla="*/ 1285696 w 1424884"/>
              <a:gd name="csY9" fmla="*/ 551898 h 588274"/>
              <a:gd name="csX10" fmla="*/ 1247569 w 1424884"/>
              <a:gd name="csY10" fmla="*/ 500143 h 588274"/>
              <a:gd name="csX11" fmla="*/ 1253984 w 1424884"/>
              <a:gd name="csY11" fmla="*/ 540188 h 588274"/>
              <a:gd name="csX12" fmla="*/ 1201685 w 1424884"/>
              <a:gd name="csY12" fmla="*/ 486101 h 588274"/>
              <a:gd name="csX13" fmla="*/ 1055485 w 1424884"/>
              <a:gd name="csY13" fmla="*/ 372353 h 588274"/>
              <a:gd name="csX14" fmla="*/ 777574 w 1424884"/>
              <a:gd name="csY14" fmla="*/ 235660 h 588274"/>
              <a:gd name="csX15" fmla="*/ 468050 w 1424884"/>
              <a:gd name="csY15" fmla="*/ 123598 h 588274"/>
              <a:gd name="csX16" fmla="*/ 194416 w 1424884"/>
              <a:gd name="csY16" fmla="*/ 91167 h 588274"/>
              <a:gd name="csX17" fmla="*/ 41635 w 1424884"/>
              <a:gd name="csY17" fmla="*/ 82571 h 588274"/>
              <a:gd name="csX18" fmla="*/ 37530 w 1424884"/>
              <a:gd name="csY18" fmla="*/ 6954 h 5882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1424884" h="588274">
                <a:moveTo>
                  <a:pt x="37543" y="6960"/>
                </a:moveTo>
                <a:cubicBezTo>
                  <a:pt x="93442" y="13249"/>
                  <a:pt x="141042" y="-1361"/>
                  <a:pt x="198125" y="104"/>
                </a:cubicBezTo>
                <a:cubicBezTo>
                  <a:pt x="294461" y="11490"/>
                  <a:pt x="390549" y="23311"/>
                  <a:pt x="486609" y="36390"/>
                </a:cubicBezTo>
                <a:cubicBezTo>
                  <a:pt x="599957" y="60180"/>
                  <a:pt x="706370" y="106196"/>
                  <a:pt x="815774" y="142831"/>
                </a:cubicBezTo>
                <a:cubicBezTo>
                  <a:pt x="913081" y="185872"/>
                  <a:pt x="1012408" y="224093"/>
                  <a:pt x="1108658" y="269438"/>
                </a:cubicBezTo>
                <a:cubicBezTo>
                  <a:pt x="1171731" y="291760"/>
                  <a:pt x="1228483" y="327206"/>
                  <a:pt x="1287880" y="357330"/>
                </a:cubicBezTo>
                <a:cubicBezTo>
                  <a:pt x="1323832" y="368565"/>
                  <a:pt x="1351231" y="393340"/>
                  <a:pt x="1379522" y="416909"/>
                </a:cubicBezTo>
                <a:cubicBezTo>
                  <a:pt x="1418353" y="453678"/>
                  <a:pt x="1429592" y="486357"/>
                  <a:pt x="1423203" y="540982"/>
                </a:cubicBezTo>
                <a:cubicBezTo>
                  <a:pt x="1392434" y="602096"/>
                  <a:pt x="1364019" y="593327"/>
                  <a:pt x="1302236" y="573510"/>
                </a:cubicBezTo>
                <a:cubicBezTo>
                  <a:pt x="1283911" y="567633"/>
                  <a:pt x="1290770" y="570461"/>
                  <a:pt x="1285696" y="551898"/>
                </a:cubicBezTo>
                <a:cubicBezTo>
                  <a:pt x="1282655" y="540777"/>
                  <a:pt x="1266254" y="453829"/>
                  <a:pt x="1247569" y="500143"/>
                </a:cubicBezTo>
                <a:cubicBezTo>
                  <a:pt x="1248302" y="507040"/>
                  <a:pt x="1259026" y="574765"/>
                  <a:pt x="1253984" y="540188"/>
                </a:cubicBezTo>
                <a:cubicBezTo>
                  <a:pt x="1236559" y="522572"/>
                  <a:pt x="1220243" y="502966"/>
                  <a:pt x="1201685" y="486101"/>
                </a:cubicBezTo>
                <a:cubicBezTo>
                  <a:pt x="1154701" y="445859"/>
                  <a:pt x="1105082" y="409401"/>
                  <a:pt x="1055485" y="372353"/>
                </a:cubicBezTo>
                <a:cubicBezTo>
                  <a:pt x="965478" y="321405"/>
                  <a:pt x="874729" y="272198"/>
                  <a:pt x="777574" y="235660"/>
                </a:cubicBezTo>
                <a:cubicBezTo>
                  <a:pt x="678924" y="186811"/>
                  <a:pt x="574902" y="150102"/>
                  <a:pt x="468050" y="123598"/>
                </a:cubicBezTo>
                <a:cubicBezTo>
                  <a:pt x="378259" y="96872"/>
                  <a:pt x="288447" y="85988"/>
                  <a:pt x="194416" y="91167"/>
                </a:cubicBezTo>
                <a:cubicBezTo>
                  <a:pt x="140125" y="89201"/>
                  <a:pt x="94299" y="70229"/>
                  <a:pt x="41635" y="82571"/>
                </a:cubicBezTo>
                <a:cubicBezTo>
                  <a:pt x="-10501" y="94790"/>
                  <a:pt x="-15683" y="966"/>
                  <a:pt x="37530" y="695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E01A0E43-710C-7F2B-4184-778FAB8956AF}"/>
              </a:ext>
            </a:extLst>
          </p:cNvPr>
          <p:cNvSpPr/>
          <p:nvPr/>
        </p:nvSpPr>
        <p:spPr>
          <a:xfrm>
            <a:off x="7466635" y="2573941"/>
            <a:ext cx="811458" cy="1203497"/>
          </a:xfrm>
          <a:custGeom>
            <a:avLst/>
            <a:gdLst>
              <a:gd name="csX0" fmla="*/ 615623 w 811458"/>
              <a:gd name="csY0" fmla="*/ 1049192 h 1203497"/>
              <a:gd name="csX1" fmla="*/ 660413 w 811458"/>
              <a:gd name="csY1" fmla="*/ 987364 h 1203497"/>
              <a:gd name="csX2" fmla="*/ 698188 w 811458"/>
              <a:gd name="csY2" fmla="*/ 911382 h 1203497"/>
              <a:gd name="csX3" fmla="*/ 718757 w 811458"/>
              <a:gd name="csY3" fmla="*/ 834642 h 1203497"/>
              <a:gd name="csX4" fmla="*/ 719135 w 811458"/>
              <a:gd name="csY4" fmla="*/ 753393 h 1203497"/>
              <a:gd name="csX5" fmla="*/ 684980 w 811458"/>
              <a:gd name="csY5" fmla="*/ 646246 h 1203497"/>
              <a:gd name="csX6" fmla="*/ 620323 w 811458"/>
              <a:gd name="csY6" fmla="*/ 512020 h 1203497"/>
              <a:gd name="csX7" fmla="*/ 527986 w 811458"/>
              <a:gd name="csY7" fmla="*/ 382289 h 1203497"/>
              <a:gd name="csX8" fmla="*/ 406790 w 811458"/>
              <a:gd name="csY8" fmla="*/ 270370 h 1203497"/>
              <a:gd name="csX9" fmla="*/ 290775 w 811458"/>
              <a:gd name="csY9" fmla="*/ 178893 h 1203497"/>
              <a:gd name="csX10" fmla="*/ 210184 w 811458"/>
              <a:gd name="csY10" fmla="*/ 125992 h 1203497"/>
              <a:gd name="csX11" fmla="*/ 167842 w 811458"/>
              <a:gd name="csY11" fmla="*/ 101079 h 1203497"/>
              <a:gd name="csX12" fmla="*/ 146476 w 811458"/>
              <a:gd name="csY12" fmla="*/ 96269 h 1203497"/>
              <a:gd name="csX13" fmla="*/ 123767 w 811458"/>
              <a:gd name="csY13" fmla="*/ 82256 h 1203497"/>
              <a:gd name="csX14" fmla="*/ 91258 w 811458"/>
              <a:gd name="csY14" fmla="*/ 116553 h 1203497"/>
              <a:gd name="csX15" fmla="*/ 57750 w 811458"/>
              <a:gd name="csY15" fmla="*/ 190145 h 1203497"/>
              <a:gd name="csX16" fmla="*/ 36738 w 811458"/>
              <a:gd name="csY16" fmla="*/ 288481 h 1203497"/>
              <a:gd name="csX17" fmla="*/ 33454 w 811458"/>
              <a:gd name="csY17" fmla="*/ 409563 h 1203497"/>
              <a:gd name="csX18" fmla="*/ 53608 w 811458"/>
              <a:gd name="csY18" fmla="*/ 558762 h 1203497"/>
              <a:gd name="csX19" fmla="*/ 99557 w 811458"/>
              <a:gd name="csY19" fmla="*/ 715734 h 1203497"/>
              <a:gd name="csX20" fmla="*/ 167565 w 811458"/>
              <a:gd name="csY20" fmla="*/ 865067 h 1203497"/>
              <a:gd name="csX21" fmla="*/ 249392 w 811458"/>
              <a:gd name="csY21" fmla="*/ 995693 h 1203497"/>
              <a:gd name="csX22" fmla="*/ 366568 w 811458"/>
              <a:gd name="csY22" fmla="*/ 1117423 h 1203497"/>
              <a:gd name="csX23" fmla="*/ 454003 w 811458"/>
              <a:gd name="csY23" fmla="*/ 1190574 h 1203497"/>
              <a:gd name="csX24" fmla="*/ 447228 w 811458"/>
              <a:gd name="csY24" fmla="*/ 1202374 h 1203497"/>
              <a:gd name="csX25" fmla="*/ 343243 w 811458"/>
              <a:gd name="csY25" fmla="*/ 1145301 h 1203497"/>
              <a:gd name="csX26" fmla="*/ 214227 w 811458"/>
              <a:gd name="csY26" fmla="*/ 1021181 h 1203497"/>
              <a:gd name="csX27" fmla="*/ 133466 w 811458"/>
              <a:gd name="csY27" fmla="*/ 882430 h 1203497"/>
              <a:gd name="csX28" fmla="*/ 67237 w 811458"/>
              <a:gd name="csY28" fmla="*/ 726877 h 1203497"/>
              <a:gd name="csX29" fmla="*/ 24646 w 811458"/>
              <a:gd name="csY29" fmla="*/ 564819 h 1203497"/>
              <a:gd name="csX30" fmla="*/ 645 w 811458"/>
              <a:gd name="csY30" fmla="*/ 410419 h 1203497"/>
              <a:gd name="csX31" fmla="*/ 5641 w 811458"/>
              <a:gd name="csY31" fmla="*/ 284641 h 1203497"/>
              <a:gd name="csX32" fmla="*/ 27157 w 811458"/>
              <a:gd name="csY32" fmla="*/ 179257 h 1203497"/>
              <a:gd name="csX33" fmla="*/ 60758 w 811458"/>
              <a:gd name="csY33" fmla="*/ 99411 h 1203497"/>
              <a:gd name="csX34" fmla="*/ 96830 w 811458"/>
              <a:gd name="csY34" fmla="*/ 43801 h 1203497"/>
              <a:gd name="csX35" fmla="*/ 148248 w 811458"/>
              <a:gd name="csY35" fmla="*/ 0 h 1203497"/>
              <a:gd name="csX36" fmla="*/ 206474 w 811458"/>
              <a:gd name="csY36" fmla="*/ 10105 h 1203497"/>
              <a:gd name="csX37" fmla="*/ 265731 w 811458"/>
              <a:gd name="csY37" fmla="*/ 43812 h 1203497"/>
              <a:gd name="csX38" fmla="*/ 346753 w 811458"/>
              <a:gd name="csY38" fmla="*/ 109083 h 1203497"/>
              <a:gd name="csX39" fmla="*/ 459195 w 811458"/>
              <a:gd name="csY39" fmla="*/ 211743 h 1203497"/>
              <a:gd name="csX40" fmla="*/ 582087 w 811458"/>
              <a:gd name="csY40" fmla="*/ 335654 h 1203497"/>
              <a:gd name="csX41" fmla="*/ 687224 w 811458"/>
              <a:gd name="csY41" fmla="*/ 474395 h 1203497"/>
              <a:gd name="csX42" fmla="*/ 757255 w 811458"/>
              <a:gd name="csY42" fmla="*/ 615270 h 1203497"/>
              <a:gd name="csX43" fmla="*/ 804305 w 811458"/>
              <a:gd name="csY43" fmla="*/ 738009 h 1203497"/>
              <a:gd name="csX44" fmla="*/ 806367 w 811458"/>
              <a:gd name="csY44" fmla="*/ 852090 h 1203497"/>
              <a:gd name="csX45" fmla="*/ 775614 w 811458"/>
              <a:gd name="csY45" fmla="*/ 947579 h 1203497"/>
              <a:gd name="csX46" fmla="*/ 719870 w 811458"/>
              <a:gd name="csY46" fmla="*/ 1030791 h 1203497"/>
              <a:gd name="csX47" fmla="*/ 670986 w 811458"/>
              <a:gd name="csY47" fmla="*/ 1090419 h 1203497"/>
              <a:gd name="csX48" fmla="*/ 615622 w 811458"/>
              <a:gd name="csY48" fmla="*/ 1049185 h 12034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11458" h="1203497">
                <a:moveTo>
                  <a:pt x="615623" y="1049192"/>
                </a:moveTo>
                <a:cubicBezTo>
                  <a:pt x="628126" y="1027284"/>
                  <a:pt x="646433" y="1009090"/>
                  <a:pt x="660413" y="987364"/>
                </a:cubicBezTo>
                <a:cubicBezTo>
                  <a:pt x="677084" y="964084"/>
                  <a:pt x="687585" y="937708"/>
                  <a:pt x="698188" y="911382"/>
                </a:cubicBezTo>
                <a:cubicBezTo>
                  <a:pt x="706591" y="886219"/>
                  <a:pt x="712244" y="860409"/>
                  <a:pt x="718757" y="834642"/>
                </a:cubicBezTo>
                <a:cubicBezTo>
                  <a:pt x="724821" y="807580"/>
                  <a:pt x="721954" y="780608"/>
                  <a:pt x="719135" y="753393"/>
                </a:cubicBezTo>
                <a:cubicBezTo>
                  <a:pt x="711808" y="716480"/>
                  <a:pt x="697414" y="681637"/>
                  <a:pt x="684980" y="646246"/>
                </a:cubicBezTo>
                <a:cubicBezTo>
                  <a:pt x="663649" y="601235"/>
                  <a:pt x="645443" y="555184"/>
                  <a:pt x="620323" y="512020"/>
                </a:cubicBezTo>
                <a:cubicBezTo>
                  <a:pt x="597387" y="463802"/>
                  <a:pt x="561861" y="423125"/>
                  <a:pt x="527986" y="382289"/>
                </a:cubicBezTo>
                <a:cubicBezTo>
                  <a:pt x="492572" y="339686"/>
                  <a:pt x="447076" y="307694"/>
                  <a:pt x="406790" y="270370"/>
                </a:cubicBezTo>
                <a:cubicBezTo>
                  <a:pt x="369285" y="238365"/>
                  <a:pt x="330816" y="207631"/>
                  <a:pt x="290775" y="178893"/>
                </a:cubicBezTo>
                <a:cubicBezTo>
                  <a:pt x="265193" y="159319"/>
                  <a:pt x="237042" y="143555"/>
                  <a:pt x="210184" y="125992"/>
                </a:cubicBezTo>
                <a:cubicBezTo>
                  <a:pt x="195070" y="119217"/>
                  <a:pt x="182044" y="109426"/>
                  <a:pt x="167842" y="101079"/>
                </a:cubicBezTo>
                <a:cubicBezTo>
                  <a:pt x="160642" y="99353"/>
                  <a:pt x="153623" y="97878"/>
                  <a:pt x="146476" y="96269"/>
                </a:cubicBezTo>
                <a:cubicBezTo>
                  <a:pt x="142523" y="77357"/>
                  <a:pt x="137444" y="85852"/>
                  <a:pt x="123767" y="82256"/>
                </a:cubicBezTo>
                <a:cubicBezTo>
                  <a:pt x="110465" y="91196"/>
                  <a:pt x="100498" y="103630"/>
                  <a:pt x="91258" y="116553"/>
                </a:cubicBezTo>
                <a:cubicBezTo>
                  <a:pt x="77713" y="140006"/>
                  <a:pt x="67684" y="165119"/>
                  <a:pt x="57750" y="190145"/>
                </a:cubicBezTo>
                <a:cubicBezTo>
                  <a:pt x="44968" y="221411"/>
                  <a:pt x="40737" y="255141"/>
                  <a:pt x="36738" y="288481"/>
                </a:cubicBezTo>
                <a:cubicBezTo>
                  <a:pt x="33830" y="328589"/>
                  <a:pt x="32353" y="369304"/>
                  <a:pt x="33454" y="409563"/>
                </a:cubicBezTo>
                <a:cubicBezTo>
                  <a:pt x="36023" y="459675"/>
                  <a:pt x="44075" y="509499"/>
                  <a:pt x="53608" y="558762"/>
                </a:cubicBezTo>
                <a:cubicBezTo>
                  <a:pt x="65909" y="611968"/>
                  <a:pt x="83288" y="663671"/>
                  <a:pt x="99557" y="715734"/>
                </a:cubicBezTo>
                <a:cubicBezTo>
                  <a:pt x="120619" y="766376"/>
                  <a:pt x="141802" y="816575"/>
                  <a:pt x="167565" y="865067"/>
                </a:cubicBezTo>
                <a:cubicBezTo>
                  <a:pt x="194994" y="908682"/>
                  <a:pt x="217941" y="954687"/>
                  <a:pt x="249392" y="995693"/>
                </a:cubicBezTo>
                <a:cubicBezTo>
                  <a:pt x="283407" y="1040239"/>
                  <a:pt x="322810" y="1082315"/>
                  <a:pt x="366568" y="1117423"/>
                </a:cubicBezTo>
                <a:cubicBezTo>
                  <a:pt x="397866" y="1140747"/>
                  <a:pt x="420079" y="1171110"/>
                  <a:pt x="454003" y="1190574"/>
                </a:cubicBezTo>
                <a:cubicBezTo>
                  <a:pt x="462349" y="1195362"/>
                  <a:pt x="455570" y="1207168"/>
                  <a:pt x="447228" y="1202374"/>
                </a:cubicBezTo>
                <a:cubicBezTo>
                  <a:pt x="412697" y="1182533"/>
                  <a:pt x="372771" y="1173549"/>
                  <a:pt x="343243" y="1145301"/>
                </a:cubicBezTo>
                <a:cubicBezTo>
                  <a:pt x="298117" y="1106030"/>
                  <a:pt x="251157" y="1068910"/>
                  <a:pt x="214227" y="1021181"/>
                </a:cubicBezTo>
                <a:cubicBezTo>
                  <a:pt x="183912" y="977083"/>
                  <a:pt x="154299" y="931933"/>
                  <a:pt x="133466" y="882430"/>
                </a:cubicBezTo>
                <a:cubicBezTo>
                  <a:pt x="108775" y="831864"/>
                  <a:pt x="83615" y="780799"/>
                  <a:pt x="67237" y="726877"/>
                </a:cubicBezTo>
                <a:cubicBezTo>
                  <a:pt x="47518" y="674485"/>
                  <a:pt x="34425" y="619893"/>
                  <a:pt x="24646" y="564819"/>
                </a:cubicBezTo>
                <a:cubicBezTo>
                  <a:pt x="13186" y="513792"/>
                  <a:pt x="2597" y="462883"/>
                  <a:pt x="645" y="410419"/>
                </a:cubicBezTo>
                <a:cubicBezTo>
                  <a:pt x="-395" y="368204"/>
                  <a:pt x="-1011" y="326566"/>
                  <a:pt x="5641" y="284641"/>
                </a:cubicBezTo>
                <a:cubicBezTo>
                  <a:pt x="11251" y="249080"/>
                  <a:pt x="16330" y="213796"/>
                  <a:pt x="27157" y="179257"/>
                </a:cubicBezTo>
                <a:cubicBezTo>
                  <a:pt x="36747" y="151990"/>
                  <a:pt x="46385" y="124641"/>
                  <a:pt x="60758" y="99411"/>
                </a:cubicBezTo>
                <a:cubicBezTo>
                  <a:pt x="70569" y="79021"/>
                  <a:pt x="77980" y="58530"/>
                  <a:pt x="96830" y="43801"/>
                </a:cubicBezTo>
                <a:cubicBezTo>
                  <a:pt x="113198" y="27908"/>
                  <a:pt x="129282" y="12607"/>
                  <a:pt x="148248" y="0"/>
                </a:cubicBezTo>
                <a:cubicBezTo>
                  <a:pt x="168529" y="405"/>
                  <a:pt x="187943" y="40"/>
                  <a:pt x="206474" y="10105"/>
                </a:cubicBezTo>
                <a:cubicBezTo>
                  <a:pt x="228359" y="18295"/>
                  <a:pt x="248499" y="27568"/>
                  <a:pt x="265731" y="43812"/>
                </a:cubicBezTo>
                <a:cubicBezTo>
                  <a:pt x="294007" y="63992"/>
                  <a:pt x="320345" y="86462"/>
                  <a:pt x="346753" y="109083"/>
                </a:cubicBezTo>
                <a:cubicBezTo>
                  <a:pt x="384708" y="142806"/>
                  <a:pt x="422304" y="176855"/>
                  <a:pt x="459195" y="211743"/>
                </a:cubicBezTo>
                <a:cubicBezTo>
                  <a:pt x="503181" y="249714"/>
                  <a:pt x="542371" y="293220"/>
                  <a:pt x="582087" y="335654"/>
                </a:cubicBezTo>
                <a:cubicBezTo>
                  <a:pt x="620902" y="379119"/>
                  <a:pt x="654527" y="426269"/>
                  <a:pt x="687224" y="474395"/>
                </a:cubicBezTo>
                <a:cubicBezTo>
                  <a:pt x="712280" y="520390"/>
                  <a:pt x="738588" y="566258"/>
                  <a:pt x="757255" y="615270"/>
                </a:cubicBezTo>
                <a:cubicBezTo>
                  <a:pt x="777030" y="654472"/>
                  <a:pt x="794279" y="695143"/>
                  <a:pt x="804305" y="738009"/>
                </a:cubicBezTo>
                <a:cubicBezTo>
                  <a:pt x="811061" y="776130"/>
                  <a:pt x="815326" y="813592"/>
                  <a:pt x="806367" y="852090"/>
                </a:cubicBezTo>
                <a:cubicBezTo>
                  <a:pt x="800073" y="885388"/>
                  <a:pt x="792577" y="917738"/>
                  <a:pt x="775614" y="947579"/>
                </a:cubicBezTo>
                <a:cubicBezTo>
                  <a:pt x="759182" y="976598"/>
                  <a:pt x="741553" y="1005071"/>
                  <a:pt x="719870" y="1030791"/>
                </a:cubicBezTo>
                <a:cubicBezTo>
                  <a:pt x="703164" y="1050320"/>
                  <a:pt x="689671" y="1073888"/>
                  <a:pt x="670986" y="1090419"/>
                </a:cubicBezTo>
                <a:cubicBezTo>
                  <a:pt x="634428" y="1122765"/>
                  <a:pt x="591426" y="1091579"/>
                  <a:pt x="615622" y="104918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21D54A22-8FDF-5215-3ABB-0F01F5BB938B}"/>
              </a:ext>
            </a:extLst>
          </p:cNvPr>
          <p:cNvSpPr/>
          <p:nvPr/>
        </p:nvSpPr>
        <p:spPr>
          <a:xfrm>
            <a:off x="8381130" y="2155529"/>
            <a:ext cx="706066" cy="1559411"/>
          </a:xfrm>
          <a:custGeom>
            <a:avLst/>
            <a:gdLst>
              <a:gd name="csX0" fmla="*/ 171663 w 706066"/>
              <a:gd name="csY0" fmla="*/ 1457793 h 1559411"/>
              <a:gd name="csX1" fmla="*/ 231527 w 706066"/>
              <a:gd name="csY1" fmla="*/ 1442465 h 1559411"/>
              <a:gd name="csX2" fmla="*/ 360467 w 706066"/>
              <a:gd name="csY2" fmla="*/ 1327232 h 1559411"/>
              <a:gd name="csX3" fmla="*/ 489007 w 706066"/>
              <a:gd name="csY3" fmla="*/ 1078172 h 1559411"/>
              <a:gd name="csX4" fmla="*/ 574545 w 706066"/>
              <a:gd name="csY4" fmla="*/ 804252 h 1559411"/>
              <a:gd name="csX5" fmla="*/ 619813 w 706066"/>
              <a:gd name="csY5" fmla="*/ 575243 h 1559411"/>
              <a:gd name="csX6" fmla="*/ 632196 w 706066"/>
              <a:gd name="csY6" fmla="*/ 392667 h 1559411"/>
              <a:gd name="csX7" fmla="*/ 616989 w 706066"/>
              <a:gd name="csY7" fmla="*/ 257165 h 1559411"/>
              <a:gd name="csX8" fmla="*/ 588590 w 706066"/>
              <a:gd name="csY8" fmla="*/ 156104 h 1559411"/>
              <a:gd name="csX9" fmla="*/ 561610 w 706066"/>
              <a:gd name="csY9" fmla="*/ 104586 h 1559411"/>
              <a:gd name="csX10" fmla="*/ 547968 w 706066"/>
              <a:gd name="csY10" fmla="*/ 89340 h 1559411"/>
              <a:gd name="csX11" fmla="*/ 517130 w 706066"/>
              <a:gd name="csY11" fmla="*/ 96564 h 1559411"/>
              <a:gd name="csX12" fmla="*/ 411812 w 706066"/>
              <a:gd name="csY12" fmla="*/ 204415 h 1559411"/>
              <a:gd name="csX13" fmla="*/ 295255 w 706066"/>
              <a:gd name="csY13" fmla="*/ 416671 h 1559411"/>
              <a:gd name="csX14" fmla="*/ 174392 w 706066"/>
              <a:gd name="csY14" fmla="*/ 698601 h 1559411"/>
              <a:gd name="csX15" fmla="*/ 75761 w 706066"/>
              <a:gd name="csY15" fmla="*/ 1016193 h 1559411"/>
              <a:gd name="csX16" fmla="*/ 21365 w 706066"/>
              <a:gd name="csY16" fmla="*/ 1326584 h 1559411"/>
              <a:gd name="csX17" fmla="*/ 17077 w 706066"/>
              <a:gd name="csY17" fmla="*/ 1455696 h 1559411"/>
              <a:gd name="csX18" fmla="*/ 3487 w 706066"/>
              <a:gd name="csY18" fmla="*/ 1456382 h 1559411"/>
              <a:gd name="csX19" fmla="*/ 0 w 706066"/>
              <a:gd name="csY19" fmla="*/ 1324489 h 1559411"/>
              <a:gd name="csX20" fmla="*/ 60747 w 706066"/>
              <a:gd name="csY20" fmla="*/ 1012031 h 1559411"/>
              <a:gd name="csX21" fmla="*/ 161664 w 706066"/>
              <a:gd name="csY21" fmla="*/ 693772 h 1559411"/>
              <a:gd name="csX22" fmla="*/ 282555 w 706066"/>
              <a:gd name="csY22" fmla="*/ 410413 h 1559411"/>
              <a:gd name="csX23" fmla="*/ 390674 w 706066"/>
              <a:gd name="csY23" fmla="*/ 190843 h 1559411"/>
              <a:gd name="csX24" fmla="*/ 484133 w 706066"/>
              <a:gd name="csY24" fmla="*/ 56607 h 1559411"/>
              <a:gd name="csX25" fmla="*/ 584460 w 706066"/>
              <a:gd name="csY25" fmla="*/ 1141 h 1559411"/>
              <a:gd name="csX26" fmla="*/ 644550 w 706066"/>
              <a:gd name="csY26" fmla="*/ 50698 h 1559411"/>
              <a:gd name="csX27" fmla="*/ 675822 w 706066"/>
              <a:gd name="csY27" fmla="*/ 131566 h 1559411"/>
              <a:gd name="csX28" fmla="*/ 696882 w 706066"/>
              <a:gd name="csY28" fmla="*/ 244189 h 1559411"/>
              <a:gd name="csX29" fmla="*/ 705380 w 706066"/>
              <a:gd name="csY29" fmla="*/ 393484 h 1559411"/>
              <a:gd name="csX30" fmla="*/ 683468 w 706066"/>
              <a:gd name="csY30" fmla="*/ 587204 h 1559411"/>
              <a:gd name="csX31" fmla="*/ 620910 w 706066"/>
              <a:gd name="csY31" fmla="*/ 817137 h 1559411"/>
              <a:gd name="csX32" fmla="*/ 530203 w 706066"/>
              <a:gd name="csY32" fmla="*/ 1094372 h 1559411"/>
              <a:gd name="csX33" fmla="*/ 407930 w 706066"/>
              <a:gd name="csY33" fmla="*/ 1359995 h 1559411"/>
              <a:gd name="csX34" fmla="*/ 273456 w 706066"/>
              <a:gd name="csY34" fmla="*/ 1517682 h 1559411"/>
              <a:gd name="csX35" fmla="*/ 191433 w 706066"/>
              <a:gd name="csY35" fmla="*/ 1558375 h 1559411"/>
              <a:gd name="csX36" fmla="*/ 171672 w 706066"/>
              <a:gd name="csY36" fmla="*/ 1457782 h 15594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706066" h="1559411">
                <a:moveTo>
                  <a:pt x="171663" y="1457793"/>
                </a:moveTo>
                <a:cubicBezTo>
                  <a:pt x="192018" y="1456780"/>
                  <a:pt x="211718" y="1449420"/>
                  <a:pt x="231527" y="1442465"/>
                </a:cubicBezTo>
                <a:cubicBezTo>
                  <a:pt x="285337" y="1418312"/>
                  <a:pt x="323948" y="1371894"/>
                  <a:pt x="360467" y="1327232"/>
                </a:cubicBezTo>
                <a:cubicBezTo>
                  <a:pt x="416010" y="1251154"/>
                  <a:pt x="454262" y="1165192"/>
                  <a:pt x="489007" y="1078172"/>
                </a:cubicBezTo>
                <a:cubicBezTo>
                  <a:pt x="523645" y="988869"/>
                  <a:pt x="550029" y="896750"/>
                  <a:pt x="574545" y="804252"/>
                </a:cubicBezTo>
                <a:cubicBezTo>
                  <a:pt x="594055" y="728812"/>
                  <a:pt x="607708" y="652148"/>
                  <a:pt x="619813" y="575243"/>
                </a:cubicBezTo>
                <a:cubicBezTo>
                  <a:pt x="629265" y="514867"/>
                  <a:pt x="633765" y="453751"/>
                  <a:pt x="632196" y="392667"/>
                </a:cubicBezTo>
                <a:cubicBezTo>
                  <a:pt x="632208" y="346902"/>
                  <a:pt x="624527" y="302083"/>
                  <a:pt x="616989" y="257165"/>
                </a:cubicBezTo>
                <a:cubicBezTo>
                  <a:pt x="609681" y="222895"/>
                  <a:pt x="599365" y="189304"/>
                  <a:pt x="588590" y="156104"/>
                </a:cubicBezTo>
                <a:cubicBezTo>
                  <a:pt x="584451" y="136066"/>
                  <a:pt x="573313" y="120513"/>
                  <a:pt x="561610" y="104586"/>
                </a:cubicBezTo>
                <a:cubicBezTo>
                  <a:pt x="558129" y="98722"/>
                  <a:pt x="552516" y="94422"/>
                  <a:pt x="547968" y="89340"/>
                </a:cubicBezTo>
                <a:cubicBezTo>
                  <a:pt x="567806" y="75999"/>
                  <a:pt x="522887" y="93825"/>
                  <a:pt x="517130" y="96564"/>
                </a:cubicBezTo>
                <a:cubicBezTo>
                  <a:pt x="475369" y="125690"/>
                  <a:pt x="442497" y="164158"/>
                  <a:pt x="411812" y="204415"/>
                </a:cubicBezTo>
                <a:cubicBezTo>
                  <a:pt x="365074" y="270742"/>
                  <a:pt x="330461" y="343900"/>
                  <a:pt x="295255" y="416671"/>
                </a:cubicBezTo>
                <a:cubicBezTo>
                  <a:pt x="250172" y="508565"/>
                  <a:pt x="210585" y="602904"/>
                  <a:pt x="174392" y="698601"/>
                </a:cubicBezTo>
                <a:cubicBezTo>
                  <a:pt x="135890" y="802633"/>
                  <a:pt x="103408" y="908799"/>
                  <a:pt x="75761" y="1016193"/>
                </a:cubicBezTo>
                <a:cubicBezTo>
                  <a:pt x="50804" y="1118330"/>
                  <a:pt x="31518" y="1221914"/>
                  <a:pt x="21365" y="1326584"/>
                </a:cubicBezTo>
                <a:cubicBezTo>
                  <a:pt x="12713" y="1369342"/>
                  <a:pt x="14889" y="1412535"/>
                  <a:pt x="17077" y="1455696"/>
                </a:cubicBezTo>
                <a:cubicBezTo>
                  <a:pt x="17564" y="1465306"/>
                  <a:pt x="3970" y="1465991"/>
                  <a:pt x="3487" y="1456382"/>
                </a:cubicBezTo>
                <a:cubicBezTo>
                  <a:pt x="1279" y="1412430"/>
                  <a:pt x="338" y="1368501"/>
                  <a:pt x="0" y="1324489"/>
                </a:cubicBezTo>
                <a:cubicBezTo>
                  <a:pt x="10456" y="1218514"/>
                  <a:pt x="28698" y="1113872"/>
                  <a:pt x="60747" y="1012031"/>
                </a:cubicBezTo>
                <a:cubicBezTo>
                  <a:pt x="92316" y="905303"/>
                  <a:pt x="122009" y="797909"/>
                  <a:pt x="161664" y="693772"/>
                </a:cubicBezTo>
                <a:cubicBezTo>
                  <a:pt x="198014" y="597674"/>
                  <a:pt x="235595" y="501920"/>
                  <a:pt x="282555" y="410413"/>
                </a:cubicBezTo>
                <a:cubicBezTo>
                  <a:pt x="318973" y="337390"/>
                  <a:pt x="353823" y="263595"/>
                  <a:pt x="390674" y="190843"/>
                </a:cubicBezTo>
                <a:cubicBezTo>
                  <a:pt x="416633" y="142482"/>
                  <a:pt x="445320" y="95824"/>
                  <a:pt x="484133" y="56607"/>
                </a:cubicBezTo>
                <a:cubicBezTo>
                  <a:pt x="511916" y="25713"/>
                  <a:pt x="538636" y="-6512"/>
                  <a:pt x="584460" y="1141"/>
                </a:cubicBezTo>
                <a:cubicBezTo>
                  <a:pt x="609233" y="13719"/>
                  <a:pt x="628536" y="26945"/>
                  <a:pt x="644550" y="50698"/>
                </a:cubicBezTo>
                <a:cubicBezTo>
                  <a:pt x="657617" y="76664"/>
                  <a:pt x="668905" y="103106"/>
                  <a:pt x="675822" y="131566"/>
                </a:cubicBezTo>
                <a:cubicBezTo>
                  <a:pt x="683713" y="168928"/>
                  <a:pt x="691273" y="206386"/>
                  <a:pt x="696882" y="244189"/>
                </a:cubicBezTo>
                <a:cubicBezTo>
                  <a:pt x="703642" y="293644"/>
                  <a:pt x="707778" y="343487"/>
                  <a:pt x="705380" y="393484"/>
                </a:cubicBezTo>
                <a:cubicBezTo>
                  <a:pt x="702425" y="458503"/>
                  <a:pt x="697145" y="523405"/>
                  <a:pt x="683468" y="587204"/>
                </a:cubicBezTo>
                <a:cubicBezTo>
                  <a:pt x="666535" y="664864"/>
                  <a:pt x="643945" y="741099"/>
                  <a:pt x="620910" y="817137"/>
                </a:cubicBezTo>
                <a:cubicBezTo>
                  <a:pt x="593689" y="910585"/>
                  <a:pt x="565181" y="1003446"/>
                  <a:pt x="530203" y="1094372"/>
                </a:cubicBezTo>
                <a:cubicBezTo>
                  <a:pt x="494924" y="1185241"/>
                  <a:pt x="457058" y="1275633"/>
                  <a:pt x="407930" y="1359995"/>
                </a:cubicBezTo>
                <a:cubicBezTo>
                  <a:pt x="372244" y="1420749"/>
                  <a:pt x="332206" y="1476982"/>
                  <a:pt x="273456" y="1517682"/>
                </a:cubicBezTo>
                <a:cubicBezTo>
                  <a:pt x="247890" y="1534089"/>
                  <a:pt x="220904" y="1553094"/>
                  <a:pt x="191433" y="1558375"/>
                </a:cubicBezTo>
                <a:cubicBezTo>
                  <a:pt x="120081" y="1571163"/>
                  <a:pt x="99272" y="1461382"/>
                  <a:pt x="171672" y="1457782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8C5A058F-5D89-F389-8FED-B5C7160CAF6B}"/>
              </a:ext>
            </a:extLst>
          </p:cNvPr>
          <p:cNvSpPr/>
          <p:nvPr/>
        </p:nvSpPr>
        <p:spPr>
          <a:xfrm>
            <a:off x="8812551" y="2806612"/>
            <a:ext cx="600087" cy="840122"/>
          </a:xfrm>
          <a:custGeom>
            <a:avLst/>
            <a:gdLst>
              <a:gd name="csX0" fmla="*/ 22468 w 600087"/>
              <a:gd name="csY0" fmla="*/ 758989 h 840122"/>
              <a:gd name="csX1" fmla="*/ 95765 w 600087"/>
              <a:gd name="csY1" fmla="*/ 712523 h 840122"/>
              <a:gd name="csX2" fmla="*/ 246727 w 600087"/>
              <a:gd name="csY2" fmla="*/ 566885 h 840122"/>
              <a:gd name="csX3" fmla="*/ 384516 w 600087"/>
              <a:gd name="csY3" fmla="*/ 385491 h 840122"/>
              <a:gd name="csX4" fmla="*/ 494719 w 600087"/>
              <a:gd name="csY4" fmla="*/ 203945 h 840122"/>
              <a:gd name="csX5" fmla="*/ 578261 w 600087"/>
              <a:gd name="csY5" fmla="*/ 34066 h 840122"/>
              <a:gd name="csX6" fmla="*/ 586660 w 600087"/>
              <a:gd name="csY6" fmla="*/ 5307 h 840122"/>
              <a:gd name="csX7" fmla="*/ 599722 w 600087"/>
              <a:gd name="csY7" fmla="*/ 9122 h 840122"/>
              <a:gd name="csX8" fmla="*/ 591198 w 600087"/>
              <a:gd name="csY8" fmla="*/ 38285 h 840122"/>
              <a:gd name="csX9" fmla="*/ 525282 w 600087"/>
              <a:gd name="csY9" fmla="*/ 220432 h 840122"/>
              <a:gd name="csX10" fmla="*/ 413811 w 600087"/>
              <a:gd name="csY10" fmla="*/ 405483 h 840122"/>
              <a:gd name="csX11" fmla="*/ 275375 w 600087"/>
              <a:gd name="csY11" fmla="*/ 592240 h 840122"/>
              <a:gd name="csX12" fmla="*/ 133272 w 600087"/>
              <a:gd name="csY12" fmla="*/ 751917 h 840122"/>
              <a:gd name="csX13" fmla="*/ 65177 w 600087"/>
              <a:gd name="csY13" fmla="*/ 829797 h 840122"/>
              <a:gd name="csX14" fmla="*/ 22467 w 600087"/>
              <a:gd name="csY14" fmla="*/ 758995 h 840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600087" h="840122">
                <a:moveTo>
                  <a:pt x="22468" y="758989"/>
                </a:moveTo>
                <a:cubicBezTo>
                  <a:pt x="48467" y="747628"/>
                  <a:pt x="72772" y="729570"/>
                  <a:pt x="95765" y="712523"/>
                </a:cubicBezTo>
                <a:cubicBezTo>
                  <a:pt x="150448" y="668753"/>
                  <a:pt x="199092" y="618063"/>
                  <a:pt x="246727" y="566885"/>
                </a:cubicBezTo>
                <a:cubicBezTo>
                  <a:pt x="297206" y="509940"/>
                  <a:pt x="342386" y="448775"/>
                  <a:pt x="384516" y="385491"/>
                </a:cubicBezTo>
                <a:cubicBezTo>
                  <a:pt x="422240" y="325490"/>
                  <a:pt x="459610" y="265515"/>
                  <a:pt x="494719" y="203945"/>
                </a:cubicBezTo>
                <a:cubicBezTo>
                  <a:pt x="527212" y="149396"/>
                  <a:pt x="558423" y="94922"/>
                  <a:pt x="578261" y="34066"/>
                </a:cubicBezTo>
                <a:cubicBezTo>
                  <a:pt x="581061" y="24480"/>
                  <a:pt x="583861" y="14894"/>
                  <a:pt x="586660" y="5307"/>
                </a:cubicBezTo>
                <a:cubicBezTo>
                  <a:pt x="589358" y="-3929"/>
                  <a:pt x="602420" y="-113"/>
                  <a:pt x="599722" y="9122"/>
                </a:cubicBezTo>
                <a:cubicBezTo>
                  <a:pt x="596881" y="18844"/>
                  <a:pt x="594039" y="28564"/>
                  <a:pt x="591198" y="38285"/>
                </a:cubicBezTo>
                <a:cubicBezTo>
                  <a:pt x="571192" y="99596"/>
                  <a:pt x="554392" y="162977"/>
                  <a:pt x="525282" y="220432"/>
                </a:cubicBezTo>
                <a:cubicBezTo>
                  <a:pt x="492587" y="284460"/>
                  <a:pt x="456397" y="347505"/>
                  <a:pt x="413811" y="405483"/>
                </a:cubicBezTo>
                <a:cubicBezTo>
                  <a:pt x="369394" y="468979"/>
                  <a:pt x="326410" y="533747"/>
                  <a:pt x="275375" y="592240"/>
                </a:cubicBezTo>
                <a:cubicBezTo>
                  <a:pt x="229433" y="646751"/>
                  <a:pt x="179506" y="697663"/>
                  <a:pt x="133272" y="751917"/>
                </a:cubicBezTo>
                <a:cubicBezTo>
                  <a:pt x="111247" y="778443"/>
                  <a:pt x="90413" y="806155"/>
                  <a:pt x="65177" y="829797"/>
                </a:cubicBezTo>
                <a:cubicBezTo>
                  <a:pt x="22509" y="869772"/>
                  <a:pt x="-31111" y="782408"/>
                  <a:pt x="22467" y="75899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11E8B837-7E9D-5543-5377-AFBA05A4FD92}"/>
              </a:ext>
            </a:extLst>
          </p:cNvPr>
          <p:cNvSpPr/>
          <p:nvPr/>
        </p:nvSpPr>
        <p:spPr>
          <a:xfrm>
            <a:off x="8951989" y="2107506"/>
            <a:ext cx="579866" cy="821256"/>
          </a:xfrm>
          <a:custGeom>
            <a:avLst/>
            <a:gdLst>
              <a:gd name="csX0" fmla="*/ 524157 w 579866"/>
              <a:gd name="csY0" fmla="*/ 242038 h 821256"/>
              <a:gd name="csX1" fmla="*/ 531629 w 579866"/>
              <a:gd name="csY1" fmla="*/ 195381 h 821256"/>
              <a:gd name="csX2" fmla="*/ 536382 w 579866"/>
              <a:gd name="csY2" fmla="*/ 122180 h 821256"/>
              <a:gd name="csX3" fmla="*/ 532125 w 579866"/>
              <a:gd name="csY3" fmla="*/ 62173 h 821256"/>
              <a:gd name="csX4" fmla="*/ 526167 w 579866"/>
              <a:gd name="csY4" fmla="*/ 41098 h 821256"/>
              <a:gd name="csX5" fmla="*/ 524517 w 579866"/>
              <a:gd name="csY5" fmla="*/ 49658 h 821256"/>
              <a:gd name="csX6" fmla="*/ 441930 w 579866"/>
              <a:gd name="csY6" fmla="*/ 153909 h 821256"/>
              <a:gd name="csX7" fmla="*/ 306780 w 579866"/>
              <a:gd name="csY7" fmla="*/ 361716 h 821256"/>
              <a:gd name="csX8" fmla="*/ 153951 w 579866"/>
              <a:gd name="csY8" fmla="*/ 586458 h 821256"/>
              <a:gd name="csX9" fmla="*/ 12962 w 579866"/>
              <a:gd name="csY9" fmla="*/ 817363 h 821256"/>
              <a:gd name="csX10" fmla="*/ 1069 w 579866"/>
              <a:gd name="csY10" fmla="*/ 810752 h 821256"/>
              <a:gd name="csX11" fmla="*/ 142611 w 579866"/>
              <a:gd name="csY11" fmla="*/ 578942 h 821256"/>
              <a:gd name="csX12" fmla="*/ 295468 w 579866"/>
              <a:gd name="csY12" fmla="*/ 354152 h 821256"/>
              <a:gd name="csX13" fmla="*/ 430275 w 579866"/>
              <a:gd name="csY13" fmla="*/ 146888 h 821256"/>
              <a:gd name="csX14" fmla="*/ 500831 w 579866"/>
              <a:gd name="csY14" fmla="*/ 22815 h 821256"/>
              <a:gd name="csX15" fmla="*/ 564862 w 579866"/>
              <a:gd name="csY15" fmla="*/ 10814 h 821256"/>
              <a:gd name="csX16" fmla="*/ 579576 w 579866"/>
              <a:gd name="csY16" fmla="*/ 58900 h 821256"/>
              <a:gd name="csX17" fmla="*/ 578384 w 579866"/>
              <a:gd name="csY17" fmla="*/ 123851 h 821256"/>
              <a:gd name="csX18" fmla="*/ 569886 w 579866"/>
              <a:gd name="csY18" fmla="*/ 201051 h 821256"/>
              <a:gd name="csX19" fmla="*/ 562260 w 579866"/>
              <a:gd name="csY19" fmla="*/ 251638 h 821256"/>
              <a:gd name="csX20" fmla="*/ 524159 w 579866"/>
              <a:gd name="csY20" fmla="*/ 242033 h 8212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79866" h="821256">
                <a:moveTo>
                  <a:pt x="524157" y="242038"/>
                </a:moveTo>
                <a:cubicBezTo>
                  <a:pt x="521088" y="229310"/>
                  <a:pt x="527929" y="210189"/>
                  <a:pt x="531629" y="195381"/>
                </a:cubicBezTo>
                <a:cubicBezTo>
                  <a:pt x="537265" y="171228"/>
                  <a:pt x="537669" y="146765"/>
                  <a:pt x="536382" y="122180"/>
                </a:cubicBezTo>
                <a:cubicBezTo>
                  <a:pt x="537937" y="102022"/>
                  <a:pt x="534379" y="82073"/>
                  <a:pt x="532125" y="62173"/>
                </a:cubicBezTo>
                <a:cubicBezTo>
                  <a:pt x="533053" y="55495"/>
                  <a:pt x="526875" y="43605"/>
                  <a:pt x="526167" y="41098"/>
                </a:cubicBezTo>
                <a:cubicBezTo>
                  <a:pt x="543747" y="52035"/>
                  <a:pt x="526348" y="40158"/>
                  <a:pt x="524517" y="49658"/>
                </a:cubicBezTo>
                <a:cubicBezTo>
                  <a:pt x="488839" y="77027"/>
                  <a:pt x="464821" y="115900"/>
                  <a:pt x="441930" y="153909"/>
                </a:cubicBezTo>
                <a:cubicBezTo>
                  <a:pt x="398793" y="224405"/>
                  <a:pt x="352720" y="293031"/>
                  <a:pt x="306780" y="361716"/>
                </a:cubicBezTo>
                <a:cubicBezTo>
                  <a:pt x="255871" y="436661"/>
                  <a:pt x="204005" y="510934"/>
                  <a:pt x="153951" y="586458"/>
                </a:cubicBezTo>
                <a:cubicBezTo>
                  <a:pt x="103943" y="661567"/>
                  <a:pt x="56796" y="738506"/>
                  <a:pt x="12962" y="817363"/>
                </a:cubicBezTo>
                <a:cubicBezTo>
                  <a:pt x="8287" y="825773"/>
                  <a:pt x="-3606" y="819161"/>
                  <a:pt x="1069" y="810752"/>
                </a:cubicBezTo>
                <a:cubicBezTo>
                  <a:pt x="45083" y="731585"/>
                  <a:pt x="92405" y="654342"/>
                  <a:pt x="142611" y="578942"/>
                </a:cubicBezTo>
                <a:cubicBezTo>
                  <a:pt x="192673" y="503401"/>
                  <a:pt x="244547" y="429104"/>
                  <a:pt x="295468" y="354152"/>
                </a:cubicBezTo>
                <a:cubicBezTo>
                  <a:pt x="341288" y="285649"/>
                  <a:pt x="387244" y="217201"/>
                  <a:pt x="430275" y="146888"/>
                </a:cubicBezTo>
                <a:cubicBezTo>
                  <a:pt x="454863" y="106064"/>
                  <a:pt x="473981" y="62208"/>
                  <a:pt x="500831" y="22815"/>
                </a:cubicBezTo>
                <a:cubicBezTo>
                  <a:pt x="521922" y="866"/>
                  <a:pt x="537780" y="-9265"/>
                  <a:pt x="564862" y="10814"/>
                </a:cubicBezTo>
                <a:cubicBezTo>
                  <a:pt x="573182" y="26251"/>
                  <a:pt x="581546" y="39425"/>
                  <a:pt x="579576" y="58900"/>
                </a:cubicBezTo>
                <a:cubicBezTo>
                  <a:pt x="579397" y="80562"/>
                  <a:pt x="578373" y="102178"/>
                  <a:pt x="578384" y="123851"/>
                </a:cubicBezTo>
                <a:cubicBezTo>
                  <a:pt x="574574" y="149539"/>
                  <a:pt x="571814" y="175166"/>
                  <a:pt x="569886" y="201051"/>
                </a:cubicBezTo>
                <a:cubicBezTo>
                  <a:pt x="568973" y="217778"/>
                  <a:pt x="570379" y="238874"/>
                  <a:pt x="562260" y="251638"/>
                </a:cubicBezTo>
                <a:cubicBezTo>
                  <a:pt x="547348" y="275081"/>
                  <a:pt x="530672" y="269043"/>
                  <a:pt x="524159" y="242033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7B5A3402-B1AE-D217-5F99-7D075594886D}"/>
              </a:ext>
            </a:extLst>
          </p:cNvPr>
          <p:cNvSpPr/>
          <p:nvPr/>
        </p:nvSpPr>
        <p:spPr>
          <a:xfrm>
            <a:off x="9175602" y="1645294"/>
            <a:ext cx="874831" cy="1760874"/>
          </a:xfrm>
          <a:custGeom>
            <a:avLst/>
            <a:gdLst>
              <a:gd name="csX0" fmla="*/ 4222 w 874831"/>
              <a:gd name="csY0" fmla="*/ 1720853 h 1760874"/>
              <a:gd name="csX1" fmla="*/ 76151 w 874831"/>
              <a:gd name="csY1" fmla="*/ 1631727 h 1760874"/>
              <a:gd name="csX2" fmla="*/ 236828 w 874831"/>
              <a:gd name="csY2" fmla="*/ 1419129 h 1760874"/>
              <a:gd name="csX3" fmla="*/ 438234 w 874831"/>
              <a:gd name="csY3" fmla="*/ 1157496 h 1760874"/>
              <a:gd name="csX4" fmla="*/ 629792 w 874831"/>
              <a:gd name="csY4" fmla="*/ 851439 h 1760874"/>
              <a:gd name="csX5" fmla="*/ 725585 w 874831"/>
              <a:gd name="csY5" fmla="*/ 583263 h 1760874"/>
              <a:gd name="csX6" fmla="*/ 781722 w 874831"/>
              <a:gd name="csY6" fmla="*/ 360797 h 1760874"/>
              <a:gd name="csX7" fmla="*/ 801658 w 874831"/>
              <a:gd name="csY7" fmla="*/ 192995 h 1760874"/>
              <a:gd name="csX8" fmla="*/ 790311 w 874831"/>
              <a:gd name="csY8" fmla="*/ 107831 h 1760874"/>
              <a:gd name="csX9" fmla="*/ 769938 w 874831"/>
              <a:gd name="csY9" fmla="*/ 89490 h 1760874"/>
              <a:gd name="csX10" fmla="*/ 750898 w 874831"/>
              <a:gd name="csY10" fmla="*/ 93555 h 1760874"/>
              <a:gd name="csX11" fmla="*/ 597050 w 874831"/>
              <a:gd name="csY11" fmla="*/ 203130 h 1760874"/>
              <a:gd name="csX12" fmla="*/ 537537 w 874831"/>
              <a:gd name="csY12" fmla="*/ 286484 h 1760874"/>
              <a:gd name="csX13" fmla="*/ 526284 w 874831"/>
              <a:gd name="csY13" fmla="*/ 278835 h 1760874"/>
              <a:gd name="csX14" fmla="*/ 586598 w 874831"/>
              <a:gd name="csY14" fmla="*/ 194419 h 1760874"/>
              <a:gd name="csX15" fmla="*/ 712461 w 874831"/>
              <a:gd name="csY15" fmla="*/ 26208 h 1760874"/>
              <a:gd name="csX16" fmla="*/ 828818 w 874831"/>
              <a:gd name="csY16" fmla="*/ 14517 h 1760874"/>
              <a:gd name="csX17" fmla="*/ 874028 w 874831"/>
              <a:gd name="csY17" fmla="*/ 88384 h 1760874"/>
              <a:gd name="csX18" fmla="*/ 864523 w 874831"/>
              <a:gd name="csY18" fmla="*/ 201675 h 1760874"/>
              <a:gd name="csX19" fmla="*/ 819628 w 874831"/>
              <a:gd name="csY19" fmla="*/ 370000 h 1760874"/>
              <a:gd name="csX20" fmla="*/ 759868 w 874831"/>
              <a:gd name="csY20" fmla="*/ 593657 h 1760874"/>
              <a:gd name="csX21" fmla="*/ 645701 w 874831"/>
              <a:gd name="csY21" fmla="*/ 859652 h 1760874"/>
              <a:gd name="csX22" fmla="*/ 467003 w 874831"/>
              <a:gd name="csY22" fmla="*/ 1177149 h 1760874"/>
              <a:gd name="csX23" fmla="*/ 273121 w 874831"/>
              <a:gd name="csY23" fmla="*/ 1446983 h 1760874"/>
              <a:gd name="csX24" fmla="*/ 113682 w 874831"/>
              <a:gd name="csY24" fmla="*/ 1660771 h 1760874"/>
              <a:gd name="csX25" fmla="*/ 42390 w 874831"/>
              <a:gd name="csY25" fmla="*/ 1752400 h 1760874"/>
              <a:gd name="csX26" fmla="*/ 4232 w 874831"/>
              <a:gd name="csY26" fmla="*/ 1720861 h 17608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74831" h="1760874">
                <a:moveTo>
                  <a:pt x="4222" y="1720853"/>
                </a:moveTo>
                <a:cubicBezTo>
                  <a:pt x="20362" y="1684888"/>
                  <a:pt x="49929" y="1659996"/>
                  <a:pt x="76151" y="1631727"/>
                </a:cubicBezTo>
                <a:cubicBezTo>
                  <a:pt x="137340" y="1566796"/>
                  <a:pt x="182336" y="1489423"/>
                  <a:pt x="236828" y="1419129"/>
                </a:cubicBezTo>
                <a:cubicBezTo>
                  <a:pt x="307350" y="1334506"/>
                  <a:pt x="374331" y="1247184"/>
                  <a:pt x="438234" y="1157496"/>
                </a:cubicBezTo>
                <a:cubicBezTo>
                  <a:pt x="505893" y="1058160"/>
                  <a:pt x="577756" y="960071"/>
                  <a:pt x="629792" y="851439"/>
                </a:cubicBezTo>
                <a:cubicBezTo>
                  <a:pt x="671377" y="765523"/>
                  <a:pt x="700822" y="675160"/>
                  <a:pt x="725585" y="583263"/>
                </a:cubicBezTo>
                <a:cubicBezTo>
                  <a:pt x="748035" y="510098"/>
                  <a:pt x="764357" y="435282"/>
                  <a:pt x="781722" y="360797"/>
                </a:cubicBezTo>
                <a:cubicBezTo>
                  <a:pt x="791472" y="305176"/>
                  <a:pt x="799126" y="249402"/>
                  <a:pt x="801658" y="192995"/>
                </a:cubicBezTo>
                <a:cubicBezTo>
                  <a:pt x="806610" y="163105"/>
                  <a:pt x="797698" y="135300"/>
                  <a:pt x="790311" y="107831"/>
                </a:cubicBezTo>
                <a:cubicBezTo>
                  <a:pt x="786310" y="98345"/>
                  <a:pt x="777268" y="95222"/>
                  <a:pt x="769938" y="89490"/>
                </a:cubicBezTo>
                <a:cubicBezTo>
                  <a:pt x="768984" y="86262"/>
                  <a:pt x="756670" y="92323"/>
                  <a:pt x="750898" y="93555"/>
                </a:cubicBezTo>
                <a:cubicBezTo>
                  <a:pt x="686684" y="114925"/>
                  <a:pt x="639894" y="151711"/>
                  <a:pt x="597050" y="203130"/>
                </a:cubicBezTo>
                <a:cubicBezTo>
                  <a:pt x="557022" y="256247"/>
                  <a:pt x="576931" y="228513"/>
                  <a:pt x="537537" y="286484"/>
                </a:cubicBezTo>
                <a:cubicBezTo>
                  <a:pt x="532129" y="294442"/>
                  <a:pt x="520874" y="286791"/>
                  <a:pt x="526284" y="278835"/>
                </a:cubicBezTo>
                <a:cubicBezTo>
                  <a:pt x="566195" y="220142"/>
                  <a:pt x="546018" y="248230"/>
                  <a:pt x="586598" y="194419"/>
                </a:cubicBezTo>
                <a:cubicBezTo>
                  <a:pt x="631894" y="140081"/>
                  <a:pt x="664650" y="77700"/>
                  <a:pt x="712461" y="26208"/>
                </a:cubicBezTo>
                <a:cubicBezTo>
                  <a:pt x="750255" y="-1237"/>
                  <a:pt x="787139" y="-10314"/>
                  <a:pt x="828818" y="14517"/>
                </a:cubicBezTo>
                <a:cubicBezTo>
                  <a:pt x="850478" y="35680"/>
                  <a:pt x="868697" y="57238"/>
                  <a:pt x="874028" y="88384"/>
                </a:cubicBezTo>
                <a:cubicBezTo>
                  <a:pt x="876201" y="127115"/>
                  <a:pt x="874262" y="163757"/>
                  <a:pt x="864523" y="201675"/>
                </a:cubicBezTo>
                <a:cubicBezTo>
                  <a:pt x="851581" y="258309"/>
                  <a:pt x="836845" y="314431"/>
                  <a:pt x="819628" y="370000"/>
                </a:cubicBezTo>
                <a:cubicBezTo>
                  <a:pt x="800734" y="444828"/>
                  <a:pt x="778785" y="518857"/>
                  <a:pt x="759868" y="593657"/>
                </a:cubicBezTo>
                <a:cubicBezTo>
                  <a:pt x="729023" y="685190"/>
                  <a:pt x="691955" y="774746"/>
                  <a:pt x="645701" y="859652"/>
                </a:cubicBezTo>
                <a:cubicBezTo>
                  <a:pt x="586780" y="965799"/>
                  <a:pt x="535297" y="1076222"/>
                  <a:pt x="467003" y="1177149"/>
                </a:cubicBezTo>
                <a:cubicBezTo>
                  <a:pt x="406238" y="1269912"/>
                  <a:pt x="340406" y="1358867"/>
                  <a:pt x="273121" y="1446983"/>
                </a:cubicBezTo>
                <a:cubicBezTo>
                  <a:pt x="219329" y="1517789"/>
                  <a:pt x="159450" y="1584181"/>
                  <a:pt x="113682" y="1660771"/>
                </a:cubicBezTo>
                <a:cubicBezTo>
                  <a:pt x="92459" y="1693801"/>
                  <a:pt x="74607" y="1728425"/>
                  <a:pt x="42390" y="1752400"/>
                </a:cubicBezTo>
                <a:cubicBezTo>
                  <a:pt x="14307" y="1773298"/>
                  <a:pt x="-10099" y="1752797"/>
                  <a:pt x="4232" y="172086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92C3E325-F6A1-034A-00B9-BE48E622412E}"/>
              </a:ext>
            </a:extLst>
          </p:cNvPr>
          <p:cNvSpPr/>
          <p:nvPr/>
        </p:nvSpPr>
        <p:spPr>
          <a:xfrm>
            <a:off x="6556623" y="2684045"/>
            <a:ext cx="1308942" cy="1142169"/>
          </a:xfrm>
          <a:custGeom>
            <a:avLst/>
            <a:gdLst>
              <a:gd name="csX0" fmla="*/ 1265126 w 1308942"/>
              <a:gd name="csY0" fmla="*/ 1140160 h 1142169"/>
              <a:gd name="csX1" fmla="*/ 1170852 w 1308942"/>
              <a:gd name="csY1" fmla="*/ 1111350 h 1142169"/>
              <a:gd name="csX2" fmla="*/ 921421 w 1308942"/>
              <a:gd name="csY2" fmla="*/ 1022181 h 1142169"/>
              <a:gd name="csX3" fmla="*/ 593980 w 1308942"/>
              <a:gd name="csY3" fmla="*/ 864180 h 1142169"/>
              <a:gd name="csX4" fmla="*/ 315193 w 1308942"/>
              <a:gd name="csY4" fmla="*/ 592089 h 1142169"/>
              <a:gd name="csX5" fmla="*/ 130817 w 1308942"/>
              <a:gd name="csY5" fmla="*/ 328761 h 1142169"/>
              <a:gd name="csX6" fmla="*/ 54251 w 1308942"/>
              <a:gd name="csY6" fmla="*/ 160511 h 1142169"/>
              <a:gd name="csX7" fmla="*/ 20673 w 1308942"/>
              <a:gd name="csY7" fmla="*/ 84043 h 1142169"/>
              <a:gd name="csX8" fmla="*/ 1467 w 1308942"/>
              <a:gd name="csY8" fmla="*/ 49166 h 1142169"/>
              <a:gd name="csX9" fmla="*/ 51244 w 1308942"/>
              <a:gd name="csY9" fmla="*/ 62 h 1142169"/>
              <a:gd name="csX10" fmla="*/ 148999 w 1308942"/>
              <a:gd name="csY10" fmla="*/ 42823 h 1142169"/>
              <a:gd name="csX11" fmla="*/ 342661 w 1308942"/>
              <a:gd name="csY11" fmla="*/ 112206 h 1142169"/>
              <a:gd name="csX12" fmla="*/ 604675 w 1308942"/>
              <a:gd name="csY12" fmla="*/ 256615 h 1142169"/>
              <a:gd name="csX13" fmla="*/ 839828 w 1308942"/>
              <a:gd name="csY13" fmla="*/ 431446 h 1142169"/>
              <a:gd name="csX14" fmla="*/ 942412 w 1308942"/>
              <a:gd name="csY14" fmla="*/ 554871 h 1142169"/>
              <a:gd name="csX15" fmla="*/ 932162 w 1308942"/>
              <a:gd name="csY15" fmla="*/ 563820 h 1142169"/>
              <a:gd name="csX16" fmla="*/ 815548 w 1308942"/>
              <a:gd name="csY16" fmla="*/ 458625 h 1142169"/>
              <a:gd name="csX17" fmla="*/ 590786 w 1308942"/>
              <a:gd name="csY17" fmla="*/ 277993 h 1142169"/>
              <a:gd name="csX18" fmla="*/ 333240 w 1308942"/>
              <a:gd name="csY18" fmla="*/ 138824 h 1142169"/>
              <a:gd name="csX19" fmla="*/ 134653 w 1308942"/>
              <a:gd name="csY19" fmla="*/ 84426 h 1142169"/>
              <a:gd name="csX20" fmla="*/ 40533 w 1308942"/>
              <a:gd name="csY20" fmla="*/ 63207 h 1142169"/>
              <a:gd name="csX21" fmla="*/ 65866 w 1308942"/>
              <a:gd name="csY21" fmla="*/ 28037 h 1142169"/>
              <a:gd name="csX22" fmla="*/ 76475 w 1308942"/>
              <a:gd name="csY22" fmla="*/ 62606 h 1142169"/>
              <a:gd name="csX23" fmla="*/ 94131 w 1308942"/>
              <a:gd name="csY23" fmla="*/ 148215 h 1142169"/>
              <a:gd name="csX24" fmla="*/ 151868 w 1308942"/>
              <a:gd name="csY24" fmla="*/ 317322 h 1142169"/>
              <a:gd name="csX25" fmla="*/ 325709 w 1308942"/>
              <a:gd name="csY25" fmla="*/ 583460 h 1142169"/>
              <a:gd name="csX26" fmla="*/ 601449 w 1308942"/>
              <a:gd name="csY26" fmla="*/ 852818 h 1142169"/>
              <a:gd name="csX27" fmla="*/ 925956 w 1308942"/>
              <a:gd name="csY27" fmla="*/ 1007990 h 1142169"/>
              <a:gd name="csX28" fmla="*/ 1181559 w 1308942"/>
              <a:gd name="csY28" fmla="*/ 1053665 h 1142169"/>
              <a:gd name="csX29" fmla="*/ 1266577 w 1308942"/>
              <a:gd name="csY29" fmla="*/ 1056051 h 1142169"/>
              <a:gd name="csX30" fmla="*/ 1265131 w 1308942"/>
              <a:gd name="csY30" fmla="*/ 1140174 h 11421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1308942" h="1142169">
                <a:moveTo>
                  <a:pt x="1265126" y="1140160"/>
                </a:moveTo>
                <a:cubicBezTo>
                  <a:pt x="1233832" y="1130014"/>
                  <a:pt x="1202587" y="1120260"/>
                  <a:pt x="1170852" y="1111350"/>
                </a:cubicBezTo>
                <a:cubicBezTo>
                  <a:pt x="1086076" y="1086242"/>
                  <a:pt x="1003508" y="1054996"/>
                  <a:pt x="921421" y="1022181"/>
                </a:cubicBezTo>
                <a:cubicBezTo>
                  <a:pt x="804749" y="985158"/>
                  <a:pt x="696079" y="931103"/>
                  <a:pt x="593980" y="864180"/>
                </a:cubicBezTo>
                <a:cubicBezTo>
                  <a:pt x="485976" y="789795"/>
                  <a:pt x="397965" y="692701"/>
                  <a:pt x="315193" y="592089"/>
                </a:cubicBezTo>
                <a:cubicBezTo>
                  <a:pt x="247300" y="508917"/>
                  <a:pt x="188082" y="419391"/>
                  <a:pt x="130817" y="328761"/>
                </a:cubicBezTo>
                <a:cubicBezTo>
                  <a:pt x="99187" y="275508"/>
                  <a:pt x="78002" y="217413"/>
                  <a:pt x="54251" y="160511"/>
                </a:cubicBezTo>
                <a:cubicBezTo>
                  <a:pt x="42218" y="135414"/>
                  <a:pt x="31858" y="109542"/>
                  <a:pt x="20673" y="84043"/>
                </a:cubicBezTo>
                <a:cubicBezTo>
                  <a:pt x="14441" y="72156"/>
                  <a:pt x="8220" y="60767"/>
                  <a:pt x="1467" y="49166"/>
                </a:cubicBezTo>
                <a:cubicBezTo>
                  <a:pt x="-6130" y="10725"/>
                  <a:pt x="16573" y="-975"/>
                  <a:pt x="51244" y="62"/>
                </a:cubicBezTo>
                <a:cubicBezTo>
                  <a:pt x="84408" y="13178"/>
                  <a:pt x="115221" y="31332"/>
                  <a:pt x="148999" y="42823"/>
                </a:cubicBezTo>
                <a:cubicBezTo>
                  <a:pt x="211502" y="71122"/>
                  <a:pt x="277529" y="90928"/>
                  <a:pt x="342661" y="112206"/>
                </a:cubicBezTo>
                <a:cubicBezTo>
                  <a:pt x="434740" y="151001"/>
                  <a:pt x="521893" y="200811"/>
                  <a:pt x="604675" y="256615"/>
                </a:cubicBezTo>
                <a:cubicBezTo>
                  <a:pt x="689075" y="306914"/>
                  <a:pt x="766647" y="366162"/>
                  <a:pt x="839828" y="431446"/>
                </a:cubicBezTo>
                <a:cubicBezTo>
                  <a:pt x="875914" y="471155"/>
                  <a:pt x="907023" y="514340"/>
                  <a:pt x="942412" y="554871"/>
                </a:cubicBezTo>
                <a:cubicBezTo>
                  <a:pt x="948741" y="562119"/>
                  <a:pt x="938489" y="571068"/>
                  <a:pt x="932162" y="563820"/>
                </a:cubicBezTo>
                <a:cubicBezTo>
                  <a:pt x="897046" y="523589"/>
                  <a:pt x="858365" y="490489"/>
                  <a:pt x="815548" y="458625"/>
                </a:cubicBezTo>
                <a:cubicBezTo>
                  <a:pt x="743941" y="394503"/>
                  <a:pt x="668444" y="334610"/>
                  <a:pt x="590786" y="277993"/>
                </a:cubicBezTo>
                <a:cubicBezTo>
                  <a:pt x="507985" y="226159"/>
                  <a:pt x="426480" y="170685"/>
                  <a:pt x="333240" y="138824"/>
                </a:cubicBezTo>
                <a:cubicBezTo>
                  <a:pt x="268933" y="114208"/>
                  <a:pt x="201871" y="99062"/>
                  <a:pt x="134653" y="84426"/>
                </a:cubicBezTo>
                <a:cubicBezTo>
                  <a:pt x="104343" y="73835"/>
                  <a:pt x="72652" y="65324"/>
                  <a:pt x="40533" y="63207"/>
                </a:cubicBezTo>
                <a:cubicBezTo>
                  <a:pt x="49762" y="56515"/>
                  <a:pt x="73237" y="50061"/>
                  <a:pt x="65866" y="28037"/>
                </a:cubicBezTo>
                <a:cubicBezTo>
                  <a:pt x="69083" y="37709"/>
                  <a:pt x="71738" y="51980"/>
                  <a:pt x="76475" y="62606"/>
                </a:cubicBezTo>
                <a:cubicBezTo>
                  <a:pt x="84694" y="90555"/>
                  <a:pt x="91870" y="118996"/>
                  <a:pt x="94131" y="148215"/>
                </a:cubicBezTo>
                <a:cubicBezTo>
                  <a:pt x="105983" y="206852"/>
                  <a:pt x="126963" y="262934"/>
                  <a:pt x="151868" y="317322"/>
                </a:cubicBezTo>
                <a:cubicBezTo>
                  <a:pt x="196521" y="414230"/>
                  <a:pt x="258692" y="500726"/>
                  <a:pt x="325709" y="583460"/>
                </a:cubicBezTo>
                <a:cubicBezTo>
                  <a:pt x="407590" y="683025"/>
                  <a:pt x="494616" y="779161"/>
                  <a:pt x="601449" y="852818"/>
                </a:cubicBezTo>
                <a:cubicBezTo>
                  <a:pt x="702347" y="919013"/>
                  <a:pt x="809818" y="973566"/>
                  <a:pt x="925956" y="1007990"/>
                </a:cubicBezTo>
                <a:cubicBezTo>
                  <a:pt x="1009983" y="1028263"/>
                  <a:pt x="1095101" y="1048229"/>
                  <a:pt x="1181559" y="1053665"/>
                </a:cubicBezTo>
                <a:cubicBezTo>
                  <a:pt x="1209576" y="1056277"/>
                  <a:pt x="1238898" y="1061766"/>
                  <a:pt x="1266577" y="1056051"/>
                </a:cubicBezTo>
                <a:cubicBezTo>
                  <a:pt x="1324841" y="1044021"/>
                  <a:pt x="1321724" y="1158521"/>
                  <a:pt x="1265131" y="114017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6" name="任意多边形: 形状 85">
            <a:extLst>
              <a:ext uri="{FF2B5EF4-FFF2-40B4-BE49-F238E27FC236}">
                <a16:creationId xmlns:a16="http://schemas.microsoft.com/office/drawing/2014/main" id="{A4653D4F-FB3D-F9A8-9735-2BC03BE058D2}"/>
              </a:ext>
            </a:extLst>
          </p:cNvPr>
          <p:cNvSpPr/>
          <p:nvPr/>
        </p:nvSpPr>
        <p:spPr>
          <a:xfrm>
            <a:off x="5348579" y="3118732"/>
            <a:ext cx="2427372" cy="727780"/>
          </a:xfrm>
          <a:custGeom>
            <a:avLst/>
            <a:gdLst>
              <a:gd name="csX0" fmla="*/ 2396589 w 2427372"/>
              <a:gd name="csY0" fmla="*/ 700806 h 727780"/>
              <a:gd name="csX1" fmla="*/ 2326783 w 2427372"/>
              <a:gd name="csY1" fmla="*/ 716880 h 727780"/>
              <a:gd name="csX2" fmla="*/ 2150837 w 2427372"/>
              <a:gd name="csY2" fmla="*/ 727777 h 727780"/>
              <a:gd name="csX3" fmla="*/ 1859886 w 2427372"/>
              <a:gd name="csY3" fmla="*/ 726334 h 727780"/>
              <a:gd name="csX4" fmla="*/ 1492059 w 2427372"/>
              <a:gd name="csY4" fmla="*/ 711264 h 727780"/>
              <a:gd name="csX5" fmla="*/ 1087037 w 2427372"/>
              <a:gd name="csY5" fmla="*/ 653473 h 727780"/>
              <a:gd name="csX6" fmla="*/ 693436 w 2427372"/>
              <a:gd name="csY6" fmla="*/ 539620 h 727780"/>
              <a:gd name="csX7" fmla="*/ 381006 w 2427372"/>
              <a:gd name="csY7" fmla="*/ 411195 h 727780"/>
              <a:gd name="csX8" fmla="*/ 183686 w 2427372"/>
              <a:gd name="csY8" fmla="*/ 308925 h 727780"/>
              <a:gd name="csX9" fmla="*/ 80835 w 2427372"/>
              <a:gd name="csY9" fmla="*/ 241513 h 727780"/>
              <a:gd name="csX10" fmla="*/ 24722 w 2427372"/>
              <a:gd name="csY10" fmla="*/ 175288 h 727780"/>
              <a:gd name="csX11" fmla="*/ 3705 w 2427372"/>
              <a:gd name="csY11" fmla="*/ 110366 h 727780"/>
              <a:gd name="csX12" fmla="*/ 238 w 2427372"/>
              <a:gd name="csY12" fmla="*/ 65193 h 727780"/>
              <a:gd name="csX13" fmla="*/ 29131 w 2427372"/>
              <a:gd name="csY13" fmla="*/ 9226 h 727780"/>
              <a:gd name="csX14" fmla="*/ 106439 w 2427372"/>
              <a:gd name="csY14" fmla="*/ 1885 h 727780"/>
              <a:gd name="csX15" fmla="*/ 224882 w 2427372"/>
              <a:gd name="csY15" fmla="*/ 2747 h 727780"/>
              <a:gd name="csX16" fmla="*/ 411801 w 2427372"/>
              <a:gd name="csY16" fmla="*/ 17559 h 727780"/>
              <a:gd name="csX17" fmla="*/ 630952 w 2427372"/>
              <a:gd name="csY17" fmla="*/ 44529 h 727780"/>
              <a:gd name="csX18" fmla="*/ 854342 w 2427372"/>
              <a:gd name="csY18" fmla="*/ 94500 h 727780"/>
              <a:gd name="csX19" fmla="*/ 1087057 w 2427372"/>
              <a:gd name="csY19" fmla="*/ 164794 h 727780"/>
              <a:gd name="csX20" fmla="*/ 1305113 w 2427372"/>
              <a:gd name="csY20" fmla="*/ 250901 h 727780"/>
              <a:gd name="csX21" fmla="*/ 1300168 w 2427372"/>
              <a:gd name="csY21" fmla="*/ 263579 h 727780"/>
              <a:gd name="csX22" fmla="*/ 1075826 w 2427372"/>
              <a:gd name="csY22" fmla="*/ 203703 h 727780"/>
              <a:gd name="csX23" fmla="*/ 842530 w 2427372"/>
              <a:gd name="csY23" fmla="*/ 136073 h 727780"/>
              <a:gd name="csX24" fmla="*/ 624789 w 2427372"/>
              <a:gd name="csY24" fmla="*/ 88266 h 727780"/>
              <a:gd name="csX25" fmla="*/ 407485 w 2427372"/>
              <a:gd name="csY25" fmla="*/ 64906 h 727780"/>
              <a:gd name="csX26" fmla="*/ 226587 w 2427372"/>
              <a:gd name="csY26" fmla="*/ 61377 h 727780"/>
              <a:gd name="csX27" fmla="*/ 113915 w 2427372"/>
              <a:gd name="csY27" fmla="*/ 76854 h 727780"/>
              <a:gd name="csX28" fmla="*/ 90956 w 2427372"/>
              <a:gd name="csY28" fmla="*/ 87106 h 727780"/>
              <a:gd name="csX29" fmla="*/ 101638 w 2427372"/>
              <a:gd name="csY29" fmla="*/ 69944 h 727780"/>
              <a:gd name="csX30" fmla="*/ 104286 w 2427372"/>
              <a:gd name="csY30" fmla="*/ 92126 h 727780"/>
              <a:gd name="csX31" fmla="*/ 113998 w 2427372"/>
              <a:gd name="csY31" fmla="*/ 124290 h 727780"/>
              <a:gd name="csX32" fmla="*/ 145342 w 2427372"/>
              <a:gd name="csY32" fmla="*/ 160144 h 727780"/>
              <a:gd name="csX33" fmla="*/ 235136 w 2427372"/>
              <a:gd name="csY33" fmla="*/ 229503 h 727780"/>
              <a:gd name="csX34" fmla="*/ 413225 w 2427372"/>
              <a:gd name="csY34" fmla="*/ 350347 h 727780"/>
              <a:gd name="csX35" fmla="*/ 707681 w 2427372"/>
              <a:gd name="csY35" fmla="*/ 499442 h 727780"/>
              <a:gd name="csX36" fmla="*/ 1095482 w 2427372"/>
              <a:gd name="csY36" fmla="*/ 611389 h 727780"/>
              <a:gd name="csX37" fmla="*/ 1495056 w 2427372"/>
              <a:gd name="csY37" fmla="*/ 662748 h 727780"/>
              <a:gd name="csX38" fmla="*/ 1858530 w 2427372"/>
              <a:gd name="csY38" fmla="*/ 662734 h 727780"/>
              <a:gd name="csX39" fmla="*/ 2145985 w 2427372"/>
              <a:gd name="csY39" fmla="*/ 643273 h 727780"/>
              <a:gd name="csX40" fmla="*/ 2317540 w 2427372"/>
              <a:gd name="csY40" fmla="*/ 626729 h 727780"/>
              <a:gd name="csX41" fmla="*/ 2387465 w 2427372"/>
              <a:gd name="csY41" fmla="*/ 630032 h 727780"/>
              <a:gd name="csX42" fmla="*/ 2396590 w 2427372"/>
              <a:gd name="csY42" fmla="*/ 700815 h 7277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2427372" h="727780">
                <a:moveTo>
                  <a:pt x="2396589" y="700806"/>
                </a:moveTo>
                <a:cubicBezTo>
                  <a:pt x="2374843" y="710817"/>
                  <a:pt x="2350615" y="714034"/>
                  <a:pt x="2326783" y="716880"/>
                </a:cubicBezTo>
                <a:cubicBezTo>
                  <a:pt x="2268243" y="722268"/>
                  <a:pt x="2209682" y="727285"/>
                  <a:pt x="2150837" y="727777"/>
                </a:cubicBezTo>
                <a:cubicBezTo>
                  <a:pt x="2053863" y="727879"/>
                  <a:pt x="1956879" y="725885"/>
                  <a:pt x="1859886" y="726334"/>
                </a:cubicBezTo>
                <a:cubicBezTo>
                  <a:pt x="1736928" y="728030"/>
                  <a:pt x="1614665" y="718873"/>
                  <a:pt x="1492059" y="711264"/>
                </a:cubicBezTo>
                <a:cubicBezTo>
                  <a:pt x="1355680" y="701483"/>
                  <a:pt x="1220711" y="681898"/>
                  <a:pt x="1087037" y="653473"/>
                </a:cubicBezTo>
                <a:cubicBezTo>
                  <a:pt x="953030" y="625225"/>
                  <a:pt x="822938" y="583451"/>
                  <a:pt x="693436" y="539620"/>
                </a:cubicBezTo>
                <a:cubicBezTo>
                  <a:pt x="586279" y="504231"/>
                  <a:pt x="482914" y="459313"/>
                  <a:pt x="381006" y="411195"/>
                </a:cubicBezTo>
                <a:cubicBezTo>
                  <a:pt x="315254" y="377335"/>
                  <a:pt x="247732" y="346091"/>
                  <a:pt x="183686" y="308925"/>
                </a:cubicBezTo>
                <a:cubicBezTo>
                  <a:pt x="147261" y="290161"/>
                  <a:pt x="113763" y="265782"/>
                  <a:pt x="80835" y="241513"/>
                </a:cubicBezTo>
                <a:cubicBezTo>
                  <a:pt x="56665" y="223490"/>
                  <a:pt x="39371" y="201039"/>
                  <a:pt x="24722" y="175288"/>
                </a:cubicBezTo>
                <a:cubicBezTo>
                  <a:pt x="13550" y="154943"/>
                  <a:pt x="8853" y="132591"/>
                  <a:pt x="3705" y="110366"/>
                </a:cubicBezTo>
                <a:cubicBezTo>
                  <a:pt x="-320" y="95398"/>
                  <a:pt x="-265" y="80457"/>
                  <a:pt x="238" y="65193"/>
                </a:cubicBezTo>
                <a:cubicBezTo>
                  <a:pt x="1171" y="40712"/>
                  <a:pt x="13969" y="26637"/>
                  <a:pt x="29131" y="9226"/>
                </a:cubicBezTo>
                <a:cubicBezTo>
                  <a:pt x="54255" y="-3630"/>
                  <a:pt x="79697" y="156"/>
                  <a:pt x="106439" y="1885"/>
                </a:cubicBezTo>
                <a:cubicBezTo>
                  <a:pt x="145888" y="48"/>
                  <a:pt x="185384" y="2721"/>
                  <a:pt x="224882" y="2747"/>
                </a:cubicBezTo>
                <a:cubicBezTo>
                  <a:pt x="287282" y="7084"/>
                  <a:pt x="349641" y="10273"/>
                  <a:pt x="411801" y="17559"/>
                </a:cubicBezTo>
                <a:cubicBezTo>
                  <a:pt x="484921" y="26017"/>
                  <a:pt x="557848" y="35896"/>
                  <a:pt x="630952" y="44529"/>
                </a:cubicBezTo>
                <a:cubicBezTo>
                  <a:pt x="707254" y="52100"/>
                  <a:pt x="780895" y="73604"/>
                  <a:pt x="854342" y="94500"/>
                </a:cubicBezTo>
                <a:cubicBezTo>
                  <a:pt x="931783" y="118330"/>
                  <a:pt x="1009190" y="142383"/>
                  <a:pt x="1087057" y="164794"/>
                </a:cubicBezTo>
                <a:cubicBezTo>
                  <a:pt x="1162730" y="186242"/>
                  <a:pt x="1232123" y="222445"/>
                  <a:pt x="1305113" y="250901"/>
                </a:cubicBezTo>
                <a:cubicBezTo>
                  <a:pt x="1314077" y="254396"/>
                  <a:pt x="1309132" y="267074"/>
                  <a:pt x="1300168" y="263579"/>
                </a:cubicBezTo>
                <a:cubicBezTo>
                  <a:pt x="1227106" y="235081"/>
                  <a:pt x="1151283" y="224828"/>
                  <a:pt x="1075826" y="203703"/>
                </a:cubicBezTo>
                <a:cubicBezTo>
                  <a:pt x="998004" y="181171"/>
                  <a:pt x="920273" y="158833"/>
                  <a:pt x="842530" y="136073"/>
                </a:cubicBezTo>
                <a:cubicBezTo>
                  <a:pt x="770919" y="115768"/>
                  <a:pt x="698293" y="100153"/>
                  <a:pt x="624789" y="88266"/>
                </a:cubicBezTo>
                <a:cubicBezTo>
                  <a:pt x="552746" y="76459"/>
                  <a:pt x="480304" y="69822"/>
                  <a:pt x="407485" y="64906"/>
                </a:cubicBezTo>
                <a:cubicBezTo>
                  <a:pt x="347213" y="61028"/>
                  <a:pt x="286927" y="55380"/>
                  <a:pt x="226587" y="61377"/>
                </a:cubicBezTo>
                <a:cubicBezTo>
                  <a:pt x="188573" y="63680"/>
                  <a:pt x="151415" y="70672"/>
                  <a:pt x="113915" y="76854"/>
                </a:cubicBezTo>
                <a:cubicBezTo>
                  <a:pt x="110674" y="77827"/>
                  <a:pt x="68898" y="91125"/>
                  <a:pt x="90956" y="87106"/>
                </a:cubicBezTo>
                <a:cubicBezTo>
                  <a:pt x="93280" y="83299"/>
                  <a:pt x="103334" y="72055"/>
                  <a:pt x="101638" y="69944"/>
                </a:cubicBezTo>
                <a:cubicBezTo>
                  <a:pt x="101893" y="72079"/>
                  <a:pt x="104937" y="85595"/>
                  <a:pt x="104286" y="92126"/>
                </a:cubicBezTo>
                <a:cubicBezTo>
                  <a:pt x="106444" y="103309"/>
                  <a:pt x="107571" y="114566"/>
                  <a:pt x="113998" y="124290"/>
                </a:cubicBezTo>
                <a:cubicBezTo>
                  <a:pt x="123478" y="137228"/>
                  <a:pt x="132289" y="150380"/>
                  <a:pt x="145342" y="160144"/>
                </a:cubicBezTo>
                <a:cubicBezTo>
                  <a:pt x="174738" y="183848"/>
                  <a:pt x="205247" y="206311"/>
                  <a:pt x="235136" y="229503"/>
                </a:cubicBezTo>
                <a:cubicBezTo>
                  <a:pt x="293345" y="271649"/>
                  <a:pt x="350608" y="314761"/>
                  <a:pt x="413225" y="350347"/>
                </a:cubicBezTo>
                <a:cubicBezTo>
                  <a:pt x="507980" y="406371"/>
                  <a:pt x="605316" y="458560"/>
                  <a:pt x="707681" y="499442"/>
                </a:cubicBezTo>
                <a:cubicBezTo>
                  <a:pt x="833887" y="546266"/>
                  <a:pt x="963675" y="583910"/>
                  <a:pt x="1095482" y="611389"/>
                </a:cubicBezTo>
                <a:cubicBezTo>
                  <a:pt x="1227460" y="636296"/>
                  <a:pt x="1360925" y="654891"/>
                  <a:pt x="1495056" y="662748"/>
                </a:cubicBezTo>
                <a:cubicBezTo>
                  <a:pt x="1616061" y="670240"/>
                  <a:pt x="1737457" y="668422"/>
                  <a:pt x="1858530" y="662734"/>
                </a:cubicBezTo>
                <a:cubicBezTo>
                  <a:pt x="1954503" y="659108"/>
                  <a:pt x="2050458" y="652915"/>
                  <a:pt x="2145985" y="643273"/>
                </a:cubicBezTo>
                <a:cubicBezTo>
                  <a:pt x="2203154" y="637085"/>
                  <a:pt x="2260418" y="633143"/>
                  <a:pt x="2317540" y="626729"/>
                </a:cubicBezTo>
                <a:cubicBezTo>
                  <a:pt x="2340963" y="624887"/>
                  <a:pt x="2365093" y="622298"/>
                  <a:pt x="2387465" y="630032"/>
                </a:cubicBezTo>
                <a:cubicBezTo>
                  <a:pt x="2435162" y="646520"/>
                  <a:pt x="2442432" y="679713"/>
                  <a:pt x="2396590" y="70081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A419378B-D0BA-221C-F959-85E9A4916260}"/>
              </a:ext>
            </a:extLst>
          </p:cNvPr>
          <p:cNvSpPr/>
          <p:nvPr/>
        </p:nvSpPr>
        <p:spPr>
          <a:xfrm>
            <a:off x="8041257" y="2409368"/>
            <a:ext cx="597236" cy="455778"/>
          </a:xfrm>
          <a:custGeom>
            <a:avLst/>
            <a:gdLst>
              <a:gd name="csX0" fmla="*/ 1758 w 597236"/>
              <a:gd name="csY0" fmla="*/ 422618 h 455778"/>
              <a:gd name="csX1" fmla="*/ 46687 w 597236"/>
              <a:gd name="csY1" fmla="*/ 352986 h 455778"/>
              <a:gd name="csX2" fmla="*/ 144175 w 597236"/>
              <a:gd name="csY2" fmla="*/ 213655 h 455778"/>
              <a:gd name="csX3" fmla="*/ 251170 w 597236"/>
              <a:gd name="csY3" fmla="*/ 73504 h 455778"/>
              <a:gd name="csX4" fmla="*/ 365936 w 597236"/>
              <a:gd name="csY4" fmla="*/ 1891 h 455778"/>
              <a:gd name="csX5" fmla="*/ 491943 w 597236"/>
              <a:gd name="csY5" fmla="*/ 43867 h 455778"/>
              <a:gd name="csX6" fmla="*/ 584530 w 597236"/>
              <a:gd name="csY6" fmla="*/ 162700 h 455778"/>
              <a:gd name="csX7" fmla="*/ 596081 w 597236"/>
              <a:gd name="csY7" fmla="*/ 182426 h 455778"/>
              <a:gd name="csX8" fmla="*/ 584336 w 597236"/>
              <a:gd name="csY8" fmla="*/ 189296 h 455778"/>
              <a:gd name="csX9" fmla="*/ 573195 w 597236"/>
              <a:gd name="csY9" fmla="*/ 170227 h 455778"/>
              <a:gd name="csX10" fmla="*/ 471401 w 597236"/>
              <a:gd name="csY10" fmla="*/ 73434 h 455778"/>
              <a:gd name="csX11" fmla="*/ 373122 w 597236"/>
              <a:gd name="csY11" fmla="*/ 39580 h 455778"/>
              <a:gd name="csX12" fmla="*/ 269881 w 597236"/>
              <a:gd name="csY12" fmla="*/ 91352 h 455778"/>
              <a:gd name="csX13" fmla="*/ 159781 w 597236"/>
              <a:gd name="csY13" fmla="*/ 224274 h 455778"/>
              <a:gd name="csX14" fmla="*/ 73689 w 597236"/>
              <a:gd name="csY14" fmla="*/ 368397 h 455778"/>
              <a:gd name="csX15" fmla="*/ 55008 w 597236"/>
              <a:gd name="csY15" fmla="*/ 432285 h 455778"/>
              <a:gd name="csX16" fmla="*/ 1763 w 597236"/>
              <a:gd name="csY16" fmla="*/ 422604 h 4557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597236" h="455778">
                <a:moveTo>
                  <a:pt x="1758" y="422618"/>
                </a:moveTo>
                <a:cubicBezTo>
                  <a:pt x="11196" y="396198"/>
                  <a:pt x="28323" y="373927"/>
                  <a:pt x="46687" y="352986"/>
                </a:cubicBezTo>
                <a:cubicBezTo>
                  <a:pt x="78632" y="306201"/>
                  <a:pt x="110709" y="259393"/>
                  <a:pt x="144175" y="213655"/>
                </a:cubicBezTo>
                <a:cubicBezTo>
                  <a:pt x="177427" y="165032"/>
                  <a:pt x="212111" y="117633"/>
                  <a:pt x="251170" y="73504"/>
                </a:cubicBezTo>
                <a:cubicBezTo>
                  <a:pt x="282430" y="37556"/>
                  <a:pt x="320141" y="13764"/>
                  <a:pt x="365936" y="1891"/>
                </a:cubicBezTo>
                <a:cubicBezTo>
                  <a:pt x="414329" y="-6626"/>
                  <a:pt x="455165" y="14732"/>
                  <a:pt x="491943" y="43867"/>
                </a:cubicBezTo>
                <a:cubicBezTo>
                  <a:pt x="538043" y="72476"/>
                  <a:pt x="556262" y="120168"/>
                  <a:pt x="584530" y="162700"/>
                </a:cubicBezTo>
                <a:cubicBezTo>
                  <a:pt x="588381" y="169275"/>
                  <a:pt x="592231" y="175851"/>
                  <a:pt x="596081" y="182426"/>
                </a:cubicBezTo>
                <a:cubicBezTo>
                  <a:pt x="600943" y="190729"/>
                  <a:pt x="589190" y="197604"/>
                  <a:pt x="584336" y="189296"/>
                </a:cubicBezTo>
                <a:cubicBezTo>
                  <a:pt x="580622" y="182940"/>
                  <a:pt x="576909" y="176583"/>
                  <a:pt x="573195" y="170227"/>
                </a:cubicBezTo>
                <a:cubicBezTo>
                  <a:pt x="547548" y="131563"/>
                  <a:pt x="505231" y="104864"/>
                  <a:pt x="471401" y="73434"/>
                </a:cubicBezTo>
                <a:cubicBezTo>
                  <a:pt x="440625" y="55256"/>
                  <a:pt x="409875" y="38392"/>
                  <a:pt x="373122" y="39580"/>
                </a:cubicBezTo>
                <a:cubicBezTo>
                  <a:pt x="333585" y="47334"/>
                  <a:pt x="298985" y="61451"/>
                  <a:pt x="269881" y="91352"/>
                </a:cubicBezTo>
                <a:cubicBezTo>
                  <a:pt x="228449" y="131505"/>
                  <a:pt x="191982" y="176391"/>
                  <a:pt x="159781" y="224274"/>
                </a:cubicBezTo>
                <a:cubicBezTo>
                  <a:pt x="129848" y="271600"/>
                  <a:pt x="99370" y="318553"/>
                  <a:pt x="73689" y="368397"/>
                </a:cubicBezTo>
                <a:cubicBezTo>
                  <a:pt x="66959" y="389687"/>
                  <a:pt x="57578" y="410211"/>
                  <a:pt x="55008" y="432285"/>
                </a:cubicBezTo>
                <a:cubicBezTo>
                  <a:pt x="50582" y="470294"/>
                  <a:pt x="-11110" y="458641"/>
                  <a:pt x="1763" y="42260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293C7195-9F6A-7D1B-85A5-F8DAC7391D99}"/>
              </a:ext>
            </a:extLst>
          </p:cNvPr>
          <p:cNvSpPr/>
          <p:nvPr/>
        </p:nvSpPr>
        <p:spPr>
          <a:xfrm>
            <a:off x="7780724" y="2522268"/>
            <a:ext cx="413494" cy="188045"/>
          </a:xfrm>
          <a:custGeom>
            <a:avLst/>
            <a:gdLst>
              <a:gd name="csX0" fmla="*/ 384306 w 413494"/>
              <a:gd name="csY0" fmla="*/ 113217 h 188045"/>
              <a:gd name="csX1" fmla="*/ 359807 w 413494"/>
              <a:gd name="csY1" fmla="*/ 90265 h 188045"/>
              <a:gd name="csX2" fmla="*/ 313230 w 413494"/>
              <a:gd name="csY2" fmla="*/ 53173 h 188045"/>
              <a:gd name="csX3" fmla="*/ 257905 w 413494"/>
              <a:gd name="csY3" fmla="*/ 33596 h 188045"/>
              <a:gd name="csX4" fmla="*/ 192971 w 413494"/>
              <a:gd name="csY4" fmla="*/ 28948 h 188045"/>
              <a:gd name="csX5" fmla="*/ 133282 w 413494"/>
              <a:gd name="csY5" fmla="*/ 41010 h 188045"/>
              <a:gd name="csX6" fmla="*/ 86479 w 413494"/>
              <a:gd name="csY6" fmla="*/ 71342 h 188045"/>
              <a:gd name="csX7" fmla="*/ 45280 w 413494"/>
              <a:gd name="csY7" fmla="*/ 121428 h 188045"/>
              <a:gd name="csX8" fmla="*/ 17260 w 413494"/>
              <a:gd name="csY8" fmla="*/ 174766 h 188045"/>
              <a:gd name="csX9" fmla="*/ 13107 w 413494"/>
              <a:gd name="csY9" fmla="*/ 183165 h 188045"/>
              <a:gd name="csX10" fmla="*/ 241 w 413494"/>
              <a:gd name="csY10" fmla="*/ 178734 h 188045"/>
              <a:gd name="csX11" fmla="*/ 2180 w 413494"/>
              <a:gd name="csY11" fmla="*/ 169445 h 188045"/>
              <a:gd name="csX12" fmla="*/ 23939 w 413494"/>
              <a:gd name="csY12" fmla="*/ 107523 h 188045"/>
              <a:gd name="csX13" fmla="*/ 67051 w 413494"/>
              <a:gd name="csY13" fmla="*/ 50825 h 188045"/>
              <a:gd name="csX14" fmla="*/ 124124 w 413494"/>
              <a:gd name="csY14" fmla="*/ 12006 h 188045"/>
              <a:gd name="csX15" fmla="*/ 192241 w 413494"/>
              <a:gd name="csY15" fmla="*/ 91 h 188045"/>
              <a:gd name="csX16" fmla="*/ 263627 w 413494"/>
              <a:gd name="csY16" fmla="*/ 6427 h 188045"/>
              <a:gd name="csX17" fmla="*/ 327646 w 413494"/>
              <a:gd name="csY17" fmla="*/ 30027 h 188045"/>
              <a:gd name="csX18" fmla="*/ 380035 w 413494"/>
              <a:gd name="csY18" fmla="*/ 66014 h 188045"/>
              <a:gd name="csX19" fmla="*/ 409758 w 413494"/>
              <a:gd name="csY19" fmla="*/ 95001 h 188045"/>
              <a:gd name="csX20" fmla="*/ 384306 w 413494"/>
              <a:gd name="csY20" fmla="*/ 113216 h 1880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13494" h="188045">
                <a:moveTo>
                  <a:pt x="384306" y="113217"/>
                </a:moveTo>
                <a:cubicBezTo>
                  <a:pt x="378567" y="104317"/>
                  <a:pt x="368157" y="97459"/>
                  <a:pt x="359807" y="90265"/>
                </a:cubicBezTo>
                <a:cubicBezTo>
                  <a:pt x="346458" y="75291"/>
                  <a:pt x="329332" y="64733"/>
                  <a:pt x="313230" y="53173"/>
                </a:cubicBezTo>
                <a:cubicBezTo>
                  <a:pt x="296052" y="43320"/>
                  <a:pt x="276936" y="38406"/>
                  <a:pt x="257905" y="33596"/>
                </a:cubicBezTo>
                <a:cubicBezTo>
                  <a:pt x="236391" y="29502"/>
                  <a:pt x="214709" y="29428"/>
                  <a:pt x="192971" y="28948"/>
                </a:cubicBezTo>
                <a:cubicBezTo>
                  <a:pt x="172374" y="29438"/>
                  <a:pt x="152866" y="35440"/>
                  <a:pt x="133282" y="41010"/>
                </a:cubicBezTo>
                <a:cubicBezTo>
                  <a:pt x="115389" y="47370"/>
                  <a:pt x="101337" y="60084"/>
                  <a:pt x="86479" y="71342"/>
                </a:cubicBezTo>
                <a:cubicBezTo>
                  <a:pt x="70283" y="85930"/>
                  <a:pt x="57485" y="103561"/>
                  <a:pt x="45280" y="121428"/>
                </a:cubicBezTo>
                <a:cubicBezTo>
                  <a:pt x="33729" y="138009"/>
                  <a:pt x="26105" y="156620"/>
                  <a:pt x="17260" y="174766"/>
                </a:cubicBezTo>
                <a:cubicBezTo>
                  <a:pt x="15876" y="177566"/>
                  <a:pt x="14491" y="180365"/>
                  <a:pt x="13107" y="183165"/>
                </a:cubicBezTo>
                <a:cubicBezTo>
                  <a:pt x="8842" y="191790"/>
                  <a:pt x="-1725" y="188153"/>
                  <a:pt x="241" y="178734"/>
                </a:cubicBezTo>
                <a:cubicBezTo>
                  <a:pt x="887" y="175638"/>
                  <a:pt x="1534" y="172541"/>
                  <a:pt x="2180" y="169445"/>
                </a:cubicBezTo>
                <a:cubicBezTo>
                  <a:pt x="7369" y="148184"/>
                  <a:pt x="12526" y="126420"/>
                  <a:pt x="23939" y="107523"/>
                </a:cubicBezTo>
                <a:cubicBezTo>
                  <a:pt x="37097" y="87788"/>
                  <a:pt x="50329" y="67974"/>
                  <a:pt x="67051" y="50825"/>
                </a:cubicBezTo>
                <a:cubicBezTo>
                  <a:pt x="84141" y="34398"/>
                  <a:pt x="100394" y="18490"/>
                  <a:pt x="124124" y="12006"/>
                </a:cubicBezTo>
                <a:cubicBezTo>
                  <a:pt x="146377" y="5362"/>
                  <a:pt x="168957" y="1415"/>
                  <a:pt x="192241" y="91"/>
                </a:cubicBezTo>
                <a:cubicBezTo>
                  <a:pt x="216240" y="-359"/>
                  <a:pt x="240177" y="724"/>
                  <a:pt x="263627" y="6427"/>
                </a:cubicBezTo>
                <a:cubicBezTo>
                  <a:pt x="286239" y="11338"/>
                  <a:pt x="308314" y="16453"/>
                  <a:pt x="327646" y="30027"/>
                </a:cubicBezTo>
                <a:cubicBezTo>
                  <a:pt x="345348" y="41762"/>
                  <a:pt x="363110" y="53266"/>
                  <a:pt x="380035" y="66014"/>
                </a:cubicBezTo>
                <a:cubicBezTo>
                  <a:pt x="390642" y="75205"/>
                  <a:pt x="401148" y="83963"/>
                  <a:pt x="409758" y="95001"/>
                </a:cubicBezTo>
                <a:cubicBezTo>
                  <a:pt x="423371" y="112451"/>
                  <a:pt x="396301" y="131816"/>
                  <a:pt x="384306" y="11321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B9845CFF-AFEA-C735-59B4-6356EB480AE9}"/>
              </a:ext>
            </a:extLst>
          </p:cNvPr>
          <p:cNvSpPr/>
          <p:nvPr/>
        </p:nvSpPr>
        <p:spPr>
          <a:xfrm>
            <a:off x="7258212" y="2288766"/>
            <a:ext cx="339604" cy="784079"/>
          </a:xfrm>
          <a:custGeom>
            <a:avLst/>
            <a:gdLst>
              <a:gd name="csX0" fmla="*/ 82335 w 339604"/>
              <a:gd name="csY0" fmla="*/ 758104 h 784079"/>
              <a:gd name="csX1" fmla="*/ 76006 w 339604"/>
              <a:gd name="csY1" fmla="*/ 715059 h 784079"/>
              <a:gd name="csX2" fmla="*/ 49540 w 339604"/>
              <a:gd name="csY2" fmla="*/ 604311 h 784079"/>
              <a:gd name="csX3" fmla="*/ 15999 w 339604"/>
              <a:gd name="csY3" fmla="*/ 450549 h 784079"/>
              <a:gd name="csX4" fmla="*/ 246 w 339604"/>
              <a:gd name="csY4" fmla="*/ 295625 h 784079"/>
              <a:gd name="csX5" fmla="*/ 16546 w 339604"/>
              <a:gd name="csY5" fmla="*/ 156027 h 784079"/>
              <a:gd name="csX6" fmla="*/ 35125 w 339604"/>
              <a:gd name="csY6" fmla="*/ 57252 h 784079"/>
              <a:gd name="csX7" fmla="*/ 74496 w 339604"/>
              <a:gd name="csY7" fmla="*/ 4322 h 784079"/>
              <a:gd name="csX8" fmla="*/ 149396 w 339604"/>
              <a:gd name="csY8" fmla="*/ 26170 h 784079"/>
              <a:gd name="csX9" fmla="*/ 242403 w 339604"/>
              <a:gd name="csY9" fmla="*/ 126182 h 784079"/>
              <a:gd name="csX10" fmla="*/ 338234 w 339604"/>
              <a:gd name="csY10" fmla="*/ 251074 h 784079"/>
              <a:gd name="csX11" fmla="*/ 326869 w 339604"/>
              <a:gd name="csY11" fmla="*/ 258556 h 784079"/>
              <a:gd name="csX12" fmla="*/ 232464 w 339604"/>
              <a:gd name="csY12" fmla="*/ 135474 h 784079"/>
              <a:gd name="csX13" fmla="*/ 135433 w 339604"/>
              <a:gd name="csY13" fmla="*/ 45608 h 784079"/>
              <a:gd name="csX14" fmla="*/ 89835 w 339604"/>
              <a:gd name="csY14" fmla="*/ 33213 h 784079"/>
              <a:gd name="csX15" fmla="*/ 61037 w 339604"/>
              <a:gd name="csY15" fmla="*/ 65986 h 784079"/>
              <a:gd name="csX16" fmla="*/ 31192 w 339604"/>
              <a:gd name="csY16" fmla="*/ 158897 h 784079"/>
              <a:gd name="csX17" fmla="*/ 17672 w 339604"/>
              <a:gd name="csY17" fmla="*/ 295171 h 784079"/>
              <a:gd name="csX18" fmla="*/ 34429 w 339604"/>
              <a:gd name="csY18" fmla="*/ 446866 h 784079"/>
              <a:gd name="csX19" fmla="*/ 73607 w 339604"/>
              <a:gd name="csY19" fmla="*/ 597237 h 784079"/>
              <a:gd name="csX20" fmla="*/ 119964 w 339604"/>
              <a:gd name="csY20" fmla="*/ 698878 h 784079"/>
              <a:gd name="csX21" fmla="*/ 142593 w 339604"/>
              <a:gd name="csY21" fmla="*/ 745810 h 784079"/>
              <a:gd name="csX22" fmla="*/ 82333 w 339604"/>
              <a:gd name="csY22" fmla="*/ 758111 h 7840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339604" h="784079">
                <a:moveTo>
                  <a:pt x="82335" y="758104"/>
                </a:moveTo>
                <a:cubicBezTo>
                  <a:pt x="83250" y="743592"/>
                  <a:pt x="78817" y="729222"/>
                  <a:pt x="76006" y="715059"/>
                </a:cubicBezTo>
                <a:cubicBezTo>
                  <a:pt x="66406" y="678389"/>
                  <a:pt x="58373" y="641335"/>
                  <a:pt x="49540" y="604311"/>
                </a:cubicBezTo>
                <a:cubicBezTo>
                  <a:pt x="40170" y="552704"/>
                  <a:pt x="26280" y="502041"/>
                  <a:pt x="15999" y="450549"/>
                </a:cubicBezTo>
                <a:cubicBezTo>
                  <a:pt x="8590" y="399054"/>
                  <a:pt x="2250" y="347708"/>
                  <a:pt x="246" y="295625"/>
                </a:cubicBezTo>
                <a:cubicBezTo>
                  <a:pt x="-1740" y="248421"/>
                  <a:pt x="8696" y="202224"/>
                  <a:pt x="16546" y="156027"/>
                </a:cubicBezTo>
                <a:cubicBezTo>
                  <a:pt x="22270" y="122952"/>
                  <a:pt x="27219" y="89802"/>
                  <a:pt x="35125" y="57252"/>
                </a:cubicBezTo>
                <a:cubicBezTo>
                  <a:pt x="39836" y="31576"/>
                  <a:pt x="53959" y="17758"/>
                  <a:pt x="74496" y="4322"/>
                </a:cubicBezTo>
                <a:cubicBezTo>
                  <a:pt x="105870" y="-7304"/>
                  <a:pt x="125934" y="6058"/>
                  <a:pt x="149396" y="26170"/>
                </a:cubicBezTo>
                <a:cubicBezTo>
                  <a:pt x="180217" y="59572"/>
                  <a:pt x="211310" y="92912"/>
                  <a:pt x="242403" y="126182"/>
                </a:cubicBezTo>
                <a:cubicBezTo>
                  <a:pt x="279145" y="164019"/>
                  <a:pt x="309329" y="207171"/>
                  <a:pt x="338234" y="251074"/>
                </a:cubicBezTo>
                <a:cubicBezTo>
                  <a:pt x="343525" y="259110"/>
                  <a:pt x="332159" y="266593"/>
                  <a:pt x="326869" y="258556"/>
                </a:cubicBezTo>
                <a:cubicBezTo>
                  <a:pt x="298391" y="215292"/>
                  <a:pt x="268682" y="172748"/>
                  <a:pt x="232464" y="135474"/>
                </a:cubicBezTo>
                <a:cubicBezTo>
                  <a:pt x="202323" y="103218"/>
                  <a:pt x="172454" y="70183"/>
                  <a:pt x="135433" y="45608"/>
                </a:cubicBezTo>
                <a:cubicBezTo>
                  <a:pt x="120003" y="39372"/>
                  <a:pt x="107194" y="30023"/>
                  <a:pt x="89835" y="33213"/>
                </a:cubicBezTo>
                <a:cubicBezTo>
                  <a:pt x="78459" y="43283"/>
                  <a:pt x="66560" y="50188"/>
                  <a:pt x="61037" y="65986"/>
                </a:cubicBezTo>
                <a:cubicBezTo>
                  <a:pt x="49356" y="96438"/>
                  <a:pt x="37862" y="126822"/>
                  <a:pt x="31192" y="158897"/>
                </a:cubicBezTo>
                <a:cubicBezTo>
                  <a:pt x="21242" y="203598"/>
                  <a:pt x="17648" y="249430"/>
                  <a:pt x="17672" y="295171"/>
                </a:cubicBezTo>
                <a:cubicBezTo>
                  <a:pt x="18353" y="345975"/>
                  <a:pt x="21824" y="397555"/>
                  <a:pt x="34429" y="446866"/>
                </a:cubicBezTo>
                <a:cubicBezTo>
                  <a:pt x="44542" y="497576"/>
                  <a:pt x="54418" y="549126"/>
                  <a:pt x="73607" y="597237"/>
                </a:cubicBezTo>
                <a:cubicBezTo>
                  <a:pt x="86138" y="632745"/>
                  <a:pt x="101914" y="666010"/>
                  <a:pt x="119964" y="698878"/>
                </a:cubicBezTo>
                <a:cubicBezTo>
                  <a:pt x="128095" y="714272"/>
                  <a:pt x="135704" y="729820"/>
                  <a:pt x="142593" y="745810"/>
                </a:cubicBezTo>
                <a:cubicBezTo>
                  <a:pt x="159800" y="785750"/>
                  <a:pt x="79597" y="801513"/>
                  <a:pt x="82333" y="7581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191AD745-00CF-3B2F-56A3-57DBA0D8254D}"/>
              </a:ext>
            </a:extLst>
          </p:cNvPr>
          <p:cNvSpPr/>
          <p:nvPr/>
        </p:nvSpPr>
        <p:spPr>
          <a:xfrm>
            <a:off x="6765785" y="2124328"/>
            <a:ext cx="506534" cy="821353"/>
          </a:xfrm>
          <a:custGeom>
            <a:avLst/>
            <a:gdLst>
              <a:gd name="csX0" fmla="*/ 118038 w 506534"/>
              <a:gd name="csY0" fmla="*/ 656795 h 821353"/>
              <a:gd name="csX1" fmla="*/ 104832 w 506534"/>
              <a:gd name="csY1" fmla="*/ 607997 h 821353"/>
              <a:gd name="csX2" fmla="*/ 83271 w 506534"/>
              <a:gd name="csY2" fmla="*/ 502508 h 821353"/>
              <a:gd name="csX3" fmla="*/ 54483 w 506534"/>
              <a:gd name="csY3" fmla="*/ 347212 h 821353"/>
              <a:gd name="csX4" fmla="*/ 27309 w 506534"/>
              <a:gd name="csY4" fmla="*/ 212024 h 821353"/>
              <a:gd name="csX5" fmla="*/ 9556 w 506534"/>
              <a:gd name="csY5" fmla="*/ 104382 h 821353"/>
              <a:gd name="csX6" fmla="*/ 0 w 506534"/>
              <a:gd name="csY6" fmla="*/ 44405 h 821353"/>
              <a:gd name="csX7" fmla="*/ 38868 w 506534"/>
              <a:gd name="csY7" fmla="*/ 0 h 821353"/>
              <a:gd name="csX8" fmla="*/ 89386 w 506534"/>
              <a:gd name="csY8" fmla="*/ 40796 h 821353"/>
              <a:gd name="csX9" fmla="*/ 159853 w 506534"/>
              <a:gd name="csY9" fmla="*/ 124619 h 821353"/>
              <a:gd name="csX10" fmla="*/ 246494 w 506534"/>
              <a:gd name="csY10" fmla="*/ 236852 h 821353"/>
              <a:gd name="csX11" fmla="*/ 332618 w 506534"/>
              <a:gd name="csY11" fmla="*/ 367821 h 821353"/>
              <a:gd name="csX12" fmla="*/ 406109 w 506534"/>
              <a:gd name="csY12" fmla="*/ 490017 h 821353"/>
              <a:gd name="csX13" fmla="*/ 455434 w 506534"/>
              <a:gd name="csY13" fmla="*/ 612004 h 821353"/>
              <a:gd name="csX14" fmla="*/ 491255 w 506534"/>
              <a:gd name="csY14" fmla="*/ 724228 h 821353"/>
              <a:gd name="csX15" fmla="*/ 506339 w 506534"/>
              <a:gd name="csY15" fmla="*/ 812417 h 821353"/>
              <a:gd name="csX16" fmla="*/ 493193 w 506534"/>
              <a:gd name="csY16" fmla="*/ 815927 h 821353"/>
              <a:gd name="csX17" fmla="*/ 461587 w 506534"/>
              <a:gd name="csY17" fmla="*/ 732826 h 821353"/>
              <a:gd name="csX18" fmla="*/ 428315 w 506534"/>
              <a:gd name="csY18" fmla="*/ 621098 h 821353"/>
              <a:gd name="csX19" fmla="*/ 381812 w 506534"/>
              <a:gd name="csY19" fmla="*/ 502359 h 821353"/>
              <a:gd name="csX20" fmla="*/ 314579 w 506534"/>
              <a:gd name="csY20" fmla="*/ 379191 h 821353"/>
              <a:gd name="csX21" fmla="*/ 228427 w 506534"/>
              <a:gd name="csY21" fmla="*/ 249823 h 821353"/>
              <a:gd name="csX22" fmla="*/ 142620 w 506534"/>
              <a:gd name="csY22" fmla="*/ 139523 h 821353"/>
              <a:gd name="csX23" fmla="*/ 65289 w 506534"/>
              <a:gd name="csY23" fmla="*/ 68620 h 821353"/>
              <a:gd name="csX24" fmla="*/ 39332 w 506534"/>
              <a:gd name="csY24" fmla="*/ 55422 h 821353"/>
              <a:gd name="csX25" fmla="*/ 56968 w 506534"/>
              <a:gd name="csY25" fmla="*/ 44293 h 821353"/>
              <a:gd name="csX26" fmla="*/ 55903 w 506534"/>
              <a:gd name="csY26" fmla="*/ 99152 h 821353"/>
              <a:gd name="csX27" fmla="*/ 65652 w 506534"/>
              <a:gd name="csY27" fmla="*/ 205898 h 821353"/>
              <a:gd name="csX28" fmla="*/ 87968 w 506534"/>
              <a:gd name="csY28" fmla="*/ 340506 h 821353"/>
              <a:gd name="csX29" fmla="*/ 122789 w 506534"/>
              <a:gd name="csY29" fmla="*/ 492325 h 821353"/>
              <a:gd name="csX30" fmla="*/ 160523 w 506534"/>
              <a:gd name="csY30" fmla="*/ 589956 h 821353"/>
              <a:gd name="csX31" fmla="*/ 178794 w 506534"/>
              <a:gd name="csY31" fmla="*/ 637142 h 821353"/>
              <a:gd name="csX32" fmla="*/ 118037 w 506534"/>
              <a:gd name="csY32" fmla="*/ 656779 h 8213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506534" h="821353">
                <a:moveTo>
                  <a:pt x="118038" y="656795"/>
                </a:moveTo>
                <a:cubicBezTo>
                  <a:pt x="110864" y="641547"/>
                  <a:pt x="108516" y="624344"/>
                  <a:pt x="104832" y="607997"/>
                </a:cubicBezTo>
                <a:cubicBezTo>
                  <a:pt x="96601" y="572997"/>
                  <a:pt x="88887" y="538083"/>
                  <a:pt x="83271" y="502508"/>
                </a:cubicBezTo>
                <a:cubicBezTo>
                  <a:pt x="75088" y="450500"/>
                  <a:pt x="66219" y="398552"/>
                  <a:pt x="54483" y="347212"/>
                </a:cubicBezTo>
                <a:cubicBezTo>
                  <a:pt x="46022" y="302035"/>
                  <a:pt x="33887" y="257513"/>
                  <a:pt x="27309" y="212024"/>
                </a:cubicBezTo>
                <a:cubicBezTo>
                  <a:pt x="20717" y="176249"/>
                  <a:pt x="14846" y="140374"/>
                  <a:pt x="9556" y="104382"/>
                </a:cubicBezTo>
                <a:cubicBezTo>
                  <a:pt x="5718" y="84368"/>
                  <a:pt x="2284" y="64616"/>
                  <a:pt x="0" y="44405"/>
                </a:cubicBezTo>
                <a:cubicBezTo>
                  <a:pt x="913" y="15327"/>
                  <a:pt x="13860" y="8805"/>
                  <a:pt x="38868" y="0"/>
                </a:cubicBezTo>
                <a:cubicBezTo>
                  <a:pt x="60309" y="7088"/>
                  <a:pt x="74304" y="24866"/>
                  <a:pt x="89386" y="40796"/>
                </a:cubicBezTo>
                <a:cubicBezTo>
                  <a:pt x="114669" y="67205"/>
                  <a:pt x="136900" y="96224"/>
                  <a:pt x="159853" y="124619"/>
                </a:cubicBezTo>
                <a:cubicBezTo>
                  <a:pt x="191740" y="159811"/>
                  <a:pt x="219400" y="197889"/>
                  <a:pt x="246494" y="236852"/>
                </a:cubicBezTo>
                <a:cubicBezTo>
                  <a:pt x="276140" y="279909"/>
                  <a:pt x="304183" y="323984"/>
                  <a:pt x="332618" y="367821"/>
                </a:cubicBezTo>
                <a:cubicBezTo>
                  <a:pt x="360149" y="406837"/>
                  <a:pt x="383022" y="448362"/>
                  <a:pt x="406109" y="490017"/>
                </a:cubicBezTo>
                <a:cubicBezTo>
                  <a:pt x="422370" y="530803"/>
                  <a:pt x="440707" y="570561"/>
                  <a:pt x="455434" y="612004"/>
                </a:cubicBezTo>
                <a:cubicBezTo>
                  <a:pt x="469179" y="648835"/>
                  <a:pt x="479754" y="686674"/>
                  <a:pt x="491255" y="724228"/>
                </a:cubicBezTo>
                <a:cubicBezTo>
                  <a:pt x="496158" y="753681"/>
                  <a:pt x="500581" y="783128"/>
                  <a:pt x="506339" y="812417"/>
                </a:cubicBezTo>
                <a:cubicBezTo>
                  <a:pt x="508196" y="821858"/>
                  <a:pt x="496270" y="825043"/>
                  <a:pt x="493193" y="815927"/>
                </a:cubicBezTo>
                <a:cubicBezTo>
                  <a:pt x="483700" y="787795"/>
                  <a:pt x="473244" y="760198"/>
                  <a:pt x="461587" y="732826"/>
                </a:cubicBezTo>
                <a:cubicBezTo>
                  <a:pt x="451054" y="695425"/>
                  <a:pt x="439285" y="658391"/>
                  <a:pt x="428315" y="621098"/>
                </a:cubicBezTo>
                <a:cubicBezTo>
                  <a:pt x="414948" y="580723"/>
                  <a:pt x="404163" y="538971"/>
                  <a:pt x="381812" y="502359"/>
                </a:cubicBezTo>
                <a:cubicBezTo>
                  <a:pt x="362192" y="459928"/>
                  <a:pt x="338370" y="419392"/>
                  <a:pt x="314579" y="379191"/>
                </a:cubicBezTo>
                <a:cubicBezTo>
                  <a:pt x="287525" y="334998"/>
                  <a:pt x="259185" y="291553"/>
                  <a:pt x="228427" y="249823"/>
                </a:cubicBezTo>
                <a:cubicBezTo>
                  <a:pt x="200641" y="212352"/>
                  <a:pt x="173078" y="174796"/>
                  <a:pt x="142620" y="139523"/>
                </a:cubicBezTo>
                <a:cubicBezTo>
                  <a:pt x="118775" y="113789"/>
                  <a:pt x="94236" y="88705"/>
                  <a:pt x="65289" y="68620"/>
                </a:cubicBezTo>
                <a:cubicBezTo>
                  <a:pt x="60917" y="65735"/>
                  <a:pt x="35549" y="45844"/>
                  <a:pt x="39332" y="55422"/>
                </a:cubicBezTo>
                <a:cubicBezTo>
                  <a:pt x="40795" y="54396"/>
                  <a:pt x="64797" y="39379"/>
                  <a:pt x="56968" y="44293"/>
                </a:cubicBezTo>
                <a:cubicBezTo>
                  <a:pt x="56065" y="62499"/>
                  <a:pt x="54043" y="80867"/>
                  <a:pt x="55903" y="99152"/>
                </a:cubicBezTo>
                <a:cubicBezTo>
                  <a:pt x="58801" y="134801"/>
                  <a:pt x="61093" y="170388"/>
                  <a:pt x="65652" y="205898"/>
                </a:cubicBezTo>
                <a:cubicBezTo>
                  <a:pt x="73478" y="250672"/>
                  <a:pt x="78158" y="296035"/>
                  <a:pt x="87968" y="340506"/>
                </a:cubicBezTo>
                <a:cubicBezTo>
                  <a:pt x="96760" y="391648"/>
                  <a:pt x="106475" y="442995"/>
                  <a:pt x="122789" y="492325"/>
                </a:cubicBezTo>
                <a:cubicBezTo>
                  <a:pt x="134773" y="525101"/>
                  <a:pt x="146531" y="558029"/>
                  <a:pt x="160523" y="589956"/>
                </a:cubicBezTo>
                <a:cubicBezTo>
                  <a:pt x="167065" y="605453"/>
                  <a:pt x="174680" y="620746"/>
                  <a:pt x="178794" y="637142"/>
                </a:cubicBezTo>
                <a:cubicBezTo>
                  <a:pt x="189783" y="680934"/>
                  <a:pt x="137258" y="697633"/>
                  <a:pt x="118037" y="65677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11AA96FC-1370-1297-CE50-7228184EC199}"/>
              </a:ext>
            </a:extLst>
          </p:cNvPr>
          <p:cNvSpPr/>
          <p:nvPr/>
        </p:nvSpPr>
        <p:spPr>
          <a:xfrm>
            <a:off x="6520520" y="1579866"/>
            <a:ext cx="650490" cy="1218693"/>
          </a:xfrm>
          <a:custGeom>
            <a:avLst/>
            <a:gdLst>
              <a:gd name="csX0" fmla="*/ 353492 w 650490"/>
              <a:gd name="csY0" fmla="*/ 1207162 h 1218693"/>
              <a:gd name="csX1" fmla="*/ 323261 w 650490"/>
              <a:gd name="csY1" fmla="*/ 1150140 h 1218693"/>
              <a:gd name="csX2" fmla="*/ 262324 w 650490"/>
              <a:gd name="csY2" fmla="*/ 1022848 h 1218693"/>
              <a:gd name="csX3" fmla="*/ 186828 w 650490"/>
              <a:gd name="csY3" fmla="*/ 878839 h 1218693"/>
              <a:gd name="csX4" fmla="*/ 127261 w 650490"/>
              <a:gd name="csY4" fmla="*/ 718162 h 1218693"/>
              <a:gd name="csX5" fmla="*/ 76715 w 650490"/>
              <a:gd name="csY5" fmla="*/ 570306 h 1218693"/>
              <a:gd name="csX6" fmla="*/ 39107 w 650490"/>
              <a:gd name="csY6" fmla="*/ 444557 h 1218693"/>
              <a:gd name="csX7" fmla="*/ 21693 w 650490"/>
              <a:gd name="csY7" fmla="*/ 332638 h 1218693"/>
              <a:gd name="csX8" fmla="*/ 9781 w 650490"/>
              <a:gd name="csY8" fmla="*/ 252311 h 1218693"/>
              <a:gd name="csX9" fmla="*/ 3281 w 650490"/>
              <a:gd name="csY9" fmla="*/ 185956 h 1218693"/>
              <a:gd name="csX10" fmla="*/ 9 w 650490"/>
              <a:gd name="csY10" fmla="*/ 143002 h 1218693"/>
              <a:gd name="csX11" fmla="*/ 14228 w 650490"/>
              <a:gd name="csY11" fmla="*/ 85319 h 1218693"/>
              <a:gd name="csX12" fmla="*/ 25947 w 650490"/>
              <a:gd name="csY12" fmla="*/ 46743 h 1218693"/>
              <a:gd name="csX13" fmla="*/ 54404 w 650490"/>
              <a:gd name="csY13" fmla="*/ 9775 h 1218693"/>
              <a:gd name="csX14" fmla="*/ 119146 w 650490"/>
              <a:gd name="csY14" fmla="*/ 2702 h 1218693"/>
              <a:gd name="csX15" fmla="*/ 199732 w 650490"/>
              <a:gd name="csY15" fmla="*/ 56346 h 1218693"/>
              <a:gd name="csX16" fmla="*/ 307107 w 650490"/>
              <a:gd name="csY16" fmla="*/ 147635 h 1218693"/>
              <a:gd name="csX17" fmla="*/ 426912 w 650490"/>
              <a:gd name="csY17" fmla="*/ 274718 h 1218693"/>
              <a:gd name="csX18" fmla="*/ 539479 w 650490"/>
              <a:gd name="csY18" fmla="*/ 416431 h 1218693"/>
              <a:gd name="csX19" fmla="*/ 615938 w 650490"/>
              <a:gd name="csY19" fmla="*/ 566231 h 1218693"/>
              <a:gd name="csX20" fmla="*/ 649835 w 650490"/>
              <a:gd name="csY20" fmla="*/ 644085 h 1218693"/>
              <a:gd name="csX21" fmla="*/ 637243 w 650490"/>
              <a:gd name="csY21" fmla="*/ 649242 h 1218693"/>
              <a:gd name="csX22" fmla="*/ 603661 w 650490"/>
              <a:gd name="csY22" fmla="*/ 572099 h 1218693"/>
              <a:gd name="csX23" fmla="*/ 520222 w 650490"/>
              <a:gd name="csY23" fmla="*/ 429834 h 1218693"/>
              <a:gd name="csX24" fmla="*/ 406532 w 650490"/>
              <a:gd name="csY24" fmla="*/ 294007 h 1218693"/>
              <a:gd name="csX25" fmla="*/ 284288 w 650490"/>
              <a:gd name="csY25" fmla="*/ 173316 h 1218693"/>
              <a:gd name="csX26" fmla="*/ 175941 w 650490"/>
              <a:gd name="csY26" fmla="*/ 93054 h 1218693"/>
              <a:gd name="csX27" fmla="*/ 102983 w 650490"/>
              <a:gd name="csY27" fmla="*/ 66600 h 1218693"/>
              <a:gd name="csX28" fmla="*/ 91672 w 650490"/>
              <a:gd name="csY28" fmla="*/ 62542 h 1218693"/>
              <a:gd name="csX29" fmla="*/ 86488 w 650490"/>
              <a:gd name="csY29" fmla="*/ 69444 h 1218693"/>
              <a:gd name="csX30" fmla="*/ 71769 w 650490"/>
              <a:gd name="csY30" fmla="*/ 104821 h 1218693"/>
              <a:gd name="csX31" fmla="*/ 64881 w 650490"/>
              <a:gd name="csY31" fmla="*/ 140691 h 1218693"/>
              <a:gd name="csX32" fmla="*/ 64194 w 650490"/>
              <a:gd name="csY32" fmla="*/ 184694 h 1218693"/>
              <a:gd name="csX33" fmla="*/ 63981 w 650490"/>
              <a:gd name="csY33" fmla="*/ 248314 h 1218693"/>
              <a:gd name="csX34" fmla="*/ 65170 w 650490"/>
              <a:gd name="csY34" fmla="*/ 328528 h 1218693"/>
              <a:gd name="csX35" fmla="*/ 77237 w 650490"/>
              <a:gd name="csY35" fmla="*/ 436742 h 1218693"/>
              <a:gd name="csX36" fmla="*/ 105342 w 650490"/>
              <a:gd name="csY36" fmla="*/ 561443 h 1218693"/>
              <a:gd name="csX37" fmla="*/ 146838 w 650490"/>
              <a:gd name="csY37" fmla="*/ 711957 h 1218693"/>
              <a:gd name="csX38" fmla="*/ 203849 w 650490"/>
              <a:gd name="csY38" fmla="*/ 870682 h 1218693"/>
              <a:gd name="csX39" fmla="*/ 278346 w 650490"/>
              <a:gd name="csY39" fmla="*/ 1014300 h 1218693"/>
              <a:gd name="csX40" fmla="*/ 353637 w 650490"/>
              <a:gd name="csY40" fmla="*/ 1131048 h 1218693"/>
              <a:gd name="csX41" fmla="*/ 393838 w 650490"/>
              <a:gd name="csY41" fmla="*/ 1179406 h 1218693"/>
              <a:gd name="csX42" fmla="*/ 353486 w 650490"/>
              <a:gd name="csY42" fmla="*/ 1207150 h 1218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650490" h="1218693">
                <a:moveTo>
                  <a:pt x="353492" y="1207162"/>
                </a:moveTo>
                <a:cubicBezTo>
                  <a:pt x="340825" y="1190014"/>
                  <a:pt x="332625" y="1169482"/>
                  <a:pt x="323261" y="1150140"/>
                </a:cubicBezTo>
                <a:cubicBezTo>
                  <a:pt x="304177" y="1107087"/>
                  <a:pt x="281625" y="1065893"/>
                  <a:pt x="262324" y="1022848"/>
                </a:cubicBezTo>
                <a:cubicBezTo>
                  <a:pt x="237981" y="974357"/>
                  <a:pt x="209019" y="928378"/>
                  <a:pt x="186828" y="878839"/>
                </a:cubicBezTo>
                <a:cubicBezTo>
                  <a:pt x="162717" y="826904"/>
                  <a:pt x="143820" y="772903"/>
                  <a:pt x="127261" y="718162"/>
                </a:cubicBezTo>
                <a:cubicBezTo>
                  <a:pt x="112620" y="668038"/>
                  <a:pt x="93251" y="619760"/>
                  <a:pt x="76715" y="570306"/>
                </a:cubicBezTo>
                <a:cubicBezTo>
                  <a:pt x="59465" y="529916"/>
                  <a:pt x="50217" y="486851"/>
                  <a:pt x="39107" y="444557"/>
                </a:cubicBezTo>
                <a:cubicBezTo>
                  <a:pt x="31683" y="407485"/>
                  <a:pt x="27617" y="369963"/>
                  <a:pt x="21693" y="332638"/>
                </a:cubicBezTo>
                <a:cubicBezTo>
                  <a:pt x="19262" y="305336"/>
                  <a:pt x="11530" y="279593"/>
                  <a:pt x="9781" y="252311"/>
                </a:cubicBezTo>
                <a:cubicBezTo>
                  <a:pt x="7030" y="230199"/>
                  <a:pt x="5055" y="208187"/>
                  <a:pt x="3281" y="185956"/>
                </a:cubicBezTo>
                <a:cubicBezTo>
                  <a:pt x="831" y="171735"/>
                  <a:pt x="1006" y="157240"/>
                  <a:pt x="9" y="143002"/>
                </a:cubicBezTo>
                <a:cubicBezTo>
                  <a:pt x="-309" y="122732"/>
                  <a:pt x="8099" y="104002"/>
                  <a:pt x="14228" y="85319"/>
                </a:cubicBezTo>
                <a:cubicBezTo>
                  <a:pt x="18234" y="72118"/>
                  <a:pt x="22013" y="59479"/>
                  <a:pt x="25947" y="46743"/>
                </a:cubicBezTo>
                <a:cubicBezTo>
                  <a:pt x="29525" y="29306"/>
                  <a:pt x="42254" y="20989"/>
                  <a:pt x="54404" y="9775"/>
                </a:cubicBezTo>
                <a:cubicBezTo>
                  <a:pt x="74757" y="-3216"/>
                  <a:pt x="96374" y="-622"/>
                  <a:pt x="119146" y="2702"/>
                </a:cubicBezTo>
                <a:cubicBezTo>
                  <a:pt x="149260" y="15403"/>
                  <a:pt x="174302" y="36236"/>
                  <a:pt x="199732" y="56346"/>
                </a:cubicBezTo>
                <a:cubicBezTo>
                  <a:pt x="236996" y="85008"/>
                  <a:pt x="271311" y="117226"/>
                  <a:pt x="307107" y="147635"/>
                </a:cubicBezTo>
                <a:cubicBezTo>
                  <a:pt x="348462" y="188537"/>
                  <a:pt x="388213" y="231254"/>
                  <a:pt x="426912" y="274718"/>
                </a:cubicBezTo>
                <a:cubicBezTo>
                  <a:pt x="467825" y="319081"/>
                  <a:pt x="503185" y="368196"/>
                  <a:pt x="539479" y="416431"/>
                </a:cubicBezTo>
                <a:cubicBezTo>
                  <a:pt x="572265" y="462463"/>
                  <a:pt x="595963" y="513624"/>
                  <a:pt x="615938" y="566231"/>
                </a:cubicBezTo>
                <a:cubicBezTo>
                  <a:pt x="628267" y="591731"/>
                  <a:pt x="639104" y="617888"/>
                  <a:pt x="649835" y="644085"/>
                </a:cubicBezTo>
                <a:cubicBezTo>
                  <a:pt x="653482" y="652989"/>
                  <a:pt x="640889" y="658147"/>
                  <a:pt x="637243" y="649242"/>
                </a:cubicBezTo>
                <a:cubicBezTo>
                  <a:pt x="626613" y="623285"/>
                  <a:pt x="615877" y="597365"/>
                  <a:pt x="603661" y="572099"/>
                </a:cubicBezTo>
                <a:cubicBezTo>
                  <a:pt x="575841" y="524591"/>
                  <a:pt x="550003" y="476183"/>
                  <a:pt x="520222" y="429834"/>
                </a:cubicBezTo>
                <a:cubicBezTo>
                  <a:pt x="487911" y="379366"/>
                  <a:pt x="449285" y="335923"/>
                  <a:pt x="406532" y="294007"/>
                </a:cubicBezTo>
                <a:cubicBezTo>
                  <a:pt x="365893" y="253609"/>
                  <a:pt x="327956" y="210598"/>
                  <a:pt x="284288" y="173316"/>
                </a:cubicBezTo>
                <a:cubicBezTo>
                  <a:pt x="251268" y="142588"/>
                  <a:pt x="214850" y="115918"/>
                  <a:pt x="175941" y="93054"/>
                </a:cubicBezTo>
                <a:cubicBezTo>
                  <a:pt x="152419" y="82172"/>
                  <a:pt x="129064" y="69985"/>
                  <a:pt x="102983" y="66600"/>
                </a:cubicBezTo>
                <a:cubicBezTo>
                  <a:pt x="98261" y="64905"/>
                  <a:pt x="95307" y="61764"/>
                  <a:pt x="91672" y="62542"/>
                </a:cubicBezTo>
                <a:cubicBezTo>
                  <a:pt x="90143" y="64578"/>
                  <a:pt x="87685" y="66584"/>
                  <a:pt x="86488" y="69444"/>
                </a:cubicBezTo>
                <a:cubicBezTo>
                  <a:pt x="81538" y="81083"/>
                  <a:pt x="76196" y="92501"/>
                  <a:pt x="71769" y="104821"/>
                </a:cubicBezTo>
                <a:cubicBezTo>
                  <a:pt x="68110" y="116680"/>
                  <a:pt x="63923" y="127727"/>
                  <a:pt x="64881" y="140691"/>
                </a:cubicBezTo>
                <a:cubicBezTo>
                  <a:pt x="64942" y="155239"/>
                  <a:pt x="66548" y="170106"/>
                  <a:pt x="64194" y="184694"/>
                </a:cubicBezTo>
                <a:cubicBezTo>
                  <a:pt x="63843" y="205963"/>
                  <a:pt x="62942" y="227069"/>
                  <a:pt x="63981" y="248314"/>
                </a:cubicBezTo>
                <a:cubicBezTo>
                  <a:pt x="66382" y="275193"/>
                  <a:pt x="62723" y="301577"/>
                  <a:pt x="65170" y="328528"/>
                </a:cubicBezTo>
                <a:cubicBezTo>
                  <a:pt x="66606" y="364842"/>
                  <a:pt x="70138" y="401069"/>
                  <a:pt x="77237" y="436742"/>
                </a:cubicBezTo>
                <a:cubicBezTo>
                  <a:pt x="85420" y="478596"/>
                  <a:pt x="94769" y="520067"/>
                  <a:pt x="105342" y="561443"/>
                </a:cubicBezTo>
                <a:cubicBezTo>
                  <a:pt x="119612" y="611540"/>
                  <a:pt x="131019" y="662275"/>
                  <a:pt x="146838" y="711957"/>
                </a:cubicBezTo>
                <a:cubicBezTo>
                  <a:pt x="164468" y="765314"/>
                  <a:pt x="178952" y="820037"/>
                  <a:pt x="203849" y="870682"/>
                </a:cubicBezTo>
                <a:cubicBezTo>
                  <a:pt x="228366" y="918763"/>
                  <a:pt x="250947" y="967723"/>
                  <a:pt x="278346" y="1014300"/>
                </a:cubicBezTo>
                <a:cubicBezTo>
                  <a:pt x="302891" y="1053645"/>
                  <a:pt x="324493" y="1094889"/>
                  <a:pt x="353637" y="1131048"/>
                </a:cubicBezTo>
                <a:cubicBezTo>
                  <a:pt x="367097" y="1147173"/>
                  <a:pt x="381501" y="1162846"/>
                  <a:pt x="393838" y="1179406"/>
                </a:cubicBezTo>
                <a:cubicBezTo>
                  <a:pt x="414524" y="1207174"/>
                  <a:pt x="374060" y="1235002"/>
                  <a:pt x="353486" y="120715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C4854A9B-295F-1E63-294A-415D54DA03A8}"/>
              </a:ext>
            </a:extLst>
          </p:cNvPr>
          <p:cNvSpPr/>
          <p:nvPr/>
        </p:nvSpPr>
        <p:spPr>
          <a:xfrm>
            <a:off x="7040072" y="1528850"/>
            <a:ext cx="428039" cy="945419"/>
          </a:xfrm>
          <a:custGeom>
            <a:avLst/>
            <a:gdLst>
              <a:gd name="csX0" fmla="*/ 170172 w 428039"/>
              <a:gd name="csY0" fmla="*/ 932994 h 945419"/>
              <a:gd name="csX1" fmla="*/ 148137 w 428039"/>
              <a:gd name="csY1" fmla="*/ 859669 h 945419"/>
              <a:gd name="csX2" fmla="*/ 103523 w 428039"/>
              <a:gd name="csY2" fmla="*/ 726119 h 945419"/>
              <a:gd name="csX3" fmla="*/ 58870 w 428039"/>
              <a:gd name="csY3" fmla="*/ 564604 h 945419"/>
              <a:gd name="csX4" fmla="*/ 29199 w 428039"/>
              <a:gd name="csY4" fmla="*/ 398545 h 945419"/>
              <a:gd name="csX5" fmla="*/ 10541 w 428039"/>
              <a:gd name="csY5" fmla="*/ 271996 h 945419"/>
              <a:gd name="csX6" fmla="*/ 3433 w 428039"/>
              <a:gd name="csY6" fmla="*/ 167697 h 945419"/>
              <a:gd name="csX7" fmla="*/ 154 w 428039"/>
              <a:gd name="csY7" fmla="*/ 91149 h 945419"/>
              <a:gd name="csX8" fmla="*/ 9067 w 428039"/>
              <a:gd name="csY8" fmla="*/ 35099 h 945419"/>
              <a:gd name="csX9" fmla="*/ 51836 w 428039"/>
              <a:gd name="csY9" fmla="*/ 0 h 945419"/>
              <a:gd name="csX10" fmla="*/ 135865 w 428039"/>
              <a:gd name="csY10" fmla="*/ 39860 h 945419"/>
              <a:gd name="csX11" fmla="*/ 254289 w 428039"/>
              <a:gd name="csY11" fmla="*/ 131254 h 945419"/>
              <a:gd name="csX12" fmla="*/ 364827 w 428039"/>
              <a:gd name="csY12" fmla="*/ 251326 h 945419"/>
              <a:gd name="csX13" fmla="*/ 426583 w 428039"/>
              <a:gd name="csY13" fmla="*/ 335826 h 945419"/>
              <a:gd name="csX14" fmla="*/ 415521 w 428039"/>
              <a:gd name="csY14" fmla="*/ 343749 h 945419"/>
              <a:gd name="csX15" fmla="*/ 354029 w 428039"/>
              <a:gd name="csY15" fmla="*/ 259606 h 945419"/>
              <a:gd name="csX16" fmla="*/ 245682 w 428039"/>
              <a:gd name="csY16" fmla="*/ 141791 h 945419"/>
              <a:gd name="csX17" fmla="*/ 125296 w 428039"/>
              <a:gd name="csY17" fmla="*/ 57868 h 945419"/>
              <a:gd name="csX18" fmla="*/ 55062 w 428039"/>
              <a:gd name="csY18" fmla="*/ 32950 h 945419"/>
              <a:gd name="csX19" fmla="*/ 39851 w 428039"/>
              <a:gd name="csY19" fmla="*/ 44933 h 945419"/>
              <a:gd name="csX20" fmla="*/ 28389 w 428039"/>
              <a:gd name="csY20" fmla="*/ 92995 h 945419"/>
              <a:gd name="csX21" fmla="*/ 22440 w 428039"/>
              <a:gd name="csY21" fmla="*/ 167645 h 945419"/>
              <a:gd name="csX22" fmla="*/ 24745 w 428039"/>
              <a:gd name="csY22" fmla="*/ 270620 h 945419"/>
              <a:gd name="csX23" fmla="*/ 42597 w 428039"/>
              <a:gd name="csY23" fmla="*/ 396130 h 945419"/>
              <a:gd name="csX24" fmla="*/ 72229 w 428039"/>
              <a:gd name="csY24" fmla="*/ 561970 h 945419"/>
              <a:gd name="csX25" fmla="*/ 116735 w 428039"/>
              <a:gd name="csY25" fmla="*/ 720761 h 945419"/>
              <a:gd name="csX26" fmla="*/ 175184 w 428039"/>
              <a:gd name="csY26" fmla="*/ 849711 h 945419"/>
              <a:gd name="csX27" fmla="*/ 205588 w 428039"/>
              <a:gd name="csY27" fmla="*/ 914204 h 945419"/>
              <a:gd name="csX28" fmla="*/ 170180 w 428039"/>
              <a:gd name="csY28" fmla="*/ 932990 h 945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428039" h="945419">
                <a:moveTo>
                  <a:pt x="170172" y="932994"/>
                </a:moveTo>
                <a:cubicBezTo>
                  <a:pt x="159802" y="909512"/>
                  <a:pt x="154500" y="884307"/>
                  <a:pt x="148137" y="859669"/>
                </a:cubicBezTo>
                <a:cubicBezTo>
                  <a:pt x="134447" y="814790"/>
                  <a:pt x="120582" y="769858"/>
                  <a:pt x="103523" y="726119"/>
                </a:cubicBezTo>
                <a:cubicBezTo>
                  <a:pt x="82578" y="674045"/>
                  <a:pt x="69695" y="619516"/>
                  <a:pt x="58870" y="564604"/>
                </a:cubicBezTo>
                <a:cubicBezTo>
                  <a:pt x="49161" y="509220"/>
                  <a:pt x="39184" y="453885"/>
                  <a:pt x="29199" y="398545"/>
                </a:cubicBezTo>
                <a:cubicBezTo>
                  <a:pt x="20947" y="356655"/>
                  <a:pt x="15487" y="314347"/>
                  <a:pt x="10541" y="271996"/>
                </a:cubicBezTo>
                <a:cubicBezTo>
                  <a:pt x="7877" y="237254"/>
                  <a:pt x="5052" y="202515"/>
                  <a:pt x="3433" y="167697"/>
                </a:cubicBezTo>
                <a:cubicBezTo>
                  <a:pt x="809" y="142327"/>
                  <a:pt x="32" y="116626"/>
                  <a:pt x="154" y="91149"/>
                </a:cubicBezTo>
                <a:cubicBezTo>
                  <a:pt x="-1046" y="71864"/>
                  <a:pt x="5021" y="53650"/>
                  <a:pt x="9067" y="35099"/>
                </a:cubicBezTo>
                <a:cubicBezTo>
                  <a:pt x="18329" y="12394"/>
                  <a:pt x="28844" y="4991"/>
                  <a:pt x="51836" y="0"/>
                </a:cubicBezTo>
                <a:cubicBezTo>
                  <a:pt x="83162" y="5057"/>
                  <a:pt x="109752" y="22779"/>
                  <a:pt x="135865" y="39860"/>
                </a:cubicBezTo>
                <a:cubicBezTo>
                  <a:pt x="175119" y="70647"/>
                  <a:pt x="215644" y="99681"/>
                  <a:pt x="254289" y="131254"/>
                </a:cubicBezTo>
                <a:cubicBezTo>
                  <a:pt x="296668" y="165963"/>
                  <a:pt x="331640" y="208064"/>
                  <a:pt x="364827" y="251326"/>
                </a:cubicBezTo>
                <a:cubicBezTo>
                  <a:pt x="386442" y="278860"/>
                  <a:pt x="407283" y="306649"/>
                  <a:pt x="426583" y="335826"/>
                </a:cubicBezTo>
                <a:cubicBezTo>
                  <a:pt x="431891" y="343851"/>
                  <a:pt x="421423" y="351347"/>
                  <a:pt x="415521" y="343749"/>
                </a:cubicBezTo>
                <a:cubicBezTo>
                  <a:pt x="394189" y="316296"/>
                  <a:pt x="374035" y="288065"/>
                  <a:pt x="354029" y="259606"/>
                </a:cubicBezTo>
                <a:cubicBezTo>
                  <a:pt x="321492" y="217171"/>
                  <a:pt x="287240" y="175839"/>
                  <a:pt x="245682" y="141791"/>
                </a:cubicBezTo>
                <a:cubicBezTo>
                  <a:pt x="207852" y="110871"/>
                  <a:pt x="169587" y="79136"/>
                  <a:pt x="125296" y="57868"/>
                </a:cubicBezTo>
                <a:cubicBezTo>
                  <a:pt x="102410" y="47042"/>
                  <a:pt x="81165" y="31872"/>
                  <a:pt x="55062" y="32950"/>
                </a:cubicBezTo>
                <a:cubicBezTo>
                  <a:pt x="50516" y="36531"/>
                  <a:pt x="36977" y="31717"/>
                  <a:pt x="39851" y="44933"/>
                </a:cubicBezTo>
                <a:cubicBezTo>
                  <a:pt x="34540" y="60714"/>
                  <a:pt x="29671" y="76227"/>
                  <a:pt x="28389" y="92995"/>
                </a:cubicBezTo>
                <a:cubicBezTo>
                  <a:pt x="25761" y="117780"/>
                  <a:pt x="24680" y="142770"/>
                  <a:pt x="22440" y="167645"/>
                </a:cubicBezTo>
                <a:cubicBezTo>
                  <a:pt x="21365" y="202088"/>
                  <a:pt x="20005" y="236332"/>
                  <a:pt x="24745" y="270620"/>
                </a:cubicBezTo>
                <a:cubicBezTo>
                  <a:pt x="28951" y="312708"/>
                  <a:pt x="34356" y="354602"/>
                  <a:pt x="42597" y="396130"/>
                </a:cubicBezTo>
                <a:cubicBezTo>
                  <a:pt x="52570" y="451394"/>
                  <a:pt x="62537" y="506658"/>
                  <a:pt x="72229" y="561970"/>
                </a:cubicBezTo>
                <a:cubicBezTo>
                  <a:pt x="82864" y="615970"/>
                  <a:pt x="95071" y="669936"/>
                  <a:pt x="116735" y="720761"/>
                </a:cubicBezTo>
                <a:cubicBezTo>
                  <a:pt x="135040" y="764278"/>
                  <a:pt x="157362" y="805959"/>
                  <a:pt x="175184" y="849711"/>
                </a:cubicBezTo>
                <a:cubicBezTo>
                  <a:pt x="185487" y="871034"/>
                  <a:pt x="196136" y="892494"/>
                  <a:pt x="205588" y="914204"/>
                </a:cubicBezTo>
                <a:cubicBezTo>
                  <a:pt x="216903" y="940190"/>
                  <a:pt x="181631" y="958916"/>
                  <a:pt x="170180" y="93299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DDA7FE14-3848-32F3-E64B-5AB483800215}"/>
              </a:ext>
            </a:extLst>
          </p:cNvPr>
          <p:cNvSpPr/>
          <p:nvPr/>
        </p:nvSpPr>
        <p:spPr>
          <a:xfrm>
            <a:off x="7226569" y="1937158"/>
            <a:ext cx="390314" cy="523933"/>
          </a:xfrm>
          <a:custGeom>
            <a:avLst/>
            <a:gdLst>
              <a:gd name="csX0" fmla="*/ 11203 w 390314"/>
              <a:gd name="csY0" fmla="*/ 507542 h 523933"/>
              <a:gd name="csX1" fmla="*/ 15175 w 390314"/>
              <a:gd name="csY1" fmla="*/ 445932 h 523933"/>
              <a:gd name="csX2" fmla="*/ 13105 w 390314"/>
              <a:gd name="csY2" fmla="*/ 344519 h 523933"/>
              <a:gd name="csX3" fmla="*/ 12179 w 390314"/>
              <a:gd name="csY3" fmla="*/ 239554 h 523933"/>
              <a:gd name="csX4" fmla="*/ 6147 w 390314"/>
              <a:gd name="csY4" fmla="*/ 164232 h 523933"/>
              <a:gd name="csX5" fmla="*/ 1544 w 390314"/>
              <a:gd name="csY5" fmla="*/ 102402 h 523933"/>
              <a:gd name="csX6" fmla="*/ 4718 w 390314"/>
              <a:gd name="csY6" fmla="*/ 50112 h 523933"/>
              <a:gd name="csX7" fmla="*/ 24308 w 390314"/>
              <a:gd name="csY7" fmla="*/ 15136 h 523933"/>
              <a:gd name="csX8" fmla="*/ 69015 w 390314"/>
              <a:gd name="csY8" fmla="*/ 0 h 523933"/>
              <a:gd name="csX9" fmla="*/ 143148 w 390314"/>
              <a:gd name="csY9" fmla="*/ 37746 h 523933"/>
              <a:gd name="csX10" fmla="*/ 218249 w 390314"/>
              <a:gd name="csY10" fmla="*/ 120516 h 523933"/>
              <a:gd name="csX11" fmla="*/ 284592 w 390314"/>
              <a:gd name="csY11" fmla="*/ 240512 h 523933"/>
              <a:gd name="csX12" fmla="*/ 343375 w 390314"/>
              <a:gd name="csY12" fmla="*/ 363356 h 523933"/>
              <a:gd name="csX13" fmla="*/ 385359 w 390314"/>
              <a:gd name="csY13" fmla="*/ 468369 h 523933"/>
              <a:gd name="csX14" fmla="*/ 389887 w 390314"/>
              <a:gd name="csY14" fmla="*/ 482536 h 523933"/>
              <a:gd name="csX15" fmla="*/ 376925 w 390314"/>
              <a:gd name="csY15" fmla="*/ 486677 h 523933"/>
              <a:gd name="csX16" fmla="*/ 372463 w 390314"/>
              <a:gd name="csY16" fmla="*/ 472709 h 523933"/>
              <a:gd name="csX17" fmla="*/ 331036 w 390314"/>
              <a:gd name="csY17" fmla="*/ 369096 h 523933"/>
              <a:gd name="csX18" fmla="*/ 272518 w 390314"/>
              <a:gd name="csY18" fmla="*/ 246795 h 523933"/>
              <a:gd name="csX19" fmla="*/ 207062 w 390314"/>
              <a:gd name="csY19" fmla="*/ 128266 h 523933"/>
              <a:gd name="csX20" fmla="*/ 134043 w 390314"/>
              <a:gd name="csY20" fmla="*/ 51025 h 523933"/>
              <a:gd name="csX21" fmla="*/ 67779 w 390314"/>
              <a:gd name="csY21" fmla="*/ 25145 h 523933"/>
              <a:gd name="csX22" fmla="*/ 44525 w 390314"/>
              <a:gd name="csY22" fmla="*/ 33136 h 523933"/>
              <a:gd name="csX23" fmla="*/ 28642 w 390314"/>
              <a:gd name="csY23" fmla="*/ 55566 h 523933"/>
              <a:gd name="csX24" fmla="*/ 24873 w 390314"/>
              <a:gd name="csY24" fmla="*/ 101384 h 523933"/>
              <a:gd name="csX25" fmla="*/ 28393 w 390314"/>
              <a:gd name="csY25" fmla="*/ 162695 h 523933"/>
              <a:gd name="csX26" fmla="*/ 25785 w 390314"/>
              <a:gd name="csY26" fmla="*/ 239780 h 523933"/>
              <a:gd name="csX27" fmla="*/ 26703 w 390314"/>
              <a:gd name="csY27" fmla="*/ 344002 h 523933"/>
              <a:gd name="csX28" fmla="*/ 34679 w 390314"/>
              <a:gd name="csY28" fmla="*/ 444739 h 523933"/>
              <a:gd name="csX29" fmla="*/ 47039 w 390314"/>
              <a:gd name="csY29" fmla="*/ 503502 h 523933"/>
              <a:gd name="csX30" fmla="*/ 11204 w 390314"/>
              <a:gd name="csY30" fmla="*/ 507556 h 5239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390314" h="523933">
                <a:moveTo>
                  <a:pt x="11203" y="507542"/>
                </a:moveTo>
                <a:cubicBezTo>
                  <a:pt x="15001" y="487313"/>
                  <a:pt x="14823" y="466496"/>
                  <a:pt x="15175" y="445932"/>
                </a:cubicBezTo>
                <a:cubicBezTo>
                  <a:pt x="16649" y="412191"/>
                  <a:pt x="14497" y="378308"/>
                  <a:pt x="13105" y="344519"/>
                </a:cubicBezTo>
                <a:cubicBezTo>
                  <a:pt x="11442" y="309549"/>
                  <a:pt x="11725" y="274548"/>
                  <a:pt x="12179" y="239554"/>
                </a:cubicBezTo>
                <a:cubicBezTo>
                  <a:pt x="13151" y="214105"/>
                  <a:pt x="9924" y="189221"/>
                  <a:pt x="6147" y="164232"/>
                </a:cubicBezTo>
                <a:cubicBezTo>
                  <a:pt x="4127" y="143476"/>
                  <a:pt x="3237" y="122823"/>
                  <a:pt x="1544" y="102402"/>
                </a:cubicBezTo>
                <a:cubicBezTo>
                  <a:pt x="-2146" y="84580"/>
                  <a:pt x="1531" y="67528"/>
                  <a:pt x="4718" y="50112"/>
                </a:cubicBezTo>
                <a:cubicBezTo>
                  <a:pt x="6003" y="35205"/>
                  <a:pt x="16331" y="26367"/>
                  <a:pt x="24308" y="15136"/>
                </a:cubicBezTo>
                <a:cubicBezTo>
                  <a:pt x="37303" y="-1114"/>
                  <a:pt x="51064" y="1607"/>
                  <a:pt x="69015" y="0"/>
                </a:cubicBezTo>
                <a:cubicBezTo>
                  <a:pt x="97661" y="4698"/>
                  <a:pt x="120564" y="20653"/>
                  <a:pt x="143148" y="37746"/>
                </a:cubicBezTo>
                <a:cubicBezTo>
                  <a:pt x="172209" y="61699"/>
                  <a:pt x="196852" y="89657"/>
                  <a:pt x="218249" y="120516"/>
                </a:cubicBezTo>
                <a:cubicBezTo>
                  <a:pt x="242969" y="159013"/>
                  <a:pt x="263523" y="199962"/>
                  <a:pt x="284592" y="240512"/>
                </a:cubicBezTo>
                <a:cubicBezTo>
                  <a:pt x="304942" y="281090"/>
                  <a:pt x="324244" y="322189"/>
                  <a:pt x="343375" y="363356"/>
                </a:cubicBezTo>
                <a:cubicBezTo>
                  <a:pt x="360410" y="397285"/>
                  <a:pt x="372878" y="432720"/>
                  <a:pt x="385359" y="468369"/>
                </a:cubicBezTo>
                <a:cubicBezTo>
                  <a:pt x="386869" y="473091"/>
                  <a:pt x="388378" y="477814"/>
                  <a:pt x="389887" y="482536"/>
                </a:cubicBezTo>
                <a:cubicBezTo>
                  <a:pt x="392815" y="491701"/>
                  <a:pt x="379852" y="495842"/>
                  <a:pt x="376925" y="486677"/>
                </a:cubicBezTo>
                <a:cubicBezTo>
                  <a:pt x="375438" y="482021"/>
                  <a:pt x="373951" y="477365"/>
                  <a:pt x="372463" y="472709"/>
                </a:cubicBezTo>
                <a:cubicBezTo>
                  <a:pt x="360173" y="437584"/>
                  <a:pt x="346257" y="403094"/>
                  <a:pt x="331036" y="369096"/>
                </a:cubicBezTo>
                <a:cubicBezTo>
                  <a:pt x="311990" y="328113"/>
                  <a:pt x="292772" y="287195"/>
                  <a:pt x="272518" y="246795"/>
                </a:cubicBezTo>
                <a:cubicBezTo>
                  <a:pt x="251713" y="206750"/>
                  <a:pt x="231421" y="166313"/>
                  <a:pt x="207062" y="128266"/>
                </a:cubicBezTo>
                <a:cubicBezTo>
                  <a:pt x="186799" y="98937"/>
                  <a:pt x="164087" y="70811"/>
                  <a:pt x="134043" y="51025"/>
                </a:cubicBezTo>
                <a:cubicBezTo>
                  <a:pt x="112959" y="40008"/>
                  <a:pt x="92583" y="26469"/>
                  <a:pt x="67779" y="25145"/>
                </a:cubicBezTo>
                <a:cubicBezTo>
                  <a:pt x="59436" y="27588"/>
                  <a:pt x="50519" y="25283"/>
                  <a:pt x="44525" y="33136"/>
                </a:cubicBezTo>
                <a:cubicBezTo>
                  <a:pt x="39101" y="40629"/>
                  <a:pt x="32430" y="47014"/>
                  <a:pt x="28642" y="55566"/>
                </a:cubicBezTo>
                <a:cubicBezTo>
                  <a:pt x="27104" y="70793"/>
                  <a:pt x="25177" y="86014"/>
                  <a:pt x="24873" y="101384"/>
                </a:cubicBezTo>
                <a:cubicBezTo>
                  <a:pt x="25551" y="121596"/>
                  <a:pt x="26988" y="142111"/>
                  <a:pt x="28393" y="162695"/>
                </a:cubicBezTo>
                <a:cubicBezTo>
                  <a:pt x="27884" y="188373"/>
                  <a:pt x="27064" y="214092"/>
                  <a:pt x="25785" y="239780"/>
                </a:cubicBezTo>
                <a:cubicBezTo>
                  <a:pt x="25333" y="274523"/>
                  <a:pt x="25051" y="309276"/>
                  <a:pt x="26703" y="344002"/>
                </a:cubicBezTo>
                <a:cubicBezTo>
                  <a:pt x="28089" y="377664"/>
                  <a:pt x="28845" y="411542"/>
                  <a:pt x="34679" y="444739"/>
                </a:cubicBezTo>
                <a:cubicBezTo>
                  <a:pt x="37456" y="464521"/>
                  <a:pt x="39335" y="484984"/>
                  <a:pt x="47039" y="503502"/>
                </a:cubicBezTo>
                <a:cubicBezTo>
                  <a:pt x="56833" y="527047"/>
                  <a:pt x="6497" y="532618"/>
                  <a:pt x="11204" y="50755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4" name="任意多边形: 形状 93">
            <a:extLst>
              <a:ext uri="{FF2B5EF4-FFF2-40B4-BE49-F238E27FC236}">
                <a16:creationId xmlns:a16="http://schemas.microsoft.com/office/drawing/2014/main" id="{5F235FD0-5922-E5A5-1D20-EBBC56ECD1C2}"/>
              </a:ext>
            </a:extLst>
          </p:cNvPr>
          <p:cNvSpPr/>
          <p:nvPr/>
        </p:nvSpPr>
        <p:spPr>
          <a:xfrm>
            <a:off x="7437728" y="1726690"/>
            <a:ext cx="398177" cy="363527"/>
          </a:xfrm>
          <a:custGeom>
            <a:avLst/>
            <a:gdLst>
              <a:gd name="csX0" fmla="*/ 355 w 398177"/>
              <a:gd name="csY0" fmla="*/ 342058 h 363527"/>
              <a:gd name="csX1" fmla="*/ 5770 w 398177"/>
              <a:gd name="csY1" fmla="*/ 288820 h 363527"/>
              <a:gd name="csX2" fmla="*/ 18981 w 398177"/>
              <a:gd name="csY2" fmla="*/ 205706 h 363527"/>
              <a:gd name="csX3" fmla="*/ 47233 w 398177"/>
              <a:gd name="csY3" fmla="*/ 115864 h 363527"/>
              <a:gd name="csX4" fmla="*/ 103685 w 398177"/>
              <a:gd name="csY4" fmla="*/ 50588 h 363527"/>
              <a:gd name="csX5" fmla="*/ 169520 w 398177"/>
              <a:gd name="csY5" fmla="*/ 12767 h 363527"/>
              <a:gd name="csX6" fmla="*/ 244972 w 398177"/>
              <a:gd name="csY6" fmla="*/ 668 h 363527"/>
              <a:gd name="csX7" fmla="*/ 331069 w 398177"/>
              <a:gd name="csY7" fmla="*/ 61124 h 363527"/>
              <a:gd name="csX8" fmla="*/ 397613 w 398177"/>
              <a:gd name="csY8" fmla="*/ 180777 h 363527"/>
              <a:gd name="csX9" fmla="*/ 384870 w 398177"/>
              <a:gd name="csY9" fmla="*/ 185550 h 363527"/>
              <a:gd name="csX10" fmla="*/ 315521 w 398177"/>
              <a:gd name="csY10" fmla="*/ 77955 h 363527"/>
              <a:gd name="csX11" fmla="*/ 239081 w 398177"/>
              <a:gd name="csY11" fmla="*/ 33548 h 363527"/>
              <a:gd name="csX12" fmla="*/ 182829 w 398177"/>
              <a:gd name="csY12" fmla="*/ 41947 h 363527"/>
              <a:gd name="csX13" fmla="*/ 121361 w 398177"/>
              <a:gd name="csY13" fmla="*/ 74791 h 363527"/>
              <a:gd name="csX14" fmla="*/ 75082 w 398177"/>
              <a:gd name="csY14" fmla="*/ 128550 h 363527"/>
              <a:gd name="csX15" fmla="*/ 47094 w 398177"/>
              <a:gd name="csY15" fmla="*/ 211705 h 363527"/>
              <a:gd name="csX16" fmla="*/ 39879 w 398177"/>
              <a:gd name="csY16" fmla="*/ 289399 h 363527"/>
              <a:gd name="csX17" fmla="*/ 45951 w 398177"/>
              <a:gd name="csY17" fmla="*/ 337958 h 363527"/>
              <a:gd name="csX18" fmla="*/ 354 w 398177"/>
              <a:gd name="csY18" fmla="*/ 342051 h 3635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98177" h="363527">
                <a:moveTo>
                  <a:pt x="355" y="342058"/>
                </a:moveTo>
                <a:cubicBezTo>
                  <a:pt x="3416" y="324528"/>
                  <a:pt x="4556" y="306578"/>
                  <a:pt x="5770" y="288820"/>
                </a:cubicBezTo>
                <a:cubicBezTo>
                  <a:pt x="5837" y="260450"/>
                  <a:pt x="12247" y="233069"/>
                  <a:pt x="18981" y="205706"/>
                </a:cubicBezTo>
                <a:cubicBezTo>
                  <a:pt x="24880" y="174767"/>
                  <a:pt x="35608" y="145038"/>
                  <a:pt x="47233" y="115864"/>
                </a:cubicBezTo>
                <a:cubicBezTo>
                  <a:pt x="59953" y="88116"/>
                  <a:pt x="80298" y="69019"/>
                  <a:pt x="103685" y="50588"/>
                </a:cubicBezTo>
                <a:cubicBezTo>
                  <a:pt x="123848" y="34874"/>
                  <a:pt x="147074" y="24606"/>
                  <a:pt x="169520" y="12767"/>
                </a:cubicBezTo>
                <a:cubicBezTo>
                  <a:pt x="194106" y="-398"/>
                  <a:pt x="218431" y="-1004"/>
                  <a:pt x="244972" y="668"/>
                </a:cubicBezTo>
                <a:cubicBezTo>
                  <a:pt x="280131" y="11517"/>
                  <a:pt x="304968" y="36892"/>
                  <a:pt x="331069" y="61124"/>
                </a:cubicBezTo>
                <a:cubicBezTo>
                  <a:pt x="365274" y="93281"/>
                  <a:pt x="381488" y="137817"/>
                  <a:pt x="397613" y="180777"/>
                </a:cubicBezTo>
                <a:cubicBezTo>
                  <a:pt x="400993" y="189785"/>
                  <a:pt x="388239" y="194562"/>
                  <a:pt x="384870" y="185550"/>
                </a:cubicBezTo>
                <a:cubicBezTo>
                  <a:pt x="369453" y="144307"/>
                  <a:pt x="347480" y="108763"/>
                  <a:pt x="315521" y="77955"/>
                </a:cubicBezTo>
                <a:cubicBezTo>
                  <a:pt x="292251" y="59265"/>
                  <a:pt x="268993" y="40038"/>
                  <a:pt x="239081" y="33548"/>
                </a:cubicBezTo>
                <a:cubicBezTo>
                  <a:pt x="218582" y="32127"/>
                  <a:pt x="201759" y="30357"/>
                  <a:pt x="182829" y="41947"/>
                </a:cubicBezTo>
                <a:cubicBezTo>
                  <a:pt x="161363" y="51022"/>
                  <a:pt x="140915" y="61982"/>
                  <a:pt x="121361" y="74791"/>
                </a:cubicBezTo>
                <a:cubicBezTo>
                  <a:pt x="102671" y="89957"/>
                  <a:pt x="84990" y="105898"/>
                  <a:pt x="75082" y="128550"/>
                </a:cubicBezTo>
                <a:cubicBezTo>
                  <a:pt x="63204" y="155524"/>
                  <a:pt x="52099" y="182406"/>
                  <a:pt x="47094" y="211705"/>
                </a:cubicBezTo>
                <a:cubicBezTo>
                  <a:pt x="43530" y="237435"/>
                  <a:pt x="39507" y="263322"/>
                  <a:pt x="39879" y="289399"/>
                </a:cubicBezTo>
                <a:cubicBezTo>
                  <a:pt x="40649" y="305602"/>
                  <a:pt x="40450" y="322607"/>
                  <a:pt x="45951" y="337958"/>
                </a:cubicBezTo>
                <a:cubicBezTo>
                  <a:pt x="56871" y="368431"/>
                  <a:pt x="-5215" y="373939"/>
                  <a:pt x="354" y="34205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id="{506411A2-5055-02AD-B56E-505E883170F5}"/>
              </a:ext>
            </a:extLst>
          </p:cNvPr>
          <p:cNvSpPr/>
          <p:nvPr/>
        </p:nvSpPr>
        <p:spPr>
          <a:xfrm>
            <a:off x="7804231" y="1705313"/>
            <a:ext cx="512132" cy="510196"/>
          </a:xfrm>
          <a:custGeom>
            <a:avLst/>
            <a:gdLst>
              <a:gd name="csX0" fmla="*/ 278 w 512132"/>
              <a:gd name="csY0" fmla="*/ 470114 h 510196"/>
              <a:gd name="csX1" fmla="*/ 6456 w 512132"/>
              <a:gd name="csY1" fmla="*/ 423838 h 510196"/>
              <a:gd name="csX2" fmla="*/ 18179 w 512132"/>
              <a:gd name="csY2" fmla="*/ 329405 h 510196"/>
              <a:gd name="csX3" fmla="*/ 43702 w 512132"/>
              <a:gd name="csY3" fmla="*/ 222497 h 510196"/>
              <a:gd name="csX4" fmla="*/ 69520 w 512132"/>
              <a:gd name="csY4" fmla="*/ 132813 h 510196"/>
              <a:gd name="csX5" fmla="*/ 101688 w 512132"/>
              <a:gd name="csY5" fmla="*/ 67240 h 510196"/>
              <a:gd name="csX6" fmla="*/ 144434 w 512132"/>
              <a:gd name="csY6" fmla="*/ 23579 h 510196"/>
              <a:gd name="csX7" fmla="*/ 199834 w 512132"/>
              <a:gd name="csY7" fmla="*/ 45 h 510196"/>
              <a:gd name="csX8" fmla="*/ 278890 w 512132"/>
              <a:gd name="csY8" fmla="*/ 22437 h 510196"/>
              <a:gd name="csX9" fmla="*/ 355415 w 512132"/>
              <a:gd name="csY9" fmla="*/ 107704 h 510196"/>
              <a:gd name="csX10" fmla="*/ 420589 w 512132"/>
              <a:gd name="csY10" fmla="*/ 234006 h 510196"/>
              <a:gd name="csX11" fmla="*/ 478634 w 512132"/>
              <a:gd name="csY11" fmla="*/ 370251 h 510196"/>
              <a:gd name="csX12" fmla="*/ 511732 w 512132"/>
              <a:gd name="csY12" fmla="*/ 500982 h 510196"/>
              <a:gd name="csX13" fmla="*/ 498726 w 512132"/>
              <a:gd name="csY13" fmla="*/ 504984 h 510196"/>
              <a:gd name="csX14" fmla="*/ 448192 w 512132"/>
              <a:gd name="csY14" fmla="*/ 381550 h 510196"/>
              <a:gd name="csX15" fmla="*/ 391172 w 512132"/>
              <a:gd name="csY15" fmla="*/ 248323 h 510196"/>
              <a:gd name="csX16" fmla="*/ 324684 w 512132"/>
              <a:gd name="csY16" fmla="*/ 129166 h 510196"/>
              <a:gd name="csX17" fmla="*/ 257272 w 512132"/>
              <a:gd name="csY17" fmla="*/ 56051 h 510196"/>
              <a:gd name="csX18" fmla="*/ 202238 w 512132"/>
              <a:gd name="csY18" fmla="*/ 30615 h 510196"/>
              <a:gd name="csX19" fmla="*/ 160740 w 512132"/>
              <a:gd name="csY19" fmla="*/ 44552 h 510196"/>
              <a:gd name="csX20" fmla="*/ 122101 w 512132"/>
              <a:gd name="csY20" fmla="*/ 81544 h 510196"/>
              <a:gd name="csX21" fmla="*/ 88257 w 512132"/>
              <a:gd name="csY21" fmla="*/ 140278 h 510196"/>
              <a:gd name="csX22" fmla="*/ 57457 w 512132"/>
              <a:gd name="csY22" fmla="*/ 226009 h 510196"/>
              <a:gd name="csX23" fmla="*/ 33779 w 512132"/>
              <a:gd name="csY23" fmla="*/ 331889 h 510196"/>
              <a:gd name="csX24" fmla="*/ 25553 w 512132"/>
              <a:gd name="csY24" fmla="*/ 425055 h 510196"/>
              <a:gd name="csX25" fmla="*/ 29146 w 512132"/>
              <a:gd name="csY25" fmla="*/ 470097 h 510196"/>
              <a:gd name="csX26" fmla="*/ 276 w 512132"/>
              <a:gd name="csY26" fmla="*/ 470097 h 5101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512132" h="510196">
                <a:moveTo>
                  <a:pt x="278" y="470114"/>
                </a:moveTo>
                <a:cubicBezTo>
                  <a:pt x="3212" y="454713"/>
                  <a:pt x="4042" y="439346"/>
                  <a:pt x="6456" y="423838"/>
                </a:cubicBezTo>
                <a:cubicBezTo>
                  <a:pt x="8999" y="392079"/>
                  <a:pt x="13043" y="360898"/>
                  <a:pt x="18179" y="329405"/>
                </a:cubicBezTo>
                <a:cubicBezTo>
                  <a:pt x="25647" y="293491"/>
                  <a:pt x="34814" y="258073"/>
                  <a:pt x="43702" y="222497"/>
                </a:cubicBezTo>
                <a:cubicBezTo>
                  <a:pt x="49263" y="191763"/>
                  <a:pt x="58830" y="162031"/>
                  <a:pt x="69520" y="132813"/>
                </a:cubicBezTo>
                <a:cubicBezTo>
                  <a:pt x="77279" y="109377"/>
                  <a:pt x="88397" y="87892"/>
                  <a:pt x="101688" y="67240"/>
                </a:cubicBezTo>
                <a:cubicBezTo>
                  <a:pt x="112444" y="49279"/>
                  <a:pt x="128803" y="36587"/>
                  <a:pt x="144434" y="23579"/>
                </a:cubicBezTo>
                <a:cubicBezTo>
                  <a:pt x="160674" y="7703"/>
                  <a:pt x="178127" y="2983"/>
                  <a:pt x="199834" y="45"/>
                </a:cubicBezTo>
                <a:cubicBezTo>
                  <a:pt x="229044" y="-800"/>
                  <a:pt x="253648" y="10349"/>
                  <a:pt x="278890" y="22437"/>
                </a:cubicBezTo>
                <a:cubicBezTo>
                  <a:pt x="309383" y="46102"/>
                  <a:pt x="334284" y="75494"/>
                  <a:pt x="355415" y="107704"/>
                </a:cubicBezTo>
                <a:cubicBezTo>
                  <a:pt x="383343" y="146509"/>
                  <a:pt x="399786" y="191412"/>
                  <a:pt x="420589" y="234006"/>
                </a:cubicBezTo>
                <a:cubicBezTo>
                  <a:pt x="445466" y="276834"/>
                  <a:pt x="462089" y="323756"/>
                  <a:pt x="478634" y="370251"/>
                </a:cubicBezTo>
                <a:cubicBezTo>
                  <a:pt x="492122" y="413328"/>
                  <a:pt x="498465" y="457873"/>
                  <a:pt x="511732" y="500982"/>
                </a:cubicBezTo>
                <a:cubicBezTo>
                  <a:pt x="514562" y="510178"/>
                  <a:pt x="501556" y="514180"/>
                  <a:pt x="498726" y="504984"/>
                </a:cubicBezTo>
                <a:cubicBezTo>
                  <a:pt x="485569" y="462227"/>
                  <a:pt x="465620" y="422678"/>
                  <a:pt x="448192" y="381550"/>
                </a:cubicBezTo>
                <a:cubicBezTo>
                  <a:pt x="430714" y="336400"/>
                  <a:pt x="410644" y="292603"/>
                  <a:pt x="391172" y="248323"/>
                </a:cubicBezTo>
                <a:cubicBezTo>
                  <a:pt x="371325" y="207435"/>
                  <a:pt x="348460" y="167868"/>
                  <a:pt x="324684" y="129166"/>
                </a:cubicBezTo>
                <a:cubicBezTo>
                  <a:pt x="305079" y="102095"/>
                  <a:pt x="285303" y="74955"/>
                  <a:pt x="257272" y="56051"/>
                </a:cubicBezTo>
                <a:cubicBezTo>
                  <a:pt x="240227" y="43636"/>
                  <a:pt x="224191" y="30853"/>
                  <a:pt x="202238" y="30615"/>
                </a:cubicBezTo>
                <a:cubicBezTo>
                  <a:pt x="188161" y="34100"/>
                  <a:pt x="173180" y="35335"/>
                  <a:pt x="160740" y="44552"/>
                </a:cubicBezTo>
                <a:cubicBezTo>
                  <a:pt x="147367" y="56411"/>
                  <a:pt x="133421" y="67345"/>
                  <a:pt x="122101" y="81544"/>
                </a:cubicBezTo>
                <a:cubicBezTo>
                  <a:pt x="109870" y="100481"/>
                  <a:pt x="96458" y="118998"/>
                  <a:pt x="88257" y="140278"/>
                </a:cubicBezTo>
                <a:cubicBezTo>
                  <a:pt x="77093" y="168596"/>
                  <a:pt x="65801" y="196675"/>
                  <a:pt x="57457" y="226009"/>
                </a:cubicBezTo>
                <a:cubicBezTo>
                  <a:pt x="48123" y="260905"/>
                  <a:pt x="37998" y="295923"/>
                  <a:pt x="33779" y="331889"/>
                </a:cubicBezTo>
                <a:cubicBezTo>
                  <a:pt x="29997" y="362821"/>
                  <a:pt x="25702" y="393793"/>
                  <a:pt x="25553" y="425055"/>
                </a:cubicBezTo>
                <a:cubicBezTo>
                  <a:pt x="26534" y="440124"/>
                  <a:pt x="25772" y="455236"/>
                  <a:pt x="29146" y="470097"/>
                </a:cubicBezTo>
                <a:cubicBezTo>
                  <a:pt x="33666" y="490005"/>
                  <a:pt x="-3545" y="490151"/>
                  <a:pt x="276" y="470097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18483721-3291-AC09-234A-48346AFFC893}"/>
              </a:ext>
            </a:extLst>
          </p:cNvPr>
          <p:cNvSpPr/>
          <p:nvPr/>
        </p:nvSpPr>
        <p:spPr>
          <a:xfrm>
            <a:off x="8139587" y="1242906"/>
            <a:ext cx="515969" cy="474344"/>
          </a:xfrm>
          <a:custGeom>
            <a:avLst/>
            <a:gdLst>
              <a:gd name="csX0" fmla="*/ 2583 w 515969"/>
              <a:gd name="csY0" fmla="*/ 333304 h 474344"/>
              <a:gd name="csX1" fmla="*/ 50856 w 515969"/>
              <a:gd name="csY1" fmla="*/ 254502 h 474344"/>
              <a:gd name="csX2" fmla="*/ 126645 w 515969"/>
              <a:gd name="csY2" fmla="*/ 142240 h 474344"/>
              <a:gd name="csX3" fmla="*/ 196572 w 515969"/>
              <a:gd name="csY3" fmla="*/ 54976 h 474344"/>
              <a:gd name="csX4" fmla="*/ 246209 w 515969"/>
              <a:gd name="csY4" fmla="*/ 6598 h 474344"/>
              <a:gd name="csX5" fmla="*/ 300814 w 515969"/>
              <a:gd name="csY5" fmla="*/ 10685 h 474344"/>
              <a:gd name="csX6" fmla="*/ 352304 w 515969"/>
              <a:gd name="csY6" fmla="*/ 61742 h 474344"/>
              <a:gd name="csX7" fmla="*/ 416678 w 515969"/>
              <a:gd name="csY7" fmla="*/ 165726 h 474344"/>
              <a:gd name="csX8" fmla="*/ 471416 w 515969"/>
              <a:gd name="csY8" fmla="*/ 284265 h 474344"/>
              <a:gd name="csX9" fmla="*/ 507700 w 515969"/>
              <a:gd name="csY9" fmla="*/ 391792 h 474344"/>
              <a:gd name="csX10" fmla="*/ 515969 w 515969"/>
              <a:gd name="csY10" fmla="*/ 465935 h 474344"/>
              <a:gd name="csX11" fmla="*/ 502678 w 515969"/>
              <a:gd name="csY11" fmla="*/ 468851 h 474344"/>
              <a:gd name="csX12" fmla="*/ 474360 w 515969"/>
              <a:gd name="csY12" fmla="*/ 401780 h 474344"/>
              <a:gd name="csX13" fmla="*/ 441229 w 515969"/>
              <a:gd name="csY13" fmla="*/ 295386 h 474344"/>
              <a:gd name="csX14" fmla="*/ 392618 w 515969"/>
              <a:gd name="csY14" fmla="*/ 178333 h 474344"/>
              <a:gd name="csX15" fmla="*/ 330580 w 515969"/>
              <a:gd name="csY15" fmla="*/ 79492 h 474344"/>
              <a:gd name="csX16" fmla="*/ 286765 w 515969"/>
              <a:gd name="csY16" fmla="*/ 33444 h 474344"/>
              <a:gd name="csX17" fmla="*/ 257162 w 515969"/>
              <a:gd name="csY17" fmla="*/ 26497 h 474344"/>
              <a:gd name="csX18" fmla="*/ 206906 w 515969"/>
              <a:gd name="csY18" fmla="*/ 64113 h 474344"/>
              <a:gd name="csX19" fmla="*/ 137631 w 515969"/>
              <a:gd name="csY19" fmla="*/ 150272 h 474344"/>
              <a:gd name="csX20" fmla="*/ 62643 w 515969"/>
              <a:gd name="csY20" fmla="*/ 261305 h 474344"/>
              <a:gd name="csX21" fmla="*/ 21961 w 515969"/>
              <a:gd name="csY21" fmla="*/ 345122 h 474344"/>
              <a:gd name="csX22" fmla="*/ 2583 w 515969"/>
              <a:gd name="csY22" fmla="*/ 333311 h 4743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515969" h="474344">
                <a:moveTo>
                  <a:pt x="2583" y="333304"/>
                </a:moveTo>
                <a:cubicBezTo>
                  <a:pt x="23234" y="310326"/>
                  <a:pt x="35473" y="281186"/>
                  <a:pt x="50856" y="254502"/>
                </a:cubicBezTo>
                <a:cubicBezTo>
                  <a:pt x="73843" y="215586"/>
                  <a:pt x="100005" y="178706"/>
                  <a:pt x="126645" y="142240"/>
                </a:cubicBezTo>
                <a:cubicBezTo>
                  <a:pt x="148103" y="111674"/>
                  <a:pt x="172165" y="83180"/>
                  <a:pt x="196572" y="54976"/>
                </a:cubicBezTo>
                <a:cubicBezTo>
                  <a:pt x="210128" y="35433"/>
                  <a:pt x="227812" y="21019"/>
                  <a:pt x="246209" y="6598"/>
                </a:cubicBezTo>
                <a:cubicBezTo>
                  <a:pt x="268298" y="-5973"/>
                  <a:pt x="280070" y="1708"/>
                  <a:pt x="300814" y="10685"/>
                </a:cubicBezTo>
                <a:cubicBezTo>
                  <a:pt x="318537" y="27171"/>
                  <a:pt x="335531" y="44551"/>
                  <a:pt x="352304" y="61742"/>
                </a:cubicBezTo>
                <a:cubicBezTo>
                  <a:pt x="375378" y="95500"/>
                  <a:pt x="398224" y="129116"/>
                  <a:pt x="416678" y="165726"/>
                </a:cubicBezTo>
                <a:cubicBezTo>
                  <a:pt x="436624" y="204603"/>
                  <a:pt x="456578" y="243031"/>
                  <a:pt x="471416" y="284265"/>
                </a:cubicBezTo>
                <a:cubicBezTo>
                  <a:pt x="485621" y="319376"/>
                  <a:pt x="497015" y="355467"/>
                  <a:pt x="507700" y="391792"/>
                </a:cubicBezTo>
                <a:cubicBezTo>
                  <a:pt x="516784" y="415640"/>
                  <a:pt x="515907" y="441441"/>
                  <a:pt x="515969" y="465935"/>
                </a:cubicBezTo>
                <a:cubicBezTo>
                  <a:pt x="515993" y="475557"/>
                  <a:pt x="506991" y="477451"/>
                  <a:pt x="502678" y="468851"/>
                </a:cubicBezTo>
                <a:cubicBezTo>
                  <a:pt x="492112" y="447781"/>
                  <a:pt x="480612" y="425605"/>
                  <a:pt x="474360" y="401780"/>
                </a:cubicBezTo>
                <a:cubicBezTo>
                  <a:pt x="463032" y="366394"/>
                  <a:pt x="452298" y="330830"/>
                  <a:pt x="441229" y="295386"/>
                </a:cubicBezTo>
                <a:cubicBezTo>
                  <a:pt x="426409" y="255876"/>
                  <a:pt x="412167" y="215709"/>
                  <a:pt x="392618" y="178333"/>
                </a:cubicBezTo>
                <a:cubicBezTo>
                  <a:pt x="374037" y="144211"/>
                  <a:pt x="357240" y="108193"/>
                  <a:pt x="330580" y="79492"/>
                </a:cubicBezTo>
                <a:cubicBezTo>
                  <a:pt x="317783" y="62038"/>
                  <a:pt x="306242" y="44210"/>
                  <a:pt x="286765" y="33444"/>
                </a:cubicBezTo>
                <a:cubicBezTo>
                  <a:pt x="276968" y="30335"/>
                  <a:pt x="268646" y="23043"/>
                  <a:pt x="257162" y="26497"/>
                </a:cubicBezTo>
                <a:cubicBezTo>
                  <a:pt x="239123" y="37184"/>
                  <a:pt x="221190" y="47946"/>
                  <a:pt x="206906" y="64113"/>
                </a:cubicBezTo>
                <a:cubicBezTo>
                  <a:pt x="182611" y="91859"/>
                  <a:pt x="158814" y="120018"/>
                  <a:pt x="137631" y="150272"/>
                </a:cubicBezTo>
                <a:cubicBezTo>
                  <a:pt x="111279" y="186340"/>
                  <a:pt x="85392" y="222816"/>
                  <a:pt x="62643" y="261305"/>
                </a:cubicBezTo>
                <a:cubicBezTo>
                  <a:pt x="47115" y="288234"/>
                  <a:pt x="30185" y="314972"/>
                  <a:pt x="21961" y="345122"/>
                </a:cubicBezTo>
                <a:cubicBezTo>
                  <a:pt x="17738" y="360603"/>
                  <a:pt x="-8144" y="345246"/>
                  <a:pt x="2583" y="3333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76831450-982E-8353-4BEF-D5CA86824653}"/>
              </a:ext>
            </a:extLst>
          </p:cNvPr>
          <p:cNvSpPr/>
          <p:nvPr/>
        </p:nvSpPr>
        <p:spPr>
          <a:xfrm>
            <a:off x="8280736" y="1695034"/>
            <a:ext cx="494143" cy="511476"/>
          </a:xfrm>
          <a:custGeom>
            <a:avLst/>
            <a:gdLst>
              <a:gd name="csX0" fmla="*/ 3928 w 494143"/>
              <a:gd name="csY0" fmla="*/ 464868 h 511476"/>
              <a:gd name="csX1" fmla="*/ 35680 w 494143"/>
              <a:gd name="csY1" fmla="*/ 416016 h 511476"/>
              <a:gd name="csX2" fmla="*/ 111251 w 494143"/>
              <a:gd name="csY2" fmla="*/ 313261 h 511476"/>
              <a:gd name="csX3" fmla="*/ 209216 w 494143"/>
              <a:gd name="csY3" fmla="*/ 198256 h 511476"/>
              <a:gd name="csX4" fmla="*/ 298202 w 494143"/>
              <a:gd name="csY4" fmla="*/ 103473 h 511476"/>
              <a:gd name="csX5" fmla="*/ 366717 w 494143"/>
              <a:gd name="csY5" fmla="*/ 38259 h 511476"/>
              <a:gd name="csX6" fmla="*/ 416251 w 494143"/>
              <a:gd name="csY6" fmla="*/ 2006 h 511476"/>
              <a:gd name="csX7" fmla="*/ 463999 w 494143"/>
              <a:gd name="csY7" fmla="*/ 41412 h 511476"/>
              <a:gd name="csX8" fmla="*/ 480382 w 494143"/>
              <a:gd name="csY8" fmla="*/ 126704 h 511476"/>
              <a:gd name="csX9" fmla="*/ 489779 w 494143"/>
              <a:gd name="csY9" fmla="*/ 251815 h 511476"/>
              <a:gd name="csX10" fmla="*/ 494131 w 494143"/>
              <a:gd name="csY10" fmla="*/ 339361 h 511476"/>
              <a:gd name="csX11" fmla="*/ 480541 w 494143"/>
              <a:gd name="csY11" fmla="*/ 340047 h 511476"/>
              <a:gd name="csX12" fmla="*/ 476184 w 494143"/>
              <a:gd name="csY12" fmla="*/ 252414 h 511476"/>
              <a:gd name="csX13" fmla="*/ 466353 w 494143"/>
              <a:gd name="csY13" fmla="*/ 129123 h 511476"/>
              <a:gd name="csX14" fmla="*/ 440172 w 494143"/>
              <a:gd name="csY14" fmla="*/ 52658 h 511476"/>
              <a:gd name="csX15" fmla="*/ 436956 w 494143"/>
              <a:gd name="csY15" fmla="*/ 53206 h 511476"/>
              <a:gd name="csX16" fmla="*/ 399795 w 494143"/>
              <a:gd name="csY16" fmla="*/ 77817 h 511476"/>
              <a:gd name="csX17" fmla="*/ 326402 w 494143"/>
              <a:gd name="csY17" fmla="*/ 134587 h 511476"/>
              <a:gd name="csX18" fmla="*/ 236428 w 494143"/>
              <a:gd name="csY18" fmla="*/ 221729 h 511476"/>
              <a:gd name="csX19" fmla="*/ 144723 w 494143"/>
              <a:gd name="csY19" fmla="*/ 338553 h 511476"/>
              <a:gd name="csX20" fmla="*/ 84068 w 494143"/>
              <a:gd name="csY20" fmla="*/ 443918 h 511476"/>
              <a:gd name="csX21" fmla="*/ 60570 w 494143"/>
              <a:gd name="csY21" fmla="*/ 492916 h 511476"/>
              <a:gd name="csX22" fmla="*/ 3931 w 494143"/>
              <a:gd name="csY22" fmla="*/ 464872 h 5114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494143" h="511476">
                <a:moveTo>
                  <a:pt x="3928" y="464868"/>
                </a:moveTo>
                <a:cubicBezTo>
                  <a:pt x="11979" y="447096"/>
                  <a:pt x="24967" y="432295"/>
                  <a:pt x="35680" y="416016"/>
                </a:cubicBezTo>
                <a:cubicBezTo>
                  <a:pt x="58904" y="380319"/>
                  <a:pt x="85986" y="347505"/>
                  <a:pt x="111251" y="313261"/>
                </a:cubicBezTo>
                <a:cubicBezTo>
                  <a:pt x="141779" y="273095"/>
                  <a:pt x="177053" y="237033"/>
                  <a:pt x="209216" y="198256"/>
                </a:cubicBezTo>
                <a:cubicBezTo>
                  <a:pt x="236795" y="164700"/>
                  <a:pt x="266967" y="133584"/>
                  <a:pt x="298202" y="103473"/>
                </a:cubicBezTo>
                <a:cubicBezTo>
                  <a:pt x="320661" y="81309"/>
                  <a:pt x="343689" y="59845"/>
                  <a:pt x="366717" y="38259"/>
                </a:cubicBezTo>
                <a:cubicBezTo>
                  <a:pt x="380931" y="23044"/>
                  <a:pt x="398987" y="12783"/>
                  <a:pt x="416251" y="2006"/>
                </a:cubicBezTo>
                <a:cubicBezTo>
                  <a:pt x="448990" y="-6468"/>
                  <a:pt x="459178" y="12902"/>
                  <a:pt x="463999" y="41412"/>
                </a:cubicBezTo>
                <a:cubicBezTo>
                  <a:pt x="473341" y="69044"/>
                  <a:pt x="477209" y="97597"/>
                  <a:pt x="480382" y="126704"/>
                </a:cubicBezTo>
                <a:cubicBezTo>
                  <a:pt x="485918" y="168198"/>
                  <a:pt x="487936" y="210029"/>
                  <a:pt x="489779" y="251815"/>
                </a:cubicBezTo>
                <a:cubicBezTo>
                  <a:pt x="490912" y="281012"/>
                  <a:pt x="492658" y="310180"/>
                  <a:pt x="494131" y="339361"/>
                </a:cubicBezTo>
                <a:cubicBezTo>
                  <a:pt x="494616" y="348971"/>
                  <a:pt x="481027" y="349657"/>
                  <a:pt x="480541" y="340047"/>
                </a:cubicBezTo>
                <a:cubicBezTo>
                  <a:pt x="479067" y="310837"/>
                  <a:pt x="477319" y="281640"/>
                  <a:pt x="476184" y="252414"/>
                </a:cubicBezTo>
                <a:cubicBezTo>
                  <a:pt x="474369" y="211239"/>
                  <a:pt x="472866" y="169874"/>
                  <a:pt x="466353" y="129123"/>
                </a:cubicBezTo>
                <a:cubicBezTo>
                  <a:pt x="459215" y="103389"/>
                  <a:pt x="453408" y="75548"/>
                  <a:pt x="440172" y="52658"/>
                </a:cubicBezTo>
                <a:cubicBezTo>
                  <a:pt x="430494" y="54307"/>
                  <a:pt x="425176" y="51096"/>
                  <a:pt x="436956" y="53206"/>
                </a:cubicBezTo>
                <a:cubicBezTo>
                  <a:pt x="424005" y="60307"/>
                  <a:pt x="410932" y="67231"/>
                  <a:pt x="399795" y="77817"/>
                </a:cubicBezTo>
                <a:cubicBezTo>
                  <a:pt x="374994" y="96384"/>
                  <a:pt x="350587" y="115217"/>
                  <a:pt x="326402" y="134587"/>
                </a:cubicBezTo>
                <a:cubicBezTo>
                  <a:pt x="295126" y="162312"/>
                  <a:pt x="263833" y="190023"/>
                  <a:pt x="236428" y="221729"/>
                </a:cubicBezTo>
                <a:cubicBezTo>
                  <a:pt x="203317" y="258638"/>
                  <a:pt x="174759" y="299140"/>
                  <a:pt x="144723" y="338553"/>
                </a:cubicBezTo>
                <a:cubicBezTo>
                  <a:pt x="119665" y="370911"/>
                  <a:pt x="100918" y="406676"/>
                  <a:pt x="84068" y="443918"/>
                </a:cubicBezTo>
                <a:cubicBezTo>
                  <a:pt x="76062" y="460278"/>
                  <a:pt x="70291" y="477611"/>
                  <a:pt x="60570" y="492916"/>
                </a:cubicBezTo>
                <a:cubicBezTo>
                  <a:pt x="36607" y="530639"/>
                  <a:pt x="-14511" y="505580"/>
                  <a:pt x="3931" y="464872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E0AB8D90-53ED-DD9F-49FE-89DB8B09F2C1}"/>
              </a:ext>
            </a:extLst>
          </p:cNvPr>
          <p:cNvSpPr/>
          <p:nvPr/>
        </p:nvSpPr>
        <p:spPr>
          <a:xfrm>
            <a:off x="8436984" y="2290358"/>
            <a:ext cx="95933" cy="115553"/>
          </a:xfrm>
          <a:custGeom>
            <a:avLst/>
            <a:gdLst>
              <a:gd name="csX0" fmla="*/ 2652 w 95933"/>
              <a:gd name="csY0" fmla="*/ 91476 h 115553"/>
              <a:gd name="csX1" fmla="*/ 37121 w 95933"/>
              <a:gd name="csY1" fmla="*/ 46677 h 115553"/>
              <a:gd name="csX2" fmla="*/ 84939 w 95933"/>
              <a:gd name="csY2" fmla="*/ 1663 h 115553"/>
              <a:gd name="csX3" fmla="*/ 93376 w 95933"/>
              <a:gd name="csY3" fmla="*/ 12338 h 115553"/>
              <a:gd name="csX4" fmla="*/ 52287 w 95933"/>
              <a:gd name="csY4" fmla="*/ 57870 h 115553"/>
              <a:gd name="csX5" fmla="*/ 33505 w 95933"/>
              <a:gd name="csY5" fmla="*/ 104072 h 115553"/>
              <a:gd name="csX6" fmla="*/ 2653 w 95933"/>
              <a:gd name="csY6" fmla="*/ 91476 h 1155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5933" h="115553">
                <a:moveTo>
                  <a:pt x="2652" y="91476"/>
                </a:moveTo>
                <a:cubicBezTo>
                  <a:pt x="13569" y="75945"/>
                  <a:pt x="24463" y="60854"/>
                  <a:pt x="37121" y="46677"/>
                </a:cubicBezTo>
                <a:cubicBezTo>
                  <a:pt x="49214" y="27326"/>
                  <a:pt x="66479" y="14278"/>
                  <a:pt x="84939" y="1663"/>
                </a:cubicBezTo>
                <a:cubicBezTo>
                  <a:pt x="92883" y="-3766"/>
                  <a:pt x="99867" y="5236"/>
                  <a:pt x="93376" y="12338"/>
                </a:cubicBezTo>
                <a:cubicBezTo>
                  <a:pt x="79675" y="27331"/>
                  <a:pt x="65819" y="42521"/>
                  <a:pt x="52287" y="57870"/>
                </a:cubicBezTo>
                <a:cubicBezTo>
                  <a:pt x="44226" y="72616"/>
                  <a:pt x="34749" y="86972"/>
                  <a:pt x="33505" y="104072"/>
                </a:cubicBezTo>
                <a:cubicBezTo>
                  <a:pt x="31796" y="127574"/>
                  <a:pt x="-10899" y="110753"/>
                  <a:pt x="2653" y="9147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9" name="任意多边形: 形状 98">
            <a:extLst>
              <a:ext uri="{FF2B5EF4-FFF2-40B4-BE49-F238E27FC236}">
                <a16:creationId xmlns:a16="http://schemas.microsoft.com/office/drawing/2014/main" id="{6A03C5C3-C9E4-33B4-3B4A-E6C5583DE747}"/>
              </a:ext>
            </a:extLst>
          </p:cNvPr>
          <p:cNvSpPr/>
          <p:nvPr/>
        </p:nvSpPr>
        <p:spPr>
          <a:xfrm>
            <a:off x="8570634" y="2290330"/>
            <a:ext cx="129980" cy="83799"/>
          </a:xfrm>
          <a:custGeom>
            <a:avLst/>
            <a:gdLst>
              <a:gd name="csX0" fmla="*/ 92649 w 129980"/>
              <a:gd name="csY0" fmla="*/ 70740 h 83799"/>
              <a:gd name="csX1" fmla="*/ 75170 w 129980"/>
              <a:gd name="csY1" fmla="*/ 44839 h 83799"/>
              <a:gd name="csX2" fmla="*/ 21000 w 129980"/>
              <a:gd name="csY2" fmla="*/ 14439 h 83799"/>
              <a:gd name="csX3" fmla="*/ 7549 w 129980"/>
              <a:gd name="csY3" fmla="*/ 15157 h 83799"/>
              <a:gd name="csX4" fmla="*/ 6884 w 129980"/>
              <a:gd name="csY4" fmla="*/ 1566 h 83799"/>
              <a:gd name="csX5" fmla="*/ 22138 w 129980"/>
              <a:gd name="csY5" fmla="*/ 880 h 83799"/>
              <a:gd name="csX6" fmla="*/ 98068 w 129980"/>
              <a:gd name="csY6" fmla="*/ 18525 h 83799"/>
              <a:gd name="csX7" fmla="*/ 128427 w 129980"/>
              <a:gd name="csY7" fmla="*/ 54503 h 83799"/>
              <a:gd name="csX8" fmla="*/ 92650 w 129980"/>
              <a:gd name="csY8" fmla="*/ 70741 h 83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9980" h="83799">
                <a:moveTo>
                  <a:pt x="92649" y="70740"/>
                </a:moveTo>
                <a:cubicBezTo>
                  <a:pt x="88545" y="60948"/>
                  <a:pt x="81198" y="53411"/>
                  <a:pt x="75170" y="44839"/>
                </a:cubicBezTo>
                <a:cubicBezTo>
                  <a:pt x="59208" y="30705"/>
                  <a:pt x="40017" y="23180"/>
                  <a:pt x="21000" y="14439"/>
                </a:cubicBezTo>
                <a:cubicBezTo>
                  <a:pt x="16516" y="14679"/>
                  <a:pt x="12032" y="14918"/>
                  <a:pt x="7549" y="15157"/>
                </a:cubicBezTo>
                <a:cubicBezTo>
                  <a:pt x="-2059" y="15670"/>
                  <a:pt x="-2729" y="1998"/>
                  <a:pt x="6884" y="1566"/>
                </a:cubicBezTo>
                <a:cubicBezTo>
                  <a:pt x="11968" y="1337"/>
                  <a:pt x="17054" y="1108"/>
                  <a:pt x="22138" y="880"/>
                </a:cubicBezTo>
                <a:cubicBezTo>
                  <a:pt x="50148" y="-1361"/>
                  <a:pt x="74231" y="-574"/>
                  <a:pt x="98068" y="18525"/>
                </a:cubicBezTo>
                <a:cubicBezTo>
                  <a:pt x="110633" y="28895"/>
                  <a:pt x="122780" y="38424"/>
                  <a:pt x="128427" y="54503"/>
                </a:cubicBezTo>
                <a:cubicBezTo>
                  <a:pt x="137633" y="80715"/>
                  <a:pt x="103388" y="96363"/>
                  <a:pt x="92650" y="7074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10A74A4F-DDAA-148E-B209-40B96BB12BCB}"/>
              </a:ext>
            </a:extLst>
          </p:cNvPr>
          <p:cNvSpPr/>
          <p:nvPr/>
        </p:nvSpPr>
        <p:spPr>
          <a:xfrm>
            <a:off x="8685213" y="2085179"/>
            <a:ext cx="71010" cy="383618"/>
          </a:xfrm>
          <a:custGeom>
            <a:avLst/>
            <a:gdLst>
              <a:gd name="csX0" fmla="*/ 64652 w 71010"/>
              <a:gd name="csY0" fmla="*/ 40147 h 383618"/>
              <a:gd name="csX1" fmla="*/ 35754 w 71010"/>
              <a:gd name="csY1" fmla="*/ 102175 h 383618"/>
              <a:gd name="csX2" fmla="*/ 14715 w 71010"/>
              <a:gd name="csY2" fmla="*/ 281255 h 383618"/>
              <a:gd name="csX3" fmla="*/ 14978 w 71010"/>
              <a:gd name="csY3" fmla="*/ 376147 h 383618"/>
              <a:gd name="csX4" fmla="*/ 1380 w 71010"/>
              <a:gd name="csY4" fmla="*/ 376659 h 383618"/>
              <a:gd name="csX5" fmla="*/ 1134 w 71010"/>
              <a:gd name="csY5" fmla="*/ 280418 h 383618"/>
              <a:gd name="csX6" fmla="*/ 17239 w 71010"/>
              <a:gd name="csY6" fmla="*/ 98795 h 383618"/>
              <a:gd name="csX7" fmla="*/ 29914 w 71010"/>
              <a:gd name="csY7" fmla="*/ 11276 h 383618"/>
              <a:gd name="csX8" fmla="*/ 64652 w 71010"/>
              <a:gd name="csY8" fmla="*/ 40147 h 3836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1010" h="383618">
                <a:moveTo>
                  <a:pt x="64652" y="40147"/>
                </a:moveTo>
                <a:cubicBezTo>
                  <a:pt x="48088" y="55803"/>
                  <a:pt x="41734" y="80258"/>
                  <a:pt x="35754" y="102175"/>
                </a:cubicBezTo>
                <a:cubicBezTo>
                  <a:pt x="21663" y="160506"/>
                  <a:pt x="18400" y="221428"/>
                  <a:pt x="14715" y="281255"/>
                </a:cubicBezTo>
                <a:cubicBezTo>
                  <a:pt x="12724" y="312880"/>
                  <a:pt x="13783" y="344527"/>
                  <a:pt x="14978" y="376147"/>
                </a:cubicBezTo>
                <a:cubicBezTo>
                  <a:pt x="15341" y="385761"/>
                  <a:pt x="1741" y="386274"/>
                  <a:pt x="1380" y="376659"/>
                </a:cubicBezTo>
                <a:cubicBezTo>
                  <a:pt x="177" y="344589"/>
                  <a:pt x="-889" y="312492"/>
                  <a:pt x="1134" y="280418"/>
                </a:cubicBezTo>
                <a:cubicBezTo>
                  <a:pt x="4881" y="219687"/>
                  <a:pt x="12506" y="159365"/>
                  <a:pt x="17239" y="98795"/>
                </a:cubicBezTo>
                <a:cubicBezTo>
                  <a:pt x="20119" y="69533"/>
                  <a:pt x="19728" y="39169"/>
                  <a:pt x="29914" y="11276"/>
                </a:cubicBezTo>
                <a:cubicBezTo>
                  <a:pt x="40871" y="-18726"/>
                  <a:pt x="87865" y="18207"/>
                  <a:pt x="64652" y="40147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1" name="任意多边形: 形状 100">
            <a:extLst>
              <a:ext uri="{FF2B5EF4-FFF2-40B4-BE49-F238E27FC236}">
                <a16:creationId xmlns:a16="http://schemas.microsoft.com/office/drawing/2014/main" id="{0E051A77-35AB-CB19-9E0F-0723CCC6BC7A}"/>
              </a:ext>
            </a:extLst>
          </p:cNvPr>
          <p:cNvSpPr/>
          <p:nvPr/>
        </p:nvSpPr>
        <p:spPr>
          <a:xfrm>
            <a:off x="8767444" y="2108391"/>
            <a:ext cx="30047" cy="51241"/>
          </a:xfrm>
          <a:custGeom>
            <a:avLst/>
            <a:gdLst>
              <a:gd name="csX0" fmla="*/ 29665 w 30047"/>
              <a:gd name="csY0" fmla="*/ 8743 h 51241"/>
              <a:gd name="csX1" fmla="*/ 29424 w 30047"/>
              <a:gd name="csY1" fmla="*/ 43029 h 51241"/>
              <a:gd name="csX2" fmla="*/ 16005 w 30047"/>
              <a:gd name="csY2" fmla="*/ 45284 h 51241"/>
              <a:gd name="csX3" fmla="*/ 3261 w 30047"/>
              <a:gd name="csY3" fmla="*/ 17818 h 51241"/>
              <a:gd name="csX4" fmla="*/ 29665 w 30047"/>
              <a:gd name="csY4" fmla="*/ 8743 h 512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0047" h="51241">
                <a:moveTo>
                  <a:pt x="29665" y="8743"/>
                </a:moveTo>
                <a:cubicBezTo>
                  <a:pt x="26614" y="20219"/>
                  <a:pt x="28989" y="31531"/>
                  <a:pt x="29424" y="43029"/>
                </a:cubicBezTo>
                <a:cubicBezTo>
                  <a:pt x="29787" y="52644"/>
                  <a:pt x="19221" y="54353"/>
                  <a:pt x="16005" y="45284"/>
                </a:cubicBezTo>
                <a:cubicBezTo>
                  <a:pt x="12530" y="35484"/>
                  <a:pt x="12543" y="24712"/>
                  <a:pt x="3261" y="17818"/>
                </a:cubicBezTo>
                <a:cubicBezTo>
                  <a:pt x="-12586" y="6045"/>
                  <a:pt x="34738" y="-10335"/>
                  <a:pt x="29665" y="8743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18DAE944-8169-F51E-ED7B-8D9D5418D140}"/>
              </a:ext>
            </a:extLst>
          </p:cNvPr>
          <p:cNvSpPr/>
          <p:nvPr/>
        </p:nvSpPr>
        <p:spPr>
          <a:xfrm>
            <a:off x="8843276" y="1921961"/>
            <a:ext cx="209426" cy="272205"/>
          </a:xfrm>
          <a:custGeom>
            <a:avLst/>
            <a:gdLst>
              <a:gd name="csX0" fmla="*/ 2315 w 209426"/>
              <a:gd name="csY0" fmla="*/ 258229 h 272205"/>
              <a:gd name="csX1" fmla="*/ 729 w 209426"/>
              <a:gd name="csY1" fmla="*/ 197950 h 272205"/>
              <a:gd name="csX2" fmla="*/ 18639 w 209426"/>
              <a:gd name="csY2" fmla="*/ 112508 h 272205"/>
              <a:gd name="csX3" fmla="*/ 44986 w 209426"/>
              <a:gd name="csY3" fmla="*/ 43031 h 272205"/>
              <a:gd name="csX4" fmla="*/ 86761 w 209426"/>
              <a:gd name="csY4" fmla="*/ 500 h 272205"/>
              <a:gd name="csX5" fmla="*/ 146880 w 209426"/>
              <a:gd name="csY5" fmla="*/ 53373 h 272205"/>
              <a:gd name="csX6" fmla="*/ 199111 w 209426"/>
              <a:gd name="csY6" fmla="*/ 192714 h 272205"/>
              <a:gd name="csX7" fmla="*/ 208998 w 209426"/>
              <a:gd name="csY7" fmla="*/ 223659 h 272205"/>
              <a:gd name="csX8" fmla="*/ 196037 w 209426"/>
              <a:gd name="csY8" fmla="*/ 227800 h 272205"/>
              <a:gd name="csX9" fmla="*/ 186235 w 209426"/>
              <a:gd name="csY9" fmla="*/ 197114 h 272205"/>
              <a:gd name="csX10" fmla="*/ 122790 w 209426"/>
              <a:gd name="csY10" fmla="*/ 68736 h 272205"/>
              <a:gd name="csX11" fmla="*/ 105694 w 209426"/>
              <a:gd name="csY11" fmla="*/ 47430 h 272205"/>
              <a:gd name="csX12" fmla="*/ 83729 w 209426"/>
              <a:gd name="csY12" fmla="*/ 67290 h 272205"/>
              <a:gd name="csX13" fmla="*/ 55830 w 209426"/>
              <a:gd name="csY13" fmla="*/ 123071 h 272205"/>
              <a:gd name="csX14" fmla="*/ 37402 w 209426"/>
              <a:gd name="csY14" fmla="*/ 202347 h 272205"/>
              <a:gd name="csX15" fmla="*/ 28697 w 209426"/>
              <a:gd name="csY15" fmla="*/ 258230 h 272205"/>
              <a:gd name="csX16" fmla="*/ 2314 w 209426"/>
              <a:gd name="csY16" fmla="*/ 258230 h 2722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09426" h="272205">
                <a:moveTo>
                  <a:pt x="2315" y="258229"/>
                </a:moveTo>
                <a:cubicBezTo>
                  <a:pt x="888" y="237534"/>
                  <a:pt x="-1086" y="218693"/>
                  <a:pt x="729" y="197950"/>
                </a:cubicBezTo>
                <a:cubicBezTo>
                  <a:pt x="2958" y="169037"/>
                  <a:pt x="11093" y="140525"/>
                  <a:pt x="18639" y="112508"/>
                </a:cubicBezTo>
                <a:cubicBezTo>
                  <a:pt x="23288" y="87669"/>
                  <a:pt x="33410" y="65193"/>
                  <a:pt x="44986" y="43031"/>
                </a:cubicBezTo>
                <a:cubicBezTo>
                  <a:pt x="55802" y="24570"/>
                  <a:pt x="69191" y="11570"/>
                  <a:pt x="86761" y="500"/>
                </a:cubicBezTo>
                <a:cubicBezTo>
                  <a:pt x="126335" y="-3972"/>
                  <a:pt x="132330" y="22171"/>
                  <a:pt x="146880" y="53373"/>
                </a:cubicBezTo>
                <a:cubicBezTo>
                  <a:pt x="162765" y="100436"/>
                  <a:pt x="183040" y="145708"/>
                  <a:pt x="199111" y="192714"/>
                </a:cubicBezTo>
                <a:cubicBezTo>
                  <a:pt x="202406" y="203030"/>
                  <a:pt x="205702" y="213344"/>
                  <a:pt x="208998" y="223659"/>
                </a:cubicBezTo>
                <a:cubicBezTo>
                  <a:pt x="211927" y="232824"/>
                  <a:pt x="198964" y="236965"/>
                  <a:pt x="196037" y="227800"/>
                </a:cubicBezTo>
                <a:cubicBezTo>
                  <a:pt x="192769" y="217571"/>
                  <a:pt x="189502" y="207342"/>
                  <a:pt x="186235" y="197114"/>
                </a:cubicBezTo>
                <a:cubicBezTo>
                  <a:pt x="170712" y="151663"/>
                  <a:pt x="156165" y="104619"/>
                  <a:pt x="122790" y="68736"/>
                </a:cubicBezTo>
                <a:cubicBezTo>
                  <a:pt x="116403" y="62570"/>
                  <a:pt x="86569" y="46497"/>
                  <a:pt x="105694" y="47430"/>
                </a:cubicBezTo>
                <a:cubicBezTo>
                  <a:pt x="99496" y="52422"/>
                  <a:pt x="87451" y="56701"/>
                  <a:pt x="83729" y="67290"/>
                </a:cubicBezTo>
                <a:cubicBezTo>
                  <a:pt x="72842" y="85071"/>
                  <a:pt x="61525" y="102701"/>
                  <a:pt x="55830" y="123071"/>
                </a:cubicBezTo>
                <a:cubicBezTo>
                  <a:pt x="48935" y="149437"/>
                  <a:pt x="42371" y="175701"/>
                  <a:pt x="37402" y="202347"/>
                </a:cubicBezTo>
                <a:cubicBezTo>
                  <a:pt x="35129" y="221334"/>
                  <a:pt x="28580" y="239229"/>
                  <a:pt x="28697" y="258230"/>
                </a:cubicBezTo>
                <a:cubicBezTo>
                  <a:pt x="28812" y="276886"/>
                  <a:pt x="3598" y="276842"/>
                  <a:pt x="2314" y="25823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3" name="任意多边形: 形状 102">
            <a:extLst>
              <a:ext uri="{FF2B5EF4-FFF2-40B4-BE49-F238E27FC236}">
                <a16:creationId xmlns:a16="http://schemas.microsoft.com/office/drawing/2014/main" id="{A4B8DBF8-0190-F2E7-8905-84C72B773928}"/>
              </a:ext>
            </a:extLst>
          </p:cNvPr>
          <p:cNvSpPr/>
          <p:nvPr/>
        </p:nvSpPr>
        <p:spPr>
          <a:xfrm>
            <a:off x="8722184" y="1205854"/>
            <a:ext cx="432454" cy="531260"/>
          </a:xfrm>
          <a:custGeom>
            <a:avLst/>
            <a:gdLst>
              <a:gd name="csX0" fmla="*/ 2345 w 432454"/>
              <a:gd name="csY0" fmla="*/ 373118 h 531260"/>
              <a:gd name="csX1" fmla="*/ 57926 w 432454"/>
              <a:gd name="csY1" fmla="*/ 293403 h 531260"/>
              <a:gd name="csX2" fmla="*/ 142970 w 432454"/>
              <a:gd name="csY2" fmla="*/ 151833 h 531260"/>
              <a:gd name="csX3" fmla="*/ 207029 w 432454"/>
              <a:gd name="csY3" fmla="*/ 51725 h 531260"/>
              <a:gd name="csX4" fmla="*/ 268334 w 432454"/>
              <a:gd name="csY4" fmla="*/ 264 h 531260"/>
              <a:gd name="csX5" fmla="*/ 338970 w 432454"/>
              <a:gd name="csY5" fmla="*/ 40073 h 531260"/>
              <a:gd name="csX6" fmla="*/ 385693 w 432454"/>
              <a:gd name="csY6" fmla="*/ 139590 h 531260"/>
              <a:gd name="csX7" fmla="*/ 419514 w 432454"/>
              <a:gd name="csY7" fmla="*/ 293648 h 531260"/>
              <a:gd name="csX8" fmla="*/ 432023 w 432454"/>
              <a:gd name="csY8" fmla="*/ 456154 h 531260"/>
              <a:gd name="csX9" fmla="*/ 429780 w 432454"/>
              <a:gd name="csY9" fmla="*/ 524262 h 531260"/>
              <a:gd name="csX10" fmla="*/ 416179 w 432454"/>
              <a:gd name="csY10" fmla="*/ 523827 h 531260"/>
              <a:gd name="csX11" fmla="*/ 416336 w 432454"/>
              <a:gd name="csY11" fmla="*/ 456305 h 531260"/>
              <a:gd name="csX12" fmla="*/ 405581 w 432454"/>
              <a:gd name="csY12" fmla="*/ 295847 h 531260"/>
              <a:gd name="csX13" fmla="*/ 372702 w 432454"/>
              <a:gd name="csY13" fmla="*/ 144104 h 531260"/>
              <a:gd name="csX14" fmla="*/ 320179 w 432454"/>
              <a:gd name="csY14" fmla="*/ 56346 h 531260"/>
              <a:gd name="csX15" fmla="*/ 274787 w 432454"/>
              <a:gd name="csY15" fmla="*/ 27217 h 531260"/>
              <a:gd name="csX16" fmla="*/ 220493 w 432454"/>
              <a:gd name="csY16" fmla="*/ 62063 h 531260"/>
              <a:gd name="csX17" fmla="*/ 154697 w 432454"/>
              <a:gd name="csY17" fmla="*/ 158723 h 531260"/>
              <a:gd name="csX18" fmla="*/ 69494 w 432454"/>
              <a:gd name="csY18" fmla="*/ 300560 h 531260"/>
              <a:gd name="csX19" fmla="*/ 25574 w 432454"/>
              <a:gd name="csY19" fmla="*/ 384613 h 531260"/>
              <a:gd name="csX20" fmla="*/ 2344 w 432454"/>
              <a:gd name="csY20" fmla="*/ 373111 h 531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32454" h="531260">
                <a:moveTo>
                  <a:pt x="2345" y="373118"/>
                </a:moveTo>
                <a:cubicBezTo>
                  <a:pt x="19963" y="346514"/>
                  <a:pt x="40714" y="321201"/>
                  <a:pt x="57926" y="293403"/>
                </a:cubicBezTo>
                <a:cubicBezTo>
                  <a:pt x="87030" y="246671"/>
                  <a:pt x="115060" y="199282"/>
                  <a:pt x="142970" y="151833"/>
                </a:cubicBezTo>
                <a:cubicBezTo>
                  <a:pt x="162818" y="117510"/>
                  <a:pt x="185078" y="84712"/>
                  <a:pt x="207029" y="51725"/>
                </a:cubicBezTo>
                <a:cubicBezTo>
                  <a:pt x="222550" y="26941"/>
                  <a:pt x="242438" y="11842"/>
                  <a:pt x="268334" y="264"/>
                </a:cubicBezTo>
                <a:cubicBezTo>
                  <a:pt x="301306" y="-2473"/>
                  <a:pt x="319211" y="16463"/>
                  <a:pt x="338970" y="40073"/>
                </a:cubicBezTo>
                <a:cubicBezTo>
                  <a:pt x="364881" y="67951"/>
                  <a:pt x="375743" y="103605"/>
                  <a:pt x="385693" y="139590"/>
                </a:cubicBezTo>
                <a:cubicBezTo>
                  <a:pt x="400331" y="190095"/>
                  <a:pt x="412362" y="241546"/>
                  <a:pt x="419514" y="293648"/>
                </a:cubicBezTo>
                <a:cubicBezTo>
                  <a:pt x="428896" y="347382"/>
                  <a:pt x="429627" y="401852"/>
                  <a:pt x="432023" y="456154"/>
                </a:cubicBezTo>
                <a:cubicBezTo>
                  <a:pt x="433572" y="478946"/>
                  <a:pt x="430507" y="501505"/>
                  <a:pt x="429780" y="524262"/>
                </a:cubicBezTo>
                <a:cubicBezTo>
                  <a:pt x="429472" y="533879"/>
                  <a:pt x="415871" y="533444"/>
                  <a:pt x="416179" y="523827"/>
                </a:cubicBezTo>
                <a:cubicBezTo>
                  <a:pt x="416903" y="501230"/>
                  <a:pt x="415126" y="478900"/>
                  <a:pt x="416336" y="456305"/>
                </a:cubicBezTo>
                <a:cubicBezTo>
                  <a:pt x="417698" y="402669"/>
                  <a:pt x="413264" y="348930"/>
                  <a:pt x="405581" y="295847"/>
                </a:cubicBezTo>
                <a:cubicBezTo>
                  <a:pt x="396422" y="244885"/>
                  <a:pt x="389133" y="193453"/>
                  <a:pt x="372702" y="144104"/>
                </a:cubicBezTo>
                <a:cubicBezTo>
                  <a:pt x="359071" y="112178"/>
                  <a:pt x="340304" y="84423"/>
                  <a:pt x="320179" y="56346"/>
                </a:cubicBezTo>
                <a:cubicBezTo>
                  <a:pt x="306054" y="43768"/>
                  <a:pt x="294736" y="29035"/>
                  <a:pt x="274787" y="27217"/>
                </a:cubicBezTo>
                <a:cubicBezTo>
                  <a:pt x="252755" y="34160"/>
                  <a:pt x="235125" y="41646"/>
                  <a:pt x="220493" y="62063"/>
                </a:cubicBezTo>
                <a:cubicBezTo>
                  <a:pt x="195581" y="92256"/>
                  <a:pt x="173867" y="124479"/>
                  <a:pt x="154697" y="158723"/>
                </a:cubicBezTo>
                <a:cubicBezTo>
                  <a:pt x="126735" y="206263"/>
                  <a:pt x="98652" y="253740"/>
                  <a:pt x="69494" y="300560"/>
                </a:cubicBezTo>
                <a:cubicBezTo>
                  <a:pt x="52654" y="327757"/>
                  <a:pt x="38979" y="356555"/>
                  <a:pt x="25574" y="384613"/>
                </a:cubicBezTo>
                <a:cubicBezTo>
                  <a:pt x="17673" y="401152"/>
                  <a:pt x="-7776" y="388393"/>
                  <a:pt x="2344" y="3731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4" name="任意多边形: 形状 103">
            <a:extLst>
              <a:ext uri="{FF2B5EF4-FFF2-40B4-BE49-F238E27FC236}">
                <a16:creationId xmlns:a16="http://schemas.microsoft.com/office/drawing/2014/main" id="{60252827-B8CE-7857-B850-806A01CBB866}"/>
              </a:ext>
            </a:extLst>
          </p:cNvPr>
          <p:cNvSpPr/>
          <p:nvPr/>
        </p:nvSpPr>
        <p:spPr>
          <a:xfrm>
            <a:off x="9105517" y="1597529"/>
            <a:ext cx="249812" cy="945500"/>
          </a:xfrm>
          <a:custGeom>
            <a:avLst/>
            <a:gdLst>
              <a:gd name="csX0" fmla="*/ 4774 w 249812"/>
              <a:gd name="csY0" fmla="*/ 162894 h 945500"/>
              <a:gd name="csX1" fmla="*/ 61552 w 249812"/>
              <a:gd name="csY1" fmla="*/ 108150 h 945500"/>
              <a:gd name="csX2" fmla="*/ 110778 w 249812"/>
              <a:gd name="csY2" fmla="*/ 42955 h 945500"/>
              <a:gd name="csX3" fmla="*/ 150538 w 249812"/>
              <a:gd name="csY3" fmla="*/ 3400 h 945500"/>
              <a:gd name="csX4" fmla="*/ 210645 w 249812"/>
              <a:gd name="csY4" fmla="*/ 18934 h 945500"/>
              <a:gd name="csX5" fmla="*/ 242365 w 249812"/>
              <a:gd name="csY5" fmla="*/ 106978 h 945500"/>
              <a:gd name="csX6" fmla="*/ 249509 w 249812"/>
              <a:gd name="csY6" fmla="*/ 267274 h 945500"/>
              <a:gd name="csX7" fmla="*/ 231397 w 249812"/>
              <a:gd name="csY7" fmla="*/ 458326 h 945500"/>
              <a:gd name="csX8" fmla="*/ 174638 w 249812"/>
              <a:gd name="csY8" fmla="*/ 665848 h 945500"/>
              <a:gd name="csX9" fmla="*/ 99834 w 249812"/>
              <a:gd name="csY9" fmla="*/ 860910 h 945500"/>
              <a:gd name="csX10" fmla="*/ 51506 w 249812"/>
              <a:gd name="csY10" fmla="*/ 940676 h 945500"/>
              <a:gd name="csX11" fmla="*/ 38765 w 249812"/>
              <a:gd name="csY11" fmla="*/ 935901 h 945500"/>
              <a:gd name="csX12" fmla="*/ 54389 w 249812"/>
              <a:gd name="csY12" fmla="*/ 844235 h 945500"/>
              <a:gd name="csX13" fmla="*/ 122869 w 249812"/>
              <a:gd name="csY13" fmla="*/ 648449 h 945500"/>
              <a:gd name="csX14" fmla="*/ 171547 w 249812"/>
              <a:gd name="csY14" fmla="*/ 450329 h 945500"/>
              <a:gd name="csX15" fmla="*/ 185238 w 249812"/>
              <a:gd name="csY15" fmla="*/ 267049 h 945500"/>
              <a:gd name="csX16" fmla="*/ 170808 w 249812"/>
              <a:gd name="csY16" fmla="*/ 120868 h 945500"/>
              <a:gd name="csX17" fmla="*/ 158432 w 249812"/>
              <a:gd name="csY17" fmla="*/ 51925 h 945500"/>
              <a:gd name="csX18" fmla="*/ 167669 w 249812"/>
              <a:gd name="csY18" fmla="*/ 40408 h 945500"/>
              <a:gd name="csX19" fmla="*/ 130700 w 249812"/>
              <a:gd name="csY19" fmla="*/ 62356 h 945500"/>
              <a:gd name="csX20" fmla="*/ 71773 w 249812"/>
              <a:gd name="csY20" fmla="*/ 117133 h 945500"/>
              <a:gd name="csX21" fmla="*/ 29847 w 249812"/>
              <a:gd name="csY21" fmla="*/ 179529 h 945500"/>
              <a:gd name="csX22" fmla="*/ 4773 w 249812"/>
              <a:gd name="csY22" fmla="*/ 162895 h 945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49812" h="945500">
                <a:moveTo>
                  <a:pt x="4774" y="162894"/>
                </a:moveTo>
                <a:cubicBezTo>
                  <a:pt x="27081" y="148645"/>
                  <a:pt x="43753" y="127433"/>
                  <a:pt x="61552" y="108150"/>
                </a:cubicBezTo>
                <a:cubicBezTo>
                  <a:pt x="79157" y="87220"/>
                  <a:pt x="94192" y="64638"/>
                  <a:pt x="110778" y="42955"/>
                </a:cubicBezTo>
                <a:cubicBezTo>
                  <a:pt x="121640" y="27594"/>
                  <a:pt x="136337" y="15600"/>
                  <a:pt x="150538" y="3400"/>
                </a:cubicBezTo>
                <a:cubicBezTo>
                  <a:pt x="177225" y="-4477"/>
                  <a:pt x="191535" y="1589"/>
                  <a:pt x="210645" y="18934"/>
                </a:cubicBezTo>
                <a:cubicBezTo>
                  <a:pt x="227892" y="46235"/>
                  <a:pt x="235833" y="75744"/>
                  <a:pt x="242365" y="106978"/>
                </a:cubicBezTo>
                <a:cubicBezTo>
                  <a:pt x="247850" y="160244"/>
                  <a:pt x="250806" y="213724"/>
                  <a:pt x="249509" y="267274"/>
                </a:cubicBezTo>
                <a:cubicBezTo>
                  <a:pt x="248240" y="331303"/>
                  <a:pt x="239397" y="394861"/>
                  <a:pt x="231397" y="458326"/>
                </a:cubicBezTo>
                <a:cubicBezTo>
                  <a:pt x="216968" y="528756"/>
                  <a:pt x="198495" y="598001"/>
                  <a:pt x="174638" y="665848"/>
                </a:cubicBezTo>
                <a:cubicBezTo>
                  <a:pt x="147304" y="730077"/>
                  <a:pt x="132910" y="799293"/>
                  <a:pt x="99834" y="860910"/>
                </a:cubicBezTo>
                <a:cubicBezTo>
                  <a:pt x="78174" y="885373"/>
                  <a:pt x="62866" y="910366"/>
                  <a:pt x="51506" y="940676"/>
                </a:cubicBezTo>
                <a:cubicBezTo>
                  <a:pt x="48130" y="949686"/>
                  <a:pt x="35388" y="944910"/>
                  <a:pt x="38765" y="935901"/>
                </a:cubicBezTo>
                <a:cubicBezTo>
                  <a:pt x="50109" y="905633"/>
                  <a:pt x="54945" y="876876"/>
                  <a:pt x="54389" y="844235"/>
                </a:cubicBezTo>
                <a:cubicBezTo>
                  <a:pt x="69046" y="776360"/>
                  <a:pt x="104201" y="715314"/>
                  <a:pt x="122869" y="648449"/>
                </a:cubicBezTo>
                <a:cubicBezTo>
                  <a:pt x="143639" y="583636"/>
                  <a:pt x="167725" y="518956"/>
                  <a:pt x="171547" y="450329"/>
                </a:cubicBezTo>
                <a:cubicBezTo>
                  <a:pt x="180160" y="389565"/>
                  <a:pt x="184095" y="328409"/>
                  <a:pt x="185238" y="267049"/>
                </a:cubicBezTo>
                <a:cubicBezTo>
                  <a:pt x="184323" y="217957"/>
                  <a:pt x="183542" y="168674"/>
                  <a:pt x="170808" y="120868"/>
                </a:cubicBezTo>
                <a:cubicBezTo>
                  <a:pt x="165737" y="98032"/>
                  <a:pt x="161403" y="74975"/>
                  <a:pt x="158432" y="51925"/>
                </a:cubicBezTo>
                <a:cubicBezTo>
                  <a:pt x="160214" y="49705"/>
                  <a:pt x="167936" y="44086"/>
                  <a:pt x="167669" y="40408"/>
                </a:cubicBezTo>
                <a:cubicBezTo>
                  <a:pt x="155893" y="45904"/>
                  <a:pt x="141179" y="51118"/>
                  <a:pt x="130700" y="62356"/>
                </a:cubicBezTo>
                <a:cubicBezTo>
                  <a:pt x="110034" y="79420"/>
                  <a:pt x="89406" y="96719"/>
                  <a:pt x="71773" y="117133"/>
                </a:cubicBezTo>
                <a:cubicBezTo>
                  <a:pt x="55664" y="136440"/>
                  <a:pt x="35903" y="154514"/>
                  <a:pt x="29847" y="179529"/>
                </a:cubicBezTo>
                <a:cubicBezTo>
                  <a:pt x="24841" y="200208"/>
                  <a:pt x="-13157" y="174349"/>
                  <a:pt x="4773" y="16289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5" name="任意多边形: 形状 104">
            <a:extLst>
              <a:ext uri="{FF2B5EF4-FFF2-40B4-BE49-F238E27FC236}">
                <a16:creationId xmlns:a16="http://schemas.microsoft.com/office/drawing/2014/main" id="{83100DCE-303F-B3B5-33A7-9823B09465A6}"/>
              </a:ext>
            </a:extLst>
          </p:cNvPr>
          <p:cNvSpPr/>
          <p:nvPr/>
        </p:nvSpPr>
        <p:spPr>
          <a:xfrm>
            <a:off x="7592862" y="1121546"/>
            <a:ext cx="572603" cy="639674"/>
          </a:xfrm>
          <a:custGeom>
            <a:avLst/>
            <a:gdLst>
              <a:gd name="csX0" fmla="*/ 2478 w 572603"/>
              <a:gd name="csY0" fmla="*/ 592681 h 639674"/>
              <a:gd name="csX1" fmla="*/ 40786 w 572603"/>
              <a:gd name="csY1" fmla="*/ 510086 h 639674"/>
              <a:gd name="csX2" fmla="*/ 112609 w 572603"/>
              <a:gd name="csY2" fmla="*/ 331692 h 639674"/>
              <a:gd name="csX3" fmla="*/ 170935 w 572603"/>
              <a:gd name="csY3" fmla="*/ 173406 h 639674"/>
              <a:gd name="csX4" fmla="*/ 210075 w 572603"/>
              <a:gd name="csY4" fmla="*/ 70278 h 639674"/>
              <a:gd name="csX5" fmla="*/ 262589 w 572603"/>
              <a:gd name="csY5" fmla="*/ 8165 h 639674"/>
              <a:gd name="csX6" fmla="*/ 354828 w 572603"/>
              <a:gd name="csY6" fmla="*/ 29882 h 639674"/>
              <a:gd name="csX7" fmla="*/ 437510 w 572603"/>
              <a:gd name="csY7" fmla="*/ 131885 h 639674"/>
              <a:gd name="csX8" fmla="*/ 515481 w 572603"/>
              <a:gd name="csY8" fmla="*/ 262949 h 639674"/>
              <a:gd name="csX9" fmla="*/ 571902 w 572603"/>
              <a:gd name="csY9" fmla="*/ 387584 h 639674"/>
              <a:gd name="csX10" fmla="*/ 559361 w 572603"/>
              <a:gd name="csY10" fmla="*/ 392866 h 639674"/>
              <a:gd name="csX11" fmla="*/ 503540 w 572603"/>
              <a:gd name="csY11" fmla="*/ 269469 h 639674"/>
              <a:gd name="csX12" fmla="*/ 414847 w 572603"/>
              <a:gd name="csY12" fmla="*/ 151598 h 639674"/>
              <a:gd name="csX13" fmla="*/ 322946 w 572603"/>
              <a:gd name="csY13" fmla="*/ 72793 h 639674"/>
              <a:gd name="csX14" fmla="*/ 293688 w 572603"/>
              <a:gd name="csY14" fmla="*/ 57948 h 639674"/>
              <a:gd name="csX15" fmla="*/ 261326 w 572603"/>
              <a:gd name="csY15" fmla="*/ 96527 h 639674"/>
              <a:gd name="csX16" fmla="*/ 212765 w 572603"/>
              <a:gd name="csY16" fmla="*/ 190601 h 639674"/>
              <a:gd name="csX17" fmla="*/ 146510 w 572603"/>
              <a:gd name="csY17" fmla="*/ 345192 h 639674"/>
              <a:gd name="csX18" fmla="*/ 86580 w 572603"/>
              <a:gd name="csY18" fmla="*/ 523862 h 639674"/>
              <a:gd name="csX19" fmla="*/ 77339 w 572603"/>
              <a:gd name="csY19" fmla="*/ 606687 h 639674"/>
              <a:gd name="csX20" fmla="*/ 2479 w 572603"/>
              <a:gd name="csY20" fmla="*/ 592679 h 639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72603" h="639674">
                <a:moveTo>
                  <a:pt x="2478" y="592681"/>
                </a:moveTo>
                <a:cubicBezTo>
                  <a:pt x="12735" y="564440"/>
                  <a:pt x="28305" y="537800"/>
                  <a:pt x="40786" y="510086"/>
                </a:cubicBezTo>
                <a:cubicBezTo>
                  <a:pt x="67241" y="451755"/>
                  <a:pt x="89612" y="391509"/>
                  <a:pt x="112609" y="331692"/>
                </a:cubicBezTo>
                <a:cubicBezTo>
                  <a:pt x="132801" y="279205"/>
                  <a:pt x="149893" y="225584"/>
                  <a:pt x="170935" y="173406"/>
                </a:cubicBezTo>
                <a:cubicBezTo>
                  <a:pt x="181899" y="138189"/>
                  <a:pt x="194882" y="103772"/>
                  <a:pt x="210075" y="70278"/>
                </a:cubicBezTo>
                <a:cubicBezTo>
                  <a:pt x="222038" y="43624"/>
                  <a:pt x="239651" y="24855"/>
                  <a:pt x="262589" y="8165"/>
                </a:cubicBezTo>
                <a:cubicBezTo>
                  <a:pt x="299935" y="-11148"/>
                  <a:pt x="324955" y="6931"/>
                  <a:pt x="354828" y="29882"/>
                </a:cubicBezTo>
                <a:cubicBezTo>
                  <a:pt x="384755" y="61844"/>
                  <a:pt x="414373" y="94624"/>
                  <a:pt x="437510" y="131885"/>
                </a:cubicBezTo>
                <a:cubicBezTo>
                  <a:pt x="465179" y="174392"/>
                  <a:pt x="491128" y="218393"/>
                  <a:pt x="515481" y="262949"/>
                </a:cubicBezTo>
                <a:cubicBezTo>
                  <a:pt x="536647" y="303387"/>
                  <a:pt x="553987" y="345653"/>
                  <a:pt x="571902" y="387584"/>
                </a:cubicBezTo>
                <a:cubicBezTo>
                  <a:pt x="575682" y="396432"/>
                  <a:pt x="563141" y="401714"/>
                  <a:pt x="559361" y="392866"/>
                </a:cubicBezTo>
                <a:cubicBezTo>
                  <a:pt x="541626" y="351355"/>
                  <a:pt x="524468" y="309512"/>
                  <a:pt x="503540" y="269469"/>
                </a:cubicBezTo>
                <a:cubicBezTo>
                  <a:pt x="479626" y="225673"/>
                  <a:pt x="452294" y="185211"/>
                  <a:pt x="414847" y="151598"/>
                </a:cubicBezTo>
                <a:cubicBezTo>
                  <a:pt x="383740" y="125913"/>
                  <a:pt x="357393" y="94338"/>
                  <a:pt x="322946" y="72793"/>
                </a:cubicBezTo>
                <a:cubicBezTo>
                  <a:pt x="313249" y="67876"/>
                  <a:pt x="303462" y="62152"/>
                  <a:pt x="293688" y="57948"/>
                </a:cubicBezTo>
                <a:cubicBezTo>
                  <a:pt x="281291" y="69791"/>
                  <a:pt x="268679" y="80292"/>
                  <a:pt x="261326" y="96527"/>
                </a:cubicBezTo>
                <a:cubicBezTo>
                  <a:pt x="244379" y="127316"/>
                  <a:pt x="227260" y="158374"/>
                  <a:pt x="212765" y="190601"/>
                </a:cubicBezTo>
                <a:cubicBezTo>
                  <a:pt x="191092" y="242309"/>
                  <a:pt x="167105" y="293052"/>
                  <a:pt x="146510" y="345192"/>
                </a:cubicBezTo>
                <a:cubicBezTo>
                  <a:pt x="122629" y="403112"/>
                  <a:pt x="96500" y="461712"/>
                  <a:pt x="86580" y="523862"/>
                </a:cubicBezTo>
                <a:cubicBezTo>
                  <a:pt x="82133" y="551429"/>
                  <a:pt x="79106" y="579097"/>
                  <a:pt x="77339" y="606687"/>
                </a:cubicBezTo>
                <a:cubicBezTo>
                  <a:pt x="73898" y="660430"/>
                  <a:pt x="-15906" y="643297"/>
                  <a:pt x="2479" y="59267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77CF8D35-0775-2EBF-98FA-FFF3F91743A5}"/>
              </a:ext>
            </a:extLst>
          </p:cNvPr>
          <p:cNvSpPr/>
          <p:nvPr/>
        </p:nvSpPr>
        <p:spPr>
          <a:xfrm>
            <a:off x="7149637" y="1376846"/>
            <a:ext cx="130935" cy="194271"/>
          </a:xfrm>
          <a:custGeom>
            <a:avLst/>
            <a:gdLst>
              <a:gd name="csX0" fmla="*/ 5743 w 130935"/>
              <a:gd name="csY0" fmla="*/ 160882 h 194271"/>
              <a:gd name="csX1" fmla="*/ 49349 w 130935"/>
              <a:gd name="csY1" fmla="*/ 114402 h 194271"/>
              <a:gd name="csX2" fmla="*/ 102196 w 130935"/>
              <a:gd name="csY2" fmla="*/ 28262 h 194271"/>
              <a:gd name="csX3" fmla="*/ 118275 w 130935"/>
              <a:gd name="csY3" fmla="*/ 3453 h 194271"/>
              <a:gd name="csX4" fmla="*/ 129586 w 130935"/>
              <a:gd name="csY4" fmla="*/ 11018 h 194271"/>
              <a:gd name="csX5" fmla="*/ 113730 w 130935"/>
              <a:gd name="csY5" fmla="*/ 35481 h 194271"/>
              <a:gd name="csX6" fmla="*/ 62335 w 130935"/>
              <a:gd name="csY6" fmla="*/ 121992 h 194271"/>
              <a:gd name="csX7" fmla="*/ 43434 w 130935"/>
              <a:gd name="csY7" fmla="*/ 181876 h 194271"/>
              <a:gd name="csX8" fmla="*/ 5743 w 130935"/>
              <a:gd name="csY8" fmla="*/ 160881 h 194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0935" h="194271">
                <a:moveTo>
                  <a:pt x="5743" y="160882"/>
                </a:moveTo>
                <a:cubicBezTo>
                  <a:pt x="22279" y="147246"/>
                  <a:pt x="35590" y="130471"/>
                  <a:pt x="49349" y="114402"/>
                </a:cubicBezTo>
                <a:cubicBezTo>
                  <a:pt x="67484" y="86020"/>
                  <a:pt x="84524" y="56943"/>
                  <a:pt x="102196" y="28262"/>
                </a:cubicBezTo>
                <a:cubicBezTo>
                  <a:pt x="107083" y="19690"/>
                  <a:pt x="112918" y="11720"/>
                  <a:pt x="118275" y="3453"/>
                </a:cubicBezTo>
                <a:cubicBezTo>
                  <a:pt x="123508" y="-4621"/>
                  <a:pt x="134819" y="2943"/>
                  <a:pt x="129586" y="11018"/>
                </a:cubicBezTo>
                <a:cubicBezTo>
                  <a:pt x="124303" y="19169"/>
                  <a:pt x="118537" y="27020"/>
                  <a:pt x="113730" y="35481"/>
                </a:cubicBezTo>
                <a:cubicBezTo>
                  <a:pt x="96138" y="64030"/>
                  <a:pt x="78220" y="92449"/>
                  <a:pt x="62335" y="121992"/>
                </a:cubicBezTo>
                <a:cubicBezTo>
                  <a:pt x="55199" y="141544"/>
                  <a:pt x="46992" y="161103"/>
                  <a:pt x="43434" y="181876"/>
                </a:cubicBezTo>
                <a:cubicBezTo>
                  <a:pt x="38284" y="211946"/>
                  <a:pt x="-17794" y="180290"/>
                  <a:pt x="5743" y="16088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7" name="任意多边形: 形状 106">
            <a:extLst>
              <a:ext uri="{FF2B5EF4-FFF2-40B4-BE49-F238E27FC236}">
                <a16:creationId xmlns:a16="http://schemas.microsoft.com/office/drawing/2014/main" id="{DC179826-2698-14E3-585F-2E9C337BB408}"/>
              </a:ext>
            </a:extLst>
          </p:cNvPr>
          <p:cNvSpPr/>
          <p:nvPr/>
        </p:nvSpPr>
        <p:spPr>
          <a:xfrm>
            <a:off x="7458021" y="1282809"/>
            <a:ext cx="263894" cy="209188"/>
          </a:xfrm>
          <a:custGeom>
            <a:avLst/>
            <a:gdLst>
              <a:gd name="csX0" fmla="*/ 25210 w 263894"/>
              <a:gd name="csY0" fmla="*/ 316 h 209188"/>
              <a:gd name="csX1" fmla="*/ 78320 w 263894"/>
              <a:gd name="csY1" fmla="*/ 24771 h 209188"/>
              <a:gd name="csX2" fmla="*/ 146886 w 263894"/>
              <a:gd name="csY2" fmla="*/ 66876 h 209188"/>
              <a:gd name="csX3" fmla="*/ 201486 w 263894"/>
              <a:gd name="csY3" fmla="*/ 110256 h 209188"/>
              <a:gd name="csX4" fmla="*/ 238472 w 263894"/>
              <a:gd name="csY4" fmla="*/ 150923 h 209188"/>
              <a:gd name="csX5" fmla="*/ 263895 w 263894"/>
              <a:gd name="csY5" fmla="*/ 177360 h 209188"/>
              <a:gd name="csX6" fmla="*/ 256267 w 263894"/>
              <a:gd name="csY6" fmla="*/ 190797 h 209188"/>
              <a:gd name="csX7" fmla="*/ 245107 w 263894"/>
              <a:gd name="csY7" fmla="*/ 201530 h 209188"/>
              <a:gd name="csX8" fmla="*/ 231923 w 263894"/>
              <a:gd name="csY8" fmla="*/ 209189 h 209188"/>
              <a:gd name="csX9" fmla="*/ 204864 w 263894"/>
              <a:gd name="csY9" fmla="*/ 181795 h 209188"/>
              <a:gd name="csX10" fmla="*/ 170504 w 263894"/>
              <a:gd name="csY10" fmla="*/ 138652 h 209188"/>
              <a:gd name="csX11" fmla="*/ 125749 w 263894"/>
              <a:gd name="csY11" fmla="*/ 98478 h 209188"/>
              <a:gd name="csX12" fmla="*/ 59687 w 263894"/>
              <a:gd name="csY12" fmla="*/ 58328 h 209188"/>
              <a:gd name="csX13" fmla="*/ 13807 w 263894"/>
              <a:gd name="csY13" fmla="*/ 35812 h 209188"/>
              <a:gd name="csX14" fmla="*/ 25210 w 263894"/>
              <a:gd name="csY14" fmla="*/ 315 h 2091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63894" h="209188">
                <a:moveTo>
                  <a:pt x="25210" y="316"/>
                </a:moveTo>
                <a:cubicBezTo>
                  <a:pt x="45312" y="3069"/>
                  <a:pt x="60857" y="15208"/>
                  <a:pt x="78320" y="24771"/>
                </a:cubicBezTo>
                <a:cubicBezTo>
                  <a:pt x="100797" y="39536"/>
                  <a:pt x="123959" y="52988"/>
                  <a:pt x="146886" y="66876"/>
                </a:cubicBezTo>
                <a:cubicBezTo>
                  <a:pt x="167865" y="78010"/>
                  <a:pt x="185018" y="93456"/>
                  <a:pt x="201486" y="110256"/>
                </a:cubicBezTo>
                <a:cubicBezTo>
                  <a:pt x="213361" y="125090"/>
                  <a:pt x="224632" y="138563"/>
                  <a:pt x="238472" y="150923"/>
                </a:cubicBezTo>
                <a:cubicBezTo>
                  <a:pt x="247778" y="158852"/>
                  <a:pt x="255841" y="168398"/>
                  <a:pt x="263895" y="177360"/>
                </a:cubicBezTo>
                <a:cubicBezTo>
                  <a:pt x="261352" y="181839"/>
                  <a:pt x="258810" y="186318"/>
                  <a:pt x="256267" y="190797"/>
                </a:cubicBezTo>
                <a:cubicBezTo>
                  <a:pt x="250862" y="200319"/>
                  <a:pt x="254574" y="196030"/>
                  <a:pt x="245107" y="201530"/>
                </a:cubicBezTo>
                <a:cubicBezTo>
                  <a:pt x="240712" y="204083"/>
                  <a:pt x="236317" y="206636"/>
                  <a:pt x="231923" y="209189"/>
                </a:cubicBezTo>
                <a:cubicBezTo>
                  <a:pt x="222780" y="200389"/>
                  <a:pt x="213272" y="191458"/>
                  <a:pt x="204864" y="181795"/>
                </a:cubicBezTo>
                <a:cubicBezTo>
                  <a:pt x="194406" y="166396"/>
                  <a:pt x="183183" y="152548"/>
                  <a:pt x="170504" y="138652"/>
                </a:cubicBezTo>
                <a:cubicBezTo>
                  <a:pt x="156191" y="124727"/>
                  <a:pt x="142048" y="110348"/>
                  <a:pt x="125749" y="98478"/>
                </a:cubicBezTo>
                <a:cubicBezTo>
                  <a:pt x="104920" y="83011"/>
                  <a:pt x="84234" y="67749"/>
                  <a:pt x="59687" y="58328"/>
                </a:cubicBezTo>
                <a:cubicBezTo>
                  <a:pt x="44491" y="50060"/>
                  <a:pt x="29128" y="43048"/>
                  <a:pt x="13807" y="35812"/>
                </a:cubicBezTo>
                <a:cubicBezTo>
                  <a:pt x="-10032" y="24554"/>
                  <a:pt x="-910" y="-3262"/>
                  <a:pt x="25210" y="31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8" name="任意多边形: 形状 107">
            <a:extLst>
              <a:ext uri="{FF2B5EF4-FFF2-40B4-BE49-F238E27FC236}">
                <a16:creationId xmlns:a16="http://schemas.microsoft.com/office/drawing/2014/main" id="{E297EE80-A524-61A6-9781-0FEA9AE34523}"/>
              </a:ext>
            </a:extLst>
          </p:cNvPr>
          <p:cNvSpPr/>
          <p:nvPr/>
        </p:nvSpPr>
        <p:spPr>
          <a:xfrm>
            <a:off x="8431425" y="1064301"/>
            <a:ext cx="445019" cy="281435"/>
          </a:xfrm>
          <a:custGeom>
            <a:avLst/>
            <a:gdLst>
              <a:gd name="csX0" fmla="*/ 10211 w 445019"/>
              <a:gd name="csY0" fmla="*/ 186820 h 281435"/>
              <a:gd name="csX1" fmla="*/ 56722 w 445019"/>
              <a:gd name="csY1" fmla="*/ 148896 h 281435"/>
              <a:gd name="csX2" fmla="*/ 129318 w 445019"/>
              <a:gd name="csY2" fmla="*/ 75082 h 281435"/>
              <a:gd name="csX3" fmla="*/ 179984 w 445019"/>
              <a:gd name="csY3" fmla="*/ 18127 h 281435"/>
              <a:gd name="csX4" fmla="*/ 244975 w 445019"/>
              <a:gd name="csY4" fmla="*/ 725 h 281435"/>
              <a:gd name="csX5" fmla="*/ 319183 w 445019"/>
              <a:gd name="csY5" fmla="*/ 62044 h 281435"/>
              <a:gd name="csX6" fmla="*/ 394010 w 445019"/>
              <a:gd name="csY6" fmla="*/ 159351 h 281435"/>
              <a:gd name="csX7" fmla="*/ 442515 w 445019"/>
              <a:gd name="csY7" fmla="*/ 237074 h 281435"/>
              <a:gd name="csX8" fmla="*/ 442226 w 445019"/>
              <a:gd name="csY8" fmla="*/ 273257 h 281435"/>
              <a:gd name="csX9" fmla="*/ 429467 w 445019"/>
              <a:gd name="csY9" fmla="*/ 277984 h 281435"/>
              <a:gd name="csX10" fmla="*/ 404675 w 445019"/>
              <a:gd name="csY10" fmla="*/ 256664 h 281435"/>
              <a:gd name="csX11" fmla="*/ 362919 w 445019"/>
              <a:gd name="csY11" fmla="*/ 179530 h 281435"/>
              <a:gd name="csX12" fmla="*/ 294827 w 445019"/>
              <a:gd name="csY12" fmla="*/ 85175 h 281435"/>
              <a:gd name="csX13" fmla="*/ 235732 w 445019"/>
              <a:gd name="csY13" fmla="*/ 42551 h 281435"/>
              <a:gd name="csX14" fmla="*/ 206237 w 445019"/>
              <a:gd name="csY14" fmla="*/ 48750 h 281435"/>
              <a:gd name="csX15" fmla="*/ 151084 w 445019"/>
              <a:gd name="csY15" fmla="*/ 95610 h 281435"/>
              <a:gd name="csX16" fmla="*/ 82803 w 445019"/>
              <a:gd name="csY16" fmla="*/ 172772 h 281435"/>
              <a:gd name="csX17" fmla="*/ 48667 w 445019"/>
              <a:gd name="csY17" fmla="*/ 223045 h 281435"/>
              <a:gd name="csX18" fmla="*/ 10210 w 445019"/>
              <a:gd name="csY18" fmla="*/ 186821 h 2814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45019" h="281435">
                <a:moveTo>
                  <a:pt x="10211" y="186820"/>
                </a:moveTo>
                <a:cubicBezTo>
                  <a:pt x="27756" y="176936"/>
                  <a:pt x="42005" y="162369"/>
                  <a:pt x="56722" y="148896"/>
                </a:cubicBezTo>
                <a:cubicBezTo>
                  <a:pt x="83991" y="127432"/>
                  <a:pt x="105936" y="100515"/>
                  <a:pt x="129318" y="75082"/>
                </a:cubicBezTo>
                <a:cubicBezTo>
                  <a:pt x="144891" y="54938"/>
                  <a:pt x="162232" y="36318"/>
                  <a:pt x="179984" y="18127"/>
                </a:cubicBezTo>
                <a:cubicBezTo>
                  <a:pt x="199923" y="-961"/>
                  <a:pt x="219390" y="-1061"/>
                  <a:pt x="244975" y="725"/>
                </a:cubicBezTo>
                <a:cubicBezTo>
                  <a:pt x="275506" y="12669"/>
                  <a:pt x="296744" y="39336"/>
                  <a:pt x="319183" y="62044"/>
                </a:cubicBezTo>
                <a:cubicBezTo>
                  <a:pt x="346366" y="92673"/>
                  <a:pt x="369577" y="126513"/>
                  <a:pt x="394010" y="159351"/>
                </a:cubicBezTo>
                <a:cubicBezTo>
                  <a:pt x="411489" y="184673"/>
                  <a:pt x="429014" y="209437"/>
                  <a:pt x="442515" y="237074"/>
                </a:cubicBezTo>
                <a:cubicBezTo>
                  <a:pt x="447381" y="248806"/>
                  <a:pt x="443959" y="261099"/>
                  <a:pt x="442226" y="273257"/>
                </a:cubicBezTo>
                <a:cubicBezTo>
                  <a:pt x="440869" y="282783"/>
                  <a:pt x="437371" y="283470"/>
                  <a:pt x="429467" y="277984"/>
                </a:cubicBezTo>
                <a:cubicBezTo>
                  <a:pt x="420578" y="271816"/>
                  <a:pt x="410840" y="265713"/>
                  <a:pt x="404675" y="256664"/>
                </a:cubicBezTo>
                <a:cubicBezTo>
                  <a:pt x="389857" y="231444"/>
                  <a:pt x="378392" y="204465"/>
                  <a:pt x="362919" y="179530"/>
                </a:cubicBezTo>
                <a:cubicBezTo>
                  <a:pt x="343205" y="145800"/>
                  <a:pt x="322482" y="113177"/>
                  <a:pt x="294827" y="85175"/>
                </a:cubicBezTo>
                <a:cubicBezTo>
                  <a:pt x="277223" y="67612"/>
                  <a:pt x="261129" y="49923"/>
                  <a:pt x="235732" y="42551"/>
                </a:cubicBezTo>
                <a:cubicBezTo>
                  <a:pt x="224772" y="43233"/>
                  <a:pt x="215944" y="37919"/>
                  <a:pt x="206237" y="48750"/>
                </a:cubicBezTo>
                <a:cubicBezTo>
                  <a:pt x="187433" y="63878"/>
                  <a:pt x="168778" y="79138"/>
                  <a:pt x="151084" y="95610"/>
                </a:cubicBezTo>
                <a:cubicBezTo>
                  <a:pt x="126954" y="120152"/>
                  <a:pt x="101637" y="143717"/>
                  <a:pt x="82803" y="172772"/>
                </a:cubicBezTo>
                <a:cubicBezTo>
                  <a:pt x="70721" y="188939"/>
                  <a:pt x="57810" y="204905"/>
                  <a:pt x="48667" y="223045"/>
                </a:cubicBezTo>
                <a:cubicBezTo>
                  <a:pt x="31857" y="256406"/>
                  <a:pt x="-22338" y="205158"/>
                  <a:pt x="10210" y="18682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9" name="任意多边形: 形状 108">
            <a:extLst>
              <a:ext uri="{FF2B5EF4-FFF2-40B4-BE49-F238E27FC236}">
                <a16:creationId xmlns:a16="http://schemas.microsoft.com/office/drawing/2014/main" id="{3B555F25-3B55-1FF6-1A61-F78478F490C1}"/>
              </a:ext>
            </a:extLst>
          </p:cNvPr>
          <p:cNvSpPr/>
          <p:nvPr/>
        </p:nvSpPr>
        <p:spPr>
          <a:xfrm>
            <a:off x="6682906" y="1375979"/>
            <a:ext cx="337008" cy="251072"/>
          </a:xfrm>
          <a:custGeom>
            <a:avLst/>
            <a:gdLst>
              <a:gd name="csX0" fmla="*/ 225 w 337008"/>
              <a:gd name="csY0" fmla="*/ 228711 h 251072"/>
              <a:gd name="csX1" fmla="*/ 8328 w 337008"/>
              <a:gd name="csY1" fmla="*/ 169139 h 251072"/>
              <a:gd name="csX2" fmla="*/ 18822 w 337008"/>
              <a:gd name="csY2" fmla="*/ 84459 h 251072"/>
              <a:gd name="csX3" fmla="*/ 41739 w 337008"/>
              <a:gd name="csY3" fmla="*/ 20603 h 251072"/>
              <a:gd name="csX4" fmla="*/ 116574 w 337008"/>
              <a:gd name="csY4" fmla="*/ 2438 h 251072"/>
              <a:gd name="csX5" fmla="*/ 203925 w 337008"/>
              <a:gd name="csY5" fmla="*/ 43773 h 251072"/>
              <a:gd name="csX6" fmla="*/ 287550 w 337008"/>
              <a:gd name="csY6" fmla="*/ 117553 h 251072"/>
              <a:gd name="csX7" fmla="*/ 335457 w 337008"/>
              <a:gd name="csY7" fmla="*/ 176779 h 251072"/>
              <a:gd name="csX8" fmla="*/ 325029 w 337008"/>
              <a:gd name="csY8" fmla="*/ 185521 h 251072"/>
              <a:gd name="csX9" fmla="*/ 273188 w 337008"/>
              <a:gd name="csY9" fmla="*/ 131914 h 251072"/>
              <a:gd name="csX10" fmla="*/ 192933 w 337008"/>
              <a:gd name="csY10" fmla="*/ 60102 h 251072"/>
              <a:gd name="csX11" fmla="*/ 115266 w 337008"/>
              <a:gd name="csY11" fmla="*/ 30636 h 251072"/>
              <a:gd name="csX12" fmla="*/ 77482 w 337008"/>
              <a:gd name="csY12" fmla="*/ 48194 h 251072"/>
              <a:gd name="csX13" fmla="*/ 58318 w 337008"/>
              <a:gd name="csY13" fmla="*/ 91903 h 251072"/>
              <a:gd name="csX14" fmla="*/ 43994 w 337008"/>
              <a:gd name="csY14" fmla="*/ 173133 h 251072"/>
              <a:gd name="csX15" fmla="*/ 36584 w 337008"/>
              <a:gd name="csY15" fmla="*/ 234331 h 251072"/>
              <a:gd name="csX16" fmla="*/ 227 w 337008"/>
              <a:gd name="csY16" fmla="*/ 228711 h 2510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37008" h="251072">
                <a:moveTo>
                  <a:pt x="225" y="228711"/>
                </a:moveTo>
                <a:cubicBezTo>
                  <a:pt x="2841" y="208922"/>
                  <a:pt x="5020" y="188874"/>
                  <a:pt x="8328" y="169139"/>
                </a:cubicBezTo>
                <a:cubicBezTo>
                  <a:pt x="12861" y="141003"/>
                  <a:pt x="16570" y="112855"/>
                  <a:pt x="18822" y="84459"/>
                </a:cubicBezTo>
                <a:cubicBezTo>
                  <a:pt x="20329" y="60650"/>
                  <a:pt x="29536" y="40563"/>
                  <a:pt x="41739" y="20603"/>
                </a:cubicBezTo>
                <a:cubicBezTo>
                  <a:pt x="64918" y="-3777"/>
                  <a:pt x="86943" y="-1453"/>
                  <a:pt x="116574" y="2438"/>
                </a:cubicBezTo>
                <a:cubicBezTo>
                  <a:pt x="148371" y="11743"/>
                  <a:pt x="176256" y="26044"/>
                  <a:pt x="203925" y="43773"/>
                </a:cubicBezTo>
                <a:cubicBezTo>
                  <a:pt x="232818" y="67450"/>
                  <a:pt x="260645" y="91639"/>
                  <a:pt x="287550" y="117553"/>
                </a:cubicBezTo>
                <a:cubicBezTo>
                  <a:pt x="307817" y="134134"/>
                  <a:pt x="321976" y="154804"/>
                  <a:pt x="335457" y="176779"/>
                </a:cubicBezTo>
                <a:cubicBezTo>
                  <a:pt x="340488" y="184980"/>
                  <a:pt x="332291" y="191834"/>
                  <a:pt x="325029" y="185521"/>
                </a:cubicBezTo>
                <a:cubicBezTo>
                  <a:pt x="306120" y="169081"/>
                  <a:pt x="288444" y="151952"/>
                  <a:pt x="273188" y="131914"/>
                </a:cubicBezTo>
                <a:cubicBezTo>
                  <a:pt x="248031" y="106356"/>
                  <a:pt x="223696" y="79087"/>
                  <a:pt x="192933" y="60102"/>
                </a:cubicBezTo>
                <a:cubicBezTo>
                  <a:pt x="168459" y="44668"/>
                  <a:pt x="145653" y="26404"/>
                  <a:pt x="115266" y="30636"/>
                </a:cubicBezTo>
                <a:cubicBezTo>
                  <a:pt x="101727" y="35501"/>
                  <a:pt x="87636" y="37078"/>
                  <a:pt x="77482" y="48194"/>
                </a:cubicBezTo>
                <a:cubicBezTo>
                  <a:pt x="70268" y="62127"/>
                  <a:pt x="59836" y="74541"/>
                  <a:pt x="58318" y="91903"/>
                </a:cubicBezTo>
                <a:cubicBezTo>
                  <a:pt x="50967" y="118512"/>
                  <a:pt x="46307" y="145489"/>
                  <a:pt x="43994" y="173133"/>
                </a:cubicBezTo>
                <a:cubicBezTo>
                  <a:pt x="42470" y="193676"/>
                  <a:pt x="39514" y="214090"/>
                  <a:pt x="36584" y="234331"/>
                </a:cubicBezTo>
                <a:cubicBezTo>
                  <a:pt x="32857" y="260076"/>
                  <a:pt x="-3182" y="254500"/>
                  <a:pt x="227" y="2287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0" name="任意多边形: 形状 109">
            <a:extLst>
              <a:ext uri="{FF2B5EF4-FFF2-40B4-BE49-F238E27FC236}">
                <a16:creationId xmlns:a16="http://schemas.microsoft.com/office/drawing/2014/main" id="{AC32A6D5-AD12-C94B-9A85-BD5FD6E12F0F}"/>
              </a:ext>
            </a:extLst>
          </p:cNvPr>
          <p:cNvSpPr/>
          <p:nvPr/>
        </p:nvSpPr>
        <p:spPr>
          <a:xfrm>
            <a:off x="7738960" y="2367277"/>
            <a:ext cx="66858" cy="207618"/>
          </a:xfrm>
          <a:custGeom>
            <a:avLst/>
            <a:gdLst>
              <a:gd name="csX0" fmla="*/ 47833 w 66858"/>
              <a:gd name="csY0" fmla="*/ 18177 h 207618"/>
              <a:gd name="csX1" fmla="*/ 62329 w 66858"/>
              <a:gd name="csY1" fmla="*/ 76306 h 207618"/>
              <a:gd name="csX2" fmla="*/ 53745 w 66858"/>
              <a:gd name="csY2" fmla="*/ 179100 h 207618"/>
              <a:gd name="csX3" fmla="*/ 56229 w 66858"/>
              <a:gd name="csY3" fmla="*/ 199583 h 207618"/>
              <a:gd name="csX4" fmla="*/ 42720 w 66858"/>
              <a:gd name="csY4" fmla="*/ 201221 h 207618"/>
              <a:gd name="csX5" fmla="*/ 40242 w 66858"/>
              <a:gd name="csY5" fmla="*/ 180791 h 207618"/>
              <a:gd name="csX6" fmla="*/ 5235 w 66858"/>
              <a:gd name="csY6" fmla="*/ 85939 h 207618"/>
              <a:gd name="csX7" fmla="*/ 3982 w 66858"/>
              <a:gd name="csY7" fmla="*/ 24254 h 207618"/>
              <a:gd name="csX8" fmla="*/ 47832 w 66858"/>
              <a:gd name="csY8" fmla="*/ 18180 h 2076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6858" h="207618">
                <a:moveTo>
                  <a:pt x="47833" y="18177"/>
                </a:moveTo>
                <a:cubicBezTo>
                  <a:pt x="58471" y="35904"/>
                  <a:pt x="60238" y="56043"/>
                  <a:pt x="62329" y="76306"/>
                </a:cubicBezTo>
                <a:cubicBezTo>
                  <a:pt x="68263" y="113464"/>
                  <a:pt x="70948" y="144858"/>
                  <a:pt x="53745" y="179100"/>
                </a:cubicBezTo>
                <a:cubicBezTo>
                  <a:pt x="54572" y="185928"/>
                  <a:pt x="55401" y="192755"/>
                  <a:pt x="56229" y="199583"/>
                </a:cubicBezTo>
                <a:cubicBezTo>
                  <a:pt x="57387" y="209134"/>
                  <a:pt x="43879" y="210773"/>
                  <a:pt x="42720" y="201221"/>
                </a:cubicBezTo>
                <a:cubicBezTo>
                  <a:pt x="41894" y="194411"/>
                  <a:pt x="41068" y="187601"/>
                  <a:pt x="40242" y="180791"/>
                </a:cubicBezTo>
                <a:cubicBezTo>
                  <a:pt x="15935" y="152486"/>
                  <a:pt x="10784" y="122089"/>
                  <a:pt x="5235" y="85939"/>
                </a:cubicBezTo>
                <a:cubicBezTo>
                  <a:pt x="1277" y="65141"/>
                  <a:pt x="-3603" y="44565"/>
                  <a:pt x="3982" y="24254"/>
                </a:cubicBezTo>
                <a:cubicBezTo>
                  <a:pt x="14934" y="-5070"/>
                  <a:pt x="31724" y="-8660"/>
                  <a:pt x="47832" y="1818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1" name="任意多边形: 形状 110">
            <a:extLst>
              <a:ext uri="{FF2B5EF4-FFF2-40B4-BE49-F238E27FC236}">
                <a16:creationId xmlns:a16="http://schemas.microsoft.com/office/drawing/2014/main" id="{8B30B57B-0523-F499-0E35-CC74AF5D9C70}"/>
              </a:ext>
            </a:extLst>
          </p:cNvPr>
          <p:cNvSpPr/>
          <p:nvPr/>
        </p:nvSpPr>
        <p:spPr>
          <a:xfrm>
            <a:off x="7869818" y="2327116"/>
            <a:ext cx="52223" cy="212725"/>
          </a:xfrm>
          <a:custGeom>
            <a:avLst/>
            <a:gdLst>
              <a:gd name="csX0" fmla="*/ 51944 w 52223"/>
              <a:gd name="csY0" fmla="*/ 24714 h 212725"/>
              <a:gd name="csX1" fmla="*/ 49750 w 52223"/>
              <a:gd name="csY1" fmla="*/ 107165 h 212725"/>
              <a:gd name="csX2" fmla="*/ 46608 w 52223"/>
              <a:gd name="csY2" fmla="*/ 204749 h 212725"/>
              <a:gd name="csX3" fmla="*/ 33086 w 52223"/>
              <a:gd name="csY3" fmla="*/ 206273 h 212725"/>
              <a:gd name="csX4" fmla="*/ 12139 w 52223"/>
              <a:gd name="csY4" fmla="*/ 109242 h 212725"/>
              <a:gd name="csX5" fmla="*/ 393 w 52223"/>
              <a:gd name="csY5" fmla="*/ 30267 h 212725"/>
              <a:gd name="csX6" fmla="*/ 51945 w 52223"/>
              <a:gd name="csY6" fmla="*/ 24713 h 212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2223" h="212725">
                <a:moveTo>
                  <a:pt x="51944" y="24714"/>
                </a:moveTo>
                <a:cubicBezTo>
                  <a:pt x="53213" y="50015"/>
                  <a:pt x="49738" y="79953"/>
                  <a:pt x="49750" y="107165"/>
                </a:cubicBezTo>
                <a:cubicBezTo>
                  <a:pt x="51486" y="140498"/>
                  <a:pt x="43242" y="171770"/>
                  <a:pt x="46608" y="204749"/>
                </a:cubicBezTo>
                <a:cubicBezTo>
                  <a:pt x="47585" y="214320"/>
                  <a:pt x="34265" y="215822"/>
                  <a:pt x="33086" y="206273"/>
                </a:cubicBezTo>
                <a:cubicBezTo>
                  <a:pt x="28976" y="172967"/>
                  <a:pt x="14397" y="143176"/>
                  <a:pt x="12139" y="109242"/>
                </a:cubicBezTo>
                <a:cubicBezTo>
                  <a:pt x="9265" y="82998"/>
                  <a:pt x="4107" y="54451"/>
                  <a:pt x="393" y="30267"/>
                </a:cubicBezTo>
                <a:cubicBezTo>
                  <a:pt x="-5171" y="-5971"/>
                  <a:pt x="50107" y="-11904"/>
                  <a:pt x="51945" y="24713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2" name="任意多边形: 形状 111">
            <a:extLst>
              <a:ext uri="{FF2B5EF4-FFF2-40B4-BE49-F238E27FC236}">
                <a16:creationId xmlns:a16="http://schemas.microsoft.com/office/drawing/2014/main" id="{58519FED-F861-8B1F-0F2E-F42612860B5A}"/>
              </a:ext>
            </a:extLst>
          </p:cNvPr>
          <p:cNvSpPr/>
          <p:nvPr/>
        </p:nvSpPr>
        <p:spPr>
          <a:xfrm>
            <a:off x="7979304" y="2182545"/>
            <a:ext cx="88535" cy="275731"/>
          </a:xfrm>
          <a:custGeom>
            <a:avLst/>
            <a:gdLst>
              <a:gd name="csX0" fmla="*/ 88000 w 88535"/>
              <a:gd name="csY0" fmla="*/ 43080 h 275731"/>
              <a:gd name="csX1" fmla="*/ 80173 w 88535"/>
              <a:gd name="csY1" fmla="*/ 123295 h 275731"/>
              <a:gd name="csX2" fmla="*/ 42379 w 88535"/>
              <a:gd name="csY2" fmla="*/ 269018 h 275731"/>
              <a:gd name="csX3" fmla="*/ 28783 w 88535"/>
              <a:gd name="csY3" fmla="*/ 268458 h 275731"/>
              <a:gd name="csX4" fmla="*/ 7331 w 88535"/>
              <a:gd name="csY4" fmla="*/ 120049 h 275731"/>
              <a:gd name="csX5" fmla="*/ 177 w 88535"/>
              <a:gd name="csY5" fmla="*/ 50420 h 275731"/>
              <a:gd name="csX6" fmla="*/ 87999 w 88535"/>
              <a:gd name="csY6" fmla="*/ 43079 h 275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8535" h="275731">
                <a:moveTo>
                  <a:pt x="88000" y="43080"/>
                </a:moveTo>
                <a:cubicBezTo>
                  <a:pt x="90330" y="70310"/>
                  <a:pt x="84570" y="96546"/>
                  <a:pt x="80173" y="123295"/>
                </a:cubicBezTo>
                <a:cubicBezTo>
                  <a:pt x="78611" y="175047"/>
                  <a:pt x="56890" y="220527"/>
                  <a:pt x="42379" y="269018"/>
                </a:cubicBezTo>
                <a:cubicBezTo>
                  <a:pt x="39621" y="278236"/>
                  <a:pt x="30743" y="277878"/>
                  <a:pt x="28783" y="268458"/>
                </a:cubicBezTo>
                <a:cubicBezTo>
                  <a:pt x="18484" y="218922"/>
                  <a:pt x="2919" y="171560"/>
                  <a:pt x="7331" y="120049"/>
                </a:cubicBezTo>
                <a:cubicBezTo>
                  <a:pt x="5453" y="96803"/>
                  <a:pt x="1893" y="73564"/>
                  <a:pt x="177" y="50420"/>
                </a:cubicBezTo>
                <a:cubicBezTo>
                  <a:pt x="-4433" y="-11726"/>
                  <a:pt x="82686" y="-19011"/>
                  <a:pt x="87999" y="4307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3" name="任意多边形: 形状 112">
            <a:extLst>
              <a:ext uri="{FF2B5EF4-FFF2-40B4-BE49-F238E27FC236}">
                <a16:creationId xmlns:a16="http://schemas.microsoft.com/office/drawing/2014/main" id="{3B05B9A7-30B4-94E8-1B07-D1A454042637}"/>
              </a:ext>
            </a:extLst>
          </p:cNvPr>
          <p:cNvSpPr/>
          <p:nvPr/>
        </p:nvSpPr>
        <p:spPr>
          <a:xfrm>
            <a:off x="8118183" y="2329951"/>
            <a:ext cx="45837" cy="178196"/>
          </a:xfrm>
          <a:custGeom>
            <a:avLst/>
            <a:gdLst>
              <a:gd name="csX0" fmla="*/ 45514 w 45837"/>
              <a:gd name="csY0" fmla="*/ 22642 h 178196"/>
              <a:gd name="csX1" fmla="*/ 33145 w 45837"/>
              <a:gd name="csY1" fmla="*/ 92095 h 178196"/>
              <a:gd name="csX2" fmla="*/ 15864 w 45837"/>
              <a:gd name="csY2" fmla="*/ 171596 h 178196"/>
              <a:gd name="csX3" fmla="*/ 2307 w 45837"/>
              <a:gd name="csY3" fmla="*/ 170433 h 178196"/>
              <a:gd name="csX4" fmla="*/ 1615 w 45837"/>
              <a:gd name="csY4" fmla="*/ 88074 h 178196"/>
              <a:gd name="csX5" fmla="*/ 5340 w 45837"/>
              <a:gd name="csY5" fmla="*/ 19908 h 178196"/>
              <a:gd name="csX6" fmla="*/ 45513 w 45837"/>
              <a:gd name="csY6" fmla="*/ 22641 h 1781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5837" h="178196">
                <a:moveTo>
                  <a:pt x="45514" y="22642"/>
                </a:moveTo>
                <a:cubicBezTo>
                  <a:pt x="41815" y="45591"/>
                  <a:pt x="36473" y="68751"/>
                  <a:pt x="33145" y="92095"/>
                </a:cubicBezTo>
                <a:cubicBezTo>
                  <a:pt x="29933" y="119406"/>
                  <a:pt x="20755" y="144694"/>
                  <a:pt x="15864" y="171596"/>
                </a:cubicBezTo>
                <a:cubicBezTo>
                  <a:pt x="14143" y="181063"/>
                  <a:pt x="2382" y="180055"/>
                  <a:pt x="2307" y="170433"/>
                </a:cubicBezTo>
                <a:cubicBezTo>
                  <a:pt x="2091" y="142687"/>
                  <a:pt x="-2292" y="115855"/>
                  <a:pt x="1615" y="88074"/>
                </a:cubicBezTo>
                <a:cubicBezTo>
                  <a:pt x="4022" y="65320"/>
                  <a:pt x="5168" y="42602"/>
                  <a:pt x="5340" y="19908"/>
                </a:cubicBezTo>
                <a:cubicBezTo>
                  <a:pt x="5554" y="-8564"/>
                  <a:pt x="50044" y="-5469"/>
                  <a:pt x="45513" y="2264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4" name="任意多边形: 形状 113">
            <a:extLst>
              <a:ext uri="{FF2B5EF4-FFF2-40B4-BE49-F238E27FC236}">
                <a16:creationId xmlns:a16="http://schemas.microsoft.com/office/drawing/2014/main" id="{F90DD313-B4E5-5F69-8CA1-F2FEFA9255A8}"/>
              </a:ext>
            </a:extLst>
          </p:cNvPr>
          <p:cNvSpPr/>
          <p:nvPr/>
        </p:nvSpPr>
        <p:spPr>
          <a:xfrm>
            <a:off x="8215581" y="2244573"/>
            <a:ext cx="87043" cy="281548"/>
          </a:xfrm>
          <a:custGeom>
            <a:avLst/>
            <a:gdLst>
              <a:gd name="csX0" fmla="*/ 86133 w 87043"/>
              <a:gd name="csY0" fmla="*/ 48394 h 281548"/>
              <a:gd name="csX1" fmla="*/ 57384 w 87043"/>
              <a:gd name="csY1" fmla="*/ 147396 h 281548"/>
              <a:gd name="csX2" fmla="*/ 15961 w 87043"/>
              <a:gd name="csY2" fmla="*/ 275450 h 281548"/>
              <a:gd name="csX3" fmla="*/ 2539 w 87043"/>
              <a:gd name="csY3" fmla="*/ 273214 h 281548"/>
              <a:gd name="csX4" fmla="*/ 5887 w 87043"/>
              <a:gd name="csY4" fmla="*/ 139569 h 281548"/>
              <a:gd name="csX5" fmla="*/ 194 w 87043"/>
              <a:gd name="csY5" fmla="*/ 42261 h 281548"/>
              <a:gd name="csX6" fmla="*/ 86133 w 87043"/>
              <a:gd name="csY6" fmla="*/ 48389 h 2815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7043" h="281548">
                <a:moveTo>
                  <a:pt x="86133" y="48394"/>
                </a:moveTo>
                <a:cubicBezTo>
                  <a:pt x="79801" y="81100"/>
                  <a:pt x="66812" y="114674"/>
                  <a:pt x="57384" y="147396"/>
                </a:cubicBezTo>
                <a:cubicBezTo>
                  <a:pt x="43947" y="191218"/>
                  <a:pt x="23546" y="229929"/>
                  <a:pt x="15961" y="275450"/>
                </a:cubicBezTo>
                <a:cubicBezTo>
                  <a:pt x="14380" y="284941"/>
                  <a:pt x="957" y="282705"/>
                  <a:pt x="2539" y="273214"/>
                </a:cubicBezTo>
                <a:cubicBezTo>
                  <a:pt x="10043" y="228183"/>
                  <a:pt x="4653" y="184950"/>
                  <a:pt x="5887" y="139569"/>
                </a:cubicBezTo>
                <a:cubicBezTo>
                  <a:pt x="6373" y="106894"/>
                  <a:pt x="2924" y="73907"/>
                  <a:pt x="194" y="42261"/>
                </a:cubicBezTo>
                <a:cubicBezTo>
                  <a:pt x="-5044" y="-18436"/>
                  <a:pt x="97711" y="-11423"/>
                  <a:pt x="86133" y="4838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5" name="任意多边形: 形状 114">
            <a:extLst>
              <a:ext uri="{FF2B5EF4-FFF2-40B4-BE49-F238E27FC236}">
                <a16:creationId xmlns:a16="http://schemas.microsoft.com/office/drawing/2014/main" id="{3D0F943C-AF13-F5E9-9A04-7A0AAA3FE255}"/>
              </a:ext>
            </a:extLst>
          </p:cNvPr>
          <p:cNvSpPr/>
          <p:nvPr/>
        </p:nvSpPr>
        <p:spPr>
          <a:xfrm>
            <a:off x="8470186" y="3975045"/>
            <a:ext cx="2147025" cy="630768"/>
          </a:xfrm>
          <a:custGeom>
            <a:avLst/>
            <a:gdLst>
              <a:gd name="csX0" fmla="*/ 49460 w 2147025"/>
              <a:gd name="csY0" fmla="*/ 10609 h 630768"/>
              <a:gd name="csX1" fmla="*/ 106868 w 2147025"/>
              <a:gd name="csY1" fmla="*/ 76467 h 630768"/>
              <a:gd name="csX2" fmla="*/ 245209 w 2147025"/>
              <a:gd name="csY2" fmla="*/ 187376 h 630768"/>
              <a:gd name="csX3" fmla="*/ 392361 w 2147025"/>
              <a:gd name="csY3" fmla="*/ 343881 h 630768"/>
              <a:gd name="csX4" fmla="*/ 530245 w 2147025"/>
              <a:gd name="csY4" fmla="*/ 450133 h 630768"/>
              <a:gd name="csX5" fmla="*/ 681483 w 2147025"/>
              <a:gd name="csY5" fmla="*/ 509009 h 630768"/>
              <a:gd name="csX6" fmla="*/ 901063 w 2147025"/>
              <a:gd name="csY6" fmla="*/ 526990 h 630768"/>
              <a:gd name="csX7" fmla="*/ 1214721 w 2147025"/>
              <a:gd name="csY7" fmla="*/ 495998 h 630768"/>
              <a:gd name="csX8" fmla="*/ 1565546 w 2147025"/>
              <a:gd name="csY8" fmla="*/ 395214 h 630768"/>
              <a:gd name="csX9" fmla="*/ 1843723 w 2147025"/>
              <a:gd name="csY9" fmla="*/ 269218 h 630768"/>
              <a:gd name="csX10" fmla="*/ 1990418 w 2147025"/>
              <a:gd name="csY10" fmla="*/ 191307 h 630768"/>
              <a:gd name="csX11" fmla="*/ 2076938 w 2147025"/>
              <a:gd name="csY11" fmla="*/ 161025 h 630768"/>
              <a:gd name="csX12" fmla="*/ 2136401 w 2147025"/>
              <a:gd name="csY12" fmla="*/ 183899 h 630768"/>
              <a:gd name="csX13" fmla="*/ 2145261 w 2147025"/>
              <a:gd name="csY13" fmla="*/ 200982 h 630768"/>
              <a:gd name="csX14" fmla="*/ 2130465 w 2147025"/>
              <a:gd name="csY14" fmla="*/ 263673 h 630768"/>
              <a:gd name="csX15" fmla="*/ 2038987 w 2147025"/>
              <a:gd name="csY15" fmla="*/ 313142 h 630768"/>
              <a:gd name="csX16" fmla="*/ 1880977 w 2147025"/>
              <a:gd name="csY16" fmla="*/ 360337 h 630768"/>
              <a:gd name="csX17" fmla="*/ 1589436 w 2147025"/>
              <a:gd name="csY17" fmla="*/ 462073 h 630768"/>
              <a:gd name="csX18" fmla="*/ 1229238 w 2147025"/>
              <a:gd name="csY18" fmla="*/ 569591 h 630768"/>
              <a:gd name="csX19" fmla="*/ 905407 w 2147025"/>
              <a:gd name="csY19" fmla="*/ 623267 h 630768"/>
              <a:gd name="csX20" fmla="*/ 653842 w 2147025"/>
              <a:gd name="csY20" fmla="*/ 621384 h 630768"/>
              <a:gd name="csX21" fmla="*/ 467572 w 2147025"/>
              <a:gd name="csY21" fmla="*/ 540003 h 630768"/>
              <a:gd name="csX22" fmla="*/ 324535 w 2147025"/>
              <a:gd name="csY22" fmla="*/ 404643 h 630768"/>
              <a:gd name="csX23" fmla="*/ 188861 w 2147025"/>
              <a:gd name="csY23" fmla="*/ 240108 h 630768"/>
              <a:gd name="csX24" fmla="*/ 78885 w 2147025"/>
              <a:gd name="csY24" fmla="*/ 106158 h 630768"/>
              <a:gd name="csX25" fmla="*/ 9472 w 2147025"/>
              <a:gd name="csY25" fmla="*/ 47048 h 630768"/>
              <a:gd name="csX26" fmla="*/ 49460 w 2147025"/>
              <a:gd name="csY26" fmla="*/ 10599 h 6307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2147025" h="630768">
                <a:moveTo>
                  <a:pt x="49460" y="10609"/>
                </a:moveTo>
                <a:cubicBezTo>
                  <a:pt x="67011" y="33672"/>
                  <a:pt x="87320" y="54897"/>
                  <a:pt x="106868" y="76467"/>
                </a:cubicBezTo>
                <a:cubicBezTo>
                  <a:pt x="155457" y="108607"/>
                  <a:pt x="204061" y="145359"/>
                  <a:pt x="245209" y="187376"/>
                </a:cubicBezTo>
                <a:cubicBezTo>
                  <a:pt x="294503" y="239353"/>
                  <a:pt x="343146" y="291627"/>
                  <a:pt x="392361" y="343881"/>
                </a:cubicBezTo>
                <a:cubicBezTo>
                  <a:pt x="431934" y="386587"/>
                  <a:pt x="482973" y="416498"/>
                  <a:pt x="530245" y="450133"/>
                </a:cubicBezTo>
                <a:cubicBezTo>
                  <a:pt x="577995" y="477808"/>
                  <a:pt x="628848" y="494013"/>
                  <a:pt x="681483" y="509009"/>
                </a:cubicBezTo>
                <a:cubicBezTo>
                  <a:pt x="753364" y="525401"/>
                  <a:pt x="827625" y="526779"/>
                  <a:pt x="901063" y="526990"/>
                </a:cubicBezTo>
                <a:cubicBezTo>
                  <a:pt x="1006276" y="523954"/>
                  <a:pt x="1111080" y="514244"/>
                  <a:pt x="1214721" y="495998"/>
                </a:cubicBezTo>
                <a:cubicBezTo>
                  <a:pt x="1335203" y="475846"/>
                  <a:pt x="1451418" y="437882"/>
                  <a:pt x="1565546" y="395214"/>
                </a:cubicBezTo>
                <a:cubicBezTo>
                  <a:pt x="1660496" y="358357"/>
                  <a:pt x="1752883" y="315206"/>
                  <a:pt x="1843723" y="269218"/>
                </a:cubicBezTo>
                <a:cubicBezTo>
                  <a:pt x="1892290" y="242605"/>
                  <a:pt x="1941774" y="217638"/>
                  <a:pt x="1990418" y="191307"/>
                </a:cubicBezTo>
                <a:cubicBezTo>
                  <a:pt x="2018566" y="175852"/>
                  <a:pt x="2045726" y="165180"/>
                  <a:pt x="2076938" y="161025"/>
                </a:cubicBezTo>
                <a:cubicBezTo>
                  <a:pt x="2096241" y="170754"/>
                  <a:pt x="2116983" y="176303"/>
                  <a:pt x="2136401" y="183899"/>
                </a:cubicBezTo>
                <a:cubicBezTo>
                  <a:pt x="2149073" y="188855"/>
                  <a:pt x="2148041" y="187662"/>
                  <a:pt x="2145261" y="200982"/>
                </a:cubicBezTo>
                <a:cubicBezTo>
                  <a:pt x="2140961" y="221581"/>
                  <a:pt x="2135208" y="242579"/>
                  <a:pt x="2130465" y="263673"/>
                </a:cubicBezTo>
                <a:cubicBezTo>
                  <a:pt x="2103652" y="288580"/>
                  <a:pt x="2075747" y="304484"/>
                  <a:pt x="2038987" y="313142"/>
                </a:cubicBezTo>
                <a:cubicBezTo>
                  <a:pt x="1986044" y="327867"/>
                  <a:pt x="1933840" y="345209"/>
                  <a:pt x="1880977" y="360337"/>
                </a:cubicBezTo>
                <a:cubicBezTo>
                  <a:pt x="1782850" y="391529"/>
                  <a:pt x="1686286" y="427186"/>
                  <a:pt x="1589436" y="462073"/>
                </a:cubicBezTo>
                <a:cubicBezTo>
                  <a:pt x="1470783" y="502569"/>
                  <a:pt x="1351292" y="540580"/>
                  <a:pt x="1229238" y="569591"/>
                </a:cubicBezTo>
                <a:cubicBezTo>
                  <a:pt x="1122273" y="592879"/>
                  <a:pt x="1014897" y="615570"/>
                  <a:pt x="905407" y="623267"/>
                </a:cubicBezTo>
                <a:cubicBezTo>
                  <a:pt x="821623" y="630800"/>
                  <a:pt x="737253" y="636227"/>
                  <a:pt x="653842" y="621384"/>
                </a:cubicBezTo>
                <a:cubicBezTo>
                  <a:pt x="587396" y="607071"/>
                  <a:pt x="521226" y="582693"/>
                  <a:pt x="467572" y="540003"/>
                </a:cubicBezTo>
                <a:cubicBezTo>
                  <a:pt x="413876" y="499871"/>
                  <a:pt x="365978" y="457946"/>
                  <a:pt x="324535" y="404643"/>
                </a:cubicBezTo>
                <a:cubicBezTo>
                  <a:pt x="278321" y="350469"/>
                  <a:pt x="235060" y="294048"/>
                  <a:pt x="188861" y="240108"/>
                </a:cubicBezTo>
                <a:cubicBezTo>
                  <a:pt x="150361" y="196981"/>
                  <a:pt x="115730" y="150084"/>
                  <a:pt x="78885" y="106158"/>
                </a:cubicBezTo>
                <a:cubicBezTo>
                  <a:pt x="55686" y="86517"/>
                  <a:pt x="32658" y="66413"/>
                  <a:pt x="9472" y="47048"/>
                </a:cubicBezTo>
                <a:cubicBezTo>
                  <a:pt x="-19893" y="22523"/>
                  <a:pt x="26292" y="-19846"/>
                  <a:pt x="49460" y="1059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6" name="任意多边形: 形状 115">
            <a:extLst>
              <a:ext uri="{FF2B5EF4-FFF2-40B4-BE49-F238E27FC236}">
                <a16:creationId xmlns:a16="http://schemas.microsoft.com/office/drawing/2014/main" id="{E64170E1-3962-7E77-C8A0-F6A6F5DDAFEE}"/>
              </a:ext>
            </a:extLst>
          </p:cNvPr>
          <p:cNvSpPr/>
          <p:nvPr/>
        </p:nvSpPr>
        <p:spPr>
          <a:xfrm>
            <a:off x="9221283" y="2789271"/>
            <a:ext cx="1618891" cy="886123"/>
          </a:xfrm>
          <a:custGeom>
            <a:avLst/>
            <a:gdLst>
              <a:gd name="csX0" fmla="*/ 48552 w 1618891"/>
              <a:gd name="csY0" fmla="*/ 783760 h 886123"/>
              <a:gd name="csX1" fmla="*/ 207496 w 1618891"/>
              <a:gd name="csY1" fmla="*/ 774590 h 886123"/>
              <a:gd name="csX2" fmla="*/ 582867 w 1618891"/>
              <a:gd name="csY2" fmla="*/ 672948 h 886123"/>
              <a:gd name="csX3" fmla="*/ 985641 w 1618891"/>
              <a:gd name="csY3" fmla="*/ 510290 h 886123"/>
              <a:gd name="csX4" fmla="*/ 1237368 w 1618891"/>
              <a:gd name="csY4" fmla="*/ 352699 h 886123"/>
              <a:gd name="csX5" fmla="*/ 1391349 w 1618891"/>
              <a:gd name="csY5" fmla="*/ 242295 h 886123"/>
              <a:gd name="csX6" fmla="*/ 1491590 w 1618891"/>
              <a:gd name="csY6" fmla="*/ 148969 h 886123"/>
              <a:gd name="csX7" fmla="*/ 1535508 w 1618891"/>
              <a:gd name="csY7" fmla="*/ 89944 h 886123"/>
              <a:gd name="csX8" fmla="*/ 1535859 w 1618891"/>
              <a:gd name="csY8" fmla="*/ 73989 h 886123"/>
              <a:gd name="csX9" fmla="*/ 1492913 w 1618891"/>
              <a:gd name="csY9" fmla="*/ 58640 h 886123"/>
              <a:gd name="csX10" fmla="*/ 1268856 w 1618891"/>
              <a:gd name="csY10" fmla="*/ 53098 h 886123"/>
              <a:gd name="csX11" fmla="*/ 962790 w 1618891"/>
              <a:gd name="csY11" fmla="*/ 87514 h 886123"/>
              <a:gd name="csX12" fmla="*/ 667419 w 1618891"/>
              <a:gd name="csY12" fmla="*/ 135733 h 886123"/>
              <a:gd name="csX13" fmla="*/ 664138 w 1618891"/>
              <a:gd name="csY13" fmla="*/ 116772 h 886123"/>
              <a:gd name="csX14" fmla="*/ 960118 w 1618891"/>
              <a:gd name="csY14" fmla="*/ 68458 h 886123"/>
              <a:gd name="csX15" fmla="*/ 1266804 w 1618891"/>
              <a:gd name="csY15" fmla="*/ 29436 h 886123"/>
              <a:gd name="csX16" fmla="*/ 1498842 w 1618891"/>
              <a:gd name="csY16" fmla="*/ 0 h 886123"/>
              <a:gd name="csX17" fmla="*/ 1614333 w 1618891"/>
              <a:gd name="csY17" fmla="*/ 40216 h 886123"/>
              <a:gd name="csX18" fmla="*/ 1606122 w 1618891"/>
              <a:gd name="csY18" fmla="*/ 121758 h 886123"/>
              <a:gd name="csX19" fmla="*/ 1550863 w 1618891"/>
              <a:gd name="csY19" fmla="*/ 206835 h 886123"/>
              <a:gd name="csX20" fmla="*/ 1433953 w 1618891"/>
              <a:gd name="csY20" fmla="*/ 300841 h 886123"/>
              <a:gd name="csX21" fmla="*/ 1267361 w 1618891"/>
              <a:gd name="csY21" fmla="*/ 402768 h 886123"/>
              <a:gd name="csX22" fmla="*/ 993651 w 1618891"/>
              <a:gd name="csY22" fmla="*/ 527774 h 886123"/>
              <a:gd name="csX23" fmla="*/ 589210 w 1618891"/>
              <a:gd name="csY23" fmla="*/ 691099 h 886123"/>
              <a:gd name="csX24" fmla="*/ 219763 w 1618891"/>
              <a:gd name="csY24" fmla="*/ 825078 h 886123"/>
              <a:gd name="csX25" fmla="*/ 54752 w 1618891"/>
              <a:gd name="csY25" fmla="*/ 883557 h 886123"/>
              <a:gd name="csX26" fmla="*/ 48551 w 1618891"/>
              <a:gd name="csY26" fmla="*/ 783754 h 8861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1618891" h="886123">
                <a:moveTo>
                  <a:pt x="48552" y="783760"/>
                </a:moveTo>
                <a:cubicBezTo>
                  <a:pt x="101861" y="790208"/>
                  <a:pt x="154823" y="783109"/>
                  <a:pt x="207496" y="774590"/>
                </a:cubicBezTo>
                <a:cubicBezTo>
                  <a:pt x="336922" y="758876"/>
                  <a:pt x="460461" y="715779"/>
                  <a:pt x="582867" y="672948"/>
                </a:cubicBezTo>
                <a:cubicBezTo>
                  <a:pt x="719903" y="625696"/>
                  <a:pt x="853949" y="570698"/>
                  <a:pt x="985641" y="510290"/>
                </a:cubicBezTo>
                <a:cubicBezTo>
                  <a:pt x="1073867" y="464802"/>
                  <a:pt x="1156024" y="409239"/>
                  <a:pt x="1237368" y="352699"/>
                </a:cubicBezTo>
                <a:cubicBezTo>
                  <a:pt x="1289216" y="316495"/>
                  <a:pt x="1341343" y="280927"/>
                  <a:pt x="1391349" y="242295"/>
                </a:cubicBezTo>
                <a:cubicBezTo>
                  <a:pt x="1428012" y="214581"/>
                  <a:pt x="1460496" y="182500"/>
                  <a:pt x="1491590" y="148969"/>
                </a:cubicBezTo>
                <a:cubicBezTo>
                  <a:pt x="1509248" y="131025"/>
                  <a:pt x="1522744" y="111281"/>
                  <a:pt x="1535508" y="89944"/>
                </a:cubicBezTo>
                <a:cubicBezTo>
                  <a:pt x="1536922" y="84816"/>
                  <a:pt x="1535742" y="79308"/>
                  <a:pt x="1535859" y="73989"/>
                </a:cubicBezTo>
                <a:cubicBezTo>
                  <a:pt x="1542644" y="75103"/>
                  <a:pt x="1500028" y="60736"/>
                  <a:pt x="1492913" y="58640"/>
                </a:cubicBezTo>
                <a:cubicBezTo>
                  <a:pt x="1419115" y="45610"/>
                  <a:pt x="1343390" y="48466"/>
                  <a:pt x="1268856" y="53098"/>
                </a:cubicBezTo>
                <a:cubicBezTo>
                  <a:pt x="1166225" y="57674"/>
                  <a:pt x="1064422" y="73230"/>
                  <a:pt x="962790" y="87514"/>
                </a:cubicBezTo>
                <a:cubicBezTo>
                  <a:pt x="864311" y="103445"/>
                  <a:pt x="765717" y="118717"/>
                  <a:pt x="667419" y="135733"/>
                </a:cubicBezTo>
                <a:cubicBezTo>
                  <a:pt x="654012" y="138054"/>
                  <a:pt x="650730" y="119092"/>
                  <a:pt x="664138" y="116772"/>
                </a:cubicBezTo>
                <a:cubicBezTo>
                  <a:pt x="762636" y="99724"/>
                  <a:pt x="861429" y="84413"/>
                  <a:pt x="960118" y="68458"/>
                </a:cubicBezTo>
                <a:cubicBezTo>
                  <a:pt x="1062207" y="54110"/>
                  <a:pt x="1164524" y="42001"/>
                  <a:pt x="1266804" y="29436"/>
                </a:cubicBezTo>
                <a:cubicBezTo>
                  <a:pt x="1344374" y="20788"/>
                  <a:pt x="1421223" y="7726"/>
                  <a:pt x="1498842" y="0"/>
                </a:cubicBezTo>
                <a:cubicBezTo>
                  <a:pt x="1543941" y="1865"/>
                  <a:pt x="1586478" y="-785"/>
                  <a:pt x="1614333" y="40216"/>
                </a:cubicBezTo>
                <a:cubicBezTo>
                  <a:pt x="1620097" y="70382"/>
                  <a:pt x="1623163" y="94090"/>
                  <a:pt x="1606122" y="121758"/>
                </a:cubicBezTo>
                <a:cubicBezTo>
                  <a:pt x="1590561" y="151797"/>
                  <a:pt x="1575875" y="183305"/>
                  <a:pt x="1550863" y="206835"/>
                </a:cubicBezTo>
                <a:cubicBezTo>
                  <a:pt x="1513812" y="240126"/>
                  <a:pt x="1475708" y="272966"/>
                  <a:pt x="1433953" y="300841"/>
                </a:cubicBezTo>
                <a:cubicBezTo>
                  <a:pt x="1379322" y="336317"/>
                  <a:pt x="1326035" y="373981"/>
                  <a:pt x="1267361" y="402768"/>
                </a:cubicBezTo>
                <a:cubicBezTo>
                  <a:pt x="1178045" y="448525"/>
                  <a:pt x="1086291" y="489230"/>
                  <a:pt x="993651" y="527774"/>
                </a:cubicBezTo>
                <a:cubicBezTo>
                  <a:pt x="861405" y="588425"/>
                  <a:pt x="726808" y="643655"/>
                  <a:pt x="589210" y="691099"/>
                </a:cubicBezTo>
                <a:cubicBezTo>
                  <a:pt x="465556" y="734369"/>
                  <a:pt x="341931" y="777735"/>
                  <a:pt x="219763" y="825078"/>
                </a:cubicBezTo>
                <a:cubicBezTo>
                  <a:pt x="164133" y="843186"/>
                  <a:pt x="110111" y="865161"/>
                  <a:pt x="54752" y="883557"/>
                </a:cubicBezTo>
                <a:cubicBezTo>
                  <a:pt x="-12350" y="905856"/>
                  <a:pt x="-21648" y="775258"/>
                  <a:pt x="48551" y="78375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8" name="Arc 12+++">
            <a:extLst>
              <a:ext uri="{FF2B5EF4-FFF2-40B4-BE49-F238E27FC236}">
                <a16:creationId xmlns:a16="http://schemas.microsoft.com/office/drawing/2014/main" id="{64511CEC-FFFA-61DD-44F2-8A962B4A1378}"/>
              </a:ext>
            </a:extLst>
          </p:cNvPr>
          <p:cNvSpPr/>
          <p:nvPr/>
        </p:nvSpPr>
        <p:spPr>
          <a:xfrm>
            <a:off x="2365829" y="-301171"/>
            <a:ext cx="7460342" cy="7460342"/>
          </a:xfrm>
          <a:prstGeom prst="arc">
            <a:avLst>
              <a:gd name="adj1" fmla="val 13889976"/>
              <a:gd name="adj2" fmla="val 20987688"/>
            </a:avLst>
          </a:prstGeom>
          <a:ln w="127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9" name="Arc 12+++">
            <a:extLst>
              <a:ext uri="{FF2B5EF4-FFF2-40B4-BE49-F238E27FC236}">
                <a16:creationId xmlns:a16="http://schemas.microsoft.com/office/drawing/2014/main" id="{DFB732D3-E2FE-8D3B-B9FB-CBF4765A97CB}"/>
              </a:ext>
            </a:extLst>
          </p:cNvPr>
          <p:cNvSpPr/>
          <p:nvPr/>
        </p:nvSpPr>
        <p:spPr>
          <a:xfrm>
            <a:off x="2365829" y="-301171"/>
            <a:ext cx="7460342" cy="7460342"/>
          </a:xfrm>
          <a:prstGeom prst="arc">
            <a:avLst>
              <a:gd name="adj1" fmla="val 3318285"/>
              <a:gd name="adj2" fmla="val 8796885"/>
            </a:avLst>
          </a:prstGeom>
          <a:ln w="127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8" name="图片 37" descr="D:\51PPT模板网\51pptmoban.com\图片.jpg">
            <a:extLst>
              <a:ext uri="{FF2B5EF4-FFF2-40B4-BE49-F238E27FC236}">
                <a16:creationId xmlns:a16="http://schemas.microsoft.com/office/drawing/2014/main" id="{418DE79E-6329-CC7D-4024-DE4BE8B0AF32}"/>
              </a:ext>
            </a:extLst>
          </p:cNvPr>
          <p:cNvPicPr>
            <a:picLocks noChangeAspect="1"/>
          </p:cNvPicPr>
          <p:nvPr/>
        </p:nvPicPr>
        <p:blipFill>
          <a:blip r:embed="injBgRid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264372"/>
            <a:ext cx="12192000" cy="4590980"/>
          </a:xfrm>
          <a:prstGeom prst="rect">
            <a:avLst/>
          </a:prstGeom>
        </p:spPr>
      </p:pic>
      <p:pic>
        <p:nvPicPr>
          <p:cNvPr id="117" name="图片 116" descr="D:\51PPT模板网\51pptmoban.com\图片.jpg">
            <a:extLst>
              <a:ext uri="{FF2B5EF4-FFF2-40B4-BE49-F238E27FC236}">
                <a16:creationId xmlns:a16="http://schemas.microsoft.com/office/drawing/2014/main" id="{AC1D7A55-A4EB-26F3-5B7E-D45CA3260521}"/>
              </a:ext>
            </a:extLst>
          </p:cNvPr>
          <p:cNvPicPr>
            <a:picLocks noChangeAspect="1"/>
          </p:cNvPicPr>
          <p:nvPr/>
        </p:nvPicPr>
        <p:blipFill>
          <a:blip r:embed="injBgRid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2766509" flipH="1" flipV="1">
            <a:off x="2111162" y="627448"/>
            <a:ext cx="1810966" cy="138521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市场竞争分析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D1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通过深度分析行业竞争格局，我们识别出核心优势与改进空间。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2157984"/>
            <a:ext cx="1014984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C1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技术领先：AI模型推理速度领先行业均值35%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C1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客户粘性：年续约率达到91%，高于行业平均的78%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C1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价格竞争：单位成本较主要竞品低20-30%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C1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服务响应：平均故障响应时间小于15分钟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D7553F8F-9F9F-1BEA-7B2F-1832072BF24A}"/>
              </a:ext>
            </a:extLst>
          </p:cNvPr>
          <p:cNvSpPr/>
          <p:nvPr/>
        </p:nvSpPr>
        <p:spPr>
          <a:xfrm>
            <a:off x="499388" y="3447396"/>
            <a:ext cx="3851445" cy="3851459"/>
          </a:xfrm>
          <a:custGeom>
            <a:avLst/>
            <a:gdLst>
              <a:gd name="csX0" fmla="*/ 1925733 w 3851445"/>
              <a:gd name="csY0" fmla="*/ 3851460 h 3851459"/>
              <a:gd name="csX1" fmla="*/ 1672433 w 3851445"/>
              <a:gd name="csY1" fmla="*/ 3834939 h 3851459"/>
              <a:gd name="csX2" fmla="*/ 1658302 w 3851445"/>
              <a:gd name="csY2" fmla="*/ 3818826 h 3851459"/>
              <a:gd name="csX3" fmla="*/ 1658302 w 3851445"/>
              <a:gd name="csY3" fmla="*/ 3713861 h 3851459"/>
              <a:gd name="csX4" fmla="*/ 1674556 w 3851445"/>
              <a:gd name="csY4" fmla="*/ 3697607 h 3851459"/>
              <a:gd name="csX5" fmla="*/ 1851458 w 3851445"/>
              <a:gd name="csY5" fmla="*/ 3697607 h 3851459"/>
              <a:gd name="csX6" fmla="*/ 1851458 w 3851445"/>
              <a:gd name="csY6" fmla="*/ 3583597 h 3851459"/>
              <a:gd name="csX7" fmla="*/ 1359496 w 3851445"/>
              <a:gd name="csY7" fmla="*/ 3486124 h 3851459"/>
              <a:gd name="csX8" fmla="*/ 1315985 w 3851445"/>
              <a:gd name="csY8" fmla="*/ 3591127 h 3851459"/>
              <a:gd name="csX9" fmla="*/ 1479428 w 3851445"/>
              <a:gd name="csY9" fmla="*/ 3658795 h 3851459"/>
              <a:gd name="csX10" fmla="*/ 1488224 w 3851445"/>
              <a:gd name="csY10" fmla="*/ 3667593 h 3851459"/>
              <a:gd name="csX11" fmla="*/ 1488224 w 3851445"/>
              <a:gd name="csY11" fmla="*/ 3680034 h 3851459"/>
              <a:gd name="csX12" fmla="*/ 1447947 w 3851445"/>
              <a:gd name="csY12" fmla="*/ 3777229 h 3851459"/>
              <a:gd name="csX13" fmla="*/ 1428744 w 3851445"/>
              <a:gd name="csY13" fmla="*/ 3786714 h 3851459"/>
              <a:gd name="csX14" fmla="*/ 960768 w 3851445"/>
              <a:gd name="csY14" fmla="*/ 3592560 h 3851459"/>
              <a:gd name="csX15" fmla="*/ 953910 w 3851445"/>
              <a:gd name="csY15" fmla="*/ 3572284 h 3851459"/>
              <a:gd name="csX16" fmla="*/ 994057 w 3851445"/>
              <a:gd name="csY16" fmla="*/ 3475350 h 3851459"/>
              <a:gd name="csX17" fmla="*/ 1002852 w 3851445"/>
              <a:gd name="csY17" fmla="*/ 3466555 h 3851459"/>
              <a:gd name="csX18" fmla="*/ 1015293 w 3851445"/>
              <a:gd name="csY18" fmla="*/ 3466555 h 3851459"/>
              <a:gd name="csX19" fmla="*/ 1178715 w 3851445"/>
              <a:gd name="csY19" fmla="*/ 3534243 h 3851459"/>
              <a:gd name="csX20" fmla="*/ 1222096 w 3851445"/>
              <a:gd name="csY20" fmla="*/ 3429086 h 3851459"/>
              <a:gd name="csX21" fmla="*/ 805599 w 3851445"/>
              <a:gd name="csY21" fmla="*/ 3150143 h 3851459"/>
              <a:gd name="csX22" fmla="*/ 724801 w 3851445"/>
              <a:gd name="csY22" fmla="*/ 3230938 h 3851459"/>
              <a:gd name="csX23" fmla="*/ 849871 w 3851445"/>
              <a:gd name="csY23" fmla="*/ 3356038 h 3851459"/>
              <a:gd name="csX24" fmla="*/ 849871 w 3851445"/>
              <a:gd name="csY24" fmla="*/ 3379023 h 3851459"/>
              <a:gd name="csX25" fmla="*/ 775852 w 3851445"/>
              <a:gd name="csY25" fmla="*/ 3453041 h 3851459"/>
              <a:gd name="csX26" fmla="*/ 754466 w 3851445"/>
              <a:gd name="csY26" fmla="*/ 3454440 h 3851459"/>
              <a:gd name="csX27" fmla="*/ 396358 w 3851445"/>
              <a:gd name="csY27" fmla="*/ 3096102 h 3851459"/>
              <a:gd name="csX28" fmla="*/ 397767 w 3851445"/>
              <a:gd name="csY28" fmla="*/ 3074726 h 3851459"/>
              <a:gd name="csX29" fmla="*/ 471686 w 3851445"/>
              <a:gd name="csY29" fmla="*/ 3000804 h 3851459"/>
              <a:gd name="csX30" fmla="*/ 483180 w 3851445"/>
              <a:gd name="csY30" fmla="*/ 2996041 h 3851459"/>
              <a:gd name="csX31" fmla="*/ 494674 w 3851445"/>
              <a:gd name="csY31" fmla="*/ 3000804 h 3851459"/>
              <a:gd name="csX32" fmla="*/ 619744 w 3851445"/>
              <a:gd name="csY32" fmla="*/ 3125897 h 3851459"/>
              <a:gd name="csX33" fmla="*/ 700575 w 3851445"/>
              <a:gd name="csY33" fmla="*/ 3045069 h 3851459"/>
              <a:gd name="csX34" fmla="*/ 422367 w 3851445"/>
              <a:gd name="csY34" fmla="*/ 2629381 h 3851459"/>
              <a:gd name="csX35" fmla="*/ 316490 w 3851445"/>
              <a:gd name="csY35" fmla="*/ 2672106 h 3851459"/>
              <a:gd name="csX36" fmla="*/ 384130 w 3851445"/>
              <a:gd name="csY36" fmla="*/ 2835379 h 3851459"/>
              <a:gd name="csX37" fmla="*/ 384134 w 3851445"/>
              <a:gd name="csY37" fmla="*/ 2847819 h 3851459"/>
              <a:gd name="csX38" fmla="*/ 375335 w 3851445"/>
              <a:gd name="csY38" fmla="*/ 2856614 h 3851459"/>
              <a:gd name="csX39" fmla="*/ 278661 w 3851445"/>
              <a:gd name="csY39" fmla="*/ 2896662 h 3851459"/>
              <a:gd name="csX40" fmla="*/ 258379 w 3851445"/>
              <a:gd name="csY40" fmla="*/ 2889797 h 3851459"/>
              <a:gd name="csX41" fmla="*/ 64486 w 3851445"/>
              <a:gd name="csY41" fmla="*/ 2421694 h 3851459"/>
              <a:gd name="csX42" fmla="*/ 73974 w 3851445"/>
              <a:gd name="csY42" fmla="*/ 2402502 h 3851459"/>
              <a:gd name="csX43" fmla="*/ 170648 w 3851445"/>
              <a:gd name="csY43" fmla="*/ 2362451 h 3851459"/>
              <a:gd name="csX44" fmla="*/ 183088 w 3851445"/>
              <a:gd name="csY44" fmla="*/ 2362451 h 3851459"/>
              <a:gd name="csX45" fmla="*/ 191883 w 3851445"/>
              <a:gd name="csY45" fmla="*/ 2371246 h 3851459"/>
              <a:gd name="csX46" fmla="*/ 259586 w 3851445"/>
              <a:gd name="csY46" fmla="*/ 2534696 h 3851459"/>
              <a:gd name="csX47" fmla="*/ 365014 w 3851445"/>
              <a:gd name="csY47" fmla="*/ 2491038 h 3851459"/>
              <a:gd name="csX48" fmla="*/ 267826 w 3851445"/>
              <a:gd name="csY48" fmla="*/ 1999255 h 3851459"/>
              <a:gd name="csX49" fmla="*/ 153077 w 3851445"/>
              <a:gd name="csY49" fmla="*/ 1999255 h 3851459"/>
              <a:gd name="csX50" fmla="*/ 153077 w 3851445"/>
              <a:gd name="csY50" fmla="*/ 2176126 h 3851459"/>
              <a:gd name="csX51" fmla="*/ 136824 w 3851445"/>
              <a:gd name="csY51" fmla="*/ 2192379 h 3851459"/>
              <a:gd name="csX52" fmla="*/ 32541 w 3851445"/>
              <a:gd name="csY52" fmla="*/ 2192379 h 3851459"/>
              <a:gd name="csX53" fmla="*/ 16425 w 3851445"/>
              <a:gd name="csY53" fmla="*/ 2178242 h 3851459"/>
              <a:gd name="csX54" fmla="*/ 0 w 3851445"/>
              <a:gd name="csY54" fmla="*/ 1925723 h 3851459"/>
              <a:gd name="csX55" fmla="*/ 16620 w 3851445"/>
              <a:gd name="csY55" fmla="*/ 1671641 h 3851459"/>
              <a:gd name="csX56" fmla="*/ 32733 w 3851445"/>
              <a:gd name="csY56" fmla="*/ 1657510 h 3851459"/>
              <a:gd name="csX57" fmla="*/ 136824 w 3851445"/>
              <a:gd name="csY57" fmla="*/ 1657510 h 3851459"/>
              <a:gd name="csX58" fmla="*/ 153077 w 3851445"/>
              <a:gd name="csY58" fmla="*/ 1673764 h 3851459"/>
              <a:gd name="csX59" fmla="*/ 153077 w 3851445"/>
              <a:gd name="csY59" fmla="*/ 1850666 h 3851459"/>
              <a:gd name="csX60" fmla="*/ 267939 w 3851445"/>
              <a:gd name="csY60" fmla="*/ 1850666 h 3851459"/>
              <a:gd name="csX61" fmla="*/ 365494 w 3851445"/>
              <a:gd name="csY61" fmla="*/ 1359077 h 3851459"/>
              <a:gd name="csX62" fmla="*/ 259589 w 3851445"/>
              <a:gd name="csY62" fmla="*/ 1315220 h 3851459"/>
              <a:gd name="csX63" fmla="*/ 191887 w 3851445"/>
              <a:gd name="csY63" fmla="*/ 1478636 h 3851459"/>
              <a:gd name="csX64" fmla="*/ 170654 w 3851445"/>
              <a:gd name="csY64" fmla="*/ 1487432 h 3851459"/>
              <a:gd name="csX65" fmla="*/ 74337 w 3851445"/>
              <a:gd name="csY65" fmla="*/ 1447545 h 3851459"/>
              <a:gd name="csX66" fmla="*/ 64849 w 3851445"/>
              <a:gd name="csY66" fmla="*/ 1428340 h 3851459"/>
              <a:gd name="csX67" fmla="*/ 259099 w 3851445"/>
              <a:gd name="csY67" fmla="*/ 960398 h 3851459"/>
              <a:gd name="csX68" fmla="*/ 279374 w 3851445"/>
              <a:gd name="csY68" fmla="*/ 953543 h 3851459"/>
              <a:gd name="csX69" fmla="*/ 375335 w 3851445"/>
              <a:gd name="csY69" fmla="*/ 993299 h 3851459"/>
              <a:gd name="csX70" fmla="*/ 384127 w 3851445"/>
              <a:gd name="csY70" fmla="*/ 1014535 h 3851459"/>
              <a:gd name="csX71" fmla="*/ 316428 w 3851445"/>
              <a:gd name="csY71" fmla="*/ 1177947 h 3851459"/>
              <a:gd name="csX72" fmla="*/ 422460 w 3851445"/>
              <a:gd name="csY72" fmla="*/ 1221880 h 3851459"/>
              <a:gd name="csX73" fmla="*/ 701316 w 3851445"/>
              <a:gd name="csY73" fmla="*/ 805589 h 3851459"/>
              <a:gd name="csX74" fmla="*/ 619740 w 3851445"/>
              <a:gd name="csY74" fmla="*/ 724013 h 3851459"/>
              <a:gd name="csX75" fmla="*/ 494671 w 3851445"/>
              <a:gd name="csY75" fmla="*/ 849110 h 3851459"/>
              <a:gd name="csX76" fmla="*/ 483177 w 3851445"/>
              <a:gd name="csY76" fmla="*/ 853872 h 3851459"/>
              <a:gd name="csX77" fmla="*/ 471683 w 3851445"/>
              <a:gd name="csY77" fmla="*/ 849113 h 3851459"/>
              <a:gd name="csX78" fmla="*/ 398412 w 3851445"/>
              <a:gd name="csY78" fmla="*/ 775842 h 3851459"/>
              <a:gd name="csX79" fmla="*/ 397010 w 3851445"/>
              <a:gd name="csY79" fmla="*/ 754455 h 3851459"/>
              <a:gd name="csX80" fmla="*/ 755347 w 3851445"/>
              <a:gd name="csY80" fmla="*/ 396344 h 3851459"/>
              <a:gd name="csX81" fmla="*/ 776723 w 3851445"/>
              <a:gd name="csY81" fmla="*/ 397754 h 3851459"/>
              <a:gd name="csX82" fmla="*/ 849864 w 3851445"/>
              <a:gd name="csY82" fmla="*/ 470894 h 3851459"/>
              <a:gd name="csX83" fmla="*/ 849864 w 3851445"/>
              <a:gd name="csY83" fmla="*/ 493879 h 3851459"/>
              <a:gd name="csX84" fmla="*/ 724795 w 3851445"/>
              <a:gd name="csY84" fmla="*/ 618976 h 3851459"/>
              <a:gd name="csX85" fmla="*/ 806408 w 3851445"/>
              <a:gd name="csY85" fmla="*/ 700565 h 3851459"/>
              <a:gd name="csX86" fmla="*/ 1222788 w 3851445"/>
              <a:gd name="csY86" fmla="*/ 422048 h 3851459"/>
              <a:gd name="csX87" fmla="*/ 1178726 w 3851445"/>
              <a:gd name="csY87" fmla="*/ 315667 h 3851459"/>
              <a:gd name="csX88" fmla="*/ 1015275 w 3851445"/>
              <a:gd name="csY88" fmla="*/ 383338 h 3851459"/>
              <a:gd name="csX89" fmla="*/ 994043 w 3851445"/>
              <a:gd name="csY89" fmla="*/ 374539 h 3851459"/>
              <a:gd name="csX90" fmla="*/ 954418 w 3851445"/>
              <a:gd name="csY90" fmla="*/ 278839 h 3851459"/>
              <a:gd name="csX91" fmla="*/ 961282 w 3851445"/>
              <a:gd name="csY91" fmla="*/ 258560 h 3851459"/>
              <a:gd name="csX92" fmla="*/ 1429327 w 3851445"/>
              <a:gd name="csY92" fmla="*/ 64602 h 3851459"/>
              <a:gd name="csX93" fmla="*/ 1448519 w 3851445"/>
              <a:gd name="csY93" fmla="*/ 74087 h 3851459"/>
              <a:gd name="csX94" fmla="*/ 1488210 w 3851445"/>
              <a:gd name="csY94" fmla="*/ 169852 h 3851459"/>
              <a:gd name="csX95" fmla="*/ 1488210 w 3851445"/>
              <a:gd name="csY95" fmla="*/ 182292 h 3851459"/>
              <a:gd name="csX96" fmla="*/ 1479415 w 3851445"/>
              <a:gd name="csY96" fmla="*/ 191088 h 3851459"/>
              <a:gd name="csX97" fmla="*/ 1315971 w 3851445"/>
              <a:gd name="csY97" fmla="*/ 258787 h 3851459"/>
              <a:gd name="csX98" fmla="*/ 1360044 w 3851445"/>
              <a:gd name="csY98" fmla="*/ 365158 h 3851459"/>
              <a:gd name="csX99" fmla="*/ 1851444 w 3851445"/>
              <a:gd name="csY99" fmla="*/ 267880 h 3851459"/>
              <a:gd name="csX100" fmla="*/ 1851444 w 3851445"/>
              <a:gd name="csY100" fmla="*/ 152278 h 3851459"/>
              <a:gd name="csX101" fmla="*/ 1674542 w 3851445"/>
              <a:gd name="csY101" fmla="*/ 152278 h 3851459"/>
              <a:gd name="csX102" fmla="*/ 1658288 w 3851445"/>
              <a:gd name="csY102" fmla="*/ 136025 h 3851459"/>
              <a:gd name="csX103" fmla="*/ 1658288 w 3851445"/>
              <a:gd name="csY103" fmla="*/ 32634 h 3851459"/>
              <a:gd name="csX104" fmla="*/ 1672419 w 3851445"/>
              <a:gd name="csY104" fmla="*/ 16521 h 3851459"/>
              <a:gd name="csX105" fmla="*/ 1925723 w 3851445"/>
              <a:gd name="csY105" fmla="*/ 0 h 3851459"/>
              <a:gd name="csX106" fmla="*/ 2179027 w 3851445"/>
              <a:gd name="csY106" fmla="*/ 16521 h 3851459"/>
              <a:gd name="csX107" fmla="*/ 2193158 w 3851445"/>
              <a:gd name="csY107" fmla="*/ 32634 h 3851459"/>
              <a:gd name="csX108" fmla="*/ 2193158 w 3851445"/>
              <a:gd name="csY108" fmla="*/ 136039 h 3851459"/>
              <a:gd name="csX109" fmla="*/ 2176904 w 3851445"/>
              <a:gd name="csY109" fmla="*/ 152292 h 3851459"/>
              <a:gd name="csX110" fmla="*/ 2000002 w 3851445"/>
              <a:gd name="csY110" fmla="*/ 152292 h 3851459"/>
              <a:gd name="csX111" fmla="*/ 2000002 w 3851445"/>
              <a:gd name="csY111" fmla="*/ 267894 h 3851459"/>
              <a:gd name="csX112" fmla="*/ 2491402 w 3851445"/>
              <a:gd name="csY112" fmla="*/ 365171 h 3851459"/>
              <a:gd name="csX113" fmla="*/ 2535475 w 3851445"/>
              <a:gd name="csY113" fmla="*/ 258800 h 3851459"/>
              <a:gd name="csX114" fmla="*/ 2372035 w 3851445"/>
              <a:gd name="csY114" fmla="*/ 191102 h 3851459"/>
              <a:gd name="csX115" fmla="*/ 2363239 w 3851445"/>
              <a:gd name="csY115" fmla="*/ 182306 h 3851459"/>
              <a:gd name="csX116" fmla="*/ 2363239 w 3851445"/>
              <a:gd name="csY116" fmla="*/ 169866 h 3851459"/>
              <a:gd name="csX117" fmla="*/ 2402926 w 3851445"/>
              <a:gd name="csY117" fmla="*/ 74101 h 3851459"/>
              <a:gd name="csX118" fmla="*/ 2422119 w 3851445"/>
              <a:gd name="csY118" fmla="*/ 64613 h 3851459"/>
              <a:gd name="csX119" fmla="*/ 2890163 w 3851445"/>
              <a:gd name="csY119" fmla="*/ 258571 h 3851459"/>
              <a:gd name="csX120" fmla="*/ 2897029 w 3851445"/>
              <a:gd name="csY120" fmla="*/ 278850 h 3851459"/>
              <a:gd name="csX121" fmla="*/ 2857403 w 3851445"/>
              <a:gd name="csY121" fmla="*/ 374550 h 3851459"/>
              <a:gd name="csX122" fmla="*/ 2836167 w 3851445"/>
              <a:gd name="csY122" fmla="*/ 383348 h 3851459"/>
              <a:gd name="csX123" fmla="*/ 2672720 w 3851445"/>
              <a:gd name="csY123" fmla="*/ 315677 h 3851459"/>
              <a:gd name="csX124" fmla="*/ 2628658 w 3851445"/>
              <a:gd name="csY124" fmla="*/ 422048 h 3851459"/>
              <a:gd name="csX125" fmla="*/ 3045038 w 3851445"/>
              <a:gd name="csY125" fmla="*/ 700576 h 3851459"/>
              <a:gd name="csX126" fmla="*/ 3126655 w 3851445"/>
              <a:gd name="csY126" fmla="*/ 618986 h 3851459"/>
              <a:gd name="csX127" fmla="*/ 3001585 w 3851445"/>
              <a:gd name="csY127" fmla="*/ 493889 h 3851459"/>
              <a:gd name="csX128" fmla="*/ 3001585 w 3851445"/>
              <a:gd name="csY128" fmla="*/ 470905 h 3851459"/>
              <a:gd name="csX129" fmla="*/ 3074723 w 3851445"/>
              <a:gd name="csY129" fmla="*/ 397764 h 3851459"/>
              <a:gd name="csX130" fmla="*/ 3096099 w 3851445"/>
              <a:gd name="csY130" fmla="*/ 396355 h 3851459"/>
              <a:gd name="csX131" fmla="*/ 3454440 w 3851445"/>
              <a:gd name="csY131" fmla="*/ 754466 h 3851459"/>
              <a:gd name="csX132" fmla="*/ 3453041 w 3851445"/>
              <a:gd name="csY132" fmla="*/ 775852 h 3851459"/>
              <a:gd name="csX133" fmla="*/ 3379770 w 3851445"/>
              <a:gd name="csY133" fmla="*/ 849123 h 3851459"/>
              <a:gd name="csX134" fmla="*/ 3368276 w 3851445"/>
              <a:gd name="csY134" fmla="*/ 853883 h 3851459"/>
              <a:gd name="csX135" fmla="*/ 3368276 w 3851445"/>
              <a:gd name="csY135" fmla="*/ 853883 h 3851459"/>
              <a:gd name="csX136" fmla="*/ 3356782 w 3851445"/>
              <a:gd name="csY136" fmla="*/ 849120 h 3851459"/>
              <a:gd name="csX137" fmla="*/ 3231713 w 3851445"/>
              <a:gd name="csY137" fmla="*/ 724023 h 3851459"/>
              <a:gd name="csX138" fmla="*/ 3150140 w 3851445"/>
              <a:gd name="csY138" fmla="*/ 805596 h 3851459"/>
              <a:gd name="csX139" fmla="*/ 3428962 w 3851445"/>
              <a:gd name="csY139" fmla="*/ 1221904 h 3851459"/>
              <a:gd name="csX140" fmla="*/ 3535021 w 3851445"/>
              <a:gd name="csY140" fmla="*/ 1177958 h 3851459"/>
              <a:gd name="csX141" fmla="*/ 3467323 w 3851445"/>
              <a:gd name="csY141" fmla="*/ 1014542 h 3851459"/>
              <a:gd name="csX142" fmla="*/ 3476114 w 3851445"/>
              <a:gd name="csY142" fmla="*/ 993306 h 3851459"/>
              <a:gd name="csX143" fmla="*/ 3572075 w 3851445"/>
              <a:gd name="csY143" fmla="*/ 953550 h 3851459"/>
              <a:gd name="csX144" fmla="*/ 3592351 w 3851445"/>
              <a:gd name="csY144" fmla="*/ 960405 h 3851459"/>
              <a:gd name="csX145" fmla="*/ 3786604 w 3851445"/>
              <a:gd name="csY145" fmla="*/ 1428347 h 3851459"/>
              <a:gd name="csX146" fmla="*/ 3777115 w 3851445"/>
              <a:gd name="csY146" fmla="*/ 1447552 h 3851459"/>
              <a:gd name="csX147" fmla="*/ 3680795 w 3851445"/>
              <a:gd name="csY147" fmla="*/ 1487439 h 3851459"/>
              <a:gd name="csX148" fmla="*/ 3659562 w 3851445"/>
              <a:gd name="csY148" fmla="*/ 1478643 h 3851459"/>
              <a:gd name="csX149" fmla="*/ 3591864 w 3851445"/>
              <a:gd name="csY149" fmla="*/ 1315231 h 3851459"/>
              <a:gd name="csX150" fmla="*/ 3485956 w 3851445"/>
              <a:gd name="csY150" fmla="*/ 1359105 h 3851459"/>
              <a:gd name="csX151" fmla="*/ 3583511 w 3851445"/>
              <a:gd name="csY151" fmla="*/ 1850669 h 3851459"/>
              <a:gd name="csX152" fmla="*/ 3698372 w 3851445"/>
              <a:gd name="csY152" fmla="*/ 1850669 h 3851459"/>
              <a:gd name="csX153" fmla="*/ 3698372 w 3851445"/>
              <a:gd name="csY153" fmla="*/ 1673767 h 3851459"/>
              <a:gd name="csX154" fmla="*/ 3714625 w 3851445"/>
              <a:gd name="csY154" fmla="*/ 1657514 h 3851459"/>
              <a:gd name="csX155" fmla="*/ 3818709 w 3851445"/>
              <a:gd name="csY155" fmla="*/ 1657514 h 3851459"/>
              <a:gd name="csX156" fmla="*/ 3834822 w 3851445"/>
              <a:gd name="csY156" fmla="*/ 1671644 h 3851459"/>
              <a:gd name="csX157" fmla="*/ 3851446 w 3851445"/>
              <a:gd name="csY157" fmla="*/ 1925726 h 3851459"/>
              <a:gd name="csX158" fmla="*/ 3835018 w 3851445"/>
              <a:gd name="csY158" fmla="*/ 2178245 h 3851459"/>
              <a:gd name="csX159" fmla="*/ 3818905 w 3851445"/>
              <a:gd name="csY159" fmla="*/ 2192383 h 3851459"/>
              <a:gd name="csX160" fmla="*/ 3714642 w 3851445"/>
              <a:gd name="csY160" fmla="*/ 2192383 h 3851459"/>
              <a:gd name="csX161" fmla="*/ 3698389 w 3851445"/>
              <a:gd name="csY161" fmla="*/ 2176129 h 3851459"/>
              <a:gd name="csX162" fmla="*/ 3698389 w 3851445"/>
              <a:gd name="csY162" fmla="*/ 1999258 h 3851459"/>
              <a:gd name="csX163" fmla="*/ 3583638 w 3851445"/>
              <a:gd name="csY163" fmla="*/ 1999258 h 3851459"/>
              <a:gd name="csX164" fmla="*/ 3486446 w 3851445"/>
              <a:gd name="csY164" fmla="*/ 2491042 h 3851459"/>
              <a:gd name="csX165" fmla="*/ 3591877 w 3851445"/>
              <a:gd name="csY165" fmla="*/ 2534700 h 3851459"/>
              <a:gd name="csX166" fmla="*/ 3659576 w 3851445"/>
              <a:gd name="csY166" fmla="*/ 2371250 h 3851459"/>
              <a:gd name="csX167" fmla="*/ 3668372 w 3851445"/>
              <a:gd name="csY167" fmla="*/ 2362454 h 3851459"/>
              <a:gd name="csX168" fmla="*/ 3680812 w 3851445"/>
              <a:gd name="csY168" fmla="*/ 2362454 h 3851459"/>
              <a:gd name="csX169" fmla="*/ 3777486 w 3851445"/>
              <a:gd name="csY169" fmla="*/ 2402505 h 3851459"/>
              <a:gd name="csX170" fmla="*/ 3786974 w 3851445"/>
              <a:gd name="csY170" fmla="*/ 2421697 h 3851459"/>
              <a:gd name="csX171" fmla="*/ 3593081 w 3851445"/>
              <a:gd name="csY171" fmla="*/ 2889804 h 3851459"/>
              <a:gd name="csX172" fmla="*/ 3572799 w 3851445"/>
              <a:gd name="csY172" fmla="*/ 2896665 h 3851459"/>
              <a:gd name="csX173" fmla="*/ 3476125 w 3851445"/>
              <a:gd name="csY173" fmla="*/ 2856618 h 3851459"/>
              <a:gd name="csX174" fmla="*/ 3467333 w 3851445"/>
              <a:gd name="csY174" fmla="*/ 2847822 h 3851459"/>
              <a:gd name="csX175" fmla="*/ 3467333 w 3851445"/>
              <a:gd name="csY175" fmla="*/ 2835382 h 3851459"/>
              <a:gd name="csX176" fmla="*/ 3535031 w 3851445"/>
              <a:gd name="csY176" fmla="*/ 2671970 h 3851459"/>
              <a:gd name="csX177" fmla="*/ 3429604 w 3851445"/>
              <a:gd name="csY177" fmla="*/ 2628291 h 3851459"/>
              <a:gd name="csX178" fmla="*/ 3150884 w 3851445"/>
              <a:gd name="csY178" fmla="*/ 3045069 h 3851459"/>
              <a:gd name="csX179" fmla="*/ 3231723 w 3851445"/>
              <a:gd name="csY179" fmla="*/ 3125901 h 3851459"/>
              <a:gd name="csX180" fmla="*/ 3356792 w 3851445"/>
              <a:gd name="csY180" fmla="*/ 3000807 h 3851459"/>
              <a:gd name="csX181" fmla="*/ 3368286 w 3851445"/>
              <a:gd name="csY181" fmla="*/ 2996044 h 3851459"/>
              <a:gd name="csX182" fmla="*/ 3379780 w 3851445"/>
              <a:gd name="csY182" fmla="*/ 3000807 h 3851459"/>
              <a:gd name="csX183" fmla="*/ 3453703 w 3851445"/>
              <a:gd name="csY183" fmla="*/ 3074730 h 3851459"/>
              <a:gd name="csX184" fmla="*/ 3455112 w 3851445"/>
              <a:gd name="csY184" fmla="*/ 3096106 h 3851459"/>
              <a:gd name="csX185" fmla="*/ 3096998 w 3851445"/>
              <a:gd name="csY185" fmla="*/ 3454443 h 3851459"/>
              <a:gd name="csX186" fmla="*/ 3075611 w 3851445"/>
              <a:gd name="csY186" fmla="*/ 3453044 h 3851459"/>
              <a:gd name="csX187" fmla="*/ 3001596 w 3851445"/>
              <a:gd name="csY187" fmla="*/ 3379026 h 3851459"/>
              <a:gd name="csX188" fmla="*/ 3001596 w 3851445"/>
              <a:gd name="csY188" fmla="*/ 3356041 h 3851459"/>
              <a:gd name="csX189" fmla="*/ 3126665 w 3851445"/>
              <a:gd name="csY189" fmla="*/ 3230941 h 3851459"/>
              <a:gd name="csX190" fmla="*/ 3045868 w 3851445"/>
              <a:gd name="csY190" fmla="*/ 3150147 h 3851459"/>
              <a:gd name="csX191" fmla="*/ 2629203 w 3851445"/>
              <a:gd name="csY191" fmla="*/ 3429172 h 3851459"/>
              <a:gd name="csX192" fmla="*/ 2672731 w 3851445"/>
              <a:gd name="csY192" fmla="*/ 3534253 h 3851459"/>
              <a:gd name="csX193" fmla="*/ 2836177 w 3851445"/>
              <a:gd name="csY193" fmla="*/ 3466558 h 3851459"/>
              <a:gd name="csX194" fmla="*/ 2848618 w 3851445"/>
              <a:gd name="csY194" fmla="*/ 3466558 h 3851459"/>
              <a:gd name="csX195" fmla="*/ 2857410 w 3851445"/>
              <a:gd name="csY195" fmla="*/ 3475353 h 3851459"/>
              <a:gd name="csX196" fmla="*/ 2897553 w 3851445"/>
              <a:gd name="csY196" fmla="*/ 3572288 h 3851459"/>
              <a:gd name="csX197" fmla="*/ 2890698 w 3851445"/>
              <a:gd name="csY197" fmla="*/ 3592564 h 3851459"/>
              <a:gd name="csX198" fmla="*/ 2422722 w 3851445"/>
              <a:gd name="csY198" fmla="*/ 3786717 h 3851459"/>
              <a:gd name="csX199" fmla="*/ 2403520 w 3851445"/>
              <a:gd name="csY199" fmla="*/ 3777232 h 3851459"/>
              <a:gd name="csX200" fmla="*/ 2363246 w 3851445"/>
              <a:gd name="csY200" fmla="*/ 3680037 h 3851459"/>
              <a:gd name="csX201" fmla="*/ 2363246 w 3851445"/>
              <a:gd name="csY201" fmla="*/ 3667597 h 3851459"/>
              <a:gd name="csX202" fmla="*/ 2372042 w 3851445"/>
              <a:gd name="csY202" fmla="*/ 3658798 h 3851459"/>
              <a:gd name="csX203" fmla="*/ 2535478 w 3851445"/>
              <a:gd name="csY203" fmla="*/ 3591130 h 3851459"/>
              <a:gd name="csX204" fmla="*/ 2491967 w 3851445"/>
              <a:gd name="csY204" fmla="*/ 3486131 h 3851459"/>
              <a:gd name="csX205" fmla="*/ 2000012 w 3851445"/>
              <a:gd name="csY205" fmla="*/ 3583600 h 3851459"/>
              <a:gd name="csX206" fmla="*/ 2000012 w 3851445"/>
              <a:gd name="csY206" fmla="*/ 3697611 h 3851459"/>
              <a:gd name="csX207" fmla="*/ 2176914 w 3851445"/>
              <a:gd name="csY207" fmla="*/ 3697611 h 3851459"/>
              <a:gd name="csX208" fmla="*/ 2193168 w 3851445"/>
              <a:gd name="csY208" fmla="*/ 3713864 h 3851459"/>
              <a:gd name="csX209" fmla="*/ 2193168 w 3851445"/>
              <a:gd name="csY209" fmla="*/ 3818829 h 3851459"/>
              <a:gd name="csX210" fmla="*/ 2179037 w 3851445"/>
              <a:gd name="csY210" fmla="*/ 3834942 h 3851459"/>
              <a:gd name="csX211" fmla="*/ 1925733 w 3851445"/>
              <a:gd name="csY211" fmla="*/ 3851460 h 3851459"/>
              <a:gd name="csX212" fmla="*/ 1690806 w 3851445"/>
              <a:gd name="csY212" fmla="*/ 3804517 h 3851459"/>
              <a:gd name="csX213" fmla="*/ 1925733 w 3851445"/>
              <a:gd name="csY213" fmla="*/ 3818953 h 3851459"/>
              <a:gd name="csX214" fmla="*/ 2160661 w 3851445"/>
              <a:gd name="csY214" fmla="*/ 3804517 h 3851459"/>
              <a:gd name="csX215" fmla="*/ 2160661 w 3851445"/>
              <a:gd name="csY215" fmla="*/ 3730115 h 3851459"/>
              <a:gd name="csX216" fmla="*/ 1983759 w 3851445"/>
              <a:gd name="csY216" fmla="*/ 3730115 h 3851459"/>
              <a:gd name="csX217" fmla="*/ 1967505 w 3851445"/>
              <a:gd name="csY217" fmla="*/ 3713861 h 3851459"/>
              <a:gd name="csX218" fmla="*/ 1967505 w 3851445"/>
              <a:gd name="csY218" fmla="*/ 3567971 h 3851459"/>
              <a:gd name="csX219" fmla="*/ 1983193 w 3851445"/>
              <a:gd name="csY219" fmla="*/ 3551727 h 3851459"/>
              <a:gd name="csX220" fmla="*/ 2494642 w 3851445"/>
              <a:gd name="csY220" fmla="*/ 3450500 h 3851459"/>
              <a:gd name="csX221" fmla="*/ 2501003 w 3851445"/>
              <a:gd name="csY221" fmla="*/ 3449207 h 3851459"/>
              <a:gd name="csX222" fmla="*/ 2516276 w 3851445"/>
              <a:gd name="csY222" fmla="*/ 3459875 h 3851459"/>
              <a:gd name="csX223" fmla="*/ 2571733 w 3851445"/>
              <a:gd name="csY223" fmla="*/ 3593698 h 3851459"/>
              <a:gd name="csX224" fmla="*/ 2571733 w 3851445"/>
              <a:gd name="csY224" fmla="*/ 3606139 h 3851459"/>
              <a:gd name="csX225" fmla="*/ 2562938 w 3851445"/>
              <a:gd name="csY225" fmla="*/ 3614934 h 3851459"/>
              <a:gd name="csX226" fmla="*/ 2399501 w 3851445"/>
              <a:gd name="csY226" fmla="*/ 3682605 h 3851459"/>
              <a:gd name="csX227" fmla="*/ 2428082 w 3851445"/>
              <a:gd name="csY227" fmla="*/ 3751583 h 3851459"/>
              <a:gd name="csX228" fmla="*/ 2862060 w 3851445"/>
              <a:gd name="csY228" fmla="*/ 3571527 h 3851459"/>
              <a:gd name="csX229" fmla="*/ 2833595 w 3851445"/>
              <a:gd name="csY229" fmla="*/ 3502799 h 3851459"/>
              <a:gd name="csX230" fmla="*/ 2670149 w 3851445"/>
              <a:gd name="csY230" fmla="*/ 3570494 h 3851459"/>
              <a:gd name="csX231" fmla="*/ 2648916 w 3851445"/>
              <a:gd name="csY231" fmla="*/ 3561699 h 3851459"/>
              <a:gd name="csX232" fmla="*/ 2593233 w 3851445"/>
              <a:gd name="csY232" fmla="*/ 3427268 h 3851459"/>
              <a:gd name="csX233" fmla="*/ 2592886 w 3851445"/>
              <a:gd name="csY233" fmla="*/ 3415565 h 3851459"/>
              <a:gd name="csX234" fmla="*/ 2601452 w 3851445"/>
              <a:gd name="csY234" fmla="*/ 3406190 h 3851459"/>
              <a:gd name="csX235" fmla="*/ 3035221 w 3851445"/>
              <a:gd name="csY235" fmla="*/ 3115713 h 3851459"/>
              <a:gd name="csX236" fmla="*/ 3057801 w 3851445"/>
              <a:gd name="csY236" fmla="*/ 3116104 h 3851459"/>
              <a:gd name="csX237" fmla="*/ 3161140 w 3851445"/>
              <a:gd name="csY237" fmla="*/ 3219444 h 3851459"/>
              <a:gd name="csX238" fmla="*/ 3161140 w 3851445"/>
              <a:gd name="csY238" fmla="*/ 3242428 h 3851459"/>
              <a:gd name="csX239" fmla="*/ 3036071 w 3851445"/>
              <a:gd name="csY239" fmla="*/ 3367528 h 3851459"/>
              <a:gd name="csX240" fmla="*/ 3088476 w 3851445"/>
              <a:gd name="csY240" fmla="*/ 3419934 h 3851459"/>
              <a:gd name="csX241" fmla="*/ 3420602 w 3851445"/>
              <a:gd name="csY241" fmla="*/ 3087599 h 3851459"/>
              <a:gd name="csX242" fmla="*/ 3368283 w 3851445"/>
              <a:gd name="csY242" fmla="*/ 3035282 h 3851459"/>
              <a:gd name="csX243" fmla="*/ 3243217 w 3851445"/>
              <a:gd name="csY243" fmla="*/ 3160376 h 3851459"/>
              <a:gd name="csX244" fmla="*/ 3231719 w 3851445"/>
              <a:gd name="csY244" fmla="*/ 3165139 h 3851459"/>
              <a:gd name="csX245" fmla="*/ 3220225 w 3851445"/>
              <a:gd name="csY245" fmla="*/ 3160376 h 3851459"/>
              <a:gd name="csX246" fmla="*/ 3116855 w 3851445"/>
              <a:gd name="csY246" fmla="*/ 3057008 h 3851459"/>
              <a:gd name="csX247" fmla="*/ 3116454 w 3851445"/>
              <a:gd name="csY247" fmla="*/ 3034439 h 3851459"/>
              <a:gd name="csX248" fmla="*/ 3406605 w 3851445"/>
              <a:gd name="csY248" fmla="*/ 2600543 h 3851459"/>
              <a:gd name="csX249" fmla="*/ 3427615 w 3851445"/>
              <a:gd name="csY249" fmla="*/ 2592276 h 3851459"/>
              <a:gd name="csX250" fmla="*/ 3562484 w 3851445"/>
              <a:gd name="csY250" fmla="*/ 2648155 h 3851459"/>
              <a:gd name="csX251" fmla="*/ 3571276 w 3851445"/>
              <a:gd name="csY251" fmla="*/ 2669391 h 3851459"/>
              <a:gd name="csX252" fmla="*/ 3503577 w 3851445"/>
              <a:gd name="csY252" fmla="*/ 2832800 h 3851459"/>
              <a:gd name="csX253" fmla="*/ 3572041 w 3851445"/>
              <a:gd name="csY253" fmla="*/ 2861161 h 3851459"/>
              <a:gd name="csX254" fmla="*/ 3751851 w 3851445"/>
              <a:gd name="csY254" fmla="*/ 2427067 h 3851459"/>
              <a:gd name="csX255" fmla="*/ 3683384 w 3851445"/>
              <a:gd name="csY255" fmla="*/ 2398706 h 3851459"/>
              <a:gd name="csX256" fmla="*/ 3615685 w 3851445"/>
              <a:gd name="csY256" fmla="*/ 2562149 h 3851459"/>
              <a:gd name="csX257" fmla="*/ 3594453 w 3851445"/>
              <a:gd name="csY257" fmla="*/ 2570944 h 3851459"/>
              <a:gd name="csX258" fmla="*/ 3459580 w 3851445"/>
              <a:gd name="csY258" fmla="*/ 2515096 h 3851459"/>
              <a:gd name="csX259" fmla="*/ 3450572 w 3851445"/>
              <a:gd name="csY259" fmla="*/ 2494399 h 3851459"/>
              <a:gd name="csX260" fmla="*/ 3551758 w 3851445"/>
              <a:gd name="csY260" fmla="*/ 1982442 h 3851459"/>
              <a:gd name="csX261" fmla="*/ 3568002 w 3851445"/>
              <a:gd name="csY261" fmla="*/ 1966744 h 3851459"/>
              <a:gd name="csX262" fmla="*/ 3714639 w 3851445"/>
              <a:gd name="csY262" fmla="*/ 1966744 h 3851459"/>
              <a:gd name="csX263" fmla="*/ 3730893 w 3851445"/>
              <a:gd name="csY263" fmla="*/ 1982998 h 3851459"/>
              <a:gd name="csX264" fmla="*/ 3730893 w 3851445"/>
              <a:gd name="csY264" fmla="*/ 2159869 h 3851459"/>
              <a:gd name="csX265" fmla="*/ 3804606 w 3851445"/>
              <a:gd name="csY265" fmla="*/ 2159869 h 3851459"/>
              <a:gd name="csX266" fmla="*/ 3818953 w 3851445"/>
              <a:gd name="csY266" fmla="*/ 1925720 h 3851459"/>
              <a:gd name="csX267" fmla="*/ 3804417 w 3851445"/>
              <a:gd name="csY267" fmla="*/ 1690013 h 3851459"/>
              <a:gd name="csX268" fmla="*/ 3730896 w 3851445"/>
              <a:gd name="csY268" fmla="*/ 1690013 h 3851459"/>
              <a:gd name="csX269" fmla="*/ 3730896 w 3851445"/>
              <a:gd name="csY269" fmla="*/ 1866916 h 3851459"/>
              <a:gd name="csX270" fmla="*/ 3714642 w 3851445"/>
              <a:gd name="csY270" fmla="*/ 1883169 h 3851459"/>
              <a:gd name="csX271" fmla="*/ 3567905 w 3851445"/>
              <a:gd name="csY271" fmla="*/ 1883169 h 3851459"/>
              <a:gd name="csX272" fmla="*/ 3551662 w 3851445"/>
              <a:gd name="csY272" fmla="*/ 1867481 h 3851459"/>
              <a:gd name="csX273" fmla="*/ 3450095 w 3851445"/>
              <a:gd name="csY273" fmla="*/ 1355751 h 3851459"/>
              <a:gd name="csX274" fmla="*/ 3459097 w 3851445"/>
              <a:gd name="csY274" fmla="*/ 1335044 h 3851459"/>
              <a:gd name="csX275" fmla="*/ 3594456 w 3851445"/>
              <a:gd name="csY275" fmla="*/ 1278969 h 3851459"/>
              <a:gd name="csX276" fmla="*/ 3615692 w 3851445"/>
              <a:gd name="csY276" fmla="*/ 1287764 h 3851459"/>
              <a:gd name="csX277" fmla="*/ 3683391 w 3851445"/>
              <a:gd name="csY277" fmla="*/ 1451180 h 3851459"/>
              <a:gd name="csX278" fmla="*/ 3751491 w 3851445"/>
              <a:gd name="csY278" fmla="*/ 1422980 h 3851459"/>
              <a:gd name="csX279" fmla="*/ 3571345 w 3851445"/>
              <a:gd name="csY279" fmla="*/ 989040 h 3851459"/>
              <a:gd name="csX280" fmla="*/ 3503584 w 3851445"/>
              <a:gd name="csY280" fmla="*/ 1017113 h 3851459"/>
              <a:gd name="csX281" fmla="*/ 3571283 w 3851445"/>
              <a:gd name="csY281" fmla="*/ 1180526 h 3851459"/>
              <a:gd name="csX282" fmla="*/ 3562491 w 3851445"/>
              <a:gd name="csY282" fmla="*/ 1201762 h 3851459"/>
              <a:gd name="csX283" fmla="*/ 3427001 w 3851445"/>
              <a:gd name="csY283" fmla="*/ 1257901 h 3851459"/>
              <a:gd name="csX284" fmla="*/ 3405998 w 3851445"/>
              <a:gd name="csY284" fmla="*/ 1249644 h 3851459"/>
              <a:gd name="csX285" fmla="*/ 3115720 w 3851445"/>
              <a:gd name="csY285" fmla="*/ 816236 h 3851459"/>
              <a:gd name="csX286" fmla="*/ 3116111 w 3851445"/>
              <a:gd name="csY286" fmla="*/ 793656 h 3851459"/>
              <a:gd name="csX287" fmla="*/ 3220229 w 3851445"/>
              <a:gd name="csY287" fmla="*/ 689538 h 3851459"/>
              <a:gd name="csX288" fmla="*/ 3231723 w 3851445"/>
              <a:gd name="csY288" fmla="*/ 684775 h 3851459"/>
              <a:gd name="csX289" fmla="*/ 3243220 w 3851445"/>
              <a:gd name="csY289" fmla="*/ 689538 h 3851459"/>
              <a:gd name="csX290" fmla="*/ 3368290 w 3851445"/>
              <a:gd name="csY290" fmla="*/ 814638 h 3851459"/>
              <a:gd name="csX291" fmla="*/ 3419944 w 3851445"/>
              <a:gd name="csY291" fmla="*/ 762980 h 3851459"/>
              <a:gd name="csX292" fmla="*/ 3087606 w 3851445"/>
              <a:gd name="csY292" fmla="*/ 430854 h 3851459"/>
              <a:gd name="csX293" fmla="*/ 3036071 w 3851445"/>
              <a:gd name="csY293" fmla="*/ 482395 h 3851459"/>
              <a:gd name="csX294" fmla="*/ 3161140 w 3851445"/>
              <a:gd name="csY294" fmla="*/ 607495 h 3851459"/>
              <a:gd name="csX295" fmla="*/ 3165903 w 3851445"/>
              <a:gd name="csY295" fmla="*/ 618989 h 3851459"/>
              <a:gd name="csX296" fmla="*/ 3161140 w 3851445"/>
              <a:gd name="csY296" fmla="*/ 630483 h 3851459"/>
              <a:gd name="csX297" fmla="*/ 3056998 w 3851445"/>
              <a:gd name="csY297" fmla="*/ 734591 h 3851459"/>
              <a:gd name="csX298" fmla="*/ 3046413 w 3851445"/>
              <a:gd name="csY298" fmla="*/ 739330 h 3851459"/>
              <a:gd name="csX299" fmla="*/ 3034415 w 3851445"/>
              <a:gd name="csY299" fmla="*/ 734999 h 3851459"/>
              <a:gd name="csX300" fmla="*/ 2600989 w 3851445"/>
              <a:gd name="csY300" fmla="*/ 445057 h 3851459"/>
              <a:gd name="csX301" fmla="*/ 2592712 w 3851445"/>
              <a:gd name="csY301" fmla="*/ 436560 h 3851459"/>
              <a:gd name="csX302" fmla="*/ 2592663 w 3851445"/>
              <a:gd name="csY302" fmla="*/ 424027 h 3851459"/>
              <a:gd name="csX303" fmla="*/ 2648916 w 3851445"/>
              <a:gd name="csY303" fmla="*/ 288221 h 3851459"/>
              <a:gd name="csX304" fmla="*/ 2670149 w 3851445"/>
              <a:gd name="csY304" fmla="*/ 279426 h 3851459"/>
              <a:gd name="csX305" fmla="*/ 2833592 w 3851445"/>
              <a:gd name="csY305" fmla="*/ 347094 h 3851459"/>
              <a:gd name="csX306" fmla="*/ 2861535 w 3851445"/>
              <a:gd name="csY306" fmla="*/ 279604 h 3851459"/>
              <a:gd name="csX307" fmla="*/ 2427499 w 3851445"/>
              <a:gd name="csY307" fmla="*/ 99729 h 3851459"/>
              <a:gd name="csX308" fmla="*/ 2399501 w 3851445"/>
              <a:gd name="csY308" fmla="*/ 167287 h 3851459"/>
              <a:gd name="csX309" fmla="*/ 2562941 w 3851445"/>
              <a:gd name="csY309" fmla="*/ 234986 h 3851459"/>
              <a:gd name="csX310" fmla="*/ 2571733 w 3851445"/>
              <a:gd name="csY310" fmla="*/ 243785 h 3851459"/>
              <a:gd name="csX311" fmla="*/ 2571733 w 3851445"/>
              <a:gd name="csY311" fmla="*/ 256225 h 3851459"/>
              <a:gd name="csX312" fmla="*/ 2515521 w 3851445"/>
              <a:gd name="csY312" fmla="*/ 391904 h 3851459"/>
              <a:gd name="csX313" fmla="*/ 2509719 w 3851445"/>
              <a:gd name="csY313" fmla="*/ 399170 h 3851459"/>
              <a:gd name="csX314" fmla="*/ 2494769 w 3851445"/>
              <a:gd name="csY314" fmla="*/ 401049 h 3851459"/>
              <a:gd name="csX315" fmla="*/ 1983200 w 3851445"/>
              <a:gd name="csY315" fmla="*/ 299767 h 3851459"/>
              <a:gd name="csX316" fmla="*/ 1967509 w 3851445"/>
              <a:gd name="csY316" fmla="*/ 283523 h 3851459"/>
              <a:gd name="csX317" fmla="*/ 1967509 w 3851445"/>
              <a:gd name="csY317" fmla="*/ 136042 h 3851459"/>
              <a:gd name="csX318" fmla="*/ 1983762 w 3851445"/>
              <a:gd name="csY318" fmla="*/ 119789 h 3851459"/>
              <a:gd name="csX319" fmla="*/ 2160664 w 3851445"/>
              <a:gd name="csY319" fmla="*/ 119789 h 3851459"/>
              <a:gd name="csX320" fmla="*/ 2160664 w 3851445"/>
              <a:gd name="csY320" fmla="*/ 46946 h 3851459"/>
              <a:gd name="csX321" fmla="*/ 1925737 w 3851445"/>
              <a:gd name="csY321" fmla="*/ 32507 h 3851459"/>
              <a:gd name="csX322" fmla="*/ 1690809 w 3851445"/>
              <a:gd name="csY322" fmla="*/ 46946 h 3851459"/>
              <a:gd name="csX323" fmla="*/ 1690809 w 3851445"/>
              <a:gd name="csY323" fmla="*/ 119789 h 3851459"/>
              <a:gd name="csX324" fmla="*/ 1867711 w 3851445"/>
              <a:gd name="csY324" fmla="*/ 119789 h 3851459"/>
              <a:gd name="csX325" fmla="*/ 1883965 w 3851445"/>
              <a:gd name="csY325" fmla="*/ 136042 h 3851459"/>
              <a:gd name="csX326" fmla="*/ 1883965 w 3851445"/>
              <a:gd name="csY326" fmla="*/ 283523 h 3851459"/>
              <a:gd name="csX327" fmla="*/ 1868273 w 3851445"/>
              <a:gd name="csY327" fmla="*/ 299767 h 3851459"/>
              <a:gd name="csX328" fmla="*/ 1356701 w 3851445"/>
              <a:gd name="csY328" fmla="*/ 401049 h 3851459"/>
              <a:gd name="csX329" fmla="*/ 1336000 w 3851445"/>
              <a:gd name="csY329" fmla="*/ 392044 h 3851459"/>
              <a:gd name="csX330" fmla="*/ 1279730 w 3851445"/>
              <a:gd name="csY330" fmla="*/ 256232 h 3851459"/>
              <a:gd name="csX331" fmla="*/ 1279727 w 3851445"/>
              <a:gd name="csY331" fmla="*/ 243792 h 3851459"/>
              <a:gd name="csX332" fmla="*/ 1288522 w 3851445"/>
              <a:gd name="csY332" fmla="*/ 234993 h 3851459"/>
              <a:gd name="csX333" fmla="*/ 1451966 w 3851445"/>
              <a:gd name="csY333" fmla="*/ 167294 h 3851459"/>
              <a:gd name="csX334" fmla="*/ 1423964 w 3851445"/>
              <a:gd name="csY334" fmla="*/ 99736 h 3851459"/>
              <a:gd name="csX335" fmla="*/ 989925 w 3851445"/>
              <a:gd name="csY335" fmla="*/ 279611 h 3851459"/>
              <a:gd name="csX336" fmla="*/ 1017871 w 3851445"/>
              <a:gd name="csY336" fmla="*/ 347104 h 3851459"/>
              <a:gd name="csX337" fmla="*/ 1181318 w 3851445"/>
              <a:gd name="csY337" fmla="*/ 279433 h 3851459"/>
              <a:gd name="csX338" fmla="*/ 1202550 w 3851445"/>
              <a:gd name="csY338" fmla="*/ 288228 h 3851459"/>
              <a:gd name="csX339" fmla="*/ 1258604 w 3851445"/>
              <a:gd name="csY339" fmla="*/ 423560 h 3851459"/>
              <a:gd name="csX340" fmla="*/ 1259674 w 3851445"/>
              <a:gd name="csY340" fmla="*/ 426804 h 3851459"/>
              <a:gd name="csX341" fmla="*/ 1250553 w 3851445"/>
              <a:gd name="csY341" fmla="*/ 445043 h 3851459"/>
              <a:gd name="csX342" fmla="*/ 817045 w 3851445"/>
              <a:gd name="csY342" fmla="*/ 735003 h 3851459"/>
              <a:gd name="csX343" fmla="*/ 804779 w 3851445"/>
              <a:gd name="csY343" fmla="*/ 739320 h 3851459"/>
              <a:gd name="csX344" fmla="*/ 794328 w 3851445"/>
              <a:gd name="csY344" fmla="*/ 734457 h 3851459"/>
              <a:gd name="csX345" fmla="*/ 690323 w 3851445"/>
              <a:gd name="csY345" fmla="*/ 630487 h 3851459"/>
              <a:gd name="csX346" fmla="*/ 685560 w 3851445"/>
              <a:gd name="csY346" fmla="*/ 618993 h 3851459"/>
              <a:gd name="csX347" fmla="*/ 690319 w 3851445"/>
              <a:gd name="csY347" fmla="*/ 607499 h 3851459"/>
              <a:gd name="csX348" fmla="*/ 815389 w 3851445"/>
              <a:gd name="csY348" fmla="*/ 482399 h 3851459"/>
              <a:gd name="csX349" fmla="*/ 763851 w 3851445"/>
              <a:gd name="csY349" fmla="*/ 430857 h 3851459"/>
              <a:gd name="csX350" fmla="*/ 431516 w 3851445"/>
              <a:gd name="csY350" fmla="*/ 762983 h 3851459"/>
              <a:gd name="csX351" fmla="*/ 483174 w 3851445"/>
              <a:gd name="csY351" fmla="*/ 814641 h 3851459"/>
              <a:gd name="csX352" fmla="*/ 608243 w 3851445"/>
              <a:gd name="csY352" fmla="*/ 689541 h 3851459"/>
              <a:gd name="csX353" fmla="*/ 619737 w 3851445"/>
              <a:gd name="csY353" fmla="*/ 684778 h 3851459"/>
              <a:gd name="csX354" fmla="*/ 631231 w 3851445"/>
              <a:gd name="csY354" fmla="*/ 689541 h 3851459"/>
              <a:gd name="csX355" fmla="*/ 735346 w 3851445"/>
              <a:gd name="csY355" fmla="*/ 793656 h 3851459"/>
              <a:gd name="csX356" fmla="*/ 735743 w 3851445"/>
              <a:gd name="csY356" fmla="*/ 816239 h 3851459"/>
              <a:gd name="csX357" fmla="*/ 445431 w 3851445"/>
              <a:gd name="csY357" fmla="*/ 1249648 h 3851459"/>
              <a:gd name="csX358" fmla="*/ 427192 w 3851445"/>
              <a:gd name="csY358" fmla="*/ 1258769 h 3851459"/>
              <a:gd name="csX359" fmla="*/ 423780 w 3851445"/>
              <a:gd name="csY359" fmla="*/ 1257620 h 3851459"/>
              <a:gd name="csX360" fmla="*/ 288972 w 3851445"/>
              <a:gd name="csY360" fmla="*/ 1201765 h 3851459"/>
              <a:gd name="csX361" fmla="*/ 280177 w 3851445"/>
              <a:gd name="csY361" fmla="*/ 1180529 h 3851459"/>
              <a:gd name="csX362" fmla="*/ 347875 w 3851445"/>
              <a:gd name="csY362" fmla="*/ 1017117 h 3851459"/>
              <a:gd name="csX363" fmla="*/ 280118 w 3851445"/>
              <a:gd name="csY363" fmla="*/ 989044 h 3851459"/>
              <a:gd name="csX364" fmla="*/ 99976 w 3851445"/>
              <a:gd name="csY364" fmla="*/ 1422984 h 3851459"/>
              <a:gd name="csX365" fmla="*/ 168072 w 3851445"/>
              <a:gd name="csY365" fmla="*/ 1451184 h 3851459"/>
              <a:gd name="csX366" fmla="*/ 235775 w 3851445"/>
              <a:gd name="csY366" fmla="*/ 1287768 h 3851459"/>
              <a:gd name="csX367" fmla="*/ 257007 w 3851445"/>
              <a:gd name="csY367" fmla="*/ 1278969 h 3851459"/>
              <a:gd name="csX368" fmla="*/ 391818 w 3851445"/>
              <a:gd name="csY368" fmla="*/ 1334793 h 3851459"/>
              <a:gd name="csX369" fmla="*/ 401776 w 3851445"/>
              <a:gd name="csY369" fmla="*/ 1345560 h 3851459"/>
              <a:gd name="csX370" fmla="*/ 401282 w 3851445"/>
              <a:gd name="csY370" fmla="*/ 1355960 h 3851459"/>
              <a:gd name="csX371" fmla="*/ 299801 w 3851445"/>
              <a:gd name="csY371" fmla="*/ 1867481 h 3851459"/>
              <a:gd name="csX372" fmla="*/ 283558 w 3851445"/>
              <a:gd name="csY372" fmla="*/ 1883169 h 3851459"/>
              <a:gd name="csX373" fmla="*/ 136824 w 3851445"/>
              <a:gd name="csY373" fmla="*/ 1883169 h 3851459"/>
              <a:gd name="csX374" fmla="*/ 120570 w 3851445"/>
              <a:gd name="csY374" fmla="*/ 1866916 h 3851459"/>
              <a:gd name="csX375" fmla="*/ 120570 w 3851445"/>
              <a:gd name="csY375" fmla="*/ 1690013 h 3851459"/>
              <a:gd name="csX376" fmla="*/ 47046 w 3851445"/>
              <a:gd name="csY376" fmla="*/ 1690013 h 3851459"/>
              <a:gd name="csX377" fmla="*/ 32510 w 3851445"/>
              <a:gd name="csY377" fmla="*/ 1925720 h 3851459"/>
              <a:gd name="csX378" fmla="*/ 46857 w 3851445"/>
              <a:gd name="csY378" fmla="*/ 2159869 h 3851459"/>
              <a:gd name="csX379" fmla="*/ 120574 w 3851445"/>
              <a:gd name="csY379" fmla="*/ 2159869 h 3851459"/>
              <a:gd name="csX380" fmla="*/ 120574 w 3851445"/>
              <a:gd name="csY380" fmla="*/ 1982998 h 3851459"/>
              <a:gd name="csX381" fmla="*/ 136827 w 3851445"/>
              <a:gd name="csY381" fmla="*/ 1966744 h 3851459"/>
              <a:gd name="csX382" fmla="*/ 283465 w 3851445"/>
              <a:gd name="csY382" fmla="*/ 1966744 h 3851459"/>
              <a:gd name="csX383" fmla="*/ 299708 w 3851445"/>
              <a:gd name="csY383" fmla="*/ 1982442 h 3851459"/>
              <a:gd name="csX384" fmla="*/ 400891 w 3851445"/>
              <a:gd name="csY384" fmla="*/ 2494399 h 3851459"/>
              <a:gd name="csX385" fmla="*/ 399016 w 3851445"/>
              <a:gd name="csY385" fmla="*/ 2509349 h 3851459"/>
              <a:gd name="csX386" fmla="*/ 391581 w 3851445"/>
              <a:gd name="csY386" fmla="*/ 2515216 h 3851459"/>
              <a:gd name="csX387" fmla="*/ 257010 w 3851445"/>
              <a:gd name="csY387" fmla="*/ 2570944 h 3851459"/>
              <a:gd name="csX388" fmla="*/ 235775 w 3851445"/>
              <a:gd name="csY388" fmla="*/ 2562149 h 3851459"/>
              <a:gd name="csX389" fmla="*/ 168076 w 3851445"/>
              <a:gd name="csY389" fmla="*/ 2398706 h 3851459"/>
              <a:gd name="csX390" fmla="*/ 99609 w 3851445"/>
              <a:gd name="csY390" fmla="*/ 2427067 h 3851459"/>
              <a:gd name="csX391" fmla="*/ 279419 w 3851445"/>
              <a:gd name="csY391" fmla="*/ 2861164 h 3851459"/>
              <a:gd name="csX392" fmla="*/ 347882 w 3851445"/>
              <a:gd name="csY392" fmla="*/ 2832803 h 3851459"/>
              <a:gd name="csX393" fmla="*/ 280183 w 3851445"/>
              <a:gd name="csY393" fmla="*/ 2669394 h 3851459"/>
              <a:gd name="csX394" fmla="*/ 280211 w 3851445"/>
              <a:gd name="csY394" fmla="*/ 2656885 h 3851459"/>
              <a:gd name="csX395" fmla="*/ 289116 w 3851445"/>
              <a:gd name="csY395" fmla="*/ 2648100 h 3851459"/>
              <a:gd name="csX396" fmla="*/ 424541 w 3851445"/>
              <a:gd name="csY396" fmla="*/ 2593452 h 3851459"/>
              <a:gd name="csX397" fmla="*/ 445403 w 3851445"/>
              <a:gd name="csY397" fmla="*/ 2601761 h 3851459"/>
              <a:gd name="csX398" fmla="*/ 735010 w 3851445"/>
              <a:gd name="csY398" fmla="*/ 3034439 h 3851459"/>
              <a:gd name="csX399" fmla="*/ 734608 w 3851445"/>
              <a:gd name="csY399" fmla="*/ 3057008 h 3851459"/>
              <a:gd name="csX400" fmla="*/ 631238 w 3851445"/>
              <a:gd name="csY400" fmla="*/ 3160379 h 3851459"/>
              <a:gd name="csX401" fmla="*/ 619744 w 3851445"/>
              <a:gd name="csY401" fmla="*/ 3165142 h 3851459"/>
              <a:gd name="csX402" fmla="*/ 608250 w 3851445"/>
              <a:gd name="csY402" fmla="*/ 3160379 h 3851459"/>
              <a:gd name="csX403" fmla="*/ 483180 w 3851445"/>
              <a:gd name="csY403" fmla="*/ 3035286 h 3851459"/>
              <a:gd name="csX404" fmla="*/ 430864 w 3851445"/>
              <a:gd name="csY404" fmla="*/ 3087602 h 3851459"/>
              <a:gd name="csX405" fmla="*/ 762990 w 3851445"/>
              <a:gd name="csY405" fmla="*/ 3419937 h 3851459"/>
              <a:gd name="csX406" fmla="*/ 815399 w 3851445"/>
              <a:gd name="csY406" fmla="*/ 3367532 h 3851459"/>
              <a:gd name="csX407" fmla="*/ 690330 w 3851445"/>
              <a:gd name="csY407" fmla="*/ 3242432 h 3851459"/>
              <a:gd name="csX408" fmla="*/ 690330 w 3851445"/>
              <a:gd name="csY408" fmla="*/ 3219447 h 3851459"/>
              <a:gd name="csX409" fmla="*/ 793611 w 3851445"/>
              <a:gd name="csY409" fmla="*/ 3116166 h 3851459"/>
              <a:gd name="csX410" fmla="*/ 816249 w 3851445"/>
              <a:gd name="csY410" fmla="*/ 3115717 h 3851459"/>
              <a:gd name="csX411" fmla="*/ 1249819 w 3851445"/>
              <a:gd name="csY411" fmla="*/ 3406098 h 3851459"/>
              <a:gd name="csX412" fmla="*/ 1258278 w 3851445"/>
              <a:gd name="csY412" fmla="*/ 3415171 h 3851459"/>
              <a:gd name="csX413" fmla="*/ 1258090 w 3851445"/>
              <a:gd name="csY413" fmla="*/ 3427090 h 3851459"/>
              <a:gd name="csX414" fmla="*/ 1202564 w 3851445"/>
              <a:gd name="csY414" fmla="*/ 3561685 h 3851459"/>
              <a:gd name="csX415" fmla="*/ 1193769 w 3851445"/>
              <a:gd name="csY415" fmla="*/ 3570498 h 3851459"/>
              <a:gd name="csX416" fmla="*/ 1181318 w 3851445"/>
              <a:gd name="csY416" fmla="*/ 3570501 h 3851459"/>
              <a:gd name="csX417" fmla="*/ 1017871 w 3851445"/>
              <a:gd name="csY417" fmla="*/ 3502806 h 3851459"/>
              <a:gd name="csX418" fmla="*/ 989407 w 3851445"/>
              <a:gd name="csY418" fmla="*/ 3571533 h 3851459"/>
              <a:gd name="csX419" fmla="*/ 1423385 w 3851445"/>
              <a:gd name="csY419" fmla="*/ 3751590 h 3851459"/>
              <a:gd name="csX420" fmla="*/ 1451969 w 3851445"/>
              <a:gd name="csY420" fmla="*/ 3682612 h 3851459"/>
              <a:gd name="csX421" fmla="*/ 1288529 w 3851445"/>
              <a:gd name="csY421" fmla="*/ 3614945 h 3851459"/>
              <a:gd name="csX422" fmla="*/ 1279730 w 3851445"/>
              <a:gd name="csY422" fmla="*/ 3606146 h 3851459"/>
              <a:gd name="csX423" fmla="*/ 1279734 w 3851445"/>
              <a:gd name="csY423" fmla="*/ 3593705 h 3851459"/>
              <a:gd name="csX424" fmla="*/ 1335448 w 3851445"/>
              <a:gd name="csY424" fmla="*/ 3459240 h 3851459"/>
              <a:gd name="csX425" fmla="*/ 1353635 w 3851445"/>
              <a:gd name="csY425" fmla="*/ 3449523 h 3851459"/>
              <a:gd name="csX426" fmla="*/ 1356845 w 3851445"/>
              <a:gd name="csY426" fmla="*/ 3450514 h 3851459"/>
              <a:gd name="csX427" fmla="*/ 1868273 w 3851445"/>
              <a:gd name="csY427" fmla="*/ 3551731 h 3851459"/>
              <a:gd name="csX428" fmla="*/ 1883965 w 3851445"/>
              <a:gd name="csY428" fmla="*/ 3567974 h 3851459"/>
              <a:gd name="csX429" fmla="*/ 1883965 w 3851445"/>
              <a:gd name="csY429" fmla="*/ 3713864 h 3851459"/>
              <a:gd name="csX430" fmla="*/ 1867711 w 3851445"/>
              <a:gd name="csY430" fmla="*/ 3730118 h 3851459"/>
              <a:gd name="csX431" fmla="*/ 1690809 w 3851445"/>
              <a:gd name="csY431" fmla="*/ 3730118 h 3851459"/>
              <a:gd name="csX432" fmla="*/ 1690809 w 3851445"/>
              <a:gd name="csY432" fmla="*/ 3804517 h 38514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</a:cxnLst>
            <a:rect l="l" t="t" r="r" b="b"/>
            <a:pathLst>
              <a:path w="3851445" h="3851459">
                <a:moveTo>
                  <a:pt x="1925733" y="3851460"/>
                </a:moveTo>
                <a:cubicBezTo>
                  <a:pt x="1840890" y="3851460"/>
                  <a:pt x="1755669" y="3845901"/>
                  <a:pt x="1672433" y="3834939"/>
                </a:cubicBezTo>
                <a:cubicBezTo>
                  <a:pt x="1664347" y="3833872"/>
                  <a:pt x="1658302" y="3826984"/>
                  <a:pt x="1658302" y="3818826"/>
                </a:cubicBezTo>
                <a:lnTo>
                  <a:pt x="1658302" y="3713861"/>
                </a:lnTo>
                <a:cubicBezTo>
                  <a:pt x="1658302" y="3704884"/>
                  <a:pt x="1665578" y="3697607"/>
                  <a:pt x="1674556" y="3697607"/>
                </a:cubicBezTo>
                <a:lnTo>
                  <a:pt x="1851458" y="3697607"/>
                </a:lnTo>
                <a:lnTo>
                  <a:pt x="1851458" y="3583597"/>
                </a:lnTo>
                <a:cubicBezTo>
                  <a:pt x="1682614" y="3576156"/>
                  <a:pt x="1517271" y="3543391"/>
                  <a:pt x="1359496" y="3486124"/>
                </a:cubicBezTo>
                <a:lnTo>
                  <a:pt x="1315985" y="3591127"/>
                </a:lnTo>
                <a:lnTo>
                  <a:pt x="1479428" y="3658795"/>
                </a:lnTo>
                <a:cubicBezTo>
                  <a:pt x="1483413" y="3660444"/>
                  <a:pt x="1486574" y="3663609"/>
                  <a:pt x="1488224" y="3667593"/>
                </a:cubicBezTo>
                <a:cubicBezTo>
                  <a:pt x="1489873" y="3671575"/>
                  <a:pt x="1489873" y="3676053"/>
                  <a:pt x="1488224" y="3680034"/>
                </a:cubicBezTo>
                <a:lnTo>
                  <a:pt x="1447947" y="3777229"/>
                </a:lnTo>
                <a:cubicBezTo>
                  <a:pt x="1444826" y="3784755"/>
                  <a:pt x="1436614" y="3788812"/>
                  <a:pt x="1428744" y="3786714"/>
                </a:cubicBezTo>
                <a:cubicBezTo>
                  <a:pt x="1264992" y="3743079"/>
                  <a:pt x="1107543" y="3677757"/>
                  <a:pt x="960768" y="3592560"/>
                </a:cubicBezTo>
                <a:cubicBezTo>
                  <a:pt x="953725" y="3588473"/>
                  <a:pt x="950797" y="3579804"/>
                  <a:pt x="953910" y="3572284"/>
                </a:cubicBezTo>
                <a:lnTo>
                  <a:pt x="994057" y="3475350"/>
                </a:lnTo>
                <a:cubicBezTo>
                  <a:pt x="995706" y="3471365"/>
                  <a:pt x="998871" y="3468200"/>
                  <a:pt x="1002852" y="3466555"/>
                </a:cubicBezTo>
                <a:cubicBezTo>
                  <a:pt x="1006833" y="3464902"/>
                  <a:pt x="1011308" y="3464902"/>
                  <a:pt x="1015293" y="3466555"/>
                </a:cubicBezTo>
                <a:lnTo>
                  <a:pt x="1178715" y="3534243"/>
                </a:lnTo>
                <a:lnTo>
                  <a:pt x="1222096" y="3429086"/>
                </a:lnTo>
                <a:cubicBezTo>
                  <a:pt x="1069961" y="3357776"/>
                  <a:pt x="929965" y="3264014"/>
                  <a:pt x="805599" y="3150143"/>
                </a:cubicBezTo>
                <a:lnTo>
                  <a:pt x="724801" y="3230938"/>
                </a:lnTo>
                <a:lnTo>
                  <a:pt x="849871" y="3356038"/>
                </a:lnTo>
                <a:cubicBezTo>
                  <a:pt x="856218" y="3362388"/>
                  <a:pt x="856218" y="3372679"/>
                  <a:pt x="849871" y="3379023"/>
                </a:cubicBezTo>
                <a:lnTo>
                  <a:pt x="775852" y="3453041"/>
                </a:lnTo>
                <a:cubicBezTo>
                  <a:pt x="770085" y="3458805"/>
                  <a:pt x="760933" y="3459409"/>
                  <a:pt x="754466" y="3454440"/>
                </a:cubicBezTo>
                <a:cubicBezTo>
                  <a:pt x="619867" y="3351138"/>
                  <a:pt x="499382" y="3230574"/>
                  <a:pt x="396358" y="3096102"/>
                </a:cubicBezTo>
                <a:cubicBezTo>
                  <a:pt x="391400" y="3089629"/>
                  <a:pt x="392003" y="3080487"/>
                  <a:pt x="397767" y="3074726"/>
                </a:cubicBezTo>
                <a:lnTo>
                  <a:pt x="471686" y="3000804"/>
                </a:lnTo>
                <a:cubicBezTo>
                  <a:pt x="474735" y="2997756"/>
                  <a:pt x="478870" y="2996041"/>
                  <a:pt x="483180" y="2996041"/>
                </a:cubicBezTo>
                <a:cubicBezTo>
                  <a:pt x="487491" y="2996041"/>
                  <a:pt x="491626" y="2997756"/>
                  <a:pt x="494674" y="3000804"/>
                </a:cubicBezTo>
                <a:lnTo>
                  <a:pt x="619744" y="3125897"/>
                </a:lnTo>
                <a:lnTo>
                  <a:pt x="700575" y="3045069"/>
                </a:lnTo>
                <a:cubicBezTo>
                  <a:pt x="587055" y="2920898"/>
                  <a:pt x="493560" y="2781200"/>
                  <a:pt x="422367" y="2629381"/>
                </a:cubicBezTo>
                <a:lnTo>
                  <a:pt x="316490" y="2672106"/>
                </a:lnTo>
                <a:lnTo>
                  <a:pt x="384130" y="2835379"/>
                </a:lnTo>
                <a:cubicBezTo>
                  <a:pt x="385780" y="2839363"/>
                  <a:pt x="385780" y="2843838"/>
                  <a:pt x="384134" y="2847819"/>
                </a:cubicBezTo>
                <a:cubicBezTo>
                  <a:pt x="382484" y="2851803"/>
                  <a:pt x="379319" y="2854968"/>
                  <a:pt x="375335" y="2856614"/>
                </a:cubicBezTo>
                <a:lnTo>
                  <a:pt x="278661" y="2896662"/>
                </a:lnTo>
                <a:cubicBezTo>
                  <a:pt x="271141" y="2899785"/>
                  <a:pt x="262466" y="2896843"/>
                  <a:pt x="258379" y="2889797"/>
                </a:cubicBezTo>
                <a:cubicBezTo>
                  <a:pt x="173257" y="2742977"/>
                  <a:pt x="108024" y="2585483"/>
                  <a:pt x="64486" y="2421694"/>
                </a:cubicBezTo>
                <a:cubicBezTo>
                  <a:pt x="62394" y="2413824"/>
                  <a:pt x="66451" y="2405618"/>
                  <a:pt x="73974" y="2402502"/>
                </a:cubicBezTo>
                <a:lnTo>
                  <a:pt x="170648" y="2362451"/>
                </a:lnTo>
                <a:cubicBezTo>
                  <a:pt x="174629" y="2360801"/>
                  <a:pt x="179104" y="2360801"/>
                  <a:pt x="183088" y="2362451"/>
                </a:cubicBezTo>
                <a:cubicBezTo>
                  <a:pt x="187069" y="2364104"/>
                  <a:pt x="190234" y="2367265"/>
                  <a:pt x="191883" y="2371246"/>
                </a:cubicBezTo>
                <a:lnTo>
                  <a:pt x="259586" y="2534696"/>
                </a:lnTo>
                <a:lnTo>
                  <a:pt x="365014" y="2491038"/>
                </a:lnTo>
                <a:cubicBezTo>
                  <a:pt x="307845" y="2333304"/>
                  <a:pt x="275181" y="2168013"/>
                  <a:pt x="267826" y="1999255"/>
                </a:cubicBezTo>
                <a:lnTo>
                  <a:pt x="153077" y="1999255"/>
                </a:lnTo>
                <a:lnTo>
                  <a:pt x="153077" y="2176126"/>
                </a:lnTo>
                <a:cubicBezTo>
                  <a:pt x="153077" y="2185103"/>
                  <a:pt x="145798" y="2192379"/>
                  <a:pt x="136824" y="2192379"/>
                </a:cubicBezTo>
                <a:lnTo>
                  <a:pt x="32541" y="2192379"/>
                </a:lnTo>
                <a:cubicBezTo>
                  <a:pt x="24384" y="2192379"/>
                  <a:pt x="17488" y="2186331"/>
                  <a:pt x="16425" y="2178242"/>
                </a:cubicBezTo>
                <a:cubicBezTo>
                  <a:pt x="5528" y="2095232"/>
                  <a:pt x="0" y="2010272"/>
                  <a:pt x="0" y="1925723"/>
                </a:cubicBezTo>
                <a:cubicBezTo>
                  <a:pt x="0" y="1840866"/>
                  <a:pt x="5589" y="1755377"/>
                  <a:pt x="16620" y="1671641"/>
                </a:cubicBezTo>
                <a:cubicBezTo>
                  <a:pt x="17683" y="1663555"/>
                  <a:pt x="24579" y="1657510"/>
                  <a:pt x="32733" y="1657510"/>
                </a:cubicBezTo>
                <a:lnTo>
                  <a:pt x="136824" y="1657510"/>
                </a:lnTo>
                <a:cubicBezTo>
                  <a:pt x="145801" y="1657510"/>
                  <a:pt x="153077" y="1664786"/>
                  <a:pt x="153077" y="1673764"/>
                </a:cubicBezTo>
                <a:lnTo>
                  <a:pt x="153077" y="1850666"/>
                </a:lnTo>
                <a:lnTo>
                  <a:pt x="267939" y="1850666"/>
                </a:lnTo>
                <a:cubicBezTo>
                  <a:pt x="275410" y="1682048"/>
                  <a:pt x="308199" y="1516832"/>
                  <a:pt x="365494" y="1359077"/>
                </a:cubicBezTo>
                <a:lnTo>
                  <a:pt x="259589" y="1315220"/>
                </a:lnTo>
                <a:lnTo>
                  <a:pt x="191887" y="1478636"/>
                </a:lnTo>
                <a:cubicBezTo>
                  <a:pt x="188454" y="1486924"/>
                  <a:pt x="178949" y="1490864"/>
                  <a:pt x="170654" y="1487432"/>
                </a:cubicBezTo>
                <a:lnTo>
                  <a:pt x="74337" y="1447545"/>
                </a:lnTo>
                <a:cubicBezTo>
                  <a:pt x="66807" y="1444429"/>
                  <a:pt x="62751" y="1436216"/>
                  <a:pt x="64849" y="1428340"/>
                </a:cubicBezTo>
                <a:cubicBezTo>
                  <a:pt x="108504" y="1264626"/>
                  <a:pt x="173861" y="1107186"/>
                  <a:pt x="259099" y="960398"/>
                </a:cubicBezTo>
                <a:cubicBezTo>
                  <a:pt x="263186" y="953358"/>
                  <a:pt x="271858" y="950426"/>
                  <a:pt x="279374" y="953543"/>
                </a:cubicBezTo>
                <a:lnTo>
                  <a:pt x="375335" y="993299"/>
                </a:lnTo>
                <a:cubicBezTo>
                  <a:pt x="383626" y="996735"/>
                  <a:pt x="387563" y="1006240"/>
                  <a:pt x="384127" y="1014535"/>
                </a:cubicBezTo>
                <a:lnTo>
                  <a:pt x="316428" y="1177947"/>
                </a:lnTo>
                <a:lnTo>
                  <a:pt x="422460" y="1221880"/>
                </a:lnTo>
                <a:cubicBezTo>
                  <a:pt x="493711" y="1069886"/>
                  <a:pt x="587443" y="929955"/>
                  <a:pt x="701316" y="805589"/>
                </a:cubicBezTo>
                <a:lnTo>
                  <a:pt x="619740" y="724013"/>
                </a:lnTo>
                <a:lnTo>
                  <a:pt x="494671" y="849110"/>
                </a:lnTo>
                <a:cubicBezTo>
                  <a:pt x="491623" y="852158"/>
                  <a:pt x="487487" y="853872"/>
                  <a:pt x="483177" y="853872"/>
                </a:cubicBezTo>
                <a:cubicBezTo>
                  <a:pt x="478867" y="853872"/>
                  <a:pt x="474731" y="852161"/>
                  <a:pt x="471683" y="849113"/>
                </a:cubicBezTo>
                <a:lnTo>
                  <a:pt x="398412" y="775842"/>
                </a:lnTo>
                <a:cubicBezTo>
                  <a:pt x="392645" y="770075"/>
                  <a:pt x="392044" y="760926"/>
                  <a:pt x="397010" y="754455"/>
                </a:cubicBezTo>
                <a:cubicBezTo>
                  <a:pt x="500312" y="619854"/>
                  <a:pt x="620875" y="499369"/>
                  <a:pt x="755347" y="396344"/>
                </a:cubicBezTo>
                <a:cubicBezTo>
                  <a:pt x="761818" y="391386"/>
                  <a:pt x="770959" y="391990"/>
                  <a:pt x="776723" y="397754"/>
                </a:cubicBezTo>
                <a:lnTo>
                  <a:pt x="849864" y="470894"/>
                </a:lnTo>
                <a:cubicBezTo>
                  <a:pt x="856211" y="477241"/>
                  <a:pt x="856211" y="487532"/>
                  <a:pt x="849864" y="493879"/>
                </a:cubicBezTo>
                <a:lnTo>
                  <a:pt x="724795" y="618976"/>
                </a:lnTo>
                <a:lnTo>
                  <a:pt x="806408" y="700565"/>
                </a:lnTo>
                <a:cubicBezTo>
                  <a:pt x="930764" y="586856"/>
                  <a:pt x="1070726" y="493241"/>
                  <a:pt x="1222788" y="422048"/>
                </a:cubicBezTo>
                <a:lnTo>
                  <a:pt x="1178726" y="315667"/>
                </a:lnTo>
                <a:lnTo>
                  <a:pt x="1015275" y="383338"/>
                </a:lnTo>
                <a:cubicBezTo>
                  <a:pt x="1006981" y="386774"/>
                  <a:pt x="997475" y="382834"/>
                  <a:pt x="994043" y="374539"/>
                </a:cubicBezTo>
                <a:lnTo>
                  <a:pt x="954418" y="278839"/>
                </a:lnTo>
                <a:cubicBezTo>
                  <a:pt x="951301" y="271316"/>
                  <a:pt x="954236" y="262644"/>
                  <a:pt x="961282" y="258560"/>
                </a:cubicBezTo>
                <a:cubicBezTo>
                  <a:pt x="1108208" y="173360"/>
                  <a:pt x="1265678" y="108103"/>
                  <a:pt x="1429327" y="64602"/>
                </a:cubicBezTo>
                <a:cubicBezTo>
                  <a:pt x="1437190" y="62507"/>
                  <a:pt x="1445399" y="66564"/>
                  <a:pt x="1448519" y="74087"/>
                </a:cubicBezTo>
                <a:lnTo>
                  <a:pt x="1488210" y="169852"/>
                </a:lnTo>
                <a:cubicBezTo>
                  <a:pt x="1489859" y="173837"/>
                  <a:pt x="1489859" y="178311"/>
                  <a:pt x="1488210" y="182292"/>
                </a:cubicBezTo>
                <a:cubicBezTo>
                  <a:pt x="1486561" y="186277"/>
                  <a:pt x="1483396" y="189439"/>
                  <a:pt x="1479415" y="191088"/>
                </a:cubicBezTo>
                <a:lnTo>
                  <a:pt x="1315971" y="258787"/>
                </a:lnTo>
                <a:lnTo>
                  <a:pt x="1360044" y="365158"/>
                </a:lnTo>
                <a:cubicBezTo>
                  <a:pt x="1517775" y="307986"/>
                  <a:pt x="1682926" y="275287"/>
                  <a:pt x="1851444" y="267880"/>
                </a:cubicBezTo>
                <a:lnTo>
                  <a:pt x="1851444" y="152278"/>
                </a:lnTo>
                <a:lnTo>
                  <a:pt x="1674542" y="152278"/>
                </a:lnTo>
                <a:cubicBezTo>
                  <a:pt x="1665565" y="152278"/>
                  <a:pt x="1658288" y="145002"/>
                  <a:pt x="1658288" y="136025"/>
                </a:cubicBezTo>
                <a:lnTo>
                  <a:pt x="1658288" y="32634"/>
                </a:lnTo>
                <a:cubicBezTo>
                  <a:pt x="1658288" y="24480"/>
                  <a:pt x="1664334" y="17584"/>
                  <a:pt x="1672419" y="16521"/>
                </a:cubicBezTo>
                <a:cubicBezTo>
                  <a:pt x="1755651" y="5558"/>
                  <a:pt x="1840876" y="0"/>
                  <a:pt x="1925723" y="0"/>
                </a:cubicBezTo>
                <a:cubicBezTo>
                  <a:pt x="2010570" y="0"/>
                  <a:pt x="2095794" y="5558"/>
                  <a:pt x="2179027" y="16521"/>
                </a:cubicBezTo>
                <a:cubicBezTo>
                  <a:pt x="2187112" y="17587"/>
                  <a:pt x="2193158" y="24480"/>
                  <a:pt x="2193158" y="32634"/>
                </a:cubicBezTo>
                <a:lnTo>
                  <a:pt x="2193158" y="136039"/>
                </a:lnTo>
                <a:cubicBezTo>
                  <a:pt x="2193158" y="145016"/>
                  <a:pt x="2185881" y="152292"/>
                  <a:pt x="2176904" y="152292"/>
                </a:cubicBezTo>
                <a:lnTo>
                  <a:pt x="2000002" y="152292"/>
                </a:lnTo>
                <a:lnTo>
                  <a:pt x="2000002" y="267894"/>
                </a:lnTo>
                <a:cubicBezTo>
                  <a:pt x="2168603" y="275304"/>
                  <a:pt x="2333753" y="308000"/>
                  <a:pt x="2491402" y="365171"/>
                </a:cubicBezTo>
                <a:lnTo>
                  <a:pt x="2535475" y="258800"/>
                </a:lnTo>
                <a:lnTo>
                  <a:pt x="2372035" y="191102"/>
                </a:lnTo>
                <a:cubicBezTo>
                  <a:pt x="2368050" y="189452"/>
                  <a:pt x="2364885" y="186287"/>
                  <a:pt x="2363239" y="182306"/>
                </a:cubicBezTo>
                <a:cubicBezTo>
                  <a:pt x="2361590" y="178322"/>
                  <a:pt x="2361590" y="173847"/>
                  <a:pt x="2363239" y="169866"/>
                </a:cubicBezTo>
                <a:lnTo>
                  <a:pt x="2402926" y="74101"/>
                </a:lnTo>
                <a:cubicBezTo>
                  <a:pt x="2406044" y="66577"/>
                  <a:pt x="2414242" y="62528"/>
                  <a:pt x="2422119" y="64613"/>
                </a:cubicBezTo>
                <a:cubicBezTo>
                  <a:pt x="2585768" y="108113"/>
                  <a:pt x="2743241" y="173370"/>
                  <a:pt x="2890163" y="258571"/>
                </a:cubicBezTo>
                <a:cubicBezTo>
                  <a:pt x="2897210" y="262655"/>
                  <a:pt x="2900142" y="271326"/>
                  <a:pt x="2897029" y="278850"/>
                </a:cubicBezTo>
                <a:lnTo>
                  <a:pt x="2857403" y="374550"/>
                </a:lnTo>
                <a:cubicBezTo>
                  <a:pt x="2853971" y="382844"/>
                  <a:pt x="2844469" y="386784"/>
                  <a:pt x="2836167" y="383348"/>
                </a:cubicBezTo>
                <a:lnTo>
                  <a:pt x="2672720" y="315677"/>
                </a:lnTo>
                <a:lnTo>
                  <a:pt x="2628658" y="422048"/>
                </a:lnTo>
                <a:cubicBezTo>
                  <a:pt x="2780710" y="493231"/>
                  <a:pt x="2920647" y="586839"/>
                  <a:pt x="3045038" y="700576"/>
                </a:cubicBezTo>
                <a:lnTo>
                  <a:pt x="3126655" y="618986"/>
                </a:lnTo>
                <a:lnTo>
                  <a:pt x="3001585" y="493889"/>
                </a:lnTo>
                <a:cubicBezTo>
                  <a:pt x="2995235" y="487542"/>
                  <a:pt x="2995235" y="477252"/>
                  <a:pt x="3001585" y="470905"/>
                </a:cubicBezTo>
                <a:lnTo>
                  <a:pt x="3074723" y="397764"/>
                </a:lnTo>
                <a:cubicBezTo>
                  <a:pt x="3080490" y="391996"/>
                  <a:pt x="3089629" y="391396"/>
                  <a:pt x="3096099" y="396355"/>
                </a:cubicBezTo>
                <a:cubicBezTo>
                  <a:pt x="3230578" y="499386"/>
                  <a:pt x="3351141" y="619871"/>
                  <a:pt x="3454440" y="754466"/>
                </a:cubicBezTo>
                <a:cubicBezTo>
                  <a:pt x="3459408" y="760936"/>
                  <a:pt x="3458808" y="770085"/>
                  <a:pt x="3453041" y="775852"/>
                </a:cubicBezTo>
                <a:lnTo>
                  <a:pt x="3379770" y="849123"/>
                </a:lnTo>
                <a:cubicBezTo>
                  <a:pt x="3376721" y="852172"/>
                  <a:pt x="3372586" y="853883"/>
                  <a:pt x="3368276" y="853883"/>
                </a:cubicBezTo>
                <a:lnTo>
                  <a:pt x="3368276" y="853883"/>
                </a:lnTo>
                <a:cubicBezTo>
                  <a:pt x="3363962" y="853883"/>
                  <a:pt x="3359830" y="852168"/>
                  <a:pt x="3356782" y="849120"/>
                </a:cubicBezTo>
                <a:lnTo>
                  <a:pt x="3231713" y="724023"/>
                </a:lnTo>
                <a:lnTo>
                  <a:pt x="3150140" y="805596"/>
                </a:lnTo>
                <a:cubicBezTo>
                  <a:pt x="3263979" y="929941"/>
                  <a:pt x="3357697" y="1069865"/>
                  <a:pt x="3428962" y="1221904"/>
                </a:cubicBezTo>
                <a:lnTo>
                  <a:pt x="3535021" y="1177958"/>
                </a:lnTo>
                <a:lnTo>
                  <a:pt x="3467323" y="1014542"/>
                </a:lnTo>
                <a:cubicBezTo>
                  <a:pt x="3463887" y="1006250"/>
                  <a:pt x="3467823" y="996742"/>
                  <a:pt x="3476114" y="993306"/>
                </a:cubicBezTo>
                <a:lnTo>
                  <a:pt x="3572075" y="953550"/>
                </a:lnTo>
                <a:cubicBezTo>
                  <a:pt x="3579598" y="950433"/>
                  <a:pt x="3588263" y="953362"/>
                  <a:pt x="3592351" y="960405"/>
                </a:cubicBezTo>
                <a:cubicBezTo>
                  <a:pt x="3677592" y="1107200"/>
                  <a:pt x="3742949" y="1264639"/>
                  <a:pt x="3786604" y="1428347"/>
                </a:cubicBezTo>
                <a:cubicBezTo>
                  <a:pt x="3788702" y="1436220"/>
                  <a:pt x="3784649" y="1444432"/>
                  <a:pt x="3777115" y="1447552"/>
                </a:cubicBezTo>
                <a:lnTo>
                  <a:pt x="3680795" y="1487439"/>
                </a:lnTo>
                <a:cubicBezTo>
                  <a:pt x="3672504" y="1490874"/>
                  <a:pt x="3662995" y="1486938"/>
                  <a:pt x="3659562" y="1478643"/>
                </a:cubicBezTo>
                <a:lnTo>
                  <a:pt x="3591864" y="1315231"/>
                </a:lnTo>
                <a:lnTo>
                  <a:pt x="3485956" y="1359105"/>
                </a:lnTo>
                <a:cubicBezTo>
                  <a:pt x="3543251" y="1516832"/>
                  <a:pt x="3576039" y="1682045"/>
                  <a:pt x="3583511" y="1850669"/>
                </a:cubicBezTo>
                <a:lnTo>
                  <a:pt x="3698372" y="1850669"/>
                </a:lnTo>
                <a:lnTo>
                  <a:pt x="3698372" y="1673767"/>
                </a:lnTo>
                <a:cubicBezTo>
                  <a:pt x="3698372" y="1664790"/>
                  <a:pt x="3705648" y="1657514"/>
                  <a:pt x="3714625" y="1657514"/>
                </a:cubicBezTo>
                <a:lnTo>
                  <a:pt x="3818709" y="1657514"/>
                </a:lnTo>
                <a:cubicBezTo>
                  <a:pt x="3826867" y="1657514"/>
                  <a:pt x="3833759" y="1663559"/>
                  <a:pt x="3834822" y="1671644"/>
                </a:cubicBezTo>
                <a:cubicBezTo>
                  <a:pt x="3845853" y="1755394"/>
                  <a:pt x="3851446" y="1840879"/>
                  <a:pt x="3851446" y="1925726"/>
                </a:cubicBezTo>
                <a:cubicBezTo>
                  <a:pt x="3851446" y="2010292"/>
                  <a:pt x="3845919" y="2095253"/>
                  <a:pt x="3835018" y="2178245"/>
                </a:cubicBezTo>
                <a:cubicBezTo>
                  <a:pt x="3833955" y="2186334"/>
                  <a:pt x="3827062" y="2192383"/>
                  <a:pt x="3818905" y="2192383"/>
                </a:cubicBezTo>
                <a:lnTo>
                  <a:pt x="3714642" y="2192383"/>
                </a:lnTo>
                <a:cubicBezTo>
                  <a:pt x="3705666" y="2192383"/>
                  <a:pt x="3698389" y="2185106"/>
                  <a:pt x="3698389" y="2176129"/>
                </a:cubicBezTo>
                <a:lnTo>
                  <a:pt x="3698389" y="1999258"/>
                </a:lnTo>
                <a:lnTo>
                  <a:pt x="3583638" y="1999258"/>
                </a:lnTo>
                <a:cubicBezTo>
                  <a:pt x="3576279" y="2168027"/>
                  <a:pt x="3543614" y="2333318"/>
                  <a:pt x="3486446" y="2491042"/>
                </a:cubicBezTo>
                <a:lnTo>
                  <a:pt x="3591877" y="2534700"/>
                </a:lnTo>
                <a:lnTo>
                  <a:pt x="3659576" y="2371250"/>
                </a:lnTo>
                <a:cubicBezTo>
                  <a:pt x="3661222" y="2367268"/>
                  <a:pt x="3664387" y="2364104"/>
                  <a:pt x="3668372" y="2362454"/>
                </a:cubicBezTo>
                <a:cubicBezTo>
                  <a:pt x="3672353" y="2360805"/>
                  <a:pt x="3676831" y="2360808"/>
                  <a:pt x="3680812" y="2362454"/>
                </a:cubicBezTo>
                <a:lnTo>
                  <a:pt x="3777486" y="2402505"/>
                </a:lnTo>
                <a:cubicBezTo>
                  <a:pt x="3785006" y="2405622"/>
                  <a:pt x="3789066" y="2413824"/>
                  <a:pt x="3786974" y="2421697"/>
                </a:cubicBezTo>
                <a:cubicBezTo>
                  <a:pt x="3743436" y="2585494"/>
                  <a:pt x="3678199" y="2742987"/>
                  <a:pt x="3593081" y="2889804"/>
                </a:cubicBezTo>
                <a:cubicBezTo>
                  <a:pt x="3588997" y="2896847"/>
                  <a:pt x="3580329" y="2899792"/>
                  <a:pt x="3572799" y="2896665"/>
                </a:cubicBezTo>
                <a:lnTo>
                  <a:pt x="3476125" y="2856618"/>
                </a:lnTo>
                <a:cubicBezTo>
                  <a:pt x="3472144" y="2854972"/>
                  <a:pt x="3468979" y="2851807"/>
                  <a:pt x="3467333" y="2847822"/>
                </a:cubicBezTo>
                <a:cubicBezTo>
                  <a:pt x="3465683" y="2843841"/>
                  <a:pt x="3465683" y="2839366"/>
                  <a:pt x="3467333" y="2835382"/>
                </a:cubicBezTo>
                <a:lnTo>
                  <a:pt x="3535031" y="2671970"/>
                </a:lnTo>
                <a:lnTo>
                  <a:pt x="3429604" y="2628291"/>
                </a:lnTo>
                <a:cubicBezTo>
                  <a:pt x="3358400" y="2780470"/>
                  <a:pt x="3264727" y="2920541"/>
                  <a:pt x="3150884" y="3045069"/>
                </a:cubicBezTo>
                <a:lnTo>
                  <a:pt x="3231723" y="3125901"/>
                </a:lnTo>
                <a:lnTo>
                  <a:pt x="3356792" y="3000807"/>
                </a:lnTo>
                <a:cubicBezTo>
                  <a:pt x="3359841" y="2997759"/>
                  <a:pt x="3363972" y="2996044"/>
                  <a:pt x="3368286" y="2996044"/>
                </a:cubicBezTo>
                <a:cubicBezTo>
                  <a:pt x="3372596" y="2996044"/>
                  <a:pt x="3376732" y="2997759"/>
                  <a:pt x="3379780" y="3000807"/>
                </a:cubicBezTo>
                <a:lnTo>
                  <a:pt x="3453703" y="3074730"/>
                </a:lnTo>
                <a:cubicBezTo>
                  <a:pt x="3459467" y="3080494"/>
                  <a:pt x="3460067" y="3089635"/>
                  <a:pt x="3455112" y="3096106"/>
                </a:cubicBezTo>
                <a:cubicBezTo>
                  <a:pt x="3352088" y="3230578"/>
                  <a:pt x="3231599" y="3351141"/>
                  <a:pt x="3096998" y="3454443"/>
                </a:cubicBezTo>
                <a:cubicBezTo>
                  <a:pt x="3090534" y="3459415"/>
                  <a:pt x="3081375" y="3458812"/>
                  <a:pt x="3075611" y="3453044"/>
                </a:cubicBezTo>
                <a:lnTo>
                  <a:pt x="3001596" y="3379026"/>
                </a:lnTo>
                <a:cubicBezTo>
                  <a:pt x="2995245" y="3372679"/>
                  <a:pt x="2995245" y="3362388"/>
                  <a:pt x="3001596" y="3356041"/>
                </a:cubicBezTo>
                <a:lnTo>
                  <a:pt x="3126665" y="3230941"/>
                </a:lnTo>
                <a:lnTo>
                  <a:pt x="3045868" y="3150147"/>
                </a:lnTo>
                <a:cubicBezTo>
                  <a:pt x="2921495" y="3264024"/>
                  <a:pt x="2781461" y="3357804"/>
                  <a:pt x="2629203" y="3429172"/>
                </a:cubicBezTo>
                <a:lnTo>
                  <a:pt x="2672731" y="3534253"/>
                </a:lnTo>
                <a:lnTo>
                  <a:pt x="2836177" y="3466558"/>
                </a:lnTo>
                <a:cubicBezTo>
                  <a:pt x="2840155" y="3464905"/>
                  <a:pt x="2844633" y="3464905"/>
                  <a:pt x="2848618" y="3466558"/>
                </a:cubicBezTo>
                <a:cubicBezTo>
                  <a:pt x="2852599" y="3468204"/>
                  <a:pt x="2855764" y="3471369"/>
                  <a:pt x="2857410" y="3475353"/>
                </a:cubicBezTo>
                <a:lnTo>
                  <a:pt x="2897553" y="3572288"/>
                </a:lnTo>
                <a:cubicBezTo>
                  <a:pt x="2900670" y="3579807"/>
                  <a:pt x="2897738" y="3588476"/>
                  <a:pt x="2890698" y="3592564"/>
                </a:cubicBezTo>
                <a:cubicBezTo>
                  <a:pt x="2743930" y="3677760"/>
                  <a:pt x="2586481" y="3743083"/>
                  <a:pt x="2422722" y="3786717"/>
                </a:cubicBezTo>
                <a:cubicBezTo>
                  <a:pt x="2414843" y="3788812"/>
                  <a:pt x="2406640" y="3784759"/>
                  <a:pt x="2403520" y="3777232"/>
                </a:cubicBezTo>
                <a:lnTo>
                  <a:pt x="2363246" y="3680037"/>
                </a:lnTo>
                <a:cubicBezTo>
                  <a:pt x="2361597" y="3676056"/>
                  <a:pt x="2361597" y="3671578"/>
                  <a:pt x="2363246" y="3667597"/>
                </a:cubicBezTo>
                <a:cubicBezTo>
                  <a:pt x="2364896" y="3663612"/>
                  <a:pt x="2368061" y="3660447"/>
                  <a:pt x="2372042" y="3658798"/>
                </a:cubicBezTo>
                <a:lnTo>
                  <a:pt x="2535478" y="3591130"/>
                </a:lnTo>
                <a:lnTo>
                  <a:pt x="2491967" y="3486131"/>
                </a:lnTo>
                <a:cubicBezTo>
                  <a:pt x="2334203" y="3543391"/>
                  <a:pt x="2168842" y="3576156"/>
                  <a:pt x="2000012" y="3583600"/>
                </a:cubicBezTo>
                <a:lnTo>
                  <a:pt x="2000012" y="3697611"/>
                </a:lnTo>
                <a:lnTo>
                  <a:pt x="2176914" y="3697611"/>
                </a:lnTo>
                <a:cubicBezTo>
                  <a:pt x="2185892" y="3697611"/>
                  <a:pt x="2193168" y="3704887"/>
                  <a:pt x="2193168" y="3713864"/>
                </a:cubicBezTo>
                <a:lnTo>
                  <a:pt x="2193168" y="3818829"/>
                </a:lnTo>
                <a:cubicBezTo>
                  <a:pt x="2193168" y="3826987"/>
                  <a:pt x="2187123" y="3833879"/>
                  <a:pt x="2179037" y="3834942"/>
                </a:cubicBezTo>
                <a:cubicBezTo>
                  <a:pt x="2095798" y="3845901"/>
                  <a:pt x="2010573" y="3851460"/>
                  <a:pt x="1925733" y="3851460"/>
                </a:cubicBezTo>
                <a:close/>
                <a:moveTo>
                  <a:pt x="1690806" y="3804517"/>
                </a:moveTo>
                <a:cubicBezTo>
                  <a:pt x="1768140" y="3814097"/>
                  <a:pt x="1847103" y="3818953"/>
                  <a:pt x="1925733" y="3818953"/>
                </a:cubicBezTo>
                <a:cubicBezTo>
                  <a:pt x="2004364" y="3818953"/>
                  <a:pt x="2083327" y="3814097"/>
                  <a:pt x="2160661" y="3804517"/>
                </a:cubicBezTo>
                <a:lnTo>
                  <a:pt x="2160661" y="3730115"/>
                </a:lnTo>
                <a:lnTo>
                  <a:pt x="1983759" y="3730115"/>
                </a:lnTo>
                <a:cubicBezTo>
                  <a:pt x="1974782" y="3730115"/>
                  <a:pt x="1967505" y="3722838"/>
                  <a:pt x="1967505" y="3713861"/>
                </a:cubicBezTo>
                <a:lnTo>
                  <a:pt x="1967505" y="3567971"/>
                </a:lnTo>
                <a:cubicBezTo>
                  <a:pt x="1967505" y="3559213"/>
                  <a:pt x="1974442" y="3552033"/>
                  <a:pt x="1983193" y="3551727"/>
                </a:cubicBezTo>
                <a:cubicBezTo>
                  <a:pt x="2159001" y="3545617"/>
                  <a:pt x="2331062" y="3511563"/>
                  <a:pt x="2494642" y="3450500"/>
                </a:cubicBezTo>
                <a:cubicBezTo>
                  <a:pt x="2496593" y="3449667"/>
                  <a:pt x="2498747" y="3449207"/>
                  <a:pt x="2501003" y="3449207"/>
                </a:cubicBezTo>
                <a:cubicBezTo>
                  <a:pt x="2508022" y="3449207"/>
                  <a:pt x="2514002" y="3453648"/>
                  <a:pt x="2516276" y="3459875"/>
                </a:cubicBezTo>
                <a:lnTo>
                  <a:pt x="2571733" y="3593698"/>
                </a:lnTo>
                <a:cubicBezTo>
                  <a:pt x="2573382" y="3597679"/>
                  <a:pt x="2573382" y="3602158"/>
                  <a:pt x="2571733" y="3606139"/>
                </a:cubicBezTo>
                <a:cubicBezTo>
                  <a:pt x="2570087" y="3610123"/>
                  <a:pt x="2566919" y="3613288"/>
                  <a:pt x="2562938" y="3614934"/>
                </a:cubicBezTo>
                <a:lnTo>
                  <a:pt x="2399501" y="3682605"/>
                </a:lnTo>
                <a:lnTo>
                  <a:pt x="2428082" y="3751583"/>
                </a:lnTo>
                <a:cubicBezTo>
                  <a:pt x="2579575" y="3709983"/>
                  <a:pt x="2725421" y="3649471"/>
                  <a:pt x="2862060" y="3571527"/>
                </a:cubicBezTo>
                <a:lnTo>
                  <a:pt x="2833595" y="3502799"/>
                </a:lnTo>
                <a:lnTo>
                  <a:pt x="2670149" y="3570494"/>
                </a:lnTo>
                <a:cubicBezTo>
                  <a:pt x="2661861" y="3573933"/>
                  <a:pt x="2652349" y="3569994"/>
                  <a:pt x="2648916" y="3561699"/>
                </a:cubicBezTo>
                <a:lnTo>
                  <a:pt x="2593233" y="3427268"/>
                </a:lnTo>
                <a:cubicBezTo>
                  <a:pt x="2591673" y="3423558"/>
                  <a:pt x="2591542" y="3419385"/>
                  <a:pt x="2592886" y="3415565"/>
                </a:cubicBezTo>
                <a:cubicBezTo>
                  <a:pt x="2594354" y="3411409"/>
                  <a:pt x="2597444" y="3408025"/>
                  <a:pt x="2601452" y="3406190"/>
                </a:cubicBezTo>
                <a:cubicBezTo>
                  <a:pt x="2760781" y="3333327"/>
                  <a:pt x="2906719" y="3235598"/>
                  <a:pt x="3035221" y="3115713"/>
                </a:cubicBezTo>
                <a:cubicBezTo>
                  <a:pt x="3041619" y="3109743"/>
                  <a:pt x="3051604" y="3109911"/>
                  <a:pt x="3057801" y="3116104"/>
                </a:cubicBezTo>
                <a:lnTo>
                  <a:pt x="3161140" y="3219444"/>
                </a:lnTo>
                <a:cubicBezTo>
                  <a:pt x="3167488" y="3225791"/>
                  <a:pt x="3167491" y="3236081"/>
                  <a:pt x="3161140" y="3242428"/>
                </a:cubicBezTo>
                <a:lnTo>
                  <a:pt x="3036071" y="3367528"/>
                </a:lnTo>
                <a:lnTo>
                  <a:pt x="3088476" y="3419934"/>
                </a:lnTo>
                <a:cubicBezTo>
                  <a:pt x="3212527" y="3323246"/>
                  <a:pt x="3324162" y="3211536"/>
                  <a:pt x="3420602" y="3087599"/>
                </a:cubicBezTo>
                <a:lnTo>
                  <a:pt x="3368283" y="3035282"/>
                </a:lnTo>
                <a:lnTo>
                  <a:pt x="3243217" y="3160376"/>
                </a:lnTo>
                <a:cubicBezTo>
                  <a:pt x="3240165" y="3163424"/>
                  <a:pt x="3236033" y="3165139"/>
                  <a:pt x="3231719" y="3165139"/>
                </a:cubicBezTo>
                <a:cubicBezTo>
                  <a:pt x="3227409" y="3165139"/>
                  <a:pt x="3223274" y="3163424"/>
                  <a:pt x="3220225" y="3160376"/>
                </a:cubicBezTo>
                <a:lnTo>
                  <a:pt x="3116855" y="3057008"/>
                </a:lnTo>
                <a:cubicBezTo>
                  <a:pt x="3110665" y="3050819"/>
                  <a:pt x="3110491" y="3040841"/>
                  <a:pt x="3116454" y="3034439"/>
                </a:cubicBezTo>
                <a:cubicBezTo>
                  <a:pt x="3236307" y="2905762"/>
                  <a:pt x="3333928" y="2759776"/>
                  <a:pt x="3406605" y="2600543"/>
                </a:cubicBezTo>
                <a:cubicBezTo>
                  <a:pt x="3410243" y="2592578"/>
                  <a:pt x="3419529" y="2588916"/>
                  <a:pt x="3427615" y="2592276"/>
                </a:cubicBezTo>
                <a:lnTo>
                  <a:pt x="3562484" y="2648155"/>
                </a:lnTo>
                <a:cubicBezTo>
                  <a:pt x="3570776" y="2651591"/>
                  <a:pt x="3574712" y="2661096"/>
                  <a:pt x="3571276" y="2669391"/>
                </a:cubicBezTo>
                <a:lnTo>
                  <a:pt x="3503577" y="2832800"/>
                </a:lnTo>
                <a:lnTo>
                  <a:pt x="3572041" y="2861161"/>
                </a:lnTo>
                <a:cubicBezTo>
                  <a:pt x="3649907" y="2724492"/>
                  <a:pt x="3710343" y="2578584"/>
                  <a:pt x="3751851" y="2427067"/>
                </a:cubicBezTo>
                <a:lnTo>
                  <a:pt x="3683384" y="2398706"/>
                </a:lnTo>
                <a:lnTo>
                  <a:pt x="3615685" y="2562149"/>
                </a:lnTo>
                <a:cubicBezTo>
                  <a:pt x="3612253" y="2570440"/>
                  <a:pt x="3602741" y="2574384"/>
                  <a:pt x="3594453" y="2570944"/>
                </a:cubicBezTo>
                <a:lnTo>
                  <a:pt x="3459580" y="2515096"/>
                </a:lnTo>
                <a:cubicBezTo>
                  <a:pt x="3451494" y="2511746"/>
                  <a:pt x="3447510" y="2502597"/>
                  <a:pt x="3450572" y="2494399"/>
                </a:cubicBezTo>
                <a:cubicBezTo>
                  <a:pt x="3511687" y="2330664"/>
                  <a:pt x="3545730" y="2158415"/>
                  <a:pt x="3551758" y="1982442"/>
                </a:cubicBezTo>
                <a:cubicBezTo>
                  <a:pt x="3552060" y="1973688"/>
                  <a:pt x="3559244" y="1966744"/>
                  <a:pt x="3568002" y="1966744"/>
                </a:cubicBezTo>
                <a:lnTo>
                  <a:pt x="3714639" y="1966744"/>
                </a:lnTo>
                <a:cubicBezTo>
                  <a:pt x="3723616" y="1966744"/>
                  <a:pt x="3730893" y="1974020"/>
                  <a:pt x="3730893" y="1982998"/>
                </a:cubicBezTo>
                <a:lnTo>
                  <a:pt x="3730893" y="2159869"/>
                </a:lnTo>
                <a:lnTo>
                  <a:pt x="3804606" y="2159869"/>
                </a:lnTo>
                <a:cubicBezTo>
                  <a:pt x="3814125" y="2082778"/>
                  <a:pt x="3818953" y="2004079"/>
                  <a:pt x="3818953" y="1925720"/>
                </a:cubicBezTo>
                <a:cubicBezTo>
                  <a:pt x="3818953" y="1847055"/>
                  <a:pt x="3814066" y="1767835"/>
                  <a:pt x="3804417" y="1690013"/>
                </a:cubicBezTo>
                <a:lnTo>
                  <a:pt x="3730896" y="1690013"/>
                </a:lnTo>
                <a:lnTo>
                  <a:pt x="3730896" y="1866916"/>
                </a:lnTo>
                <a:cubicBezTo>
                  <a:pt x="3730896" y="1875893"/>
                  <a:pt x="3723620" y="1883169"/>
                  <a:pt x="3714642" y="1883169"/>
                </a:cubicBezTo>
                <a:lnTo>
                  <a:pt x="3567905" y="1883169"/>
                </a:lnTo>
                <a:cubicBezTo>
                  <a:pt x="3559148" y="1883169"/>
                  <a:pt x="3551971" y="1876232"/>
                  <a:pt x="3551662" y="1867481"/>
                </a:cubicBezTo>
                <a:cubicBezTo>
                  <a:pt x="3545514" y="1691663"/>
                  <a:pt x="3511341" y="1519493"/>
                  <a:pt x="3450095" y="1355751"/>
                </a:cubicBezTo>
                <a:cubicBezTo>
                  <a:pt x="3447026" y="1347549"/>
                  <a:pt x="3451011" y="1338394"/>
                  <a:pt x="3459097" y="1335044"/>
                </a:cubicBezTo>
                <a:lnTo>
                  <a:pt x="3594456" y="1278969"/>
                </a:lnTo>
                <a:cubicBezTo>
                  <a:pt x="3602758" y="1275523"/>
                  <a:pt x="3612256" y="1279470"/>
                  <a:pt x="3615692" y="1287764"/>
                </a:cubicBezTo>
                <a:lnTo>
                  <a:pt x="3683391" y="1451180"/>
                </a:lnTo>
                <a:lnTo>
                  <a:pt x="3751491" y="1422980"/>
                </a:lnTo>
                <a:cubicBezTo>
                  <a:pt x="3709869" y="1271542"/>
                  <a:pt x="3649324" y="1125689"/>
                  <a:pt x="3571345" y="989040"/>
                </a:cubicBezTo>
                <a:lnTo>
                  <a:pt x="3503584" y="1017113"/>
                </a:lnTo>
                <a:lnTo>
                  <a:pt x="3571283" y="1180526"/>
                </a:lnTo>
                <a:cubicBezTo>
                  <a:pt x="3574719" y="1188817"/>
                  <a:pt x="3570782" y="1198326"/>
                  <a:pt x="3562491" y="1201762"/>
                </a:cubicBezTo>
                <a:lnTo>
                  <a:pt x="3427001" y="1257901"/>
                </a:lnTo>
                <a:cubicBezTo>
                  <a:pt x="3418919" y="1261251"/>
                  <a:pt x="3409636" y="1257603"/>
                  <a:pt x="3405998" y="1249644"/>
                </a:cubicBezTo>
                <a:cubicBezTo>
                  <a:pt x="3333238" y="1090532"/>
                  <a:pt x="3235577" y="944713"/>
                  <a:pt x="3115720" y="816236"/>
                </a:cubicBezTo>
                <a:cubicBezTo>
                  <a:pt x="3109746" y="809834"/>
                  <a:pt x="3109921" y="799849"/>
                  <a:pt x="3116111" y="793656"/>
                </a:cubicBezTo>
                <a:lnTo>
                  <a:pt x="3220229" y="689538"/>
                </a:lnTo>
                <a:cubicBezTo>
                  <a:pt x="3223277" y="686489"/>
                  <a:pt x="3227413" y="684775"/>
                  <a:pt x="3231723" y="684775"/>
                </a:cubicBezTo>
                <a:cubicBezTo>
                  <a:pt x="3236037" y="684778"/>
                  <a:pt x="3240168" y="686489"/>
                  <a:pt x="3243220" y="689538"/>
                </a:cubicBezTo>
                <a:lnTo>
                  <a:pt x="3368290" y="814638"/>
                </a:lnTo>
                <a:lnTo>
                  <a:pt x="3419944" y="762980"/>
                </a:lnTo>
                <a:cubicBezTo>
                  <a:pt x="3323260" y="638936"/>
                  <a:pt x="3211550" y="527298"/>
                  <a:pt x="3087606" y="430854"/>
                </a:cubicBezTo>
                <a:lnTo>
                  <a:pt x="3036071" y="482395"/>
                </a:lnTo>
                <a:lnTo>
                  <a:pt x="3161140" y="607495"/>
                </a:lnTo>
                <a:cubicBezTo>
                  <a:pt x="3164192" y="610544"/>
                  <a:pt x="3165903" y="614679"/>
                  <a:pt x="3165903" y="618989"/>
                </a:cubicBezTo>
                <a:cubicBezTo>
                  <a:pt x="3165903" y="623300"/>
                  <a:pt x="3164189" y="627435"/>
                  <a:pt x="3161140" y="630483"/>
                </a:cubicBezTo>
                <a:lnTo>
                  <a:pt x="3056998" y="734591"/>
                </a:lnTo>
                <a:cubicBezTo>
                  <a:pt x="3054183" y="737407"/>
                  <a:pt x="3050414" y="739107"/>
                  <a:pt x="3046413" y="739330"/>
                </a:cubicBezTo>
                <a:cubicBezTo>
                  <a:pt x="3041928" y="739577"/>
                  <a:pt x="3037652" y="738017"/>
                  <a:pt x="3034415" y="734999"/>
                </a:cubicBezTo>
                <a:cubicBezTo>
                  <a:pt x="2905906" y="615276"/>
                  <a:pt x="2760074" y="517721"/>
                  <a:pt x="2600989" y="445057"/>
                </a:cubicBezTo>
                <a:cubicBezTo>
                  <a:pt x="2597269" y="443373"/>
                  <a:pt x="2594303" y="440338"/>
                  <a:pt x="2592712" y="436560"/>
                </a:cubicBezTo>
                <a:cubicBezTo>
                  <a:pt x="2591025" y="432555"/>
                  <a:pt x="2591000" y="428042"/>
                  <a:pt x="2592663" y="424027"/>
                </a:cubicBezTo>
                <a:lnTo>
                  <a:pt x="2648916" y="288221"/>
                </a:lnTo>
                <a:cubicBezTo>
                  <a:pt x="2652352" y="279930"/>
                  <a:pt x="2661850" y="275990"/>
                  <a:pt x="2670149" y="279426"/>
                </a:cubicBezTo>
                <a:lnTo>
                  <a:pt x="2833592" y="347094"/>
                </a:lnTo>
                <a:lnTo>
                  <a:pt x="2861535" y="279604"/>
                </a:lnTo>
                <a:cubicBezTo>
                  <a:pt x="2724762" y="201659"/>
                  <a:pt x="2578889" y="141206"/>
                  <a:pt x="2427499" y="99729"/>
                </a:cubicBezTo>
                <a:lnTo>
                  <a:pt x="2399501" y="167287"/>
                </a:lnTo>
                <a:lnTo>
                  <a:pt x="2562941" y="234986"/>
                </a:lnTo>
                <a:cubicBezTo>
                  <a:pt x="2566922" y="236639"/>
                  <a:pt x="2570087" y="239800"/>
                  <a:pt x="2571733" y="243785"/>
                </a:cubicBezTo>
                <a:cubicBezTo>
                  <a:pt x="2573382" y="247766"/>
                  <a:pt x="2573382" y="252241"/>
                  <a:pt x="2571733" y="256225"/>
                </a:cubicBezTo>
                <a:lnTo>
                  <a:pt x="2515521" y="391904"/>
                </a:lnTo>
                <a:cubicBezTo>
                  <a:pt x="2514352" y="394798"/>
                  <a:pt x="2512356" y="397339"/>
                  <a:pt x="2509719" y="399170"/>
                </a:cubicBezTo>
                <a:cubicBezTo>
                  <a:pt x="2505347" y="402201"/>
                  <a:pt x="2499758" y="402911"/>
                  <a:pt x="2494769" y="401049"/>
                </a:cubicBezTo>
                <a:cubicBezTo>
                  <a:pt x="2331110" y="339931"/>
                  <a:pt x="2158995" y="305853"/>
                  <a:pt x="1983200" y="299767"/>
                </a:cubicBezTo>
                <a:cubicBezTo>
                  <a:pt x="1974446" y="299465"/>
                  <a:pt x="1967509" y="292278"/>
                  <a:pt x="1967509" y="283523"/>
                </a:cubicBezTo>
                <a:lnTo>
                  <a:pt x="1967509" y="136042"/>
                </a:lnTo>
                <a:cubicBezTo>
                  <a:pt x="1967509" y="127065"/>
                  <a:pt x="1974785" y="119789"/>
                  <a:pt x="1983762" y="119789"/>
                </a:cubicBezTo>
                <a:lnTo>
                  <a:pt x="2160664" y="119789"/>
                </a:lnTo>
                <a:lnTo>
                  <a:pt x="2160664" y="46946"/>
                </a:lnTo>
                <a:cubicBezTo>
                  <a:pt x="2083334" y="37362"/>
                  <a:pt x="2004374" y="32507"/>
                  <a:pt x="1925737" y="32507"/>
                </a:cubicBezTo>
                <a:cubicBezTo>
                  <a:pt x="1847103" y="32507"/>
                  <a:pt x="1768140" y="37362"/>
                  <a:pt x="1690809" y="46946"/>
                </a:cubicBezTo>
                <a:lnTo>
                  <a:pt x="1690809" y="119789"/>
                </a:lnTo>
                <a:lnTo>
                  <a:pt x="1867711" y="119789"/>
                </a:lnTo>
                <a:cubicBezTo>
                  <a:pt x="1876688" y="119789"/>
                  <a:pt x="1883965" y="127065"/>
                  <a:pt x="1883965" y="136042"/>
                </a:cubicBezTo>
                <a:lnTo>
                  <a:pt x="1883965" y="283523"/>
                </a:lnTo>
                <a:cubicBezTo>
                  <a:pt x="1883965" y="292281"/>
                  <a:pt x="1877024" y="299465"/>
                  <a:pt x="1868273" y="299767"/>
                </a:cubicBezTo>
                <a:cubicBezTo>
                  <a:pt x="1692568" y="305850"/>
                  <a:pt x="1520450" y="339924"/>
                  <a:pt x="1356701" y="401049"/>
                </a:cubicBezTo>
                <a:cubicBezTo>
                  <a:pt x="1348502" y="404118"/>
                  <a:pt x="1339350" y="400127"/>
                  <a:pt x="1336000" y="392044"/>
                </a:cubicBezTo>
                <a:lnTo>
                  <a:pt x="1279730" y="256232"/>
                </a:lnTo>
                <a:cubicBezTo>
                  <a:pt x="1278078" y="252247"/>
                  <a:pt x="1278078" y="247773"/>
                  <a:pt x="1279727" y="243792"/>
                </a:cubicBezTo>
                <a:cubicBezTo>
                  <a:pt x="1281376" y="239807"/>
                  <a:pt x="1284541" y="236642"/>
                  <a:pt x="1288522" y="234993"/>
                </a:cubicBezTo>
                <a:lnTo>
                  <a:pt x="1451966" y="167294"/>
                </a:lnTo>
                <a:lnTo>
                  <a:pt x="1423964" y="99736"/>
                </a:lnTo>
                <a:cubicBezTo>
                  <a:pt x="1272574" y="141213"/>
                  <a:pt x="1126704" y="201666"/>
                  <a:pt x="989925" y="279611"/>
                </a:cubicBezTo>
                <a:lnTo>
                  <a:pt x="1017871" y="347104"/>
                </a:lnTo>
                <a:lnTo>
                  <a:pt x="1181318" y="279433"/>
                </a:lnTo>
                <a:cubicBezTo>
                  <a:pt x="1189613" y="275993"/>
                  <a:pt x="1199114" y="279937"/>
                  <a:pt x="1202550" y="288228"/>
                </a:cubicBezTo>
                <a:lnTo>
                  <a:pt x="1258604" y="423560"/>
                </a:lnTo>
                <a:cubicBezTo>
                  <a:pt x="1259067" y="424586"/>
                  <a:pt x="1259430" y="425669"/>
                  <a:pt x="1259674" y="426804"/>
                </a:cubicBezTo>
                <a:cubicBezTo>
                  <a:pt x="1261299" y="434273"/>
                  <a:pt x="1257507" y="441868"/>
                  <a:pt x="1250553" y="445043"/>
                </a:cubicBezTo>
                <a:cubicBezTo>
                  <a:pt x="1091406" y="517724"/>
                  <a:pt x="945554" y="615279"/>
                  <a:pt x="817045" y="735003"/>
                </a:cubicBezTo>
                <a:cubicBezTo>
                  <a:pt x="813739" y="738085"/>
                  <a:pt x="809292" y="739663"/>
                  <a:pt x="804779" y="739320"/>
                </a:cubicBezTo>
                <a:cubicBezTo>
                  <a:pt x="800798" y="739028"/>
                  <a:pt x="797088" y="737286"/>
                  <a:pt x="794328" y="734457"/>
                </a:cubicBezTo>
                <a:lnTo>
                  <a:pt x="690323" y="630487"/>
                </a:lnTo>
                <a:cubicBezTo>
                  <a:pt x="687274" y="627438"/>
                  <a:pt x="685560" y="623306"/>
                  <a:pt x="685560" y="618993"/>
                </a:cubicBezTo>
                <a:cubicBezTo>
                  <a:pt x="685560" y="614683"/>
                  <a:pt x="687274" y="610547"/>
                  <a:pt x="690319" y="607499"/>
                </a:cubicBezTo>
                <a:lnTo>
                  <a:pt x="815389" y="482399"/>
                </a:lnTo>
                <a:lnTo>
                  <a:pt x="763851" y="430857"/>
                </a:lnTo>
                <a:cubicBezTo>
                  <a:pt x="639910" y="527298"/>
                  <a:pt x="528203" y="638936"/>
                  <a:pt x="431516" y="762983"/>
                </a:cubicBezTo>
                <a:lnTo>
                  <a:pt x="483174" y="814641"/>
                </a:lnTo>
                <a:lnTo>
                  <a:pt x="608243" y="689541"/>
                </a:lnTo>
                <a:cubicBezTo>
                  <a:pt x="611291" y="686493"/>
                  <a:pt x="615427" y="684778"/>
                  <a:pt x="619737" y="684778"/>
                </a:cubicBezTo>
                <a:cubicBezTo>
                  <a:pt x="624047" y="684778"/>
                  <a:pt x="628182" y="686493"/>
                  <a:pt x="631231" y="689541"/>
                </a:cubicBezTo>
                <a:lnTo>
                  <a:pt x="735346" y="793656"/>
                </a:lnTo>
                <a:cubicBezTo>
                  <a:pt x="741538" y="799849"/>
                  <a:pt x="741717" y="809837"/>
                  <a:pt x="735743" y="816239"/>
                </a:cubicBezTo>
                <a:cubicBezTo>
                  <a:pt x="615845" y="944758"/>
                  <a:pt x="518170" y="1090580"/>
                  <a:pt x="445431" y="1249648"/>
                </a:cubicBezTo>
                <a:cubicBezTo>
                  <a:pt x="442252" y="1256598"/>
                  <a:pt x="434663" y="1260401"/>
                  <a:pt x="427192" y="1258769"/>
                </a:cubicBezTo>
                <a:cubicBezTo>
                  <a:pt x="425995" y="1258508"/>
                  <a:pt x="424853" y="1258121"/>
                  <a:pt x="423780" y="1257620"/>
                </a:cubicBezTo>
                <a:lnTo>
                  <a:pt x="288972" y="1201765"/>
                </a:lnTo>
                <a:cubicBezTo>
                  <a:pt x="280677" y="1198329"/>
                  <a:pt x="276744" y="1188821"/>
                  <a:pt x="280177" y="1180529"/>
                </a:cubicBezTo>
                <a:lnTo>
                  <a:pt x="347875" y="1017117"/>
                </a:lnTo>
                <a:lnTo>
                  <a:pt x="280118" y="989044"/>
                </a:lnTo>
                <a:cubicBezTo>
                  <a:pt x="202139" y="1125693"/>
                  <a:pt x="141594" y="1271542"/>
                  <a:pt x="99976" y="1422984"/>
                </a:cubicBezTo>
                <a:lnTo>
                  <a:pt x="168072" y="1451184"/>
                </a:lnTo>
                <a:lnTo>
                  <a:pt x="235775" y="1287768"/>
                </a:lnTo>
                <a:cubicBezTo>
                  <a:pt x="239207" y="1279473"/>
                  <a:pt x="248712" y="1275540"/>
                  <a:pt x="257007" y="1278969"/>
                </a:cubicBezTo>
                <a:lnTo>
                  <a:pt x="391818" y="1334793"/>
                </a:lnTo>
                <a:cubicBezTo>
                  <a:pt x="396567" y="1336563"/>
                  <a:pt x="400329" y="1340499"/>
                  <a:pt x="401776" y="1345560"/>
                </a:cubicBezTo>
                <a:cubicBezTo>
                  <a:pt x="402774" y="1349054"/>
                  <a:pt x="402558" y="1352703"/>
                  <a:pt x="401282" y="1355960"/>
                </a:cubicBezTo>
                <a:cubicBezTo>
                  <a:pt x="340085" y="1519661"/>
                  <a:pt x="305942" y="1691759"/>
                  <a:pt x="299801" y="1867481"/>
                </a:cubicBezTo>
                <a:cubicBezTo>
                  <a:pt x="299496" y="1876232"/>
                  <a:pt x="292312" y="1883169"/>
                  <a:pt x="283558" y="1883169"/>
                </a:cubicBezTo>
                <a:lnTo>
                  <a:pt x="136824" y="1883169"/>
                </a:lnTo>
                <a:cubicBezTo>
                  <a:pt x="127847" y="1883169"/>
                  <a:pt x="120570" y="1875889"/>
                  <a:pt x="120570" y="1866916"/>
                </a:cubicBezTo>
                <a:lnTo>
                  <a:pt x="120570" y="1690013"/>
                </a:lnTo>
                <a:lnTo>
                  <a:pt x="47046" y="1690013"/>
                </a:lnTo>
                <a:cubicBezTo>
                  <a:pt x="37400" y="1767824"/>
                  <a:pt x="32510" y="1847041"/>
                  <a:pt x="32510" y="1925720"/>
                </a:cubicBezTo>
                <a:cubicBezTo>
                  <a:pt x="32510" y="2004062"/>
                  <a:pt x="37335" y="2082761"/>
                  <a:pt x="46857" y="2159869"/>
                </a:cubicBezTo>
                <a:lnTo>
                  <a:pt x="120574" y="2159869"/>
                </a:lnTo>
                <a:lnTo>
                  <a:pt x="120574" y="1982998"/>
                </a:lnTo>
                <a:cubicBezTo>
                  <a:pt x="120574" y="1974020"/>
                  <a:pt x="127850" y="1966744"/>
                  <a:pt x="136827" y="1966744"/>
                </a:cubicBezTo>
                <a:lnTo>
                  <a:pt x="283465" y="1966744"/>
                </a:lnTo>
                <a:cubicBezTo>
                  <a:pt x="292226" y="1966744"/>
                  <a:pt x="299410" y="1973684"/>
                  <a:pt x="299708" y="1982442"/>
                </a:cubicBezTo>
                <a:cubicBezTo>
                  <a:pt x="305730" y="2158405"/>
                  <a:pt x="339776" y="2330654"/>
                  <a:pt x="400891" y="2494399"/>
                </a:cubicBezTo>
                <a:cubicBezTo>
                  <a:pt x="402753" y="2499388"/>
                  <a:pt x="402050" y="2504974"/>
                  <a:pt x="399016" y="2509349"/>
                </a:cubicBezTo>
                <a:cubicBezTo>
                  <a:pt x="397150" y="2512038"/>
                  <a:pt x="394548" y="2514057"/>
                  <a:pt x="391581" y="2515216"/>
                </a:cubicBezTo>
                <a:lnTo>
                  <a:pt x="257010" y="2570944"/>
                </a:lnTo>
                <a:cubicBezTo>
                  <a:pt x="248716" y="2574387"/>
                  <a:pt x="239210" y="2570444"/>
                  <a:pt x="235775" y="2562149"/>
                </a:cubicBezTo>
                <a:lnTo>
                  <a:pt x="168076" y="2398706"/>
                </a:lnTo>
                <a:lnTo>
                  <a:pt x="99609" y="2427067"/>
                </a:lnTo>
                <a:cubicBezTo>
                  <a:pt x="141117" y="2578577"/>
                  <a:pt x="201553" y="2724481"/>
                  <a:pt x="279419" y="2861164"/>
                </a:cubicBezTo>
                <a:lnTo>
                  <a:pt x="347882" y="2832803"/>
                </a:lnTo>
                <a:lnTo>
                  <a:pt x="280183" y="2669394"/>
                </a:lnTo>
                <a:cubicBezTo>
                  <a:pt x="278524" y="2665386"/>
                  <a:pt x="278534" y="2660884"/>
                  <a:pt x="280211" y="2656885"/>
                </a:cubicBezTo>
                <a:cubicBezTo>
                  <a:pt x="281888" y="2652887"/>
                  <a:pt x="285094" y="2649725"/>
                  <a:pt x="289116" y="2648100"/>
                </a:cubicBezTo>
                <a:lnTo>
                  <a:pt x="424541" y="2593452"/>
                </a:lnTo>
                <a:cubicBezTo>
                  <a:pt x="432606" y="2590198"/>
                  <a:pt x="441789" y="2593864"/>
                  <a:pt x="445403" y="2601761"/>
                </a:cubicBezTo>
                <a:cubicBezTo>
                  <a:pt x="518084" y="2760595"/>
                  <a:pt x="615519" y="2906167"/>
                  <a:pt x="735010" y="3034439"/>
                </a:cubicBezTo>
                <a:cubicBezTo>
                  <a:pt x="740976" y="3040841"/>
                  <a:pt x="740801" y="3050819"/>
                  <a:pt x="734608" y="3057008"/>
                </a:cubicBezTo>
                <a:lnTo>
                  <a:pt x="631238" y="3160379"/>
                </a:lnTo>
                <a:cubicBezTo>
                  <a:pt x="628189" y="3163427"/>
                  <a:pt x="624054" y="3165142"/>
                  <a:pt x="619744" y="3165142"/>
                </a:cubicBezTo>
                <a:cubicBezTo>
                  <a:pt x="615434" y="3165142"/>
                  <a:pt x="611298" y="3163427"/>
                  <a:pt x="608250" y="3160379"/>
                </a:cubicBezTo>
                <a:lnTo>
                  <a:pt x="483180" y="3035286"/>
                </a:lnTo>
                <a:lnTo>
                  <a:pt x="430864" y="3087602"/>
                </a:lnTo>
                <a:cubicBezTo>
                  <a:pt x="527305" y="3211543"/>
                  <a:pt x="638943" y="3323250"/>
                  <a:pt x="762990" y="3419937"/>
                </a:cubicBezTo>
                <a:lnTo>
                  <a:pt x="815399" y="3367532"/>
                </a:lnTo>
                <a:lnTo>
                  <a:pt x="690330" y="3242432"/>
                </a:lnTo>
                <a:cubicBezTo>
                  <a:pt x="683983" y="3236081"/>
                  <a:pt x="683983" y="3225791"/>
                  <a:pt x="690330" y="3219447"/>
                </a:cubicBezTo>
                <a:lnTo>
                  <a:pt x="793611" y="3116166"/>
                </a:lnTo>
                <a:cubicBezTo>
                  <a:pt x="799770" y="3109939"/>
                  <a:pt x="809803" y="3109702"/>
                  <a:pt x="816249" y="3115717"/>
                </a:cubicBezTo>
                <a:cubicBezTo>
                  <a:pt x="944748" y="3235598"/>
                  <a:pt x="1090621" y="3333293"/>
                  <a:pt x="1249819" y="3406098"/>
                </a:cubicBezTo>
                <a:cubicBezTo>
                  <a:pt x="1253728" y="3407884"/>
                  <a:pt x="1256770" y="3411149"/>
                  <a:pt x="1258278" y="3415171"/>
                </a:cubicBezTo>
                <a:cubicBezTo>
                  <a:pt x="1259722" y="3419018"/>
                  <a:pt x="1259657" y="3423287"/>
                  <a:pt x="1258090" y="3427090"/>
                </a:cubicBezTo>
                <a:lnTo>
                  <a:pt x="1202564" y="3561685"/>
                </a:lnTo>
                <a:cubicBezTo>
                  <a:pt x="1200918" y="3565673"/>
                  <a:pt x="1197753" y="3568845"/>
                  <a:pt x="1193769" y="3570498"/>
                </a:cubicBezTo>
                <a:cubicBezTo>
                  <a:pt x="1189784" y="3572151"/>
                  <a:pt x="1185309" y="3572157"/>
                  <a:pt x="1181318" y="3570501"/>
                </a:cubicBezTo>
                <a:lnTo>
                  <a:pt x="1017871" y="3502806"/>
                </a:lnTo>
                <a:lnTo>
                  <a:pt x="989407" y="3571533"/>
                </a:lnTo>
                <a:cubicBezTo>
                  <a:pt x="1126049" y="3649478"/>
                  <a:pt x="1271895" y="3709990"/>
                  <a:pt x="1423385" y="3751590"/>
                </a:cubicBezTo>
                <a:lnTo>
                  <a:pt x="1451969" y="3682612"/>
                </a:lnTo>
                <a:lnTo>
                  <a:pt x="1288529" y="3614945"/>
                </a:lnTo>
                <a:cubicBezTo>
                  <a:pt x="1284545" y="3613295"/>
                  <a:pt x="1281380" y="3610130"/>
                  <a:pt x="1279730" y="3606146"/>
                </a:cubicBezTo>
                <a:cubicBezTo>
                  <a:pt x="1278081" y="3602165"/>
                  <a:pt x="1278081" y="3597690"/>
                  <a:pt x="1279734" y="3593705"/>
                </a:cubicBezTo>
                <a:lnTo>
                  <a:pt x="1335448" y="3459240"/>
                </a:lnTo>
                <a:cubicBezTo>
                  <a:pt x="1338414" y="3452074"/>
                  <a:pt x="1346037" y="3448000"/>
                  <a:pt x="1353635" y="3449523"/>
                </a:cubicBezTo>
                <a:cubicBezTo>
                  <a:pt x="1354753" y="3449742"/>
                  <a:pt x="1355830" y="3450078"/>
                  <a:pt x="1356845" y="3450514"/>
                </a:cubicBezTo>
                <a:cubicBezTo>
                  <a:pt x="1520415" y="3511567"/>
                  <a:pt x="1692479" y="3545620"/>
                  <a:pt x="1868273" y="3551731"/>
                </a:cubicBezTo>
                <a:cubicBezTo>
                  <a:pt x="1877024" y="3552036"/>
                  <a:pt x="1883965" y="3559220"/>
                  <a:pt x="1883965" y="3567974"/>
                </a:cubicBezTo>
                <a:lnTo>
                  <a:pt x="1883965" y="3713864"/>
                </a:lnTo>
                <a:cubicBezTo>
                  <a:pt x="1883965" y="3722841"/>
                  <a:pt x="1876685" y="3730118"/>
                  <a:pt x="1867711" y="3730118"/>
                </a:cubicBezTo>
                <a:lnTo>
                  <a:pt x="1690809" y="3730118"/>
                </a:lnTo>
                <a:lnTo>
                  <a:pt x="1690809" y="3804517"/>
                </a:lnTo>
                <a:close/>
              </a:path>
            </a:pathLst>
          </a:custGeom>
          <a:grpFill/>
          <a:ln w="342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85459943-0E9B-A486-D5CF-66A12E668F92}"/>
              </a:ext>
            </a:extLst>
          </p:cNvPr>
          <p:cNvSpPr/>
          <p:nvPr/>
        </p:nvSpPr>
        <p:spPr>
          <a:xfrm>
            <a:off x="379250" y="3327254"/>
            <a:ext cx="4091739" cy="4091740"/>
          </a:xfrm>
          <a:custGeom>
            <a:avLst/>
            <a:gdLst>
              <a:gd name="csX0" fmla="*/ 2045872 w 4091739"/>
              <a:gd name="csY0" fmla="*/ 32507 h 4091740"/>
              <a:gd name="csX1" fmla="*/ 2829553 w 4091739"/>
              <a:gd name="csY1" fmla="*/ 190714 h 4091740"/>
              <a:gd name="csX2" fmla="*/ 3171541 w 4091739"/>
              <a:gd name="csY2" fmla="*/ 376340 h 4091740"/>
              <a:gd name="csX3" fmla="*/ 3469534 w 4091739"/>
              <a:gd name="csY3" fmla="*/ 622209 h 4091740"/>
              <a:gd name="csX4" fmla="*/ 3715404 w 4091739"/>
              <a:gd name="csY4" fmla="*/ 920203 h 4091740"/>
              <a:gd name="csX5" fmla="*/ 3901029 w 4091739"/>
              <a:gd name="csY5" fmla="*/ 1262188 h 4091740"/>
              <a:gd name="csX6" fmla="*/ 4059236 w 4091739"/>
              <a:gd name="csY6" fmla="*/ 2045868 h 4091740"/>
              <a:gd name="csX7" fmla="*/ 3901029 w 4091739"/>
              <a:gd name="csY7" fmla="*/ 2829549 h 4091740"/>
              <a:gd name="csX8" fmla="*/ 3715404 w 4091739"/>
              <a:gd name="csY8" fmla="*/ 3171537 h 4091740"/>
              <a:gd name="csX9" fmla="*/ 3469534 w 4091739"/>
              <a:gd name="csY9" fmla="*/ 3469531 h 4091740"/>
              <a:gd name="csX10" fmla="*/ 3171541 w 4091739"/>
              <a:gd name="csY10" fmla="*/ 3715401 h 4091740"/>
              <a:gd name="csX11" fmla="*/ 2829553 w 4091739"/>
              <a:gd name="csY11" fmla="*/ 3901026 h 4091740"/>
              <a:gd name="csX12" fmla="*/ 2045872 w 4091739"/>
              <a:gd name="csY12" fmla="*/ 4059233 h 4091740"/>
              <a:gd name="csX13" fmla="*/ 1262191 w 4091739"/>
              <a:gd name="csY13" fmla="*/ 3901026 h 4091740"/>
              <a:gd name="csX14" fmla="*/ 920206 w 4091739"/>
              <a:gd name="csY14" fmla="*/ 3715401 h 4091740"/>
              <a:gd name="csX15" fmla="*/ 622213 w 4091739"/>
              <a:gd name="csY15" fmla="*/ 3469531 h 4091740"/>
              <a:gd name="csX16" fmla="*/ 376343 w 4091739"/>
              <a:gd name="csY16" fmla="*/ 3171537 h 4091740"/>
              <a:gd name="csX17" fmla="*/ 190718 w 4091739"/>
              <a:gd name="csY17" fmla="*/ 2829549 h 4091740"/>
              <a:gd name="csX18" fmla="*/ 32510 w 4091739"/>
              <a:gd name="csY18" fmla="*/ 2045868 h 4091740"/>
              <a:gd name="csX19" fmla="*/ 190718 w 4091739"/>
              <a:gd name="csY19" fmla="*/ 1262188 h 4091740"/>
              <a:gd name="csX20" fmla="*/ 376343 w 4091739"/>
              <a:gd name="csY20" fmla="*/ 920203 h 4091740"/>
              <a:gd name="csX21" fmla="*/ 622213 w 4091739"/>
              <a:gd name="csY21" fmla="*/ 622209 h 4091740"/>
              <a:gd name="csX22" fmla="*/ 920206 w 4091739"/>
              <a:gd name="csY22" fmla="*/ 376340 h 4091740"/>
              <a:gd name="csX23" fmla="*/ 1262191 w 4091739"/>
              <a:gd name="csY23" fmla="*/ 190714 h 4091740"/>
              <a:gd name="csX24" fmla="*/ 2045872 w 4091739"/>
              <a:gd name="csY24" fmla="*/ 32507 h 4091740"/>
              <a:gd name="csX25" fmla="*/ 2045872 w 4091739"/>
              <a:gd name="csY25" fmla="*/ 0 h 4091740"/>
              <a:gd name="csX26" fmla="*/ 0 w 4091739"/>
              <a:gd name="csY26" fmla="*/ 2045872 h 4091740"/>
              <a:gd name="csX27" fmla="*/ 2045872 w 4091739"/>
              <a:gd name="csY27" fmla="*/ 4091740 h 4091740"/>
              <a:gd name="csX28" fmla="*/ 4091740 w 4091739"/>
              <a:gd name="csY28" fmla="*/ 2045868 h 4091740"/>
              <a:gd name="csX29" fmla="*/ 2045872 w 4091739"/>
              <a:gd name="csY29" fmla="*/ 0 h 4091740"/>
              <a:gd name="csX30" fmla="*/ 2045872 w 4091739"/>
              <a:gd name="csY30" fmla="*/ 0 h 4091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4091739" h="4091740">
                <a:moveTo>
                  <a:pt x="2045872" y="32507"/>
                </a:moveTo>
                <a:cubicBezTo>
                  <a:pt x="2317689" y="32507"/>
                  <a:pt x="2581358" y="85735"/>
                  <a:pt x="2829553" y="190714"/>
                </a:cubicBezTo>
                <a:cubicBezTo>
                  <a:pt x="2948847" y="241172"/>
                  <a:pt x="3063908" y="303624"/>
                  <a:pt x="3171541" y="376340"/>
                </a:cubicBezTo>
                <a:cubicBezTo>
                  <a:pt x="3278158" y="448369"/>
                  <a:pt x="3378419" y="531090"/>
                  <a:pt x="3469534" y="622209"/>
                </a:cubicBezTo>
                <a:cubicBezTo>
                  <a:pt x="3560650" y="713325"/>
                  <a:pt x="3643374" y="813585"/>
                  <a:pt x="3715404" y="920203"/>
                </a:cubicBezTo>
                <a:cubicBezTo>
                  <a:pt x="3788119" y="1027836"/>
                  <a:pt x="3850572" y="1142896"/>
                  <a:pt x="3901029" y="1262188"/>
                </a:cubicBezTo>
                <a:cubicBezTo>
                  <a:pt x="4006008" y="1510385"/>
                  <a:pt x="4059236" y="1774052"/>
                  <a:pt x="4059236" y="2045868"/>
                </a:cubicBezTo>
                <a:cubicBezTo>
                  <a:pt x="4059236" y="2317685"/>
                  <a:pt x="4006008" y="2581355"/>
                  <a:pt x="3901029" y="2829549"/>
                </a:cubicBezTo>
                <a:cubicBezTo>
                  <a:pt x="3850572" y="2948841"/>
                  <a:pt x="3788119" y="3063904"/>
                  <a:pt x="3715404" y="3171537"/>
                </a:cubicBezTo>
                <a:cubicBezTo>
                  <a:pt x="3643374" y="3278155"/>
                  <a:pt x="3560653" y="3378416"/>
                  <a:pt x="3469534" y="3469531"/>
                </a:cubicBezTo>
                <a:cubicBezTo>
                  <a:pt x="3378415" y="3560646"/>
                  <a:pt x="3278158" y="3643371"/>
                  <a:pt x="3171541" y="3715401"/>
                </a:cubicBezTo>
                <a:cubicBezTo>
                  <a:pt x="3063908" y="3788116"/>
                  <a:pt x="2948847" y="3850568"/>
                  <a:pt x="2829553" y="3901026"/>
                </a:cubicBezTo>
                <a:cubicBezTo>
                  <a:pt x="2581355" y="4006005"/>
                  <a:pt x="2317689" y="4059233"/>
                  <a:pt x="2045872" y="4059233"/>
                </a:cubicBezTo>
                <a:cubicBezTo>
                  <a:pt x="1774055" y="4059233"/>
                  <a:pt x="1510385" y="4006005"/>
                  <a:pt x="1262191" y="3901026"/>
                </a:cubicBezTo>
                <a:cubicBezTo>
                  <a:pt x="1142900" y="3850568"/>
                  <a:pt x="1027836" y="3788116"/>
                  <a:pt x="920206" y="3715401"/>
                </a:cubicBezTo>
                <a:cubicBezTo>
                  <a:pt x="813589" y="3643371"/>
                  <a:pt x="713328" y="3560650"/>
                  <a:pt x="622213" y="3469531"/>
                </a:cubicBezTo>
                <a:cubicBezTo>
                  <a:pt x="531097" y="3378412"/>
                  <a:pt x="448373" y="3278155"/>
                  <a:pt x="376343" y="3171537"/>
                </a:cubicBezTo>
                <a:cubicBezTo>
                  <a:pt x="303628" y="3063904"/>
                  <a:pt x="241175" y="2948844"/>
                  <a:pt x="190718" y="2829549"/>
                </a:cubicBezTo>
                <a:cubicBezTo>
                  <a:pt x="85739" y="2581351"/>
                  <a:pt x="32510" y="2317685"/>
                  <a:pt x="32510" y="2045868"/>
                </a:cubicBezTo>
                <a:cubicBezTo>
                  <a:pt x="32510" y="1774052"/>
                  <a:pt x="85739" y="1510382"/>
                  <a:pt x="190718" y="1262188"/>
                </a:cubicBezTo>
                <a:cubicBezTo>
                  <a:pt x="241175" y="1142896"/>
                  <a:pt x="303628" y="1027833"/>
                  <a:pt x="376343" y="920203"/>
                </a:cubicBezTo>
                <a:cubicBezTo>
                  <a:pt x="448373" y="813585"/>
                  <a:pt x="531094" y="713325"/>
                  <a:pt x="622213" y="622209"/>
                </a:cubicBezTo>
                <a:cubicBezTo>
                  <a:pt x="713331" y="531094"/>
                  <a:pt x="813589" y="448369"/>
                  <a:pt x="920206" y="376340"/>
                </a:cubicBezTo>
                <a:cubicBezTo>
                  <a:pt x="1027839" y="303624"/>
                  <a:pt x="1142900" y="241172"/>
                  <a:pt x="1262191" y="190714"/>
                </a:cubicBezTo>
                <a:cubicBezTo>
                  <a:pt x="1510385" y="85735"/>
                  <a:pt x="1774055" y="32507"/>
                  <a:pt x="2045872" y="32507"/>
                </a:cubicBezTo>
                <a:moveTo>
                  <a:pt x="2045872" y="0"/>
                </a:moveTo>
                <a:cubicBezTo>
                  <a:pt x="915968" y="0"/>
                  <a:pt x="0" y="915968"/>
                  <a:pt x="0" y="2045872"/>
                </a:cubicBezTo>
                <a:cubicBezTo>
                  <a:pt x="0" y="3175775"/>
                  <a:pt x="915968" y="4091740"/>
                  <a:pt x="2045872" y="4091740"/>
                </a:cubicBezTo>
                <a:cubicBezTo>
                  <a:pt x="3175775" y="4091740"/>
                  <a:pt x="4091740" y="3175772"/>
                  <a:pt x="4091740" y="2045868"/>
                </a:cubicBezTo>
                <a:cubicBezTo>
                  <a:pt x="4091740" y="915965"/>
                  <a:pt x="3175775" y="0"/>
                  <a:pt x="2045872" y="0"/>
                </a:cubicBezTo>
                <a:lnTo>
                  <a:pt x="2045872" y="0"/>
                </a:lnTo>
                <a:close/>
              </a:path>
            </a:pathLst>
          </a:custGeom>
          <a:grpFill/>
          <a:ln w="342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5F4563A1-39D2-4FA8-1DA0-3B894F1594DB}"/>
              </a:ext>
            </a:extLst>
          </p:cNvPr>
          <p:cNvSpPr/>
          <p:nvPr/>
        </p:nvSpPr>
        <p:spPr>
          <a:xfrm>
            <a:off x="4744981" y="2035700"/>
            <a:ext cx="352961" cy="277210"/>
          </a:xfrm>
          <a:custGeom>
            <a:avLst/>
            <a:gdLst>
              <a:gd name="csX0" fmla="*/ 122137 w 247663"/>
              <a:gd name="csY0" fmla="*/ 2071 h 194510"/>
              <a:gd name="csX1" fmla="*/ 245106 w 247663"/>
              <a:gd name="csY1" fmla="*/ 125099 h 194510"/>
              <a:gd name="csX2" fmla="*/ 168032 w 247663"/>
              <a:gd name="csY2" fmla="*/ 160428 h 194510"/>
              <a:gd name="csX3" fmla="*/ 0 w 247663"/>
              <a:gd name="csY3" fmla="*/ 194510 h 194510"/>
              <a:gd name="csX4" fmla="*/ 70755 w 247663"/>
              <a:gd name="csY4" fmla="*/ 115124 h 194510"/>
              <a:gd name="csX5" fmla="*/ 122137 w 247663"/>
              <a:gd name="csY5" fmla="*/ 2071 h 1945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7663" h="194510">
                <a:moveTo>
                  <a:pt x="122137" y="2071"/>
                </a:moveTo>
                <a:cubicBezTo>
                  <a:pt x="188735" y="-13059"/>
                  <a:pt x="262400" y="57433"/>
                  <a:pt x="245106" y="125099"/>
                </a:cubicBezTo>
                <a:cubicBezTo>
                  <a:pt x="229475" y="151617"/>
                  <a:pt x="197465" y="162340"/>
                  <a:pt x="168032" y="160428"/>
                </a:cubicBezTo>
                <a:cubicBezTo>
                  <a:pt x="109998" y="158184"/>
                  <a:pt x="53295" y="172731"/>
                  <a:pt x="0" y="194510"/>
                </a:cubicBezTo>
                <a:cubicBezTo>
                  <a:pt x="27686" y="172232"/>
                  <a:pt x="57618" y="149705"/>
                  <a:pt x="70755" y="115124"/>
                </a:cubicBezTo>
                <a:cubicBezTo>
                  <a:pt x="89711" y="78631"/>
                  <a:pt x="85804" y="27757"/>
                  <a:pt x="122137" y="2071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任意多边形: 形状 4" descr="D:\51PPT模板网\51pptmoban.com\图片.jpg">
            <a:extLst>
              <a:ext uri="{FF2B5EF4-FFF2-40B4-BE49-F238E27FC236}">
                <a16:creationId xmlns:a16="http://schemas.microsoft.com/office/drawing/2014/main" id="{2B831BFC-5C5A-0B9F-D4AF-92AD1A1CA055}"/>
              </a:ext>
            </a:extLst>
          </p:cNvPr>
          <p:cNvSpPr/>
          <p:nvPr/>
        </p:nvSpPr>
        <p:spPr>
          <a:xfrm>
            <a:off x="4369335" y="2279878"/>
            <a:ext cx="987405" cy="646269"/>
          </a:xfrm>
          <a:custGeom>
            <a:avLst/>
            <a:gdLst>
              <a:gd name="csX0" fmla="*/ 110846 w 692834"/>
              <a:gd name="csY0" fmla="*/ 95606 h 453468"/>
              <a:gd name="csX1" fmla="*/ 557076 w 692834"/>
              <a:gd name="csY1" fmla="*/ 4083 h 453468"/>
              <a:gd name="csX2" fmla="*/ 691934 w 692834"/>
              <a:gd name="csY2" fmla="*/ 79895 h 453468"/>
              <a:gd name="csX3" fmla="*/ 664746 w 692834"/>
              <a:gd name="csY3" fmla="*/ 122124 h 453468"/>
              <a:gd name="csX4" fmla="*/ 505028 w 692834"/>
              <a:gd name="csY4" fmla="*/ 167012 h 453468"/>
              <a:gd name="csX5" fmla="*/ 592661 w 692834"/>
              <a:gd name="csY5" fmla="*/ 262609 h 453468"/>
              <a:gd name="csX6" fmla="*/ 546101 w 692834"/>
              <a:gd name="csY6" fmla="*/ 344821 h 453468"/>
              <a:gd name="csX7" fmla="*/ 321448 w 692834"/>
              <a:gd name="csY7" fmla="*/ 419470 h 453468"/>
              <a:gd name="csX8" fmla="*/ 248282 w 692834"/>
              <a:gd name="csY8" fmla="*/ 453469 h 453468"/>
              <a:gd name="csX9" fmla="*/ 271063 w 692834"/>
              <a:gd name="csY9" fmla="*/ 432271 h 453468"/>
              <a:gd name="csX10" fmla="*/ 213528 w 692834"/>
              <a:gd name="csY10" fmla="*/ 345237 h 453468"/>
              <a:gd name="csX11" fmla="*/ 306482 w 692834"/>
              <a:gd name="csY11" fmla="*/ 216805 h 453468"/>
              <a:gd name="csX12" fmla="*/ 75843 w 692834"/>
              <a:gd name="csY12" fmla="*/ 200928 h 453468"/>
              <a:gd name="csX13" fmla="*/ 1596 w 692834"/>
              <a:gd name="csY13" fmla="*/ 89787 h 453468"/>
              <a:gd name="csX14" fmla="*/ 110846 w 692834"/>
              <a:gd name="csY14" fmla="*/ 95606 h 453468"/>
              <a:gd name="csX15" fmla="*/ 392202 w 692834"/>
              <a:gd name="csY15" fmla="*/ 223871 h 453468"/>
              <a:gd name="csX16" fmla="*/ 332506 w 692834"/>
              <a:gd name="csY16" fmla="*/ 364190 h 453468"/>
              <a:gd name="csX17" fmla="*/ 413072 w 692834"/>
              <a:gd name="csY17" fmla="*/ 244570 h 453468"/>
              <a:gd name="csX18" fmla="*/ 462542 w 692834"/>
              <a:gd name="csY18" fmla="*/ 177320 h 453468"/>
              <a:gd name="csX19" fmla="*/ 392202 w 692834"/>
              <a:gd name="csY19" fmla="*/ 223871 h 453468"/>
              <a:gd name="csX0" fmla="*/ 110846 w 692834"/>
              <a:gd name="csY0" fmla="*/ 95606 h 453469"/>
              <a:gd name="csX1" fmla="*/ 557076 w 692834"/>
              <a:gd name="csY1" fmla="*/ 4083 h 453469"/>
              <a:gd name="csX2" fmla="*/ 691934 w 692834"/>
              <a:gd name="csY2" fmla="*/ 79895 h 453469"/>
              <a:gd name="csX3" fmla="*/ 664746 w 692834"/>
              <a:gd name="csY3" fmla="*/ 122124 h 453469"/>
              <a:gd name="csX4" fmla="*/ 505028 w 692834"/>
              <a:gd name="csY4" fmla="*/ 167012 h 453469"/>
              <a:gd name="csX5" fmla="*/ 592661 w 692834"/>
              <a:gd name="csY5" fmla="*/ 262609 h 453469"/>
              <a:gd name="csX6" fmla="*/ 546101 w 692834"/>
              <a:gd name="csY6" fmla="*/ 344821 h 453469"/>
              <a:gd name="csX7" fmla="*/ 321448 w 692834"/>
              <a:gd name="csY7" fmla="*/ 419470 h 453469"/>
              <a:gd name="csX8" fmla="*/ 248282 w 692834"/>
              <a:gd name="csY8" fmla="*/ 453469 h 453469"/>
              <a:gd name="csX9" fmla="*/ 271063 w 692834"/>
              <a:gd name="csY9" fmla="*/ 432271 h 453469"/>
              <a:gd name="csX10" fmla="*/ 213528 w 692834"/>
              <a:gd name="csY10" fmla="*/ 345237 h 453469"/>
              <a:gd name="csX11" fmla="*/ 306482 w 692834"/>
              <a:gd name="csY11" fmla="*/ 216805 h 453469"/>
              <a:gd name="csX12" fmla="*/ 75843 w 692834"/>
              <a:gd name="csY12" fmla="*/ 200928 h 453469"/>
              <a:gd name="csX13" fmla="*/ 1596 w 692834"/>
              <a:gd name="csY13" fmla="*/ 89787 h 453469"/>
              <a:gd name="csX14" fmla="*/ 110846 w 692834"/>
              <a:gd name="csY14" fmla="*/ 95606 h 453469"/>
              <a:gd name="csX15" fmla="*/ 392202 w 692834"/>
              <a:gd name="csY15" fmla="*/ 223871 h 453469"/>
              <a:gd name="csX16" fmla="*/ 332506 w 692834"/>
              <a:gd name="csY16" fmla="*/ 364190 h 453469"/>
              <a:gd name="csX17" fmla="*/ 462542 w 692834"/>
              <a:gd name="csY17" fmla="*/ 177320 h 453469"/>
              <a:gd name="csX18" fmla="*/ 392202 w 692834"/>
              <a:gd name="csY18" fmla="*/ 223871 h 453469"/>
              <a:gd name="csX0" fmla="*/ 110846 w 692834"/>
              <a:gd name="csY0" fmla="*/ 95606 h 453469"/>
              <a:gd name="csX1" fmla="*/ 557076 w 692834"/>
              <a:gd name="csY1" fmla="*/ 4083 h 453469"/>
              <a:gd name="csX2" fmla="*/ 691934 w 692834"/>
              <a:gd name="csY2" fmla="*/ 79895 h 453469"/>
              <a:gd name="csX3" fmla="*/ 664746 w 692834"/>
              <a:gd name="csY3" fmla="*/ 122124 h 453469"/>
              <a:gd name="csX4" fmla="*/ 505028 w 692834"/>
              <a:gd name="csY4" fmla="*/ 167012 h 453469"/>
              <a:gd name="csX5" fmla="*/ 592661 w 692834"/>
              <a:gd name="csY5" fmla="*/ 262609 h 453469"/>
              <a:gd name="csX6" fmla="*/ 546101 w 692834"/>
              <a:gd name="csY6" fmla="*/ 344821 h 453469"/>
              <a:gd name="csX7" fmla="*/ 321448 w 692834"/>
              <a:gd name="csY7" fmla="*/ 419470 h 453469"/>
              <a:gd name="csX8" fmla="*/ 248282 w 692834"/>
              <a:gd name="csY8" fmla="*/ 453469 h 453469"/>
              <a:gd name="csX9" fmla="*/ 271063 w 692834"/>
              <a:gd name="csY9" fmla="*/ 432271 h 453469"/>
              <a:gd name="csX10" fmla="*/ 213528 w 692834"/>
              <a:gd name="csY10" fmla="*/ 345237 h 453469"/>
              <a:gd name="csX11" fmla="*/ 306482 w 692834"/>
              <a:gd name="csY11" fmla="*/ 216805 h 453469"/>
              <a:gd name="csX12" fmla="*/ 75843 w 692834"/>
              <a:gd name="csY12" fmla="*/ 200928 h 453469"/>
              <a:gd name="csX13" fmla="*/ 1596 w 692834"/>
              <a:gd name="csY13" fmla="*/ 89787 h 453469"/>
              <a:gd name="csX14" fmla="*/ 110846 w 692834"/>
              <a:gd name="csY14" fmla="*/ 95606 h 453469"/>
              <a:gd name="csX15" fmla="*/ 392202 w 692834"/>
              <a:gd name="csY15" fmla="*/ 223871 h 453469"/>
              <a:gd name="csX16" fmla="*/ 332506 w 692834"/>
              <a:gd name="csY16" fmla="*/ 364190 h 453469"/>
              <a:gd name="csX17" fmla="*/ 462542 w 692834"/>
              <a:gd name="csY17" fmla="*/ 177320 h 453469"/>
              <a:gd name="csX18" fmla="*/ 392202 w 692834"/>
              <a:gd name="csY18" fmla="*/ 223871 h 4534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692834" h="453469">
                <a:moveTo>
                  <a:pt x="110846" y="95606"/>
                </a:moveTo>
                <a:cubicBezTo>
                  <a:pt x="263165" y="85714"/>
                  <a:pt x="409663" y="39911"/>
                  <a:pt x="557076" y="4083"/>
                </a:cubicBezTo>
                <a:cubicBezTo>
                  <a:pt x="613114" y="-12709"/>
                  <a:pt x="676719" y="24200"/>
                  <a:pt x="691934" y="79895"/>
                </a:cubicBezTo>
                <a:cubicBezTo>
                  <a:pt x="696424" y="98682"/>
                  <a:pt x="683619" y="118466"/>
                  <a:pt x="664746" y="122124"/>
                </a:cubicBezTo>
                <a:cubicBezTo>
                  <a:pt x="612283" y="139580"/>
                  <a:pt x="558240" y="151966"/>
                  <a:pt x="505028" y="167012"/>
                </a:cubicBezTo>
                <a:cubicBezTo>
                  <a:pt x="545934" y="184635"/>
                  <a:pt x="584264" y="216889"/>
                  <a:pt x="592661" y="262609"/>
                </a:cubicBezTo>
                <a:cubicBezTo>
                  <a:pt x="600476" y="297938"/>
                  <a:pt x="572041" y="325952"/>
                  <a:pt x="546101" y="344821"/>
                </a:cubicBezTo>
                <a:cubicBezTo>
                  <a:pt x="479669" y="391955"/>
                  <a:pt x="391787" y="381065"/>
                  <a:pt x="321448" y="419470"/>
                </a:cubicBezTo>
                <a:cubicBezTo>
                  <a:pt x="298251" y="433269"/>
                  <a:pt x="272643" y="442080"/>
                  <a:pt x="248282" y="453469"/>
                </a:cubicBezTo>
                <a:cubicBezTo>
                  <a:pt x="255765" y="446237"/>
                  <a:pt x="263414" y="439254"/>
                  <a:pt x="271063" y="432271"/>
                </a:cubicBezTo>
                <a:cubicBezTo>
                  <a:pt x="240217" y="415064"/>
                  <a:pt x="207874" y="383476"/>
                  <a:pt x="213528" y="345237"/>
                </a:cubicBezTo>
                <a:cubicBezTo>
                  <a:pt x="227995" y="292285"/>
                  <a:pt x="279793" y="262525"/>
                  <a:pt x="306482" y="216805"/>
                </a:cubicBezTo>
                <a:cubicBezTo>
                  <a:pt x="229824" y="213480"/>
                  <a:pt x="147845" y="239665"/>
                  <a:pt x="75843" y="200928"/>
                </a:cubicBezTo>
                <a:cubicBezTo>
                  <a:pt x="37015" y="178484"/>
                  <a:pt x="-9213" y="139996"/>
                  <a:pt x="1596" y="89787"/>
                </a:cubicBezTo>
                <a:cubicBezTo>
                  <a:pt x="37930" y="93029"/>
                  <a:pt x="74180" y="103337"/>
                  <a:pt x="110846" y="95606"/>
                </a:cubicBezTo>
                <a:moveTo>
                  <a:pt x="392202" y="223871"/>
                </a:moveTo>
                <a:cubicBezTo>
                  <a:pt x="365763" y="267513"/>
                  <a:pt x="345310" y="314813"/>
                  <a:pt x="332506" y="364190"/>
                </a:cubicBezTo>
                <a:cubicBezTo>
                  <a:pt x="444480" y="289598"/>
                  <a:pt x="452593" y="200707"/>
                  <a:pt x="462542" y="177320"/>
                </a:cubicBezTo>
                <a:cubicBezTo>
                  <a:pt x="435271" y="185134"/>
                  <a:pt x="406919" y="198268"/>
                  <a:pt x="392202" y="223871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2808182F-C186-3553-531E-AC05F0440FED}"/>
              </a:ext>
            </a:extLst>
          </p:cNvPr>
          <p:cNvSpPr/>
          <p:nvPr/>
        </p:nvSpPr>
        <p:spPr>
          <a:xfrm>
            <a:off x="4406090" y="2859340"/>
            <a:ext cx="973276" cy="310985"/>
          </a:xfrm>
          <a:custGeom>
            <a:avLst/>
            <a:gdLst>
              <a:gd name="csX0" fmla="*/ 171192 w 682920"/>
              <a:gd name="csY0" fmla="*/ 63730 h 218209"/>
              <a:gd name="csX1" fmla="*/ 560053 w 682920"/>
              <a:gd name="csY1" fmla="*/ 2465 h 218209"/>
              <a:gd name="csX2" fmla="*/ 682771 w 682920"/>
              <a:gd name="csY2" fmla="*/ 131811 h 218209"/>
              <a:gd name="csX3" fmla="*/ 588072 w 682920"/>
              <a:gd name="csY3" fmla="*/ 174871 h 218209"/>
              <a:gd name="csX4" fmla="*/ 404159 w 682920"/>
              <a:gd name="csY4" fmla="*/ 213026 h 218209"/>
              <a:gd name="csX5" fmla="*/ 475579 w 682920"/>
              <a:gd name="csY5" fmla="*/ 158495 h 218209"/>
              <a:gd name="csX6" fmla="*/ 433508 w 682920"/>
              <a:gd name="csY6" fmla="*/ 161238 h 218209"/>
              <a:gd name="csX7" fmla="*/ 164125 w 682920"/>
              <a:gd name="csY7" fmla="*/ 217183 h 218209"/>
              <a:gd name="csX8" fmla="*/ 0 w 682920"/>
              <a:gd name="csY8" fmla="*/ 106208 h 218209"/>
              <a:gd name="csX9" fmla="*/ 171192 w 682920"/>
              <a:gd name="csY9" fmla="*/ 63730 h 2182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82920" h="218209">
                <a:moveTo>
                  <a:pt x="171192" y="63730"/>
                </a:moveTo>
                <a:cubicBezTo>
                  <a:pt x="298650" y="33721"/>
                  <a:pt x="427106" y="-11002"/>
                  <a:pt x="560053" y="2465"/>
                </a:cubicBezTo>
                <a:cubicBezTo>
                  <a:pt x="622077" y="11526"/>
                  <a:pt x="686430" y="65226"/>
                  <a:pt x="682771" y="131811"/>
                </a:cubicBezTo>
                <a:cubicBezTo>
                  <a:pt x="674125" y="174954"/>
                  <a:pt x="622659" y="174705"/>
                  <a:pt x="588072" y="174871"/>
                </a:cubicBezTo>
                <a:cubicBezTo>
                  <a:pt x="524384" y="172211"/>
                  <a:pt x="463773" y="193491"/>
                  <a:pt x="404159" y="213026"/>
                </a:cubicBezTo>
                <a:cubicBezTo>
                  <a:pt x="428852" y="196151"/>
                  <a:pt x="461694" y="187340"/>
                  <a:pt x="475579" y="158495"/>
                </a:cubicBezTo>
                <a:cubicBezTo>
                  <a:pt x="461444" y="158744"/>
                  <a:pt x="447310" y="158744"/>
                  <a:pt x="433508" y="161238"/>
                </a:cubicBezTo>
                <a:cubicBezTo>
                  <a:pt x="343547" y="178944"/>
                  <a:pt x="255333" y="206376"/>
                  <a:pt x="164125" y="217183"/>
                </a:cubicBezTo>
                <a:cubicBezTo>
                  <a:pt x="93869" y="225662"/>
                  <a:pt x="9478" y="181022"/>
                  <a:pt x="0" y="106208"/>
                </a:cubicBezTo>
                <a:cubicBezTo>
                  <a:pt x="55955" y="87670"/>
                  <a:pt x="114322" y="78609"/>
                  <a:pt x="171192" y="63730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D04F0C6C-EF11-0C17-E3B8-8859EDA64553}"/>
              </a:ext>
            </a:extLst>
          </p:cNvPr>
          <p:cNvSpPr/>
          <p:nvPr/>
        </p:nvSpPr>
        <p:spPr>
          <a:xfrm>
            <a:off x="4281656" y="3351837"/>
            <a:ext cx="1257307" cy="1530799"/>
          </a:xfrm>
          <a:custGeom>
            <a:avLst/>
            <a:gdLst>
              <a:gd name="csX0" fmla="*/ 661337 w 1275374"/>
              <a:gd name="csY0" fmla="*/ 26102 h 1612801"/>
              <a:gd name="csX1" fmla="*/ 778236 w 1275374"/>
              <a:gd name="csY1" fmla="*/ 0 h 1612801"/>
              <a:gd name="csX2" fmla="*/ 852649 w 1275374"/>
              <a:gd name="csY2" fmla="*/ 70908 h 1612801"/>
              <a:gd name="csX3" fmla="*/ 825628 w 1275374"/>
              <a:gd name="csY3" fmla="*/ 133752 h 1612801"/>
              <a:gd name="csX4" fmla="*/ 638306 w 1275374"/>
              <a:gd name="csY4" fmla="*/ 212224 h 1612801"/>
              <a:gd name="csX5" fmla="*/ 569879 w 1275374"/>
              <a:gd name="csY5" fmla="*/ 279640 h 1612801"/>
              <a:gd name="csX6" fmla="*/ 753127 w 1275374"/>
              <a:gd name="csY6" fmla="*/ 241651 h 1612801"/>
              <a:gd name="csX7" fmla="*/ 872105 w 1275374"/>
              <a:gd name="csY7" fmla="*/ 324280 h 1612801"/>
              <a:gd name="csX8" fmla="*/ 931385 w 1275374"/>
              <a:gd name="csY8" fmla="*/ 525946 h 1612801"/>
              <a:gd name="csX9" fmla="*/ 932716 w 1275374"/>
              <a:gd name="csY9" fmla="*/ 776160 h 1612801"/>
              <a:gd name="csX10" fmla="*/ 883661 w 1275374"/>
              <a:gd name="csY10" fmla="*/ 906005 h 1612801"/>
              <a:gd name="csX11" fmla="*/ 762689 w 1275374"/>
              <a:gd name="csY11" fmla="*/ 934434 h 1612801"/>
              <a:gd name="csX12" fmla="*/ 669236 w 1275374"/>
              <a:gd name="csY12" fmla="*/ 871091 h 1612801"/>
              <a:gd name="csX13" fmla="*/ 469859 w 1275374"/>
              <a:gd name="csY13" fmla="*/ 918972 h 1612801"/>
              <a:gd name="csX14" fmla="*/ 517333 w 1275374"/>
              <a:gd name="csY14" fmla="*/ 995865 h 1612801"/>
              <a:gd name="csX15" fmla="*/ 523153 w 1275374"/>
              <a:gd name="csY15" fmla="*/ 1098860 h 1612801"/>
              <a:gd name="csX16" fmla="*/ 640967 w 1275374"/>
              <a:gd name="csY16" fmla="*/ 1055634 h 1612801"/>
              <a:gd name="csX17" fmla="*/ 871856 w 1275374"/>
              <a:gd name="csY17" fmla="*/ 970012 h 1612801"/>
              <a:gd name="csX18" fmla="*/ 972043 w 1275374"/>
              <a:gd name="csY18" fmla="*/ 1086640 h 1612801"/>
              <a:gd name="csX19" fmla="*/ 819225 w 1275374"/>
              <a:gd name="csY19" fmla="*/ 1216568 h 1612801"/>
              <a:gd name="csX20" fmla="*/ 1109479 w 1275374"/>
              <a:gd name="csY20" fmla="*/ 1317401 h 1612801"/>
              <a:gd name="csX21" fmla="*/ 1257307 w 1275374"/>
              <a:gd name="csY21" fmla="*/ 1445085 h 1612801"/>
              <a:gd name="csX22" fmla="*/ 1271441 w 1275374"/>
              <a:gd name="csY22" fmla="*/ 1565869 h 1612801"/>
              <a:gd name="csX23" fmla="*/ 1202848 w 1275374"/>
              <a:gd name="csY23" fmla="*/ 1612254 h 1612801"/>
              <a:gd name="csX24" fmla="*/ 995323 w 1275374"/>
              <a:gd name="csY24" fmla="*/ 1529126 h 1612801"/>
              <a:gd name="csX25" fmla="*/ 619682 w 1275374"/>
              <a:gd name="csY25" fmla="*/ 1369605 h 1612801"/>
              <a:gd name="csX26" fmla="*/ 446245 w 1275374"/>
              <a:gd name="csY26" fmla="*/ 1448244 h 1612801"/>
              <a:gd name="csX27" fmla="*/ 178192 w 1275374"/>
              <a:gd name="csY27" fmla="*/ 1496125 h 1612801"/>
              <a:gd name="csX28" fmla="*/ 380480 w 1275374"/>
              <a:gd name="csY28" fmla="*/ 1400695 h 1612801"/>
              <a:gd name="csX29" fmla="*/ 516419 w 1275374"/>
              <a:gd name="csY29" fmla="*/ 1311582 h 1612801"/>
              <a:gd name="csX30" fmla="*/ 426956 w 1275374"/>
              <a:gd name="csY30" fmla="*/ 1242670 h 1612801"/>
              <a:gd name="csX31" fmla="*/ 244706 w 1275374"/>
              <a:gd name="csY31" fmla="*/ 1405766 h 1612801"/>
              <a:gd name="csX32" fmla="*/ 121239 w 1275374"/>
              <a:gd name="csY32" fmla="*/ 1444503 h 1612801"/>
              <a:gd name="csX33" fmla="*/ 1929 w 1275374"/>
              <a:gd name="csY33" fmla="*/ 1282238 h 1612801"/>
              <a:gd name="csX34" fmla="*/ 78919 w 1275374"/>
              <a:gd name="csY34" fmla="*/ 1208588 h 1612801"/>
              <a:gd name="csX35" fmla="*/ 328266 w 1275374"/>
              <a:gd name="csY35" fmla="*/ 967269 h 1612801"/>
              <a:gd name="csX36" fmla="*/ 365514 w 1275374"/>
              <a:gd name="csY36" fmla="*/ 875497 h 1612801"/>
              <a:gd name="csX37" fmla="*/ 463124 w 1275374"/>
              <a:gd name="csY37" fmla="*/ 915730 h 1612801"/>
              <a:gd name="csX38" fmla="*/ 450569 w 1275374"/>
              <a:gd name="csY38" fmla="*/ 850226 h 1612801"/>
              <a:gd name="csX39" fmla="*/ 557990 w 1275374"/>
              <a:gd name="csY39" fmla="*/ 785886 h 1612801"/>
              <a:gd name="csX40" fmla="*/ 704239 w 1275374"/>
              <a:gd name="csY40" fmla="*/ 727115 h 1612801"/>
              <a:gd name="csX41" fmla="*/ 733339 w 1275374"/>
              <a:gd name="csY41" fmla="*/ 626281 h 1612801"/>
              <a:gd name="csX42" fmla="*/ 749968 w 1275374"/>
              <a:gd name="csY42" fmla="*/ 476070 h 1612801"/>
              <a:gd name="csX43" fmla="*/ 736082 w 1275374"/>
              <a:gd name="csY43" fmla="*/ 435421 h 1612801"/>
              <a:gd name="csX44" fmla="*/ 613945 w 1275374"/>
              <a:gd name="csY44" fmla="*/ 443733 h 1612801"/>
              <a:gd name="csX45" fmla="*/ 521573 w 1275374"/>
              <a:gd name="csY45" fmla="*/ 349633 h 1612801"/>
              <a:gd name="csX46" fmla="*/ 455973 w 1275374"/>
              <a:gd name="csY46" fmla="*/ 808330 h 1612801"/>
              <a:gd name="csX47" fmla="*/ 412656 w 1275374"/>
              <a:gd name="csY47" fmla="*/ 847898 h 1612801"/>
              <a:gd name="csX48" fmla="*/ 332090 w 1275374"/>
              <a:gd name="csY48" fmla="*/ 806085 h 1612801"/>
              <a:gd name="csX49" fmla="*/ 296006 w 1275374"/>
              <a:gd name="csY49" fmla="*/ 645567 h 1612801"/>
              <a:gd name="csX50" fmla="*/ 376654 w 1275374"/>
              <a:gd name="csY50" fmla="*/ 416135 h 1612801"/>
              <a:gd name="csX51" fmla="*/ 478588 w 1275374"/>
              <a:gd name="csY51" fmla="*/ 301087 h 1612801"/>
              <a:gd name="csX52" fmla="*/ 544438 w 1275374"/>
              <a:gd name="csY52" fmla="*/ 225940 h 1612801"/>
              <a:gd name="csX53" fmla="*/ 336830 w 1275374"/>
              <a:gd name="csY53" fmla="*/ 278809 h 1612801"/>
              <a:gd name="csX54" fmla="*/ 243542 w 1275374"/>
              <a:gd name="csY54" fmla="*/ 160768 h 1612801"/>
              <a:gd name="csX55" fmla="*/ 264827 w 1275374"/>
              <a:gd name="csY55" fmla="*/ 131674 h 1612801"/>
              <a:gd name="csX56" fmla="*/ 425211 w 1275374"/>
              <a:gd name="csY56" fmla="*/ 96594 h 1612801"/>
              <a:gd name="csX57" fmla="*/ 661337 w 1275374"/>
              <a:gd name="csY57" fmla="*/ 26102 h 1612801"/>
              <a:gd name="csX58" fmla="*/ 674307 w 1275374"/>
              <a:gd name="csY58" fmla="*/ 1103931 h 1612801"/>
              <a:gd name="csX59" fmla="*/ 495716 w 1275374"/>
              <a:gd name="csY59" fmla="*/ 1153391 h 1612801"/>
              <a:gd name="csX60" fmla="*/ 677467 w 1275374"/>
              <a:gd name="csY60" fmla="*/ 1177914 h 1612801"/>
              <a:gd name="csX61" fmla="*/ 754374 w 1275374"/>
              <a:gd name="csY61" fmla="*/ 1106175 h 1612801"/>
              <a:gd name="csX62" fmla="*/ 674307 w 1275374"/>
              <a:gd name="csY62" fmla="*/ 1103931 h 1612801"/>
              <a:gd name="csX0" fmla="*/ 661337 w 1275374"/>
              <a:gd name="csY0" fmla="*/ 26102 h 1570660"/>
              <a:gd name="csX1" fmla="*/ 778236 w 1275374"/>
              <a:gd name="csY1" fmla="*/ 0 h 1570660"/>
              <a:gd name="csX2" fmla="*/ 852649 w 1275374"/>
              <a:gd name="csY2" fmla="*/ 70908 h 1570660"/>
              <a:gd name="csX3" fmla="*/ 825628 w 1275374"/>
              <a:gd name="csY3" fmla="*/ 133752 h 1570660"/>
              <a:gd name="csX4" fmla="*/ 638306 w 1275374"/>
              <a:gd name="csY4" fmla="*/ 212224 h 1570660"/>
              <a:gd name="csX5" fmla="*/ 569879 w 1275374"/>
              <a:gd name="csY5" fmla="*/ 279640 h 1570660"/>
              <a:gd name="csX6" fmla="*/ 753127 w 1275374"/>
              <a:gd name="csY6" fmla="*/ 241651 h 1570660"/>
              <a:gd name="csX7" fmla="*/ 872105 w 1275374"/>
              <a:gd name="csY7" fmla="*/ 324280 h 1570660"/>
              <a:gd name="csX8" fmla="*/ 931385 w 1275374"/>
              <a:gd name="csY8" fmla="*/ 525946 h 1570660"/>
              <a:gd name="csX9" fmla="*/ 932716 w 1275374"/>
              <a:gd name="csY9" fmla="*/ 776160 h 1570660"/>
              <a:gd name="csX10" fmla="*/ 883661 w 1275374"/>
              <a:gd name="csY10" fmla="*/ 906005 h 1570660"/>
              <a:gd name="csX11" fmla="*/ 762689 w 1275374"/>
              <a:gd name="csY11" fmla="*/ 934434 h 1570660"/>
              <a:gd name="csX12" fmla="*/ 669236 w 1275374"/>
              <a:gd name="csY12" fmla="*/ 871091 h 1570660"/>
              <a:gd name="csX13" fmla="*/ 469859 w 1275374"/>
              <a:gd name="csY13" fmla="*/ 918972 h 1570660"/>
              <a:gd name="csX14" fmla="*/ 517333 w 1275374"/>
              <a:gd name="csY14" fmla="*/ 995865 h 1570660"/>
              <a:gd name="csX15" fmla="*/ 523153 w 1275374"/>
              <a:gd name="csY15" fmla="*/ 1098860 h 1570660"/>
              <a:gd name="csX16" fmla="*/ 640967 w 1275374"/>
              <a:gd name="csY16" fmla="*/ 1055634 h 1570660"/>
              <a:gd name="csX17" fmla="*/ 871856 w 1275374"/>
              <a:gd name="csY17" fmla="*/ 970012 h 1570660"/>
              <a:gd name="csX18" fmla="*/ 972043 w 1275374"/>
              <a:gd name="csY18" fmla="*/ 1086640 h 1570660"/>
              <a:gd name="csX19" fmla="*/ 819225 w 1275374"/>
              <a:gd name="csY19" fmla="*/ 1216568 h 1570660"/>
              <a:gd name="csX20" fmla="*/ 1109479 w 1275374"/>
              <a:gd name="csY20" fmla="*/ 1317401 h 1570660"/>
              <a:gd name="csX21" fmla="*/ 1257307 w 1275374"/>
              <a:gd name="csY21" fmla="*/ 1445085 h 1570660"/>
              <a:gd name="csX22" fmla="*/ 1271441 w 1275374"/>
              <a:gd name="csY22" fmla="*/ 1565869 h 1570660"/>
              <a:gd name="csX23" fmla="*/ 995323 w 1275374"/>
              <a:gd name="csY23" fmla="*/ 1529126 h 1570660"/>
              <a:gd name="csX24" fmla="*/ 619682 w 1275374"/>
              <a:gd name="csY24" fmla="*/ 1369605 h 1570660"/>
              <a:gd name="csX25" fmla="*/ 446245 w 1275374"/>
              <a:gd name="csY25" fmla="*/ 1448244 h 1570660"/>
              <a:gd name="csX26" fmla="*/ 178192 w 1275374"/>
              <a:gd name="csY26" fmla="*/ 1496125 h 1570660"/>
              <a:gd name="csX27" fmla="*/ 380480 w 1275374"/>
              <a:gd name="csY27" fmla="*/ 1400695 h 1570660"/>
              <a:gd name="csX28" fmla="*/ 516419 w 1275374"/>
              <a:gd name="csY28" fmla="*/ 1311582 h 1570660"/>
              <a:gd name="csX29" fmla="*/ 426956 w 1275374"/>
              <a:gd name="csY29" fmla="*/ 1242670 h 1570660"/>
              <a:gd name="csX30" fmla="*/ 244706 w 1275374"/>
              <a:gd name="csY30" fmla="*/ 1405766 h 1570660"/>
              <a:gd name="csX31" fmla="*/ 121239 w 1275374"/>
              <a:gd name="csY31" fmla="*/ 1444503 h 1570660"/>
              <a:gd name="csX32" fmla="*/ 1929 w 1275374"/>
              <a:gd name="csY32" fmla="*/ 1282238 h 1570660"/>
              <a:gd name="csX33" fmla="*/ 78919 w 1275374"/>
              <a:gd name="csY33" fmla="*/ 1208588 h 1570660"/>
              <a:gd name="csX34" fmla="*/ 328266 w 1275374"/>
              <a:gd name="csY34" fmla="*/ 967269 h 1570660"/>
              <a:gd name="csX35" fmla="*/ 365514 w 1275374"/>
              <a:gd name="csY35" fmla="*/ 875497 h 1570660"/>
              <a:gd name="csX36" fmla="*/ 463124 w 1275374"/>
              <a:gd name="csY36" fmla="*/ 915730 h 1570660"/>
              <a:gd name="csX37" fmla="*/ 450569 w 1275374"/>
              <a:gd name="csY37" fmla="*/ 850226 h 1570660"/>
              <a:gd name="csX38" fmla="*/ 557990 w 1275374"/>
              <a:gd name="csY38" fmla="*/ 785886 h 1570660"/>
              <a:gd name="csX39" fmla="*/ 704239 w 1275374"/>
              <a:gd name="csY39" fmla="*/ 727115 h 1570660"/>
              <a:gd name="csX40" fmla="*/ 733339 w 1275374"/>
              <a:gd name="csY40" fmla="*/ 626281 h 1570660"/>
              <a:gd name="csX41" fmla="*/ 749968 w 1275374"/>
              <a:gd name="csY41" fmla="*/ 476070 h 1570660"/>
              <a:gd name="csX42" fmla="*/ 736082 w 1275374"/>
              <a:gd name="csY42" fmla="*/ 435421 h 1570660"/>
              <a:gd name="csX43" fmla="*/ 613945 w 1275374"/>
              <a:gd name="csY43" fmla="*/ 443733 h 1570660"/>
              <a:gd name="csX44" fmla="*/ 521573 w 1275374"/>
              <a:gd name="csY44" fmla="*/ 349633 h 1570660"/>
              <a:gd name="csX45" fmla="*/ 455973 w 1275374"/>
              <a:gd name="csY45" fmla="*/ 808330 h 1570660"/>
              <a:gd name="csX46" fmla="*/ 412656 w 1275374"/>
              <a:gd name="csY46" fmla="*/ 847898 h 1570660"/>
              <a:gd name="csX47" fmla="*/ 332090 w 1275374"/>
              <a:gd name="csY47" fmla="*/ 806085 h 1570660"/>
              <a:gd name="csX48" fmla="*/ 296006 w 1275374"/>
              <a:gd name="csY48" fmla="*/ 645567 h 1570660"/>
              <a:gd name="csX49" fmla="*/ 376654 w 1275374"/>
              <a:gd name="csY49" fmla="*/ 416135 h 1570660"/>
              <a:gd name="csX50" fmla="*/ 478588 w 1275374"/>
              <a:gd name="csY50" fmla="*/ 301087 h 1570660"/>
              <a:gd name="csX51" fmla="*/ 544438 w 1275374"/>
              <a:gd name="csY51" fmla="*/ 225940 h 1570660"/>
              <a:gd name="csX52" fmla="*/ 336830 w 1275374"/>
              <a:gd name="csY52" fmla="*/ 278809 h 1570660"/>
              <a:gd name="csX53" fmla="*/ 243542 w 1275374"/>
              <a:gd name="csY53" fmla="*/ 160768 h 1570660"/>
              <a:gd name="csX54" fmla="*/ 264827 w 1275374"/>
              <a:gd name="csY54" fmla="*/ 131674 h 1570660"/>
              <a:gd name="csX55" fmla="*/ 425211 w 1275374"/>
              <a:gd name="csY55" fmla="*/ 96594 h 1570660"/>
              <a:gd name="csX56" fmla="*/ 661337 w 1275374"/>
              <a:gd name="csY56" fmla="*/ 26102 h 1570660"/>
              <a:gd name="csX57" fmla="*/ 674307 w 1275374"/>
              <a:gd name="csY57" fmla="*/ 1103931 h 1570660"/>
              <a:gd name="csX58" fmla="*/ 495716 w 1275374"/>
              <a:gd name="csY58" fmla="*/ 1153391 h 1570660"/>
              <a:gd name="csX59" fmla="*/ 677467 w 1275374"/>
              <a:gd name="csY59" fmla="*/ 1177914 h 1570660"/>
              <a:gd name="csX60" fmla="*/ 754374 w 1275374"/>
              <a:gd name="csY60" fmla="*/ 1106175 h 1570660"/>
              <a:gd name="csX61" fmla="*/ 674307 w 1275374"/>
              <a:gd name="csY61" fmla="*/ 1103931 h 1570660"/>
              <a:gd name="csX0" fmla="*/ 661337 w 1257307"/>
              <a:gd name="csY0" fmla="*/ 26102 h 1530799"/>
              <a:gd name="csX1" fmla="*/ 778236 w 1257307"/>
              <a:gd name="csY1" fmla="*/ 0 h 1530799"/>
              <a:gd name="csX2" fmla="*/ 852649 w 1257307"/>
              <a:gd name="csY2" fmla="*/ 70908 h 1530799"/>
              <a:gd name="csX3" fmla="*/ 825628 w 1257307"/>
              <a:gd name="csY3" fmla="*/ 133752 h 1530799"/>
              <a:gd name="csX4" fmla="*/ 638306 w 1257307"/>
              <a:gd name="csY4" fmla="*/ 212224 h 1530799"/>
              <a:gd name="csX5" fmla="*/ 569879 w 1257307"/>
              <a:gd name="csY5" fmla="*/ 279640 h 1530799"/>
              <a:gd name="csX6" fmla="*/ 753127 w 1257307"/>
              <a:gd name="csY6" fmla="*/ 241651 h 1530799"/>
              <a:gd name="csX7" fmla="*/ 872105 w 1257307"/>
              <a:gd name="csY7" fmla="*/ 324280 h 1530799"/>
              <a:gd name="csX8" fmla="*/ 931385 w 1257307"/>
              <a:gd name="csY8" fmla="*/ 525946 h 1530799"/>
              <a:gd name="csX9" fmla="*/ 932716 w 1257307"/>
              <a:gd name="csY9" fmla="*/ 776160 h 1530799"/>
              <a:gd name="csX10" fmla="*/ 883661 w 1257307"/>
              <a:gd name="csY10" fmla="*/ 906005 h 1530799"/>
              <a:gd name="csX11" fmla="*/ 762689 w 1257307"/>
              <a:gd name="csY11" fmla="*/ 934434 h 1530799"/>
              <a:gd name="csX12" fmla="*/ 669236 w 1257307"/>
              <a:gd name="csY12" fmla="*/ 871091 h 1530799"/>
              <a:gd name="csX13" fmla="*/ 469859 w 1257307"/>
              <a:gd name="csY13" fmla="*/ 918972 h 1530799"/>
              <a:gd name="csX14" fmla="*/ 517333 w 1257307"/>
              <a:gd name="csY14" fmla="*/ 995865 h 1530799"/>
              <a:gd name="csX15" fmla="*/ 523153 w 1257307"/>
              <a:gd name="csY15" fmla="*/ 1098860 h 1530799"/>
              <a:gd name="csX16" fmla="*/ 640967 w 1257307"/>
              <a:gd name="csY16" fmla="*/ 1055634 h 1530799"/>
              <a:gd name="csX17" fmla="*/ 871856 w 1257307"/>
              <a:gd name="csY17" fmla="*/ 970012 h 1530799"/>
              <a:gd name="csX18" fmla="*/ 972043 w 1257307"/>
              <a:gd name="csY18" fmla="*/ 1086640 h 1530799"/>
              <a:gd name="csX19" fmla="*/ 819225 w 1257307"/>
              <a:gd name="csY19" fmla="*/ 1216568 h 1530799"/>
              <a:gd name="csX20" fmla="*/ 1109479 w 1257307"/>
              <a:gd name="csY20" fmla="*/ 1317401 h 1530799"/>
              <a:gd name="csX21" fmla="*/ 1257307 w 1257307"/>
              <a:gd name="csY21" fmla="*/ 1445085 h 1530799"/>
              <a:gd name="csX22" fmla="*/ 995323 w 1257307"/>
              <a:gd name="csY22" fmla="*/ 1529126 h 1530799"/>
              <a:gd name="csX23" fmla="*/ 619682 w 1257307"/>
              <a:gd name="csY23" fmla="*/ 1369605 h 1530799"/>
              <a:gd name="csX24" fmla="*/ 446245 w 1257307"/>
              <a:gd name="csY24" fmla="*/ 1448244 h 1530799"/>
              <a:gd name="csX25" fmla="*/ 178192 w 1257307"/>
              <a:gd name="csY25" fmla="*/ 1496125 h 1530799"/>
              <a:gd name="csX26" fmla="*/ 380480 w 1257307"/>
              <a:gd name="csY26" fmla="*/ 1400695 h 1530799"/>
              <a:gd name="csX27" fmla="*/ 516419 w 1257307"/>
              <a:gd name="csY27" fmla="*/ 1311582 h 1530799"/>
              <a:gd name="csX28" fmla="*/ 426956 w 1257307"/>
              <a:gd name="csY28" fmla="*/ 1242670 h 1530799"/>
              <a:gd name="csX29" fmla="*/ 244706 w 1257307"/>
              <a:gd name="csY29" fmla="*/ 1405766 h 1530799"/>
              <a:gd name="csX30" fmla="*/ 121239 w 1257307"/>
              <a:gd name="csY30" fmla="*/ 1444503 h 1530799"/>
              <a:gd name="csX31" fmla="*/ 1929 w 1257307"/>
              <a:gd name="csY31" fmla="*/ 1282238 h 1530799"/>
              <a:gd name="csX32" fmla="*/ 78919 w 1257307"/>
              <a:gd name="csY32" fmla="*/ 1208588 h 1530799"/>
              <a:gd name="csX33" fmla="*/ 328266 w 1257307"/>
              <a:gd name="csY33" fmla="*/ 967269 h 1530799"/>
              <a:gd name="csX34" fmla="*/ 365514 w 1257307"/>
              <a:gd name="csY34" fmla="*/ 875497 h 1530799"/>
              <a:gd name="csX35" fmla="*/ 463124 w 1257307"/>
              <a:gd name="csY35" fmla="*/ 915730 h 1530799"/>
              <a:gd name="csX36" fmla="*/ 450569 w 1257307"/>
              <a:gd name="csY36" fmla="*/ 850226 h 1530799"/>
              <a:gd name="csX37" fmla="*/ 557990 w 1257307"/>
              <a:gd name="csY37" fmla="*/ 785886 h 1530799"/>
              <a:gd name="csX38" fmla="*/ 704239 w 1257307"/>
              <a:gd name="csY38" fmla="*/ 727115 h 1530799"/>
              <a:gd name="csX39" fmla="*/ 733339 w 1257307"/>
              <a:gd name="csY39" fmla="*/ 626281 h 1530799"/>
              <a:gd name="csX40" fmla="*/ 749968 w 1257307"/>
              <a:gd name="csY40" fmla="*/ 476070 h 1530799"/>
              <a:gd name="csX41" fmla="*/ 736082 w 1257307"/>
              <a:gd name="csY41" fmla="*/ 435421 h 1530799"/>
              <a:gd name="csX42" fmla="*/ 613945 w 1257307"/>
              <a:gd name="csY42" fmla="*/ 443733 h 1530799"/>
              <a:gd name="csX43" fmla="*/ 521573 w 1257307"/>
              <a:gd name="csY43" fmla="*/ 349633 h 1530799"/>
              <a:gd name="csX44" fmla="*/ 455973 w 1257307"/>
              <a:gd name="csY44" fmla="*/ 808330 h 1530799"/>
              <a:gd name="csX45" fmla="*/ 412656 w 1257307"/>
              <a:gd name="csY45" fmla="*/ 847898 h 1530799"/>
              <a:gd name="csX46" fmla="*/ 332090 w 1257307"/>
              <a:gd name="csY46" fmla="*/ 806085 h 1530799"/>
              <a:gd name="csX47" fmla="*/ 296006 w 1257307"/>
              <a:gd name="csY47" fmla="*/ 645567 h 1530799"/>
              <a:gd name="csX48" fmla="*/ 376654 w 1257307"/>
              <a:gd name="csY48" fmla="*/ 416135 h 1530799"/>
              <a:gd name="csX49" fmla="*/ 478588 w 1257307"/>
              <a:gd name="csY49" fmla="*/ 301087 h 1530799"/>
              <a:gd name="csX50" fmla="*/ 544438 w 1257307"/>
              <a:gd name="csY50" fmla="*/ 225940 h 1530799"/>
              <a:gd name="csX51" fmla="*/ 336830 w 1257307"/>
              <a:gd name="csY51" fmla="*/ 278809 h 1530799"/>
              <a:gd name="csX52" fmla="*/ 243542 w 1257307"/>
              <a:gd name="csY52" fmla="*/ 160768 h 1530799"/>
              <a:gd name="csX53" fmla="*/ 264827 w 1257307"/>
              <a:gd name="csY53" fmla="*/ 131674 h 1530799"/>
              <a:gd name="csX54" fmla="*/ 425211 w 1257307"/>
              <a:gd name="csY54" fmla="*/ 96594 h 1530799"/>
              <a:gd name="csX55" fmla="*/ 661337 w 1257307"/>
              <a:gd name="csY55" fmla="*/ 26102 h 1530799"/>
              <a:gd name="csX56" fmla="*/ 674307 w 1257307"/>
              <a:gd name="csY56" fmla="*/ 1103931 h 1530799"/>
              <a:gd name="csX57" fmla="*/ 495716 w 1257307"/>
              <a:gd name="csY57" fmla="*/ 1153391 h 1530799"/>
              <a:gd name="csX58" fmla="*/ 677467 w 1257307"/>
              <a:gd name="csY58" fmla="*/ 1177914 h 1530799"/>
              <a:gd name="csX59" fmla="*/ 754374 w 1257307"/>
              <a:gd name="csY59" fmla="*/ 1106175 h 1530799"/>
              <a:gd name="csX60" fmla="*/ 674307 w 1257307"/>
              <a:gd name="csY60" fmla="*/ 1103931 h 153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</a:cxnLst>
            <a:rect l="l" t="t" r="r" b="b"/>
            <a:pathLst>
              <a:path w="1257307" h="1530799">
                <a:moveTo>
                  <a:pt x="661337" y="26102"/>
                </a:moveTo>
                <a:cubicBezTo>
                  <a:pt x="699417" y="14381"/>
                  <a:pt x="738078" y="2078"/>
                  <a:pt x="778236" y="0"/>
                </a:cubicBezTo>
                <a:cubicBezTo>
                  <a:pt x="813489" y="6983"/>
                  <a:pt x="841175" y="37823"/>
                  <a:pt x="852649" y="70908"/>
                </a:cubicBezTo>
                <a:cubicBezTo>
                  <a:pt x="862876" y="95763"/>
                  <a:pt x="842090" y="117709"/>
                  <a:pt x="825628" y="133752"/>
                </a:cubicBezTo>
                <a:cubicBezTo>
                  <a:pt x="772499" y="179389"/>
                  <a:pt x="696174" y="175565"/>
                  <a:pt x="638306" y="212224"/>
                </a:cubicBezTo>
                <a:cubicBezTo>
                  <a:pt x="611036" y="229515"/>
                  <a:pt x="586924" y="252208"/>
                  <a:pt x="569879" y="279640"/>
                </a:cubicBezTo>
                <a:cubicBezTo>
                  <a:pt x="630491" y="265343"/>
                  <a:pt x="689273" y="235500"/>
                  <a:pt x="753127" y="241651"/>
                </a:cubicBezTo>
                <a:cubicBezTo>
                  <a:pt x="802680" y="250213"/>
                  <a:pt x="842589" y="285293"/>
                  <a:pt x="872105" y="324280"/>
                </a:cubicBezTo>
                <a:cubicBezTo>
                  <a:pt x="913677" y="382718"/>
                  <a:pt x="927644" y="455621"/>
                  <a:pt x="931385" y="525946"/>
                </a:cubicBezTo>
                <a:cubicBezTo>
                  <a:pt x="934628" y="609323"/>
                  <a:pt x="934795" y="692783"/>
                  <a:pt x="932716" y="776160"/>
                </a:cubicBezTo>
                <a:cubicBezTo>
                  <a:pt x="929973" y="822711"/>
                  <a:pt x="919995" y="873502"/>
                  <a:pt x="883661" y="906005"/>
                </a:cubicBezTo>
                <a:cubicBezTo>
                  <a:pt x="853480" y="939256"/>
                  <a:pt x="804177" y="945324"/>
                  <a:pt x="762689" y="934434"/>
                </a:cubicBezTo>
                <a:cubicBezTo>
                  <a:pt x="725689" y="923212"/>
                  <a:pt x="696257" y="897442"/>
                  <a:pt x="669236" y="871091"/>
                </a:cubicBezTo>
                <a:cubicBezTo>
                  <a:pt x="607959" y="900851"/>
                  <a:pt x="540031" y="937343"/>
                  <a:pt x="469859" y="918972"/>
                </a:cubicBezTo>
                <a:cubicBezTo>
                  <a:pt x="489729" y="941666"/>
                  <a:pt x="508104" y="966687"/>
                  <a:pt x="517333" y="995865"/>
                </a:cubicBezTo>
                <a:cubicBezTo>
                  <a:pt x="528890" y="1028950"/>
                  <a:pt x="523402" y="1064528"/>
                  <a:pt x="523153" y="1098860"/>
                </a:cubicBezTo>
                <a:cubicBezTo>
                  <a:pt x="565140" y="1092708"/>
                  <a:pt x="601307" y="1069184"/>
                  <a:pt x="640967" y="1055634"/>
                </a:cubicBezTo>
                <a:cubicBezTo>
                  <a:pt x="718124" y="1027786"/>
                  <a:pt x="793368" y="994286"/>
                  <a:pt x="871856" y="970012"/>
                </a:cubicBezTo>
                <a:cubicBezTo>
                  <a:pt x="929723" y="964360"/>
                  <a:pt x="985845" y="1030778"/>
                  <a:pt x="972043" y="1086640"/>
                </a:cubicBezTo>
                <a:cubicBezTo>
                  <a:pt x="933049" y="1142335"/>
                  <a:pt x="870442" y="1173757"/>
                  <a:pt x="819225" y="1216568"/>
                </a:cubicBezTo>
                <a:cubicBezTo>
                  <a:pt x="917252" y="1246161"/>
                  <a:pt x="1016026" y="1274757"/>
                  <a:pt x="1109479" y="1317401"/>
                </a:cubicBezTo>
                <a:cubicBezTo>
                  <a:pt x="1168926" y="1345332"/>
                  <a:pt x="1227459" y="1384319"/>
                  <a:pt x="1257307" y="1445085"/>
                </a:cubicBezTo>
                <a:cubicBezTo>
                  <a:pt x="1238281" y="1480372"/>
                  <a:pt x="1101594" y="1541706"/>
                  <a:pt x="995323" y="1529126"/>
                </a:cubicBezTo>
                <a:cubicBezTo>
                  <a:pt x="889052" y="1516546"/>
                  <a:pt x="741320" y="1430870"/>
                  <a:pt x="619682" y="1369605"/>
                </a:cubicBezTo>
                <a:cubicBezTo>
                  <a:pt x="568133" y="1407844"/>
                  <a:pt x="509019" y="1434777"/>
                  <a:pt x="446245" y="1448244"/>
                </a:cubicBezTo>
                <a:cubicBezTo>
                  <a:pt x="357615" y="1467778"/>
                  <a:pt x="269899" y="1497705"/>
                  <a:pt x="178192" y="1496125"/>
                </a:cubicBezTo>
                <a:cubicBezTo>
                  <a:pt x="249944" y="1474512"/>
                  <a:pt x="315877" y="1438102"/>
                  <a:pt x="380480" y="1400695"/>
                </a:cubicBezTo>
                <a:cubicBezTo>
                  <a:pt x="426291" y="1371766"/>
                  <a:pt x="474016" y="1345582"/>
                  <a:pt x="516419" y="1311582"/>
                </a:cubicBezTo>
                <a:cubicBezTo>
                  <a:pt x="484990" y="1290634"/>
                  <a:pt x="456306" y="1266195"/>
                  <a:pt x="426956" y="1242670"/>
                </a:cubicBezTo>
                <a:cubicBezTo>
                  <a:pt x="371333" y="1302355"/>
                  <a:pt x="312967" y="1360461"/>
                  <a:pt x="244706" y="1405766"/>
                </a:cubicBezTo>
                <a:cubicBezTo>
                  <a:pt x="208539" y="1430205"/>
                  <a:pt x="165970" y="1450155"/>
                  <a:pt x="121239" y="1444503"/>
                </a:cubicBezTo>
                <a:cubicBezTo>
                  <a:pt x="49736" y="1430454"/>
                  <a:pt x="-11790" y="1356637"/>
                  <a:pt x="1929" y="1282238"/>
                </a:cubicBezTo>
                <a:cubicBezTo>
                  <a:pt x="8912" y="1242420"/>
                  <a:pt x="52064" y="1231863"/>
                  <a:pt x="78919" y="1208588"/>
                </a:cubicBezTo>
                <a:cubicBezTo>
                  <a:pt x="170626" y="1138262"/>
                  <a:pt x="264161" y="1064944"/>
                  <a:pt x="328266" y="967269"/>
                </a:cubicBezTo>
                <a:cubicBezTo>
                  <a:pt x="352709" y="940253"/>
                  <a:pt x="324607" y="889795"/>
                  <a:pt x="365514" y="875497"/>
                </a:cubicBezTo>
                <a:cubicBezTo>
                  <a:pt x="401764" y="866353"/>
                  <a:pt x="438513" y="890127"/>
                  <a:pt x="463124" y="915730"/>
                </a:cubicBezTo>
                <a:cubicBezTo>
                  <a:pt x="453147" y="895530"/>
                  <a:pt x="441090" y="873003"/>
                  <a:pt x="450569" y="850226"/>
                </a:cubicBezTo>
                <a:cubicBezTo>
                  <a:pt x="468861" y="809493"/>
                  <a:pt x="515254" y="788463"/>
                  <a:pt x="557990" y="785886"/>
                </a:cubicBezTo>
                <a:cubicBezTo>
                  <a:pt x="610703" y="780981"/>
                  <a:pt x="665827" y="765519"/>
                  <a:pt x="704239" y="727115"/>
                </a:cubicBezTo>
                <a:cubicBezTo>
                  <a:pt x="727270" y="699267"/>
                  <a:pt x="730179" y="660862"/>
                  <a:pt x="733339" y="626281"/>
                </a:cubicBezTo>
                <a:cubicBezTo>
                  <a:pt x="739491" y="576238"/>
                  <a:pt x="745229" y="526196"/>
                  <a:pt x="749968" y="476070"/>
                </a:cubicBezTo>
                <a:cubicBezTo>
                  <a:pt x="753543" y="460359"/>
                  <a:pt x="742734" y="448223"/>
                  <a:pt x="736082" y="435421"/>
                </a:cubicBezTo>
                <a:cubicBezTo>
                  <a:pt x="696091" y="442986"/>
                  <a:pt x="654270" y="458115"/>
                  <a:pt x="613945" y="443733"/>
                </a:cubicBezTo>
                <a:cubicBezTo>
                  <a:pt x="570711" y="427524"/>
                  <a:pt x="543107" y="388288"/>
                  <a:pt x="521573" y="349633"/>
                </a:cubicBezTo>
                <a:cubicBezTo>
                  <a:pt x="453562" y="492696"/>
                  <a:pt x="471438" y="655292"/>
                  <a:pt x="455973" y="808330"/>
                </a:cubicBezTo>
                <a:cubicBezTo>
                  <a:pt x="446911" y="825537"/>
                  <a:pt x="436102" y="851140"/>
                  <a:pt x="412656" y="847898"/>
                </a:cubicBezTo>
                <a:cubicBezTo>
                  <a:pt x="379731" y="851473"/>
                  <a:pt x="352543" y="828945"/>
                  <a:pt x="332090" y="806085"/>
                </a:cubicBezTo>
                <a:cubicBezTo>
                  <a:pt x="293927" y="762942"/>
                  <a:pt x="283618" y="700680"/>
                  <a:pt x="296006" y="645567"/>
                </a:cubicBezTo>
                <a:cubicBezTo>
                  <a:pt x="310806" y="565598"/>
                  <a:pt x="334501" y="486212"/>
                  <a:pt x="376654" y="416135"/>
                </a:cubicBezTo>
                <a:cubicBezTo>
                  <a:pt x="404590" y="372909"/>
                  <a:pt x="441174" y="336084"/>
                  <a:pt x="478588" y="301087"/>
                </a:cubicBezTo>
                <a:cubicBezTo>
                  <a:pt x="503531" y="278892"/>
                  <a:pt x="524234" y="252458"/>
                  <a:pt x="544438" y="225940"/>
                </a:cubicBezTo>
                <a:cubicBezTo>
                  <a:pt x="476177" y="247138"/>
                  <a:pt x="411409" y="289865"/>
                  <a:pt x="336830" y="278809"/>
                </a:cubicBezTo>
                <a:cubicBezTo>
                  <a:pt x="289937" y="257113"/>
                  <a:pt x="248614" y="213720"/>
                  <a:pt x="243542" y="160768"/>
                </a:cubicBezTo>
                <a:cubicBezTo>
                  <a:pt x="247367" y="149214"/>
                  <a:pt x="248448" y="130760"/>
                  <a:pt x="264827" y="131674"/>
                </a:cubicBezTo>
                <a:cubicBezTo>
                  <a:pt x="319702" y="127601"/>
                  <a:pt x="371832" y="108647"/>
                  <a:pt x="425211" y="96594"/>
                </a:cubicBezTo>
                <a:cubicBezTo>
                  <a:pt x="505277" y="77641"/>
                  <a:pt x="582600" y="49461"/>
                  <a:pt x="661337" y="26102"/>
                </a:cubicBezTo>
                <a:moveTo>
                  <a:pt x="674307" y="1103931"/>
                </a:moveTo>
                <a:cubicBezTo>
                  <a:pt x="614362" y="1118893"/>
                  <a:pt x="551588" y="1125294"/>
                  <a:pt x="495716" y="1153391"/>
                </a:cubicBezTo>
                <a:cubicBezTo>
                  <a:pt x="557574" y="1149484"/>
                  <a:pt x="617188" y="1168188"/>
                  <a:pt x="677467" y="1177914"/>
                </a:cubicBezTo>
                <a:cubicBezTo>
                  <a:pt x="706234" y="1157631"/>
                  <a:pt x="729930" y="1131196"/>
                  <a:pt x="754374" y="1106175"/>
                </a:cubicBezTo>
                <a:cubicBezTo>
                  <a:pt x="731344" y="1085726"/>
                  <a:pt x="700414" y="1099857"/>
                  <a:pt x="674307" y="1103931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5E6E37E-9F59-2B0F-46EE-69DAB0492B19}"/>
              </a:ext>
            </a:extLst>
          </p:cNvPr>
          <p:cNvSpPr/>
          <p:nvPr/>
        </p:nvSpPr>
        <p:spPr>
          <a:xfrm>
            <a:off x="4779019" y="3824423"/>
            <a:ext cx="190664" cy="298438"/>
          </a:xfrm>
          <a:custGeom>
            <a:avLst/>
            <a:gdLst>
              <a:gd name="csX0" fmla="*/ 13985 w 190664"/>
              <a:gd name="csY0" fmla="*/ 28007 h 298438"/>
              <a:gd name="csX1" fmla="*/ 150339 w 190664"/>
              <a:gd name="csY1" fmla="*/ 26262 h 298438"/>
              <a:gd name="csX2" fmla="*/ 183348 w 190664"/>
              <a:gd name="csY2" fmla="*/ 94343 h 298438"/>
              <a:gd name="csX3" fmla="*/ 121988 w 190664"/>
              <a:gd name="csY3" fmla="*/ 181543 h 298438"/>
              <a:gd name="csX4" fmla="*/ 190664 w 190664"/>
              <a:gd name="csY4" fmla="*/ 183455 h 298438"/>
              <a:gd name="csX5" fmla="*/ 101119 w 190664"/>
              <a:gd name="csY5" fmla="*/ 289609 h 298438"/>
              <a:gd name="csX6" fmla="*/ 2095 w 190664"/>
              <a:gd name="csY6" fmla="*/ 207978 h 298438"/>
              <a:gd name="csX7" fmla="*/ 88398 w 190664"/>
              <a:gd name="csY7" fmla="*/ 118283 h 298438"/>
              <a:gd name="csX8" fmla="*/ 19721 w 190664"/>
              <a:gd name="csY8" fmla="*/ 90935 h 298438"/>
              <a:gd name="csX9" fmla="*/ 13985 w 190664"/>
              <a:gd name="csY9" fmla="*/ 28007 h 2984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90664" h="298438">
                <a:moveTo>
                  <a:pt x="13985" y="28007"/>
                </a:moveTo>
                <a:cubicBezTo>
                  <a:pt x="48905" y="-8236"/>
                  <a:pt x="114422" y="-9815"/>
                  <a:pt x="150339" y="26262"/>
                </a:cubicBezTo>
                <a:cubicBezTo>
                  <a:pt x="168132" y="43802"/>
                  <a:pt x="186839" y="68075"/>
                  <a:pt x="183348" y="94343"/>
                </a:cubicBezTo>
                <a:cubicBezTo>
                  <a:pt x="164224" y="124352"/>
                  <a:pt x="136538" y="148625"/>
                  <a:pt x="121988" y="181543"/>
                </a:cubicBezTo>
                <a:cubicBezTo>
                  <a:pt x="144519" y="187279"/>
                  <a:pt x="167800" y="187030"/>
                  <a:pt x="190664" y="183455"/>
                </a:cubicBezTo>
                <a:cubicBezTo>
                  <a:pt x="164724" y="221777"/>
                  <a:pt x="149009" y="272651"/>
                  <a:pt x="101119" y="289609"/>
                </a:cubicBezTo>
                <a:cubicBezTo>
                  <a:pt x="51814" y="322029"/>
                  <a:pt x="-12455" y="258436"/>
                  <a:pt x="2095" y="207978"/>
                </a:cubicBezTo>
                <a:cubicBezTo>
                  <a:pt x="30862" y="178135"/>
                  <a:pt x="66947" y="154860"/>
                  <a:pt x="88398" y="118283"/>
                </a:cubicBezTo>
                <a:cubicBezTo>
                  <a:pt x="65200" y="110469"/>
                  <a:pt x="36683" y="110885"/>
                  <a:pt x="19721" y="90935"/>
                </a:cubicBezTo>
                <a:cubicBezTo>
                  <a:pt x="4174" y="74475"/>
                  <a:pt x="-4805" y="45547"/>
                  <a:pt x="13985" y="28007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弧形 12">
            <a:extLst>
              <a:ext uri="{FF2B5EF4-FFF2-40B4-BE49-F238E27FC236}">
                <a16:creationId xmlns:a16="http://schemas.microsoft.com/office/drawing/2014/main" id="{E3B45EA6-DA64-2CEA-C7D2-3EDCE88CE025}"/>
              </a:ext>
            </a:extLst>
          </p:cNvPr>
          <p:cNvSpPr/>
          <p:nvPr/>
        </p:nvSpPr>
        <p:spPr>
          <a:xfrm>
            <a:off x="3652108" y="985108"/>
            <a:ext cx="4887784" cy="4887784"/>
          </a:xfrm>
          <a:prstGeom prst="arc">
            <a:avLst>
              <a:gd name="adj1" fmla="val 1922915"/>
              <a:gd name="adj2" fmla="val 20921739"/>
            </a:avLst>
          </a:prstGeom>
          <a:ln w="635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Arc 12+">
            <a:extLst>
              <a:ext uri="{FF2B5EF4-FFF2-40B4-BE49-F238E27FC236}">
                <a16:creationId xmlns:a16="http://schemas.microsoft.com/office/drawing/2014/main" id="{8E4942DE-7A03-2E98-3A93-690A5C754C8B}"/>
              </a:ext>
            </a:extLst>
          </p:cNvPr>
          <p:cNvSpPr/>
          <p:nvPr/>
        </p:nvSpPr>
        <p:spPr>
          <a:xfrm>
            <a:off x="3067050" y="400050"/>
            <a:ext cx="6057900" cy="6057900"/>
          </a:xfrm>
          <a:prstGeom prst="arc">
            <a:avLst>
              <a:gd name="adj1" fmla="val 3600716"/>
              <a:gd name="adj2" fmla="val 12203539"/>
            </a:avLst>
          </a:prstGeom>
          <a:ln w="1016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Arc 12++">
            <a:extLst>
              <a:ext uri="{FF2B5EF4-FFF2-40B4-BE49-F238E27FC236}">
                <a16:creationId xmlns:a16="http://schemas.microsoft.com/office/drawing/2014/main" id="{19A7C068-A406-AFFA-76BC-16FC13024AF1}"/>
              </a:ext>
            </a:extLst>
          </p:cNvPr>
          <p:cNvSpPr/>
          <p:nvPr/>
        </p:nvSpPr>
        <p:spPr>
          <a:xfrm>
            <a:off x="2365829" y="-301171"/>
            <a:ext cx="7460342" cy="7460342"/>
          </a:xfrm>
          <a:prstGeom prst="arc">
            <a:avLst>
              <a:gd name="adj1" fmla="val 9606023"/>
              <a:gd name="adj2" fmla="val 12159905"/>
            </a:avLst>
          </a:prstGeom>
          <a:ln w="127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CA791A6C-EE1E-2683-3A8D-C70F5DE8AA8C}"/>
              </a:ext>
            </a:extLst>
          </p:cNvPr>
          <p:cNvSpPr/>
          <p:nvPr/>
        </p:nvSpPr>
        <p:spPr>
          <a:xfrm>
            <a:off x="4575916" y="1466437"/>
            <a:ext cx="307995" cy="872068"/>
          </a:xfrm>
          <a:custGeom>
            <a:avLst/>
            <a:gdLst>
              <a:gd name="connsiteX0" fmla="*/ 372617 w 380184"/>
              <a:gd name="connsiteY0" fmla="*/ 806419 h 1076464"/>
              <a:gd name="connsiteX1" fmla="*/ 374694 w 380184"/>
              <a:gd name="connsiteY1" fmla="*/ 890781 h 1076464"/>
              <a:gd name="connsiteX2" fmla="*/ 372617 w 380184"/>
              <a:gd name="connsiteY2" fmla="*/ 806419 h 1076464"/>
              <a:gd name="connsiteX3" fmla="*/ 370799 w 380184"/>
              <a:gd name="connsiteY3" fmla="*/ 751214 h 1076464"/>
              <a:gd name="connsiteX4" fmla="*/ 370885 w 380184"/>
              <a:gd name="connsiteY4" fmla="*/ 788592 h 1076464"/>
              <a:gd name="connsiteX5" fmla="*/ 370799 w 380184"/>
              <a:gd name="connsiteY5" fmla="*/ 751214 h 1076464"/>
              <a:gd name="connsiteX6" fmla="*/ 373051 w 380184"/>
              <a:gd name="connsiteY6" fmla="*/ 513789 h 1076464"/>
              <a:gd name="connsiteX7" fmla="*/ 372877 w 380184"/>
              <a:gd name="connsiteY7" fmla="*/ 743514 h 1076464"/>
              <a:gd name="connsiteX8" fmla="*/ 373051 w 380184"/>
              <a:gd name="connsiteY8" fmla="*/ 513789 h 1076464"/>
              <a:gd name="connsiteX9" fmla="*/ 373309 w 380184"/>
              <a:gd name="connsiteY9" fmla="*/ 374914 h 1076464"/>
              <a:gd name="connsiteX10" fmla="*/ 372963 w 380184"/>
              <a:gd name="connsiteY10" fmla="*/ 490598 h 1076464"/>
              <a:gd name="connsiteX11" fmla="*/ 373309 w 380184"/>
              <a:gd name="connsiteY11" fmla="*/ 374914 h 1076464"/>
              <a:gd name="connsiteX12" fmla="*/ 3495 w 380184"/>
              <a:gd name="connsiteY12" fmla="*/ 359600 h 1076464"/>
              <a:gd name="connsiteX13" fmla="*/ 12068 w 380184"/>
              <a:gd name="connsiteY13" fmla="*/ 361158 h 1076464"/>
              <a:gd name="connsiteX14" fmla="*/ 19864 w 380184"/>
              <a:gd name="connsiteY14" fmla="*/ 485927 h 1076464"/>
              <a:gd name="connsiteX15" fmla="*/ 18998 w 380184"/>
              <a:gd name="connsiteY15" fmla="*/ 617272 h 1076464"/>
              <a:gd name="connsiteX16" fmla="*/ 23675 w 380184"/>
              <a:gd name="connsiteY16" fmla="*/ 775529 h 1076464"/>
              <a:gd name="connsiteX17" fmla="*/ 13109 w 380184"/>
              <a:gd name="connsiteY17" fmla="*/ 834972 h 1076464"/>
              <a:gd name="connsiteX18" fmla="*/ 8864 w 380184"/>
              <a:gd name="connsiteY18" fmla="*/ 933956 h 1076464"/>
              <a:gd name="connsiteX19" fmla="*/ 8952 w 380184"/>
              <a:gd name="connsiteY19" fmla="*/ 800794 h 1076464"/>
              <a:gd name="connsiteX20" fmla="*/ 1502 w 380184"/>
              <a:gd name="connsiteY20" fmla="*/ 724478 h 1076464"/>
              <a:gd name="connsiteX21" fmla="*/ 7652 w 380184"/>
              <a:gd name="connsiteY21" fmla="*/ 593480 h 1076464"/>
              <a:gd name="connsiteX22" fmla="*/ 2022 w 380184"/>
              <a:gd name="connsiteY22" fmla="*/ 522009 h 1076464"/>
              <a:gd name="connsiteX23" fmla="*/ 3495 w 380184"/>
              <a:gd name="connsiteY23" fmla="*/ 359600 h 1076464"/>
              <a:gd name="connsiteX24" fmla="*/ 371665 w 380184"/>
              <a:gd name="connsiteY24" fmla="*/ 278005 h 1076464"/>
              <a:gd name="connsiteX25" fmla="*/ 372097 w 380184"/>
              <a:gd name="connsiteY25" fmla="*/ 360638 h 1076464"/>
              <a:gd name="connsiteX26" fmla="*/ 371665 w 380184"/>
              <a:gd name="connsiteY26" fmla="*/ 278005 h 1076464"/>
              <a:gd name="connsiteX27" fmla="*/ 369585 w 380184"/>
              <a:gd name="connsiteY27" fmla="*/ 192087 h 1076464"/>
              <a:gd name="connsiteX28" fmla="*/ 375908 w 380184"/>
              <a:gd name="connsiteY28" fmla="*/ 210171 h 1076464"/>
              <a:gd name="connsiteX29" fmla="*/ 369585 w 380184"/>
              <a:gd name="connsiteY29" fmla="*/ 192087 h 1076464"/>
              <a:gd name="connsiteX30" fmla="*/ 221052 w 380184"/>
              <a:gd name="connsiteY30" fmla="*/ 65931 h 1076464"/>
              <a:gd name="connsiteX31" fmla="*/ 221052 w 380184"/>
              <a:gd name="connsiteY31" fmla="*/ 73807 h 1076464"/>
              <a:gd name="connsiteX32" fmla="*/ 268687 w 380184"/>
              <a:gd name="connsiteY32" fmla="*/ 71471 h 1076464"/>
              <a:gd name="connsiteX33" fmla="*/ 324202 w 380184"/>
              <a:gd name="connsiteY33" fmla="*/ 75104 h 1076464"/>
              <a:gd name="connsiteX34" fmla="*/ 328879 w 380184"/>
              <a:gd name="connsiteY34" fmla="*/ 290641 h 1076464"/>
              <a:gd name="connsiteX35" fmla="*/ 325502 w 380184"/>
              <a:gd name="connsiteY35" fmla="*/ 618484 h 1076464"/>
              <a:gd name="connsiteX36" fmla="*/ 325070 w 380184"/>
              <a:gd name="connsiteY36" fmla="*/ 877976 h 1076464"/>
              <a:gd name="connsiteX37" fmla="*/ 332432 w 380184"/>
              <a:gd name="connsiteY37" fmla="*/ 1022820 h 1076464"/>
              <a:gd name="connsiteX38" fmla="*/ 348625 w 380184"/>
              <a:gd name="connsiteY38" fmla="*/ 1028357 h 1076464"/>
              <a:gd name="connsiteX39" fmla="*/ 373917 w 380184"/>
              <a:gd name="connsiteY39" fmla="*/ 929112 h 1076464"/>
              <a:gd name="connsiteX40" fmla="*/ 365428 w 380184"/>
              <a:gd name="connsiteY40" fmla="*/ 1066948 h 1076464"/>
              <a:gd name="connsiteX41" fmla="*/ 334421 w 380184"/>
              <a:gd name="connsiteY41" fmla="*/ 1073524 h 1076464"/>
              <a:gd name="connsiteX42" fmla="*/ 112879 w 380184"/>
              <a:gd name="connsiteY42" fmla="*/ 1076464 h 1076464"/>
              <a:gd name="connsiteX43" fmla="*/ 195071 w 380184"/>
              <a:gd name="connsiteY43" fmla="*/ 1063485 h 1076464"/>
              <a:gd name="connsiteX44" fmla="*/ 316494 w 380184"/>
              <a:gd name="connsiteY44" fmla="*/ 1056219 h 1076464"/>
              <a:gd name="connsiteX45" fmla="*/ 347933 w 380184"/>
              <a:gd name="connsiteY45" fmla="*/ 1043240 h 1076464"/>
              <a:gd name="connsiteX46" fmla="*/ 237248 w 380184"/>
              <a:gd name="connsiteY46" fmla="*/ 1025760 h 1076464"/>
              <a:gd name="connsiteX47" fmla="*/ 132453 w 380184"/>
              <a:gd name="connsiteY47" fmla="*/ 1023339 h 1076464"/>
              <a:gd name="connsiteX48" fmla="*/ 38657 w 380184"/>
              <a:gd name="connsiteY48" fmla="*/ 1012177 h 1076464"/>
              <a:gd name="connsiteX49" fmla="*/ 50956 w 380184"/>
              <a:gd name="connsiteY49" fmla="*/ 929892 h 1076464"/>
              <a:gd name="connsiteX50" fmla="*/ 53034 w 380184"/>
              <a:gd name="connsiteY50" fmla="*/ 811265 h 1076464"/>
              <a:gd name="connsiteX51" fmla="*/ 37099 w 380184"/>
              <a:gd name="connsiteY51" fmla="*/ 814639 h 1076464"/>
              <a:gd name="connsiteX52" fmla="*/ 52599 w 380184"/>
              <a:gd name="connsiteY52" fmla="*/ 794218 h 1076464"/>
              <a:gd name="connsiteX53" fmla="*/ 52341 w 380184"/>
              <a:gd name="connsiteY53" fmla="*/ 772932 h 1076464"/>
              <a:gd name="connsiteX54" fmla="*/ 35538 w 380184"/>
              <a:gd name="connsiteY54" fmla="*/ 772327 h 1076464"/>
              <a:gd name="connsiteX55" fmla="*/ 52253 w 380184"/>
              <a:gd name="connsiteY55" fmla="*/ 768434 h 1076464"/>
              <a:gd name="connsiteX56" fmla="*/ 53034 w 380184"/>
              <a:gd name="connsiteY56" fmla="*/ 724479 h 1076464"/>
              <a:gd name="connsiteX57" fmla="*/ 41429 w 380184"/>
              <a:gd name="connsiteY57" fmla="*/ 729758 h 1076464"/>
              <a:gd name="connsiteX58" fmla="*/ 49222 w 380184"/>
              <a:gd name="connsiteY58" fmla="*/ 558522 h 1076464"/>
              <a:gd name="connsiteX59" fmla="*/ 44026 w 380184"/>
              <a:gd name="connsiteY59" fmla="*/ 402862 h 1076464"/>
              <a:gd name="connsiteX60" fmla="*/ 50176 w 380184"/>
              <a:gd name="connsiteY60" fmla="*/ 318154 h 1076464"/>
              <a:gd name="connsiteX61" fmla="*/ 52426 w 380184"/>
              <a:gd name="connsiteY61" fmla="*/ 260528 h 1076464"/>
              <a:gd name="connsiteX62" fmla="*/ 11895 w 380184"/>
              <a:gd name="connsiteY62" fmla="*/ 343073 h 1076464"/>
              <a:gd name="connsiteX63" fmla="*/ 376 w 380184"/>
              <a:gd name="connsiteY63" fmla="*/ 308203 h 1076464"/>
              <a:gd name="connsiteX64" fmla="*/ 3407 w 380184"/>
              <a:gd name="connsiteY64" fmla="*/ 241407 h 1076464"/>
              <a:gd name="connsiteX65" fmla="*/ 9730 w 380184"/>
              <a:gd name="connsiteY65" fmla="*/ 96649 h 1076464"/>
              <a:gd name="connsiteX66" fmla="*/ 23326 w 380184"/>
              <a:gd name="connsiteY66" fmla="*/ 256461 h 1076464"/>
              <a:gd name="connsiteX67" fmla="*/ 51907 w 380184"/>
              <a:gd name="connsiteY67" fmla="*/ 258884 h 1076464"/>
              <a:gd name="connsiteX68" fmla="*/ 52168 w 380184"/>
              <a:gd name="connsiteY68" fmla="*/ 69306 h 1076464"/>
              <a:gd name="connsiteX69" fmla="*/ 126391 w 380184"/>
              <a:gd name="connsiteY69" fmla="*/ 67750 h 1076464"/>
              <a:gd name="connsiteX70" fmla="*/ 221052 w 380184"/>
              <a:gd name="connsiteY70" fmla="*/ 65931 h 1076464"/>
              <a:gd name="connsiteX71" fmla="*/ 218886 w 380184"/>
              <a:gd name="connsiteY71" fmla="*/ 0 h 1076464"/>
              <a:gd name="connsiteX72" fmla="*/ 321344 w 380184"/>
              <a:gd name="connsiteY72" fmla="*/ 15057 h 1076464"/>
              <a:gd name="connsiteX73" fmla="*/ 320739 w 380184"/>
              <a:gd name="connsiteY73" fmla="*/ 26217 h 1076464"/>
              <a:gd name="connsiteX74" fmla="*/ 194724 w 380184"/>
              <a:gd name="connsiteY74" fmla="*/ 21979 h 1076464"/>
              <a:gd name="connsiteX75" fmla="*/ 78756 w 380184"/>
              <a:gd name="connsiteY75" fmla="*/ 17046 h 1076464"/>
              <a:gd name="connsiteX76" fmla="*/ 195678 w 380184"/>
              <a:gd name="connsiteY76" fmla="*/ 4240 h 1076464"/>
              <a:gd name="connsiteX77" fmla="*/ 218886 w 380184"/>
              <a:gd name="connsiteY77" fmla="*/ 0 h 1076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80184" h="1076464">
                <a:moveTo>
                  <a:pt x="372617" y="806419"/>
                </a:moveTo>
                <a:cubicBezTo>
                  <a:pt x="375908" y="834282"/>
                  <a:pt x="379024" y="862661"/>
                  <a:pt x="374694" y="890781"/>
                </a:cubicBezTo>
                <a:cubicBezTo>
                  <a:pt x="362743" y="864046"/>
                  <a:pt x="369844" y="834194"/>
                  <a:pt x="372617" y="806419"/>
                </a:cubicBezTo>
                <a:close/>
                <a:moveTo>
                  <a:pt x="370799" y="751214"/>
                </a:moveTo>
                <a:cubicBezTo>
                  <a:pt x="382923" y="753376"/>
                  <a:pt x="382665" y="785825"/>
                  <a:pt x="370885" y="788592"/>
                </a:cubicBezTo>
                <a:cubicBezTo>
                  <a:pt x="364562" y="777603"/>
                  <a:pt x="364215" y="761769"/>
                  <a:pt x="370799" y="751214"/>
                </a:cubicBezTo>
                <a:close/>
                <a:moveTo>
                  <a:pt x="373051" y="513789"/>
                </a:moveTo>
                <a:cubicBezTo>
                  <a:pt x="379459" y="590105"/>
                  <a:pt x="378159" y="667027"/>
                  <a:pt x="372877" y="743514"/>
                </a:cubicBezTo>
                <a:cubicBezTo>
                  <a:pt x="366381" y="667198"/>
                  <a:pt x="365254" y="589931"/>
                  <a:pt x="373051" y="513789"/>
                </a:cubicBezTo>
                <a:close/>
                <a:moveTo>
                  <a:pt x="373309" y="374914"/>
                </a:moveTo>
                <a:cubicBezTo>
                  <a:pt x="379890" y="413070"/>
                  <a:pt x="377813" y="452180"/>
                  <a:pt x="372963" y="490598"/>
                </a:cubicBezTo>
                <a:cubicBezTo>
                  <a:pt x="367505" y="452353"/>
                  <a:pt x="364213" y="412727"/>
                  <a:pt x="373309" y="374914"/>
                </a:cubicBezTo>
                <a:close/>
                <a:moveTo>
                  <a:pt x="3495" y="359600"/>
                </a:moveTo>
                <a:cubicBezTo>
                  <a:pt x="5660" y="360031"/>
                  <a:pt x="9903" y="360812"/>
                  <a:pt x="12068" y="361158"/>
                </a:cubicBezTo>
                <a:cubicBezTo>
                  <a:pt x="32509" y="399834"/>
                  <a:pt x="15621" y="444481"/>
                  <a:pt x="19864" y="485927"/>
                </a:cubicBezTo>
                <a:cubicBezTo>
                  <a:pt x="24802" y="529623"/>
                  <a:pt x="12417" y="573405"/>
                  <a:pt x="18998" y="617272"/>
                </a:cubicBezTo>
                <a:cubicBezTo>
                  <a:pt x="26445" y="669793"/>
                  <a:pt x="21337" y="722835"/>
                  <a:pt x="23675" y="775529"/>
                </a:cubicBezTo>
                <a:cubicBezTo>
                  <a:pt x="29305" y="796293"/>
                  <a:pt x="17440" y="815071"/>
                  <a:pt x="13109" y="834972"/>
                </a:cubicBezTo>
                <a:cubicBezTo>
                  <a:pt x="8345" y="867679"/>
                  <a:pt x="13802" y="901076"/>
                  <a:pt x="8864" y="933956"/>
                </a:cubicBezTo>
                <a:cubicBezTo>
                  <a:pt x="3148" y="889655"/>
                  <a:pt x="9037" y="845096"/>
                  <a:pt x="8952" y="800794"/>
                </a:cubicBezTo>
                <a:cubicBezTo>
                  <a:pt x="9903" y="774921"/>
                  <a:pt x="-3606" y="750175"/>
                  <a:pt x="1502" y="724478"/>
                </a:cubicBezTo>
                <a:cubicBezTo>
                  <a:pt x="11117" y="681474"/>
                  <a:pt x="10425" y="637000"/>
                  <a:pt x="7652" y="593480"/>
                </a:cubicBezTo>
                <a:cubicBezTo>
                  <a:pt x="1071" y="570031"/>
                  <a:pt x="-1702" y="545977"/>
                  <a:pt x="2022" y="522009"/>
                </a:cubicBezTo>
                <a:cubicBezTo>
                  <a:pt x="2802" y="467842"/>
                  <a:pt x="2629" y="413764"/>
                  <a:pt x="3495" y="359600"/>
                </a:cubicBezTo>
                <a:close/>
                <a:moveTo>
                  <a:pt x="371665" y="278005"/>
                </a:moveTo>
                <a:cubicBezTo>
                  <a:pt x="379458" y="305002"/>
                  <a:pt x="377207" y="333208"/>
                  <a:pt x="372097" y="360638"/>
                </a:cubicBezTo>
                <a:cubicBezTo>
                  <a:pt x="368115" y="333208"/>
                  <a:pt x="366642" y="305260"/>
                  <a:pt x="371665" y="278005"/>
                </a:cubicBezTo>
                <a:close/>
                <a:moveTo>
                  <a:pt x="369585" y="192087"/>
                </a:moveTo>
                <a:cubicBezTo>
                  <a:pt x="381104" y="193384"/>
                  <a:pt x="383269" y="199355"/>
                  <a:pt x="375908" y="210171"/>
                </a:cubicBezTo>
                <a:cubicBezTo>
                  <a:pt x="364130" y="208613"/>
                  <a:pt x="362050" y="202557"/>
                  <a:pt x="369585" y="192087"/>
                </a:cubicBezTo>
                <a:close/>
                <a:moveTo>
                  <a:pt x="221052" y="65931"/>
                </a:moveTo>
                <a:lnTo>
                  <a:pt x="221052" y="73807"/>
                </a:lnTo>
                <a:cubicBezTo>
                  <a:pt x="236729" y="70432"/>
                  <a:pt x="253271" y="62644"/>
                  <a:pt x="268687" y="71471"/>
                </a:cubicBezTo>
                <a:cubicBezTo>
                  <a:pt x="286963" y="73546"/>
                  <a:pt x="307660" y="64722"/>
                  <a:pt x="324202" y="75104"/>
                </a:cubicBezTo>
                <a:cubicBezTo>
                  <a:pt x="326801" y="146921"/>
                  <a:pt x="322037" y="218909"/>
                  <a:pt x="328879" y="290641"/>
                </a:cubicBezTo>
                <a:cubicBezTo>
                  <a:pt x="317448" y="399749"/>
                  <a:pt x="338579" y="509288"/>
                  <a:pt x="325502" y="618484"/>
                </a:cubicBezTo>
                <a:cubicBezTo>
                  <a:pt x="330613" y="704665"/>
                  <a:pt x="331910" y="791622"/>
                  <a:pt x="325070" y="877976"/>
                </a:cubicBezTo>
                <a:cubicBezTo>
                  <a:pt x="332778" y="925910"/>
                  <a:pt x="325070" y="975056"/>
                  <a:pt x="332432" y="1022820"/>
                </a:cubicBezTo>
                <a:cubicBezTo>
                  <a:pt x="336413" y="1024202"/>
                  <a:pt x="344555" y="1026972"/>
                  <a:pt x="348625" y="1028357"/>
                </a:cubicBezTo>
                <a:cubicBezTo>
                  <a:pt x="357720" y="995392"/>
                  <a:pt x="368721" y="962943"/>
                  <a:pt x="373917" y="929112"/>
                </a:cubicBezTo>
                <a:cubicBezTo>
                  <a:pt x="371578" y="974971"/>
                  <a:pt x="376860" y="1021869"/>
                  <a:pt x="365428" y="1066948"/>
                </a:cubicBezTo>
                <a:cubicBezTo>
                  <a:pt x="357201" y="1075252"/>
                  <a:pt x="344902" y="1072573"/>
                  <a:pt x="334421" y="1073524"/>
                </a:cubicBezTo>
                <a:cubicBezTo>
                  <a:pt x="260547" y="1073870"/>
                  <a:pt x="186671" y="1069284"/>
                  <a:pt x="112879" y="1076464"/>
                </a:cubicBezTo>
                <a:cubicBezTo>
                  <a:pt x="137822" y="1062881"/>
                  <a:pt x="167617" y="1064785"/>
                  <a:pt x="195071" y="1063485"/>
                </a:cubicBezTo>
                <a:cubicBezTo>
                  <a:pt x="235775" y="1068764"/>
                  <a:pt x="275790" y="1057170"/>
                  <a:pt x="316494" y="1056219"/>
                </a:cubicBezTo>
                <a:cubicBezTo>
                  <a:pt x="328620" y="1056909"/>
                  <a:pt x="338840" y="1050248"/>
                  <a:pt x="347933" y="1043240"/>
                </a:cubicBezTo>
                <a:cubicBezTo>
                  <a:pt x="314502" y="1021435"/>
                  <a:pt x="273883" y="1034933"/>
                  <a:pt x="237248" y="1025760"/>
                </a:cubicBezTo>
                <a:cubicBezTo>
                  <a:pt x="202518" y="1018321"/>
                  <a:pt x="167268" y="1030434"/>
                  <a:pt x="132453" y="1023339"/>
                </a:cubicBezTo>
                <a:cubicBezTo>
                  <a:pt x="101621" y="1016244"/>
                  <a:pt x="66111" y="1030693"/>
                  <a:pt x="38657" y="1012177"/>
                </a:cubicBezTo>
                <a:cubicBezTo>
                  <a:pt x="43334" y="984661"/>
                  <a:pt x="44026" y="956801"/>
                  <a:pt x="50956" y="929892"/>
                </a:cubicBezTo>
                <a:cubicBezTo>
                  <a:pt x="54160" y="890348"/>
                  <a:pt x="50607" y="850721"/>
                  <a:pt x="53034" y="811265"/>
                </a:cubicBezTo>
                <a:lnTo>
                  <a:pt x="37099" y="814639"/>
                </a:lnTo>
                <a:cubicBezTo>
                  <a:pt x="42207" y="807632"/>
                  <a:pt x="47403" y="800794"/>
                  <a:pt x="52599" y="794218"/>
                </a:cubicBezTo>
                <a:cubicBezTo>
                  <a:pt x="52514" y="788854"/>
                  <a:pt x="52426" y="778211"/>
                  <a:pt x="52341" y="772932"/>
                </a:cubicBezTo>
                <a:lnTo>
                  <a:pt x="35538" y="772327"/>
                </a:lnTo>
                <a:cubicBezTo>
                  <a:pt x="39695" y="771377"/>
                  <a:pt x="48096" y="769384"/>
                  <a:pt x="52253" y="768434"/>
                </a:cubicBezTo>
                <a:cubicBezTo>
                  <a:pt x="52341" y="753638"/>
                  <a:pt x="52599" y="739016"/>
                  <a:pt x="53034" y="724479"/>
                </a:cubicBezTo>
                <a:lnTo>
                  <a:pt x="41429" y="729758"/>
                </a:lnTo>
                <a:cubicBezTo>
                  <a:pt x="52860" y="672909"/>
                  <a:pt x="35106" y="614936"/>
                  <a:pt x="49222" y="558522"/>
                </a:cubicBezTo>
                <a:cubicBezTo>
                  <a:pt x="52514" y="506694"/>
                  <a:pt x="57623" y="453393"/>
                  <a:pt x="44026" y="402862"/>
                </a:cubicBezTo>
                <a:cubicBezTo>
                  <a:pt x="41514" y="374395"/>
                  <a:pt x="42987" y="345670"/>
                  <a:pt x="50176" y="318154"/>
                </a:cubicBezTo>
                <a:cubicBezTo>
                  <a:pt x="50607" y="298772"/>
                  <a:pt x="51907" y="279563"/>
                  <a:pt x="52426" y="260528"/>
                </a:cubicBezTo>
                <a:cubicBezTo>
                  <a:pt x="2368" y="252569"/>
                  <a:pt x="28349" y="319885"/>
                  <a:pt x="11895" y="343073"/>
                </a:cubicBezTo>
                <a:cubicBezTo>
                  <a:pt x="-5427" y="341084"/>
                  <a:pt x="1676" y="319712"/>
                  <a:pt x="376" y="308203"/>
                </a:cubicBezTo>
                <a:cubicBezTo>
                  <a:pt x="2022" y="285881"/>
                  <a:pt x="4965" y="263644"/>
                  <a:pt x="3407" y="241407"/>
                </a:cubicBezTo>
                <a:cubicBezTo>
                  <a:pt x="5311" y="193039"/>
                  <a:pt x="-1962" y="144239"/>
                  <a:pt x="9730" y="96649"/>
                </a:cubicBezTo>
                <a:cubicBezTo>
                  <a:pt x="15706" y="149776"/>
                  <a:pt x="10942" y="203767"/>
                  <a:pt x="23326" y="256461"/>
                </a:cubicBezTo>
                <a:cubicBezTo>
                  <a:pt x="30515" y="257068"/>
                  <a:pt x="44806" y="258280"/>
                  <a:pt x="51907" y="258884"/>
                </a:cubicBezTo>
                <a:cubicBezTo>
                  <a:pt x="52426" y="195633"/>
                  <a:pt x="51995" y="132472"/>
                  <a:pt x="52168" y="69306"/>
                </a:cubicBezTo>
                <a:cubicBezTo>
                  <a:pt x="76937" y="67143"/>
                  <a:pt x="102053" y="73892"/>
                  <a:pt x="126391" y="67750"/>
                </a:cubicBezTo>
                <a:cubicBezTo>
                  <a:pt x="157741" y="58404"/>
                  <a:pt x="190394" y="78910"/>
                  <a:pt x="221052" y="65931"/>
                </a:cubicBezTo>
                <a:close/>
                <a:moveTo>
                  <a:pt x="218886" y="0"/>
                </a:moveTo>
                <a:cubicBezTo>
                  <a:pt x="252751" y="7183"/>
                  <a:pt x="288608" y="1470"/>
                  <a:pt x="321344" y="15057"/>
                </a:cubicBezTo>
                <a:lnTo>
                  <a:pt x="320739" y="26217"/>
                </a:lnTo>
                <a:cubicBezTo>
                  <a:pt x="278732" y="25354"/>
                  <a:pt x="236297" y="29418"/>
                  <a:pt x="194724" y="21979"/>
                </a:cubicBezTo>
                <a:cubicBezTo>
                  <a:pt x="156444" y="15315"/>
                  <a:pt x="117471" y="14883"/>
                  <a:pt x="78756" y="17046"/>
                </a:cubicBezTo>
                <a:cubicBezTo>
                  <a:pt x="114525" y="-9432"/>
                  <a:pt x="156790" y="16961"/>
                  <a:pt x="195678" y="4240"/>
                </a:cubicBezTo>
                <a:cubicBezTo>
                  <a:pt x="201479" y="3201"/>
                  <a:pt x="213086" y="1039"/>
                  <a:pt x="218886" y="0"/>
                </a:cubicBezTo>
                <a:close/>
              </a:path>
            </a:pathLst>
          </a:custGeom>
          <a:solidFill>
            <a:srgbClr val="FF0000"/>
          </a:solidFill>
          <a:ln w="331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2400" dirty="0">
              <a:cs typeface="+mn-ea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EE06D71-494D-87F3-D931-012048CB0F6B}"/>
              </a:ext>
            </a:extLst>
          </p:cNvPr>
          <p:cNvSpPr txBox="1"/>
          <p:nvPr/>
        </p:nvSpPr>
        <p:spPr>
          <a:xfrm>
            <a:off x="4664605" y="1619348"/>
            <a:ext cx="140642" cy="137963"/>
          </a:xfrm>
          <a:custGeom>
            <a:avLst/>
            <a:gdLst/>
            <a:ahLst/>
            <a:cxnLst/>
            <a:rect l="l" t="t" r="r" b="b"/>
            <a:pathLst>
              <a:path w="140642" h="137963">
                <a:moveTo>
                  <a:pt x="52834" y="31402"/>
                </a:moveTo>
                <a:lnTo>
                  <a:pt x="55512" y="31402"/>
                </a:lnTo>
                <a:lnTo>
                  <a:pt x="55512" y="32295"/>
                </a:lnTo>
                <a:lnTo>
                  <a:pt x="61763" y="32295"/>
                </a:lnTo>
                <a:lnTo>
                  <a:pt x="61763" y="33188"/>
                </a:lnTo>
                <a:lnTo>
                  <a:pt x="62656" y="33188"/>
                </a:lnTo>
                <a:lnTo>
                  <a:pt x="62656" y="32295"/>
                </a:lnTo>
                <a:lnTo>
                  <a:pt x="65335" y="32295"/>
                </a:lnTo>
                <a:lnTo>
                  <a:pt x="65335" y="33188"/>
                </a:lnTo>
                <a:lnTo>
                  <a:pt x="73521" y="33188"/>
                </a:lnTo>
                <a:lnTo>
                  <a:pt x="73521" y="34081"/>
                </a:lnTo>
                <a:lnTo>
                  <a:pt x="72628" y="34081"/>
                </a:lnTo>
                <a:lnTo>
                  <a:pt x="72628" y="34974"/>
                </a:lnTo>
                <a:lnTo>
                  <a:pt x="71735" y="34974"/>
                </a:lnTo>
                <a:lnTo>
                  <a:pt x="71735" y="35867"/>
                </a:lnTo>
                <a:lnTo>
                  <a:pt x="70842" y="35867"/>
                </a:lnTo>
                <a:lnTo>
                  <a:pt x="70842" y="36760"/>
                </a:lnTo>
                <a:lnTo>
                  <a:pt x="67121" y="36760"/>
                </a:lnTo>
                <a:lnTo>
                  <a:pt x="67121" y="35867"/>
                </a:lnTo>
                <a:lnTo>
                  <a:pt x="65335" y="35867"/>
                </a:lnTo>
                <a:lnTo>
                  <a:pt x="65335" y="36760"/>
                </a:lnTo>
                <a:lnTo>
                  <a:pt x="63549" y="36760"/>
                </a:lnTo>
                <a:lnTo>
                  <a:pt x="63549" y="35867"/>
                </a:lnTo>
                <a:lnTo>
                  <a:pt x="53726" y="35867"/>
                </a:lnTo>
                <a:lnTo>
                  <a:pt x="53726" y="36760"/>
                </a:lnTo>
                <a:lnTo>
                  <a:pt x="52834" y="36760"/>
                </a:lnTo>
                <a:lnTo>
                  <a:pt x="52834" y="35867"/>
                </a:lnTo>
                <a:lnTo>
                  <a:pt x="51941" y="35867"/>
                </a:lnTo>
                <a:lnTo>
                  <a:pt x="51941" y="34974"/>
                </a:lnTo>
                <a:lnTo>
                  <a:pt x="49262" y="34974"/>
                </a:lnTo>
                <a:lnTo>
                  <a:pt x="49262" y="35867"/>
                </a:lnTo>
                <a:lnTo>
                  <a:pt x="43011" y="35867"/>
                </a:lnTo>
                <a:lnTo>
                  <a:pt x="43011" y="34974"/>
                </a:lnTo>
                <a:lnTo>
                  <a:pt x="42118" y="34974"/>
                </a:lnTo>
                <a:lnTo>
                  <a:pt x="42118" y="33188"/>
                </a:lnTo>
                <a:lnTo>
                  <a:pt x="51048" y="33188"/>
                </a:lnTo>
                <a:lnTo>
                  <a:pt x="51048" y="32295"/>
                </a:lnTo>
                <a:lnTo>
                  <a:pt x="52834" y="32295"/>
                </a:lnTo>
                <a:close/>
                <a:moveTo>
                  <a:pt x="120997" y="21431"/>
                </a:moveTo>
                <a:lnTo>
                  <a:pt x="124569" y="21431"/>
                </a:lnTo>
                <a:lnTo>
                  <a:pt x="124569" y="22324"/>
                </a:lnTo>
                <a:lnTo>
                  <a:pt x="127248" y="22324"/>
                </a:lnTo>
                <a:lnTo>
                  <a:pt x="127248" y="23366"/>
                </a:lnTo>
                <a:lnTo>
                  <a:pt x="128141" y="23366"/>
                </a:lnTo>
                <a:lnTo>
                  <a:pt x="128141" y="24259"/>
                </a:lnTo>
                <a:lnTo>
                  <a:pt x="129034" y="24259"/>
                </a:lnTo>
                <a:lnTo>
                  <a:pt x="129034" y="25152"/>
                </a:lnTo>
                <a:lnTo>
                  <a:pt x="129926" y="25152"/>
                </a:lnTo>
                <a:lnTo>
                  <a:pt x="129926" y="26045"/>
                </a:lnTo>
                <a:lnTo>
                  <a:pt x="130819" y="26045"/>
                </a:lnTo>
                <a:lnTo>
                  <a:pt x="130819" y="27831"/>
                </a:lnTo>
                <a:lnTo>
                  <a:pt x="131712" y="27831"/>
                </a:lnTo>
                <a:lnTo>
                  <a:pt x="131712" y="28724"/>
                </a:lnTo>
                <a:lnTo>
                  <a:pt x="132605" y="28724"/>
                </a:lnTo>
                <a:lnTo>
                  <a:pt x="132605" y="29617"/>
                </a:lnTo>
                <a:lnTo>
                  <a:pt x="133498" y="29617"/>
                </a:lnTo>
                <a:lnTo>
                  <a:pt x="133498" y="30509"/>
                </a:lnTo>
                <a:lnTo>
                  <a:pt x="135284" y="30509"/>
                </a:lnTo>
                <a:lnTo>
                  <a:pt x="135284" y="31402"/>
                </a:lnTo>
                <a:lnTo>
                  <a:pt x="136177" y="31402"/>
                </a:lnTo>
                <a:lnTo>
                  <a:pt x="136177" y="34974"/>
                </a:lnTo>
                <a:lnTo>
                  <a:pt x="135284" y="34974"/>
                </a:lnTo>
                <a:lnTo>
                  <a:pt x="135284" y="35867"/>
                </a:lnTo>
                <a:lnTo>
                  <a:pt x="129926" y="35867"/>
                </a:lnTo>
                <a:lnTo>
                  <a:pt x="129926" y="37653"/>
                </a:lnTo>
                <a:lnTo>
                  <a:pt x="129034" y="37653"/>
                </a:lnTo>
                <a:lnTo>
                  <a:pt x="129034" y="38546"/>
                </a:lnTo>
                <a:lnTo>
                  <a:pt x="125462" y="38546"/>
                </a:lnTo>
                <a:lnTo>
                  <a:pt x="125462" y="36760"/>
                </a:lnTo>
                <a:lnTo>
                  <a:pt x="122783" y="36760"/>
                </a:lnTo>
                <a:lnTo>
                  <a:pt x="122783" y="37653"/>
                </a:lnTo>
                <a:lnTo>
                  <a:pt x="120997" y="37653"/>
                </a:lnTo>
                <a:lnTo>
                  <a:pt x="120997" y="36760"/>
                </a:lnTo>
                <a:lnTo>
                  <a:pt x="115639" y="36760"/>
                </a:lnTo>
                <a:lnTo>
                  <a:pt x="115639" y="35867"/>
                </a:lnTo>
                <a:lnTo>
                  <a:pt x="111918" y="35867"/>
                </a:lnTo>
                <a:lnTo>
                  <a:pt x="111918" y="36760"/>
                </a:lnTo>
                <a:lnTo>
                  <a:pt x="110132" y="36760"/>
                </a:lnTo>
                <a:lnTo>
                  <a:pt x="110132" y="37653"/>
                </a:lnTo>
                <a:lnTo>
                  <a:pt x="107453" y="37653"/>
                </a:lnTo>
                <a:lnTo>
                  <a:pt x="107453" y="36760"/>
                </a:lnTo>
                <a:lnTo>
                  <a:pt x="102989" y="36760"/>
                </a:lnTo>
                <a:lnTo>
                  <a:pt x="102989" y="35867"/>
                </a:lnTo>
                <a:lnTo>
                  <a:pt x="100310" y="35867"/>
                </a:lnTo>
                <a:lnTo>
                  <a:pt x="100310" y="34974"/>
                </a:lnTo>
                <a:lnTo>
                  <a:pt x="97631" y="34974"/>
                </a:lnTo>
                <a:lnTo>
                  <a:pt x="97631" y="35867"/>
                </a:lnTo>
                <a:lnTo>
                  <a:pt x="94952" y="35867"/>
                </a:lnTo>
                <a:lnTo>
                  <a:pt x="94952" y="36760"/>
                </a:lnTo>
                <a:lnTo>
                  <a:pt x="91380" y="36760"/>
                </a:lnTo>
                <a:lnTo>
                  <a:pt x="91380" y="35867"/>
                </a:lnTo>
                <a:lnTo>
                  <a:pt x="90487" y="35867"/>
                </a:lnTo>
                <a:lnTo>
                  <a:pt x="90487" y="34974"/>
                </a:lnTo>
                <a:lnTo>
                  <a:pt x="89594" y="34974"/>
                </a:lnTo>
                <a:lnTo>
                  <a:pt x="89594" y="34081"/>
                </a:lnTo>
                <a:lnTo>
                  <a:pt x="90487" y="34081"/>
                </a:lnTo>
                <a:lnTo>
                  <a:pt x="90487" y="33188"/>
                </a:lnTo>
                <a:lnTo>
                  <a:pt x="95845" y="33188"/>
                </a:lnTo>
                <a:lnTo>
                  <a:pt x="95845" y="32295"/>
                </a:lnTo>
                <a:lnTo>
                  <a:pt x="100310" y="32295"/>
                </a:lnTo>
                <a:lnTo>
                  <a:pt x="100310" y="33188"/>
                </a:lnTo>
                <a:lnTo>
                  <a:pt x="103882" y="33188"/>
                </a:lnTo>
                <a:lnTo>
                  <a:pt x="103882" y="32295"/>
                </a:lnTo>
                <a:lnTo>
                  <a:pt x="105667" y="32295"/>
                </a:lnTo>
                <a:lnTo>
                  <a:pt x="105667" y="33188"/>
                </a:lnTo>
                <a:lnTo>
                  <a:pt x="109239" y="33188"/>
                </a:lnTo>
                <a:lnTo>
                  <a:pt x="109239" y="32295"/>
                </a:lnTo>
                <a:lnTo>
                  <a:pt x="111025" y="32295"/>
                </a:lnTo>
                <a:lnTo>
                  <a:pt x="111025" y="31402"/>
                </a:lnTo>
                <a:lnTo>
                  <a:pt x="111918" y="31402"/>
                </a:lnTo>
                <a:lnTo>
                  <a:pt x="111918" y="29617"/>
                </a:lnTo>
                <a:lnTo>
                  <a:pt x="112811" y="29617"/>
                </a:lnTo>
                <a:lnTo>
                  <a:pt x="112811" y="28724"/>
                </a:lnTo>
                <a:lnTo>
                  <a:pt x="115639" y="28724"/>
                </a:lnTo>
                <a:lnTo>
                  <a:pt x="115639" y="27831"/>
                </a:lnTo>
                <a:lnTo>
                  <a:pt x="116532" y="27831"/>
                </a:lnTo>
                <a:lnTo>
                  <a:pt x="116532" y="25152"/>
                </a:lnTo>
                <a:lnTo>
                  <a:pt x="117425" y="25152"/>
                </a:lnTo>
                <a:lnTo>
                  <a:pt x="117425" y="24259"/>
                </a:lnTo>
                <a:lnTo>
                  <a:pt x="118318" y="24259"/>
                </a:lnTo>
                <a:lnTo>
                  <a:pt x="118318" y="23366"/>
                </a:lnTo>
                <a:lnTo>
                  <a:pt x="119211" y="23366"/>
                </a:lnTo>
                <a:lnTo>
                  <a:pt x="119211" y="22324"/>
                </a:lnTo>
                <a:lnTo>
                  <a:pt x="120997" y="22324"/>
                </a:lnTo>
                <a:close/>
                <a:moveTo>
                  <a:pt x="37653" y="893"/>
                </a:moveTo>
                <a:lnTo>
                  <a:pt x="44797" y="893"/>
                </a:lnTo>
                <a:lnTo>
                  <a:pt x="44797" y="1786"/>
                </a:lnTo>
                <a:lnTo>
                  <a:pt x="45690" y="1786"/>
                </a:lnTo>
                <a:lnTo>
                  <a:pt x="45690" y="2679"/>
                </a:lnTo>
                <a:lnTo>
                  <a:pt x="46583" y="2679"/>
                </a:lnTo>
                <a:lnTo>
                  <a:pt x="46583" y="3572"/>
                </a:lnTo>
                <a:lnTo>
                  <a:pt x="47476" y="3572"/>
                </a:lnTo>
                <a:lnTo>
                  <a:pt x="47476" y="4465"/>
                </a:lnTo>
                <a:lnTo>
                  <a:pt x="48369" y="4465"/>
                </a:lnTo>
                <a:lnTo>
                  <a:pt x="48369" y="5358"/>
                </a:lnTo>
                <a:lnTo>
                  <a:pt x="49262" y="5358"/>
                </a:lnTo>
                <a:lnTo>
                  <a:pt x="49262" y="6251"/>
                </a:lnTo>
                <a:lnTo>
                  <a:pt x="50155" y="6251"/>
                </a:lnTo>
                <a:lnTo>
                  <a:pt x="50155" y="7143"/>
                </a:lnTo>
                <a:lnTo>
                  <a:pt x="51048" y="7143"/>
                </a:lnTo>
                <a:lnTo>
                  <a:pt x="51048" y="8036"/>
                </a:lnTo>
                <a:lnTo>
                  <a:pt x="51941" y="8036"/>
                </a:lnTo>
                <a:lnTo>
                  <a:pt x="51941" y="8929"/>
                </a:lnTo>
                <a:lnTo>
                  <a:pt x="52834" y="8929"/>
                </a:lnTo>
                <a:lnTo>
                  <a:pt x="52834" y="14287"/>
                </a:lnTo>
                <a:lnTo>
                  <a:pt x="51941" y="14287"/>
                </a:lnTo>
                <a:lnTo>
                  <a:pt x="51941" y="15180"/>
                </a:lnTo>
                <a:lnTo>
                  <a:pt x="51048" y="15180"/>
                </a:lnTo>
                <a:lnTo>
                  <a:pt x="51048" y="16073"/>
                </a:lnTo>
                <a:lnTo>
                  <a:pt x="50155" y="16073"/>
                </a:lnTo>
                <a:lnTo>
                  <a:pt x="50155" y="16966"/>
                </a:lnTo>
                <a:lnTo>
                  <a:pt x="49262" y="16966"/>
                </a:lnTo>
                <a:lnTo>
                  <a:pt x="49262" y="17859"/>
                </a:lnTo>
                <a:lnTo>
                  <a:pt x="48369" y="17859"/>
                </a:lnTo>
                <a:lnTo>
                  <a:pt x="48369" y="18752"/>
                </a:lnTo>
                <a:lnTo>
                  <a:pt x="47476" y="18752"/>
                </a:lnTo>
                <a:lnTo>
                  <a:pt x="47476" y="19645"/>
                </a:lnTo>
                <a:lnTo>
                  <a:pt x="46583" y="19645"/>
                </a:lnTo>
                <a:lnTo>
                  <a:pt x="46583" y="20538"/>
                </a:lnTo>
                <a:lnTo>
                  <a:pt x="45690" y="20538"/>
                </a:lnTo>
                <a:lnTo>
                  <a:pt x="45690" y="21431"/>
                </a:lnTo>
                <a:lnTo>
                  <a:pt x="44797" y="21431"/>
                </a:lnTo>
                <a:lnTo>
                  <a:pt x="44797" y="22324"/>
                </a:lnTo>
                <a:lnTo>
                  <a:pt x="43011" y="22324"/>
                </a:lnTo>
                <a:lnTo>
                  <a:pt x="43011" y="23366"/>
                </a:lnTo>
                <a:lnTo>
                  <a:pt x="42118" y="23366"/>
                </a:lnTo>
                <a:lnTo>
                  <a:pt x="42118" y="25152"/>
                </a:lnTo>
                <a:lnTo>
                  <a:pt x="41225" y="25152"/>
                </a:lnTo>
                <a:lnTo>
                  <a:pt x="41225" y="27831"/>
                </a:lnTo>
                <a:lnTo>
                  <a:pt x="40332" y="27831"/>
                </a:lnTo>
                <a:lnTo>
                  <a:pt x="40332" y="29617"/>
                </a:lnTo>
                <a:lnTo>
                  <a:pt x="39439" y="29617"/>
                </a:lnTo>
                <a:lnTo>
                  <a:pt x="39439" y="30509"/>
                </a:lnTo>
                <a:lnTo>
                  <a:pt x="38546" y="30509"/>
                </a:lnTo>
                <a:lnTo>
                  <a:pt x="38546" y="31402"/>
                </a:lnTo>
                <a:lnTo>
                  <a:pt x="37653" y="31402"/>
                </a:lnTo>
                <a:lnTo>
                  <a:pt x="37653" y="32295"/>
                </a:lnTo>
                <a:lnTo>
                  <a:pt x="36760" y="32295"/>
                </a:lnTo>
                <a:lnTo>
                  <a:pt x="36760" y="34081"/>
                </a:lnTo>
                <a:lnTo>
                  <a:pt x="35867" y="34081"/>
                </a:lnTo>
                <a:lnTo>
                  <a:pt x="35867" y="36760"/>
                </a:lnTo>
                <a:lnTo>
                  <a:pt x="36760" y="36760"/>
                </a:lnTo>
                <a:lnTo>
                  <a:pt x="36760" y="37653"/>
                </a:lnTo>
                <a:lnTo>
                  <a:pt x="37653" y="37653"/>
                </a:lnTo>
                <a:lnTo>
                  <a:pt x="37653" y="38546"/>
                </a:lnTo>
                <a:lnTo>
                  <a:pt x="38546" y="38546"/>
                </a:lnTo>
                <a:lnTo>
                  <a:pt x="38546" y="43904"/>
                </a:lnTo>
                <a:lnTo>
                  <a:pt x="37653" y="43904"/>
                </a:lnTo>
                <a:lnTo>
                  <a:pt x="37653" y="46583"/>
                </a:lnTo>
                <a:lnTo>
                  <a:pt x="36760" y="46583"/>
                </a:lnTo>
                <a:lnTo>
                  <a:pt x="36760" y="48369"/>
                </a:lnTo>
                <a:lnTo>
                  <a:pt x="35867" y="48369"/>
                </a:lnTo>
                <a:lnTo>
                  <a:pt x="35867" y="51048"/>
                </a:lnTo>
                <a:lnTo>
                  <a:pt x="36760" y="51048"/>
                </a:lnTo>
                <a:lnTo>
                  <a:pt x="36760" y="53727"/>
                </a:lnTo>
                <a:lnTo>
                  <a:pt x="35867" y="53727"/>
                </a:lnTo>
                <a:lnTo>
                  <a:pt x="35867" y="56406"/>
                </a:lnTo>
                <a:lnTo>
                  <a:pt x="34974" y="56406"/>
                </a:lnTo>
                <a:lnTo>
                  <a:pt x="34974" y="60870"/>
                </a:lnTo>
                <a:lnTo>
                  <a:pt x="35867" y="60870"/>
                </a:lnTo>
                <a:lnTo>
                  <a:pt x="35867" y="63549"/>
                </a:lnTo>
                <a:lnTo>
                  <a:pt x="36760" y="63549"/>
                </a:lnTo>
                <a:lnTo>
                  <a:pt x="36760" y="70842"/>
                </a:lnTo>
                <a:lnTo>
                  <a:pt x="35867" y="70842"/>
                </a:lnTo>
                <a:lnTo>
                  <a:pt x="35867" y="89594"/>
                </a:lnTo>
                <a:lnTo>
                  <a:pt x="36760" y="89594"/>
                </a:lnTo>
                <a:lnTo>
                  <a:pt x="36760" y="92273"/>
                </a:lnTo>
                <a:lnTo>
                  <a:pt x="37653" y="92273"/>
                </a:lnTo>
                <a:lnTo>
                  <a:pt x="37653" y="94952"/>
                </a:lnTo>
                <a:lnTo>
                  <a:pt x="36760" y="94952"/>
                </a:lnTo>
                <a:lnTo>
                  <a:pt x="36760" y="102989"/>
                </a:lnTo>
                <a:lnTo>
                  <a:pt x="37653" y="102989"/>
                </a:lnTo>
                <a:lnTo>
                  <a:pt x="37653" y="106561"/>
                </a:lnTo>
                <a:lnTo>
                  <a:pt x="38546" y="106561"/>
                </a:lnTo>
                <a:lnTo>
                  <a:pt x="38546" y="107454"/>
                </a:lnTo>
                <a:lnTo>
                  <a:pt x="39439" y="107454"/>
                </a:lnTo>
                <a:lnTo>
                  <a:pt x="39439" y="108347"/>
                </a:lnTo>
                <a:lnTo>
                  <a:pt x="40332" y="108347"/>
                </a:lnTo>
                <a:lnTo>
                  <a:pt x="40332" y="111026"/>
                </a:lnTo>
                <a:lnTo>
                  <a:pt x="38546" y="111026"/>
                </a:lnTo>
                <a:lnTo>
                  <a:pt x="38546" y="111918"/>
                </a:lnTo>
                <a:lnTo>
                  <a:pt x="37653" y="111918"/>
                </a:lnTo>
                <a:lnTo>
                  <a:pt x="37653" y="124569"/>
                </a:lnTo>
                <a:lnTo>
                  <a:pt x="36760" y="124569"/>
                </a:lnTo>
                <a:lnTo>
                  <a:pt x="36760" y="126355"/>
                </a:lnTo>
                <a:lnTo>
                  <a:pt x="37653" y="126355"/>
                </a:lnTo>
                <a:lnTo>
                  <a:pt x="37653" y="130820"/>
                </a:lnTo>
                <a:lnTo>
                  <a:pt x="38546" y="130820"/>
                </a:lnTo>
                <a:lnTo>
                  <a:pt x="38546" y="134392"/>
                </a:lnTo>
                <a:lnTo>
                  <a:pt x="37653" y="134392"/>
                </a:lnTo>
                <a:lnTo>
                  <a:pt x="37653" y="135285"/>
                </a:lnTo>
                <a:lnTo>
                  <a:pt x="35867" y="135285"/>
                </a:lnTo>
                <a:lnTo>
                  <a:pt x="35867" y="136177"/>
                </a:lnTo>
                <a:lnTo>
                  <a:pt x="34081" y="136177"/>
                </a:lnTo>
                <a:lnTo>
                  <a:pt x="34081" y="137070"/>
                </a:lnTo>
                <a:lnTo>
                  <a:pt x="31402" y="137070"/>
                </a:lnTo>
                <a:lnTo>
                  <a:pt x="31402" y="137963"/>
                </a:lnTo>
                <a:lnTo>
                  <a:pt x="28723" y="137963"/>
                </a:lnTo>
                <a:lnTo>
                  <a:pt x="28723" y="137070"/>
                </a:lnTo>
                <a:lnTo>
                  <a:pt x="25151" y="137070"/>
                </a:lnTo>
                <a:lnTo>
                  <a:pt x="25151" y="136177"/>
                </a:lnTo>
                <a:lnTo>
                  <a:pt x="24259" y="136177"/>
                </a:lnTo>
                <a:lnTo>
                  <a:pt x="24259" y="135285"/>
                </a:lnTo>
                <a:lnTo>
                  <a:pt x="22324" y="135285"/>
                </a:lnTo>
                <a:lnTo>
                  <a:pt x="22324" y="133499"/>
                </a:lnTo>
                <a:lnTo>
                  <a:pt x="21431" y="133499"/>
                </a:lnTo>
                <a:lnTo>
                  <a:pt x="21431" y="129034"/>
                </a:lnTo>
                <a:lnTo>
                  <a:pt x="22324" y="129034"/>
                </a:lnTo>
                <a:lnTo>
                  <a:pt x="22324" y="121890"/>
                </a:lnTo>
                <a:lnTo>
                  <a:pt x="23366" y="121890"/>
                </a:lnTo>
                <a:lnTo>
                  <a:pt x="23366" y="120104"/>
                </a:lnTo>
                <a:lnTo>
                  <a:pt x="24259" y="120104"/>
                </a:lnTo>
                <a:lnTo>
                  <a:pt x="24259" y="119211"/>
                </a:lnTo>
                <a:lnTo>
                  <a:pt x="25151" y="119211"/>
                </a:lnTo>
                <a:lnTo>
                  <a:pt x="25151" y="114597"/>
                </a:lnTo>
                <a:lnTo>
                  <a:pt x="24259" y="114597"/>
                </a:lnTo>
                <a:lnTo>
                  <a:pt x="24259" y="111918"/>
                </a:lnTo>
                <a:lnTo>
                  <a:pt x="25151" y="111918"/>
                </a:lnTo>
                <a:lnTo>
                  <a:pt x="25151" y="107454"/>
                </a:lnTo>
                <a:lnTo>
                  <a:pt x="24259" y="107454"/>
                </a:lnTo>
                <a:lnTo>
                  <a:pt x="24259" y="100310"/>
                </a:lnTo>
                <a:lnTo>
                  <a:pt x="23366" y="100310"/>
                </a:lnTo>
                <a:lnTo>
                  <a:pt x="23366" y="98524"/>
                </a:lnTo>
                <a:lnTo>
                  <a:pt x="24259" y="98524"/>
                </a:lnTo>
                <a:lnTo>
                  <a:pt x="24259" y="96738"/>
                </a:lnTo>
                <a:lnTo>
                  <a:pt x="25151" y="96738"/>
                </a:lnTo>
                <a:lnTo>
                  <a:pt x="25151" y="94059"/>
                </a:lnTo>
                <a:lnTo>
                  <a:pt x="26044" y="94059"/>
                </a:lnTo>
                <a:lnTo>
                  <a:pt x="26044" y="91380"/>
                </a:lnTo>
                <a:lnTo>
                  <a:pt x="25151" y="91380"/>
                </a:lnTo>
                <a:lnTo>
                  <a:pt x="25151" y="71735"/>
                </a:lnTo>
                <a:lnTo>
                  <a:pt x="24259" y="71735"/>
                </a:lnTo>
                <a:lnTo>
                  <a:pt x="24259" y="68014"/>
                </a:lnTo>
                <a:lnTo>
                  <a:pt x="25151" y="68014"/>
                </a:lnTo>
                <a:lnTo>
                  <a:pt x="25151" y="67121"/>
                </a:lnTo>
                <a:lnTo>
                  <a:pt x="24259" y="67121"/>
                </a:lnTo>
                <a:lnTo>
                  <a:pt x="24259" y="65335"/>
                </a:lnTo>
                <a:lnTo>
                  <a:pt x="25151" y="65335"/>
                </a:lnTo>
                <a:lnTo>
                  <a:pt x="25151" y="59084"/>
                </a:lnTo>
                <a:lnTo>
                  <a:pt x="26044" y="59084"/>
                </a:lnTo>
                <a:lnTo>
                  <a:pt x="26044" y="53727"/>
                </a:lnTo>
                <a:lnTo>
                  <a:pt x="26937" y="53727"/>
                </a:lnTo>
                <a:lnTo>
                  <a:pt x="26937" y="52834"/>
                </a:lnTo>
                <a:lnTo>
                  <a:pt x="23366" y="52834"/>
                </a:lnTo>
                <a:lnTo>
                  <a:pt x="23366" y="53727"/>
                </a:lnTo>
                <a:lnTo>
                  <a:pt x="22324" y="53727"/>
                </a:lnTo>
                <a:lnTo>
                  <a:pt x="22324" y="54620"/>
                </a:lnTo>
                <a:lnTo>
                  <a:pt x="20538" y="54620"/>
                </a:lnTo>
                <a:lnTo>
                  <a:pt x="20538" y="56406"/>
                </a:lnTo>
                <a:lnTo>
                  <a:pt x="19645" y="56406"/>
                </a:lnTo>
                <a:lnTo>
                  <a:pt x="19645" y="59084"/>
                </a:lnTo>
                <a:lnTo>
                  <a:pt x="18752" y="59084"/>
                </a:lnTo>
                <a:lnTo>
                  <a:pt x="18752" y="59977"/>
                </a:lnTo>
                <a:lnTo>
                  <a:pt x="16966" y="59977"/>
                </a:lnTo>
                <a:lnTo>
                  <a:pt x="16966" y="60870"/>
                </a:lnTo>
                <a:lnTo>
                  <a:pt x="15180" y="60870"/>
                </a:lnTo>
                <a:lnTo>
                  <a:pt x="15180" y="62656"/>
                </a:lnTo>
                <a:lnTo>
                  <a:pt x="14287" y="62656"/>
                </a:lnTo>
                <a:lnTo>
                  <a:pt x="14287" y="63549"/>
                </a:lnTo>
                <a:lnTo>
                  <a:pt x="13394" y="63549"/>
                </a:lnTo>
                <a:lnTo>
                  <a:pt x="13394" y="65335"/>
                </a:lnTo>
                <a:lnTo>
                  <a:pt x="12501" y="65335"/>
                </a:lnTo>
                <a:lnTo>
                  <a:pt x="12501" y="66228"/>
                </a:lnTo>
                <a:lnTo>
                  <a:pt x="11608" y="66228"/>
                </a:lnTo>
                <a:lnTo>
                  <a:pt x="11608" y="68014"/>
                </a:lnTo>
                <a:lnTo>
                  <a:pt x="10715" y="68014"/>
                </a:lnTo>
                <a:lnTo>
                  <a:pt x="10715" y="68907"/>
                </a:lnTo>
                <a:lnTo>
                  <a:pt x="9822" y="68907"/>
                </a:lnTo>
                <a:lnTo>
                  <a:pt x="9822" y="70842"/>
                </a:lnTo>
                <a:lnTo>
                  <a:pt x="8929" y="70842"/>
                </a:lnTo>
                <a:lnTo>
                  <a:pt x="8929" y="71735"/>
                </a:lnTo>
                <a:lnTo>
                  <a:pt x="5357" y="71735"/>
                </a:lnTo>
                <a:lnTo>
                  <a:pt x="5357" y="70842"/>
                </a:lnTo>
                <a:lnTo>
                  <a:pt x="892" y="70842"/>
                </a:lnTo>
                <a:lnTo>
                  <a:pt x="892" y="68907"/>
                </a:lnTo>
                <a:lnTo>
                  <a:pt x="0" y="68907"/>
                </a:lnTo>
                <a:lnTo>
                  <a:pt x="0" y="67121"/>
                </a:lnTo>
                <a:lnTo>
                  <a:pt x="892" y="67121"/>
                </a:lnTo>
                <a:lnTo>
                  <a:pt x="892" y="66228"/>
                </a:lnTo>
                <a:lnTo>
                  <a:pt x="2678" y="66228"/>
                </a:lnTo>
                <a:lnTo>
                  <a:pt x="2678" y="65335"/>
                </a:lnTo>
                <a:lnTo>
                  <a:pt x="3571" y="65335"/>
                </a:lnTo>
                <a:lnTo>
                  <a:pt x="3571" y="63549"/>
                </a:lnTo>
                <a:lnTo>
                  <a:pt x="4464" y="63549"/>
                </a:lnTo>
                <a:lnTo>
                  <a:pt x="4464" y="62656"/>
                </a:lnTo>
                <a:lnTo>
                  <a:pt x="5357" y="62656"/>
                </a:lnTo>
                <a:lnTo>
                  <a:pt x="5357" y="61763"/>
                </a:lnTo>
                <a:lnTo>
                  <a:pt x="6250" y="61763"/>
                </a:lnTo>
                <a:lnTo>
                  <a:pt x="6250" y="60870"/>
                </a:lnTo>
                <a:lnTo>
                  <a:pt x="7143" y="60870"/>
                </a:lnTo>
                <a:lnTo>
                  <a:pt x="7143" y="59977"/>
                </a:lnTo>
                <a:lnTo>
                  <a:pt x="8036" y="59977"/>
                </a:lnTo>
                <a:lnTo>
                  <a:pt x="8036" y="58192"/>
                </a:lnTo>
                <a:lnTo>
                  <a:pt x="8929" y="58192"/>
                </a:lnTo>
                <a:lnTo>
                  <a:pt x="8929" y="56406"/>
                </a:lnTo>
                <a:lnTo>
                  <a:pt x="9822" y="56406"/>
                </a:lnTo>
                <a:lnTo>
                  <a:pt x="9822" y="55513"/>
                </a:lnTo>
                <a:lnTo>
                  <a:pt x="10715" y="55513"/>
                </a:lnTo>
                <a:lnTo>
                  <a:pt x="10715" y="53727"/>
                </a:lnTo>
                <a:lnTo>
                  <a:pt x="11608" y="53727"/>
                </a:lnTo>
                <a:lnTo>
                  <a:pt x="11608" y="51941"/>
                </a:lnTo>
                <a:lnTo>
                  <a:pt x="12501" y="51941"/>
                </a:lnTo>
                <a:lnTo>
                  <a:pt x="12501" y="51048"/>
                </a:lnTo>
                <a:lnTo>
                  <a:pt x="13394" y="51048"/>
                </a:lnTo>
                <a:lnTo>
                  <a:pt x="13394" y="49262"/>
                </a:lnTo>
                <a:lnTo>
                  <a:pt x="14287" y="49262"/>
                </a:lnTo>
                <a:lnTo>
                  <a:pt x="14287" y="48369"/>
                </a:lnTo>
                <a:lnTo>
                  <a:pt x="15180" y="48369"/>
                </a:lnTo>
                <a:lnTo>
                  <a:pt x="15180" y="46583"/>
                </a:lnTo>
                <a:lnTo>
                  <a:pt x="16073" y="46583"/>
                </a:lnTo>
                <a:lnTo>
                  <a:pt x="16073" y="43011"/>
                </a:lnTo>
                <a:lnTo>
                  <a:pt x="16966" y="43011"/>
                </a:lnTo>
                <a:lnTo>
                  <a:pt x="16966" y="41225"/>
                </a:lnTo>
                <a:lnTo>
                  <a:pt x="19645" y="41225"/>
                </a:lnTo>
                <a:lnTo>
                  <a:pt x="19645" y="40332"/>
                </a:lnTo>
                <a:lnTo>
                  <a:pt x="20538" y="40332"/>
                </a:lnTo>
                <a:lnTo>
                  <a:pt x="20538" y="39439"/>
                </a:lnTo>
                <a:lnTo>
                  <a:pt x="21431" y="39439"/>
                </a:lnTo>
                <a:lnTo>
                  <a:pt x="21431" y="37653"/>
                </a:lnTo>
                <a:lnTo>
                  <a:pt x="22324" y="37653"/>
                </a:lnTo>
                <a:lnTo>
                  <a:pt x="22324" y="34974"/>
                </a:lnTo>
                <a:lnTo>
                  <a:pt x="23366" y="34974"/>
                </a:lnTo>
                <a:lnTo>
                  <a:pt x="23366" y="33188"/>
                </a:lnTo>
                <a:lnTo>
                  <a:pt x="24259" y="33188"/>
                </a:lnTo>
                <a:lnTo>
                  <a:pt x="24259" y="32295"/>
                </a:lnTo>
                <a:lnTo>
                  <a:pt x="26937" y="32295"/>
                </a:lnTo>
                <a:lnTo>
                  <a:pt x="26937" y="31402"/>
                </a:lnTo>
                <a:lnTo>
                  <a:pt x="27830" y="31402"/>
                </a:lnTo>
                <a:lnTo>
                  <a:pt x="27830" y="26045"/>
                </a:lnTo>
                <a:lnTo>
                  <a:pt x="28723" y="26045"/>
                </a:lnTo>
                <a:lnTo>
                  <a:pt x="28723" y="22324"/>
                </a:lnTo>
                <a:lnTo>
                  <a:pt x="29616" y="22324"/>
                </a:lnTo>
                <a:lnTo>
                  <a:pt x="29616" y="20538"/>
                </a:lnTo>
                <a:lnTo>
                  <a:pt x="30509" y="20538"/>
                </a:lnTo>
                <a:lnTo>
                  <a:pt x="30509" y="19645"/>
                </a:lnTo>
                <a:lnTo>
                  <a:pt x="31402" y="19645"/>
                </a:lnTo>
                <a:lnTo>
                  <a:pt x="31402" y="18752"/>
                </a:lnTo>
                <a:lnTo>
                  <a:pt x="32295" y="18752"/>
                </a:lnTo>
                <a:lnTo>
                  <a:pt x="32295" y="17859"/>
                </a:lnTo>
                <a:lnTo>
                  <a:pt x="33188" y="17859"/>
                </a:lnTo>
                <a:lnTo>
                  <a:pt x="33188" y="14287"/>
                </a:lnTo>
                <a:lnTo>
                  <a:pt x="32295" y="14287"/>
                </a:lnTo>
                <a:lnTo>
                  <a:pt x="32295" y="13394"/>
                </a:lnTo>
                <a:lnTo>
                  <a:pt x="33188" y="13394"/>
                </a:lnTo>
                <a:lnTo>
                  <a:pt x="33188" y="8036"/>
                </a:lnTo>
                <a:lnTo>
                  <a:pt x="34974" y="8036"/>
                </a:lnTo>
                <a:lnTo>
                  <a:pt x="34974" y="7143"/>
                </a:lnTo>
                <a:lnTo>
                  <a:pt x="35867" y="7143"/>
                </a:lnTo>
                <a:lnTo>
                  <a:pt x="35867" y="5358"/>
                </a:lnTo>
                <a:lnTo>
                  <a:pt x="36760" y="5358"/>
                </a:lnTo>
                <a:lnTo>
                  <a:pt x="36760" y="2679"/>
                </a:lnTo>
                <a:lnTo>
                  <a:pt x="37653" y="2679"/>
                </a:lnTo>
                <a:close/>
                <a:moveTo>
                  <a:pt x="83343" y="0"/>
                </a:moveTo>
                <a:lnTo>
                  <a:pt x="87808" y="0"/>
                </a:lnTo>
                <a:lnTo>
                  <a:pt x="87808" y="893"/>
                </a:lnTo>
                <a:lnTo>
                  <a:pt x="88701" y="893"/>
                </a:lnTo>
                <a:lnTo>
                  <a:pt x="88701" y="1786"/>
                </a:lnTo>
                <a:lnTo>
                  <a:pt x="90487" y="1786"/>
                </a:lnTo>
                <a:lnTo>
                  <a:pt x="90487" y="2679"/>
                </a:lnTo>
                <a:lnTo>
                  <a:pt x="94952" y="2679"/>
                </a:lnTo>
                <a:lnTo>
                  <a:pt x="94952" y="3572"/>
                </a:lnTo>
                <a:lnTo>
                  <a:pt x="95845" y="3572"/>
                </a:lnTo>
                <a:lnTo>
                  <a:pt x="95845" y="4465"/>
                </a:lnTo>
                <a:lnTo>
                  <a:pt x="96738" y="4465"/>
                </a:lnTo>
                <a:lnTo>
                  <a:pt x="96738" y="5358"/>
                </a:lnTo>
                <a:lnTo>
                  <a:pt x="97631" y="5358"/>
                </a:lnTo>
                <a:lnTo>
                  <a:pt x="97631" y="6251"/>
                </a:lnTo>
                <a:lnTo>
                  <a:pt x="98524" y="6251"/>
                </a:lnTo>
                <a:lnTo>
                  <a:pt x="98524" y="10715"/>
                </a:lnTo>
                <a:lnTo>
                  <a:pt x="97631" y="10715"/>
                </a:lnTo>
                <a:lnTo>
                  <a:pt x="97631" y="11608"/>
                </a:lnTo>
                <a:lnTo>
                  <a:pt x="96738" y="11608"/>
                </a:lnTo>
                <a:lnTo>
                  <a:pt x="96738" y="12501"/>
                </a:lnTo>
                <a:lnTo>
                  <a:pt x="95845" y="12501"/>
                </a:lnTo>
                <a:lnTo>
                  <a:pt x="95845" y="13394"/>
                </a:lnTo>
                <a:lnTo>
                  <a:pt x="94059" y="13394"/>
                </a:lnTo>
                <a:lnTo>
                  <a:pt x="94059" y="14287"/>
                </a:lnTo>
                <a:lnTo>
                  <a:pt x="92273" y="14287"/>
                </a:lnTo>
                <a:lnTo>
                  <a:pt x="92273" y="17859"/>
                </a:lnTo>
                <a:lnTo>
                  <a:pt x="91380" y="17859"/>
                </a:lnTo>
                <a:lnTo>
                  <a:pt x="91380" y="19645"/>
                </a:lnTo>
                <a:lnTo>
                  <a:pt x="90487" y="19645"/>
                </a:lnTo>
                <a:lnTo>
                  <a:pt x="90487" y="22324"/>
                </a:lnTo>
                <a:lnTo>
                  <a:pt x="89594" y="22324"/>
                </a:lnTo>
                <a:lnTo>
                  <a:pt x="89594" y="23366"/>
                </a:lnTo>
                <a:lnTo>
                  <a:pt x="88701" y="23366"/>
                </a:lnTo>
                <a:lnTo>
                  <a:pt x="88701" y="26045"/>
                </a:lnTo>
                <a:lnTo>
                  <a:pt x="89594" y="26045"/>
                </a:lnTo>
                <a:lnTo>
                  <a:pt x="89594" y="27831"/>
                </a:lnTo>
                <a:lnTo>
                  <a:pt x="88701" y="27831"/>
                </a:lnTo>
                <a:lnTo>
                  <a:pt x="88701" y="32295"/>
                </a:lnTo>
                <a:lnTo>
                  <a:pt x="89594" y="32295"/>
                </a:lnTo>
                <a:lnTo>
                  <a:pt x="89594" y="34081"/>
                </a:lnTo>
                <a:lnTo>
                  <a:pt x="86915" y="34081"/>
                </a:lnTo>
                <a:lnTo>
                  <a:pt x="86915" y="34974"/>
                </a:lnTo>
                <a:lnTo>
                  <a:pt x="86022" y="34974"/>
                </a:lnTo>
                <a:lnTo>
                  <a:pt x="86022" y="38546"/>
                </a:lnTo>
                <a:lnTo>
                  <a:pt x="85129" y="38546"/>
                </a:lnTo>
                <a:lnTo>
                  <a:pt x="85129" y="39439"/>
                </a:lnTo>
                <a:lnTo>
                  <a:pt x="84236" y="39439"/>
                </a:lnTo>
                <a:lnTo>
                  <a:pt x="84236" y="43904"/>
                </a:lnTo>
                <a:lnTo>
                  <a:pt x="85129" y="43904"/>
                </a:lnTo>
                <a:lnTo>
                  <a:pt x="85129" y="45690"/>
                </a:lnTo>
                <a:lnTo>
                  <a:pt x="86022" y="45690"/>
                </a:lnTo>
                <a:lnTo>
                  <a:pt x="86022" y="46583"/>
                </a:lnTo>
                <a:lnTo>
                  <a:pt x="85129" y="46583"/>
                </a:lnTo>
                <a:lnTo>
                  <a:pt x="85129" y="48369"/>
                </a:lnTo>
                <a:lnTo>
                  <a:pt x="83343" y="48369"/>
                </a:lnTo>
                <a:lnTo>
                  <a:pt x="83343" y="50155"/>
                </a:lnTo>
                <a:lnTo>
                  <a:pt x="82450" y="50155"/>
                </a:lnTo>
                <a:lnTo>
                  <a:pt x="82450" y="52834"/>
                </a:lnTo>
                <a:lnTo>
                  <a:pt x="81557" y="52834"/>
                </a:lnTo>
                <a:lnTo>
                  <a:pt x="81557" y="54620"/>
                </a:lnTo>
                <a:lnTo>
                  <a:pt x="84236" y="54620"/>
                </a:lnTo>
                <a:lnTo>
                  <a:pt x="84236" y="53727"/>
                </a:lnTo>
                <a:lnTo>
                  <a:pt x="86915" y="53727"/>
                </a:lnTo>
                <a:lnTo>
                  <a:pt x="86915" y="54620"/>
                </a:lnTo>
                <a:lnTo>
                  <a:pt x="87808" y="54620"/>
                </a:lnTo>
                <a:lnTo>
                  <a:pt x="87808" y="55513"/>
                </a:lnTo>
                <a:lnTo>
                  <a:pt x="89594" y="55513"/>
                </a:lnTo>
                <a:lnTo>
                  <a:pt x="89594" y="54620"/>
                </a:lnTo>
                <a:lnTo>
                  <a:pt x="90487" y="54620"/>
                </a:lnTo>
                <a:lnTo>
                  <a:pt x="90487" y="53727"/>
                </a:lnTo>
                <a:lnTo>
                  <a:pt x="94059" y="53727"/>
                </a:lnTo>
                <a:lnTo>
                  <a:pt x="94059" y="54620"/>
                </a:lnTo>
                <a:lnTo>
                  <a:pt x="96738" y="54620"/>
                </a:lnTo>
                <a:lnTo>
                  <a:pt x="96738" y="53727"/>
                </a:lnTo>
                <a:lnTo>
                  <a:pt x="97631" y="53727"/>
                </a:lnTo>
                <a:lnTo>
                  <a:pt x="97631" y="52834"/>
                </a:lnTo>
                <a:lnTo>
                  <a:pt x="98524" y="52834"/>
                </a:lnTo>
                <a:lnTo>
                  <a:pt x="98524" y="53727"/>
                </a:lnTo>
                <a:lnTo>
                  <a:pt x="99417" y="53727"/>
                </a:lnTo>
                <a:lnTo>
                  <a:pt x="99417" y="54620"/>
                </a:lnTo>
                <a:lnTo>
                  <a:pt x="100310" y="54620"/>
                </a:lnTo>
                <a:lnTo>
                  <a:pt x="100310" y="55513"/>
                </a:lnTo>
                <a:lnTo>
                  <a:pt x="104775" y="55513"/>
                </a:lnTo>
                <a:lnTo>
                  <a:pt x="104775" y="54620"/>
                </a:lnTo>
                <a:lnTo>
                  <a:pt x="107453" y="54620"/>
                </a:lnTo>
                <a:lnTo>
                  <a:pt x="107453" y="53727"/>
                </a:lnTo>
                <a:lnTo>
                  <a:pt x="109239" y="53727"/>
                </a:lnTo>
                <a:lnTo>
                  <a:pt x="109239" y="52834"/>
                </a:lnTo>
                <a:lnTo>
                  <a:pt x="112811" y="52834"/>
                </a:lnTo>
                <a:lnTo>
                  <a:pt x="112811" y="51941"/>
                </a:lnTo>
                <a:lnTo>
                  <a:pt x="114597" y="51941"/>
                </a:lnTo>
                <a:lnTo>
                  <a:pt x="114597" y="52834"/>
                </a:lnTo>
                <a:lnTo>
                  <a:pt x="118318" y="52834"/>
                </a:lnTo>
                <a:lnTo>
                  <a:pt x="118318" y="53727"/>
                </a:lnTo>
                <a:lnTo>
                  <a:pt x="119211" y="53727"/>
                </a:lnTo>
                <a:lnTo>
                  <a:pt x="119211" y="54620"/>
                </a:lnTo>
                <a:lnTo>
                  <a:pt x="120997" y="54620"/>
                </a:lnTo>
                <a:lnTo>
                  <a:pt x="120997" y="52834"/>
                </a:lnTo>
                <a:lnTo>
                  <a:pt x="120104" y="52834"/>
                </a:lnTo>
                <a:lnTo>
                  <a:pt x="120104" y="49262"/>
                </a:lnTo>
                <a:lnTo>
                  <a:pt x="120997" y="49262"/>
                </a:lnTo>
                <a:lnTo>
                  <a:pt x="120997" y="48369"/>
                </a:lnTo>
                <a:lnTo>
                  <a:pt x="122783" y="48369"/>
                </a:lnTo>
                <a:lnTo>
                  <a:pt x="122783" y="47476"/>
                </a:lnTo>
                <a:lnTo>
                  <a:pt x="123676" y="47476"/>
                </a:lnTo>
                <a:lnTo>
                  <a:pt x="123676" y="45690"/>
                </a:lnTo>
                <a:lnTo>
                  <a:pt x="124569" y="45690"/>
                </a:lnTo>
                <a:lnTo>
                  <a:pt x="124569" y="44797"/>
                </a:lnTo>
                <a:lnTo>
                  <a:pt x="125462" y="44797"/>
                </a:lnTo>
                <a:lnTo>
                  <a:pt x="125462" y="43904"/>
                </a:lnTo>
                <a:lnTo>
                  <a:pt x="126355" y="43904"/>
                </a:lnTo>
                <a:lnTo>
                  <a:pt x="126355" y="44797"/>
                </a:lnTo>
                <a:lnTo>
                  <a:pt x="127248" y="44797"/>
                </a:lnTo>
                <a:lnTo>
                  <a:pt x="127248" y="45690"/>
                </a:lnTo>
                <a:lnTo>
                  <a:pt x="132605" y="45690"/>
                </a:lnTo>
                <a:lnTo>
                  <a:pt x="132605" y="46583"/>
                </a:lnTo>
                <a:lnTo>
                  <a:pt x="133498" y="46583"/>
                </a:lnTo>
                <a:lnTo>
                  <a:pt x="133498" y="47476"/>
                </a:lnTo>
                <a:lnTo>
                  <a:pt x="134391" y="47476"/>
                </a:lnTo>
                <a:lnTo>
                  <a:pt x="134391" y="49262"/>
                </a:lnTo>
                <a:lnTo>
                  <a:pt x="135284" y="49262"/>
                </a:lnTo>
                <a:lnTo>
                  <a:pt x="135284" y="50155"/>
                </a:lnTo>
                <a:lnTo>
                  <a:pt x="137070" y="50155"/>
                </a:lnTo>
                <a:lnTo>
                  <a:pt x="137070" y="51048"/>
                </a:lnTo>
                <a:lnTo>
                  <a:pt x="137963" y="51048"/>
                </a:lnTo>
                <a:lnTo>
                  <a:pt x="137963" y="51941"/>
                </a:lnTo>
                <a:lnTo>
                  <a:pt x="139749" y="51941"/>
                </a:lnTo>
                <a:lnTo>
                  <a:pt x="139749" y="55513"/>
                </a:lnTo>
                <a:lnTo>
                  <a:pt x="140642" y="55513"/>
                </a:lnTo>
                <a:lnTo>
                  <a:pt x="140642" y="58192"/>
                </a:lnTo>
                <a:lnTo>
                  <a:pt x="138856" y="58192"/>
                </a:lnTo>
                <a:lnTo>
                  <a:pt x="138856" y="59084"/>
                </a:lnTo>
                <a:lnTo>
                  <a:pt x="137963" y="59084"/>
                </a:lnTo>
                <a:lnTo>
                  <a:pt x="137963" y="59977"/>
                </a:lnTo>
                <a:lnTo>
                  <a:pt x="135284" y="59977"/>
                </a:lnTo>
                <a:lnTo>
                  <a:pt x="135284" y="59084"/>
                </a:lnTo>
                <a:lnTo>
                  <a:pt x="134391" y="59084"/>
                </a:lnTo>
                <a:lnTo>
                  <a:pt x="134391" y="58192"/>
                </a:lnTo>
                <a:lnTo>
                  <a:pt x="129926" y="58192"/>
                </a:lnTo>
                <a:lnTo>
                  <a:pt x="129926" y="59084"/>
                </a:lnTo>
                <a:lnTo>
                  <a:pt x="126355" y="59084"/>
                </a:lnTo>
                <a:lnTo>
                  <a:pt x="126355" y="58192"/>
                </a:lnTo>
                <a:lnTo>
                  <a:pt x="116532" y="58192"/>
                </a:lnTo>
                <a:lnTo>
                  <a:pt x="116532" y="59084"/>
                </a:lnTo>
                <a:lnTo>
                  <a:pt x="96738" y="59084"/>
                </a:lnTo>
                <a:lnTo>
                  <a:pt x="96738" y="58192"/>
                </a:lnTo>
                <a:lnTo>
                  <a:pt x="95845" y="58192"/>
                </a:lnTo>
                <a:lnTo>
                  <a:pt x="95845" y="57299"/>
                </a:lnTo>
                <a:lnTo>
                  <a:pt x="93166" y="57299"/>
                </a:lnTo>
                <a:lnTo>
                  <a:pt x="93166" y="58192"/>
                </a:lnTo>
                <a:lnTo>
                  <a:pt x="90487" y="58192"/>
                </a:lnTo>
                <a:lnTo>
                  <a:pt x="90487" y="59084"/>
                </a:lnTo>
                <a:lnTo>
                  <a:pt x="89594" y="59084"/>
                </a:lnTo>
                <a:lnTo>
                  <a:pt x="89594" y="58192"/>
                </a:lnTo>
                <a:lnTo>
                  <a:pt x="88701" y="58192"/>
                </a:lnTo>
                <a:lnTo>
                  <a:pt x="88701" y="57299"/>
                </a:lnTo>
                <a:lnTo>
                  <a:pt x="83343" y="57299"/>
                </a:lnTo>
                <a:lnTo>
                  <a:pt x="83343" y="58192"/>
                </a:lnTo>
                <a:lnTo>
                  <a:pt x="81557" y="58192"/>
                </a:lnTo>
                <a:lnTo>
                  <a:pt x="81557" y="59084"/>
                </a:lnTo>
                <a:lnTo>
                  <a:pt x="79771" y="59084"/>
                </a:lnTo>
                <a:lnTo>
                  <a:pt x="79771" y="64442"/>
                </a:lnTo>
                <a:lnTo>
                  <a:pt x="80664" y="64442"/>
                </a:lnTo>
                <a:lnTo>
                  <a:pt x="80664" y="67121"/>
                </a:lnTo>
                <a:lnTo>
                  <a:pt x="79771" y="67121"/>
                </a:lnTo>
                <a:lnTo>
                  <a:pt x="79771" y="68014"/>
                </a:lnTo>
                <a:lnTo>
                  <a:pt x="77985" y="68014"/>
                </a:lnTo>
                <a:lnTo>
                  <a:pt x="77985" y="69949"/>
                </a:lnTo>
                <a:lnTo>
                  <a:pt x="77092" y="69949"/>
                </a:lnTo>
                <a:lnTo>
                  <a:pt x="77092" y="74414"/>
                </a:lnTo>
                <a:lnTo>
                  <a:pt x="78878" y="74414"/>
                </a:lnTo>
                <a:lnTo>
                  <a:pt x="78878" y="75307"/>
                </a:lnTo>
                <a:lnTo>
                  <a:pt x="86915" y="75307"/>
                </a:lnTo>
                <a:lnTo>
                  <a:pt x="86915" y="76200"/>
                </a:lnTo>
                <a:lnTo>
                  <a:pt x="88701" y="76200"/>
                </a:lnTo>
                <a:lnTo>
                  <a:pt x="88701" y="75307"/>
                </a:lnTo>
                <a:lnTo>
                  <a:pt x="91380" y="75307"/>
                </a:lnTo>
                <a:lnTo>
                  <a:pt x="91380" y="76200"/>
                </a:lnTo>
                <a:lnTo>
                  <a:pt x="93166" y="76200"/>
                </a:lnTo>
                <a:lnTo>
                  <a:pt x="93166" y="75307"/>
                </a:lnTo>
                <a:lnTo>
                  <a:pt x="95845" y="75307"/>
                </a:lnTo>
                <a:lnTo>
                  <a:pt x="95845" y="74414"/>
                </a:lnTo>
                <a:lnTo>
                  <a:pt x="99417" y="74414"/>
                </a:lnTo>
                <a:lnTo>
                  <a:pt x="99417" y="73521"/>
                </a:lnTo>
                <a:lnTo>
                  <a:pt x="102096" y="73521"/>
                </a:lnTo>
                <a:lnTo>
                  <a:pt x="102096" y="74414"/>
                </a:lnTo>
                <a:lnTo>
                  <a:pt x="107453" y="74414"/>
                </a:lnTo>
                <a:lnTo>
                  <a:pt x="107453" y="73521"/>
                </a:lnTo>
                <a:lnTo>
                  <a:pt x="108346" y="73521"/>
                </a:lnTo>
                <a:lnTo>
                  <a:pt x="108346" y="72628"/>
                </a:lnTo>
                <a:lnTo>
                  <a:pt x="110132" y="72628"/>
                </a:lnTo>
                <a:lnTo>
                  <a:pt x="110132" y="71735"/>
                </a:lnTo>
                <a:lnTo>
                  <a:pt x="111025" y="71735"/>
                </a:lnTo>
                <a:lnTo>
                  <a:pt x="111025" y="70842"/>
                </a:lnTo>
                <a:lnTo>
                  <a:pt x="114597" y="70842"/>
                </a:lnTo>
                <a:lnTo>
                  <a:pt x="114597" y="69949"/>
                </a:lnTo>
                <a:lnTo>
                  <a:pt x="115639" y="69949"/>
                </a:lnTo>
                <a:lnTo>
                  <a:pt x="115639" y="70842"/>
                </a:lnTo>
                <a:lnTo>
                  <a:pt x="119211" y="70842"/>
                </a:lnTo>
                <a:lnTo>
                  <a:pt x="119211" y="71735"/>
                </a:lnTo>
                <a:lnTo>
                  <a:pt x="120104" y="71735"/>
                </a:lnTo>
                <a:lnTo>
                  <a:pt x="120104" y="72628"/>
                </a:lnTo>
                <a:lnTo>
                  <a:pt x="121890" y="72628"/>
                </a:lnTo>
                <a:lnTo>
                  <a:pt x="121890" y="73521"/>
                </a:lnTo>
                <a:lnTo>
                  <a:pt x="123676" y="73521"/>
                </a:lnTo>
                <a:lnTo>
                  <a:pt x="123676" y="75307"/>
                </a:lnTo>
                <a:lnTo>
                  <a:pt x="124569" y="75307"/>
                </a:lnTo>
                <a:lnTo>
                  <a:pt x="124569" y="76200"/>
                </a:lnTo>
                <a:lnTo>
                  <a:pt x="125462" y="76200"/>
                </a:lnTo>
                <a:lnTo>
                  <a:pt x="125462" y="77093"/>
                </a:lnTo>
                <a:lnTo>
                  <a:pt x="126355" y="77093"/>
                </a:lnTo>
                <a:lnTo>
                  <a:pt x="126355" y="80665"/>
                </a:lnTo>
                <a:lnTo>
                  <a:pt x="125462" y="80665"/>
                </a:lnTo>
                <a:lnTo>
                  <a:pt x="125462" y="81558"/>
                </a:lnTo>
                <a:lnTo>
                  <a:pt x="124569" y="81558"/>
                </a:lnTo>
                <a:lnTo>
                  <a:pt x="124569" y="82451"/>
                </a:lnTo>
                <a:lnTo>
                  <a:pt x="123676" y="82451"/>
                </a:lnTo>
                <a:lnTo>
                  <a:pt x="123676" y="83343"/>
                </a:lnTo>
                <a:lnTo>
                  <a:pt x="119211" y="83343"/>
                </a:lnTo>
                <a:lnTo>
                  <a:pt x="119211" y="85129"/>
                </a:lnTo>
                <a:lnTo>
                  <a:pt x="118318" y="85129"/>
                </a:lnTo>
                <a:lnTo>
                  <a:pt x="118318" y="86022"/>
                </a:lnTo>
                <a:lnTo>
                  <a:pt x="117425" y="86022"/>
                </a:lnTo>
                <a:lnTo>
                  <a:pt x="117425" y="86915"/>
                </a:lnTo>
                <a:lnTo>
                  <a:pt x="116532" y="86915"/>
                </a:lnTo>
                <a:lnTo>
                  <a:pt x="116532" y="87808"/>
                </a:lnTo>
                <a:lnTo>
                  <a:pt x="115639" y="87808"/>
                </a:lnTo>
                <a:lnTo>
                  <a:pt x="115639" y="89594"/>
                </a:lnTo>
                <a:lnTo>
                  <a:pt x="114597" y="89594"/>
                </a:lnTo>
                <a:lnTo>
                  <a:pt x="114597" y="90487"/>
                </a:lnTo>
                <a:lnTo>
                  <a:pt x="113704" y="90487"/>
                </a:lnTo>
                <a:lnTo>
                  <a:pt x="113704" y="92273"/>
                </a:lnTo>
                <a:lnTo>
                  <a:pt x="112811" y="92273"/>
                </a:lnTo>
                <a:lnTo>
                  <a:pt x="112811" y="93166"/>
                </a:lnTo>
                <a:lnTo>
                  <a:pt x="111918" y="93166"/>
                </a:lnTo>
                <a:lnTo>
                  <a:pt x="111918" y="94059"/>
                </a:lnTo>
                <a:lnTo>
                  <a:pt x="111025" y="94059"/>
                </a:lnTo>
                <a:lnTo>
                  <a:pt x="111025" y="94952"/>
                </a:lnTo>
                <a:lnTo>
                  <a:pt x="110132" y="94952"/>
                </a:lnTo>
                <a:lnTo>
                  <a:pt x="110132" y="96738"/>
                </a:lnTo>
                <a:lnTo>
                  <a:pt x="109239" y="96738"/>
                </a:lnTo>
                <a:lnTo>
                  <a:pt x="109239" y="97631"/>
                </a:lnTo>
                <a:lnTo>
                  <a:pt x="108346" y="97631"/>
                </a:lnTo>
                <a:lnTo>
                  <a:pt x="108346" y="98524"/>
                </a:lnTo>
                <a:lnTo>
                  <a:pt x="107453" y="98524"/>
                </a:lnTo>
                <a:lnTo>
                  <a:pt x="107453" y="100310"/>
                </a:lnTo>
                <a:lnTo>
                  <a:pt x="106560" y="100310"/>
                </a:lnTo>
                <a:lnTo>
                  <a:pt x="106560" y="101203"/>
                </a:lnTo>
                <a:lnTo>
                  <a:pt x="105667" y="101203"/>
                </a:lnTo>
                <a:lnTo>
                  <a:pt x="105667" y="102096"/>
                </a:lnTo>
                <a:lnTo>
                  <a:pt x="103882" y="102096"/>
                </a:lnTo>
                <a:lnTo>
                  <a:pt x="103882" y="102989"/>
                </a:lnTo>
                <a:lnTo>
                  <a:pt x="102096" y="102989"/>
                </a:lnTo>
                <a:lnTo>
                  <a:pt x="102096" y="105668"/>
                </a:lnTo>
                <a:lnTo>
                  <a:pt x="102989" y="105668"/>
                </a:lnTo>
                <a:lnTo>
                  <a:pt x="102989" y="107454"/>
                </a:lnTo>
                <a:lnTo>
                  <a:pt x="103882" y="107454"/>
                </a:lnTo>
                <a:lnTo>
                  <a:pt x="103882" y="108347"/>
                </a:lnTo>
                <a:lnTo>
                  <a:pt x="104775" y="108347"/>
                </a:lnTo>
                <a:lnTo>
                  <a:pt x="104775" y="110133"/>
                </a:lnTo>
                <a:lnTo>
                  <a:pt x="105667" y="110133"/>
                </a:lnTo>
                <a:lnTo>
                  <a:pt x="105667" y="111918"/>
                </a:lnTo>
                <a:lnTo>
                  <a:pt x="106560" y="111918"/>
                </a:lnTo>
                <a:lnTo>
                  <a:pt x="106560" y="112811"/>
                </a:lnTo>
                <a:lnTo>
                  <a:pt x="107453" y="112811"/>
                </a:lnTo>
                <a:lnTo>
                  <a:pt x="107453" y="113704"/>
                </a:lnTo>
                <a:lnTo>
                  <a:pt x="108346" y="113704"/>
                </a:lnTo>
                <a:lnTo>
                  <a:pt x="108346" y="114597"/>
                </a:lnTo>
                <a:lnTo>
                  <a:pt x="109239" y="114597"/>
                </a:lnTo>
                <a:lnTo>
                  <a:pt x="109239" y="116532"/>
                </a:lnTo>
                <a:lnTo>
                  <a:pt x="110132" y="116532"/>
                </a:lnTo>
                <a:lnTo>
                  <a:pt x="110132" y="117425"/>
                </a:lnTo>
                <a:lnTo>
                  <a:pt x="111025" y="117425"/>
                </a:lnTo>
                <a:lnTo>
                  <a:pt x="111025" y="118318"/>
                </a:lnTo>
                <a:lnTo>
                  <a:pt x="111918" y="118318"/>
                </a:lnTo>
                <a:lnTo>
                  <a:pt x="111918" y="120997"/>
                </a:lnTo>
                <a:lnTo>
                  <a:pt x="112811" y="120997"/>
                </a:lnTo>
                <a:lnTo>
                  <a:pt x="112811" y="121890"/>
                </a:lnTo>
                <a:lnTo>
                  <a:pt x="114597" y="121890"/>
                </a:lnTo>
                <a:lnTo>
                  <a:pt x="114597" y="123676"/>
                </a:lnTo>
                <a:lnTo>
                  <a:pt x="115639" y="123676"/>
                </a:lnTo>
                <a:lnTo>
                  <a:pt x="115639" y="129927"/>
                </a:lnTo>
                <a:lnTo>
                  <a:pt x="116532" y="129927"/>
                </a:lnTo>
                <a:lnTo>
                  <a:pt x="116532" y="130820"/>
                </a:lnTo>
                <a:lnTo>
                  <a:pt x="115639" y="130820"/>
                </a:lnTo>
                <a:lnTo>
                  <a:pt x="115639" y="132606"/>
                </a:lnTo>
                <a:lnTo>
                  <a:pt x="114597" y="132606"/>
                </a:lnTo>
                <a:lnTo>
                  <a:pt x="114597" y="134392"/>
                </a:lnTo>
                <a:lnTo>
                  <a:pt x="113704" y="134392"/>
                </a:lnTo>
                <a:lnTo>
                  <a:pt x="113704" y="135285"/>
                </a:lnTo>
                <a:lnTo>
                  <a:pt x="112811" y="135285"/>
                </a:lnTo>
                <a:lnTo>
                  <a:pt x="112811" y="136177"/>
                </a:lnTo>
                <a:lnTo>
                  <a:pt x="111918" y="136177"/>
                </a:lnTo>
                <a:lnTo>
                  <a:pt x="111918" y="137070"/>
                </a:lnTo>
                <a:lnTo>
                  <a:pt x="111025" y="137070"/>
                </a:lnTo>
                <a:lnTo>
                  <a:pt x="111025" y="137963"/>
                </a:lnTo>
                <a:lnTo>
                  <a:pt x="105667" y="137963"/>
                </a:lnTo>
                <a:lnTo>
                  <a:pt x="105667" y="137070"/>
                </a:lnTo>
                <a:lnTo>
                  <a:pt x="104775" y="137070"/>
                </a:lnTo>
                <a:lnTo>
                  <a:pt x="104775" y="136177"/>
                </a:lnTo>
                <a:lnTo>
                  <a:pt x="103882" y="136177"/>
                </a:lnTo>
                <a:lnTo>
                  <a:pt x="103882" y="135285"/>
                </a:lnTo>
                <a:lnTo>
                  <a:pt x="102096" y="135285"/>
                </a:lnTo>
                <a:lnTo>
                  <a:pt x="102096" y="134392"/>
                </a:lnTo>
                <a:lnTo>
                  <a:pt x="101203" y="134392"/>
                </a:lnTo>
                <a:lnTo>
                  <a:pt x="101203" y="133499"/>
                </a:lnTo>
                <a:lnTo>
                  <a:pt x="100310" y="133499"/>
                </a:lnTo>
                <a:lnTo>
                  <a:pt x="100310" y="129927"/>
                </a:lnTo>
                <a:lnTo>
                  <a:pt x="99417" y="129927"/>
                </a:lnTo>
                <a:lnTo>
                  <a:pt x="99417" y="128141"/>
                </a:lnTo>
                <a:lnTo>
                  <a:pt x="100310" y="128141"/>
                </a:lnTo>
                <a:lnTo>
                  <a:pt x="100310" y="127248"/>
                </a:lnTo>
                <a:lnTo>
                  <a:pt x="99417" y="127248"/>
                </a:lnTo>
                <a:lnTo>
                  <a:pt x="99417" y="125462"/>
                </a:lnTo>
                <a:lnTo>
                  <a:pt x="98524" y="125462"/>
                </a:lnTo>
                <a:lnTo>
                  <a:pt x="98524" y="123676"/>
                </a:lnTo>
                <a:lnTo>
                  <a:pt x="97631" y="123676"/>
                </a:lnTo>
                <a:lnTo>
                  <a:pt x="97631" y="122783"/>
                </a:lnTo>
                <a:lnTo>
                  <a:pt x="96738" y="122783"/>
                </a:lnTo>
                <a:lnTo>
                  <a:pt x="96738" y="120104"/>
                </a:lnTo>
                <a:lnTo>
                  <a:pt x="95845" y="120104"/>
                </a:lnTo>
                <a:lnTo>
                  <a:pt x="95845" y="119211"/>
                </a:lnTo>
                <a:lnTo>
                  <a:pt x="94952" y="119211"/>
                </a:lnTo>
                <a:lnTo>
                  <a:pt x="94952" y="118318"/>
                </a:lnTo>
                <a:lnTo>
                  <a:pt x="94059" y="118318"/>
                </a:lnTo>
                <a:lnTo>
                  <a:pt x="94059" y="115639"/>
                </a:lnTo>
                <a:lnTo>
                  <a:pt x="93166" y="115639"/>
                </a:lnTo>
                <a:lnTo>
                  <a:pt x="93166" y="114597"/>
                </a:lnTo>
                <a:lnTo>
                  <a:pt x="91380" y="114597"/>
                </a:lnTo>
                <a:lnTo>
                  <a:pt x="91380" y="111918"/>
                </a:lnTo>
                <a:lnTo>
                  <a:pt x="90487" y="111918"/>
                </a:lnTo>
                <a:lnTo>
                  <a:pt x="90487" y="111026"/>
                </a:lnTo>
                <a:lnTo>
                  <a:pt x="89594" y="111026"/>
                </a:lnTo>
                <a:lnTo>
                  <a:pt x="89594" y="110133"/>
                </a:lnTo>
                <a:lnTo>
                  <a:pt x="88701" y="110133"/>
                </a:lnTo>
                <a:lnTo>
                  <a:pt x="88701" y="109240"/>
                </a:lnTo>
                <a:lnTo>
                  <a:pt x="86915" y="109240"/>
                </a:lnTo>
                <a:lnTo>
                  <a:pt x="86915" y="108347"/>
                </a:lnTo>
                <a:lnTo>
                  <a:pt x="86022" y="108347"/>
                </a:lnTo>
                <a:lnTo>
                  <a:pt x="86022" y="107454"/>
                </a:lnTo>
                <a:lnTo>
                  <a:pt x="85129" y="107454"/>
                </a:lnTo>
                <a:lnTo>
                  <a:pt x="85129" y="106561"/>
                </a:lnTo>
                <a:lnTo>
                  <a:pt x="84236" y="106561"/>
                </a:lnTo>
                <a:lnTo>
                  <a:pt x="84236" y="105668"/>
                </a:lnTo>
                <a:lnTo>
                  <a:pt x="82450" y="105668"/>
                </a:lnTo>
                <a:lnTo>
                  <a:pt x="82450" y="103882"/>
                </a:lnTo>
                <a:lnTo>
                  <a:pt x="81557" y="103882"/>
                </a:lnTo>
                <a:lnTo>
                  <a:pt x="81557" y="102989"/>
                </a:lnTo>
                <a:lnTo>
                  <a:pt x="79771" y="102989"/>
                </a:lnTo>
                <a:lnTo>
                  <a:pt x="79771" y="102096"/>
                </a:lnTo>
                <a:lnTo>
                  <a:pt x="77092" y="102096"/>
                </a:lnTo>
                <a:lnTo>
                  <a:pt x="77092" y="101203"/>
                </a:lnTo>
                <a:lnTo>
                  <a:pt x="75307" y="101203"/>
                </a:lnTo>
                <a:lnTo>
                  <a:pt x="75307" y="98524"/>
                </a:lnTo>
                <a:lnTo>
                  <a:pt x="76200" y="98524"/>
                </a:lnTo>
                <a:lnTo>
                  <a:pt x="76200" y="97631"/>
                </a:lnTo>
                <a:lnTo>
                  <a:pt x="81557" y="97631"/>
                </a:lnTo>
                <a:lnTo>
                  <a:pt x="81557" y="98524"/>
                </a:lnTo>
                <a:lnTo>
                  <a:pt x="84236" y="98524"/>
                </a:lnTo>
                <a:lnTo>
                  <a:pt x="84236" y="99417"/>
                </a:lnTo>
                <a:lnTo>
                  <a:pt x="86915" y="99417"/>
                </a:lnTo>
                <a:lnTo>
                  <a:pt x="86915" y="100310"/>
                </a:lnTo>
                <a:lnTo>
                  <a:pt x="87808" y="100310"/>
                </a:lnTo>
                <a:lnTo>
                  <a:pt x="87808" y="101203"/>
                </a:lnTo>
                <a:lnTo>
                  <a:pt x="90487" y="101203"/>
                </a:lnTo>
                <a:lnTo>
                  <a:pt x="90487" y="102096"/>
                </a:lnTo>
                <a:lnTo>
                  <a:pt x="92273" y="102096"/>
                </a:lnTo>
                <a:lnTo>
                  <a:pt x="92273" y="102989"/>
                </a:lnTo>
                <a:lnTo>
                  <a:pt x="94952" y="102989"/>
                </a:lnTo>
                <a:lnTo>
                  <a:pt x="94952" y="104775"/>
                </a:lnTo>
                <a:lnTo>
                  <a:pt x="95845" y="104775"/>
                </a:lnTo>
                <a:lnTo>
                  <a:pt x="95845" y="105668"/>
                </a:lnTo>
                <a:lnTo>
                  <a:pt x="97631" y="105668"/>
                </a:lnTo>
                <a:lnTo>
                  <a:pt x="97631" y="101203"/>
                </a:lnTo>
                <a:lnTo>
                  <a:pt x="98524" y="101203"/>
                </a:lnTo>
                <a:lnTo>
                  <a:pt x="98524" y="100310"/>
                </a:lnTo>
                <a:lnTo>
                  <a:pt x="99417" y="100310"/>
                </a:lnTo>
                <a:lnTo>
                  <a:pt x="99417" y="95845"/>
                </a:lnTo>
                <a:lnTo>
                  <a:pt x="100310" y="95845"/>
                </a:lnTo>
                <a:lnTo>
                  <a:pt x="100310" y="94059"/>
                </a:lnTo>
                <a:lnTo>
                  <a:pt x="101203" y="94059"/>
                </a:lnTo>
                <a:lnTo>
                  <a:pt x="101203" y="92273"/>
                </a:lnTo>
                <a:lnTo>
                  <a:pt x="102096" y="92273"/>
                </a:lnTo>
                <a:lnTo>
                  <a:pt x="102096" y="88701"/>
                </a:lnTo>
                <a:lnTo>
                  <a:pt x="103882" y="88701"/>
                </a:lnTo>
                <a:lnTo>
                  <a:pt x="103882" y="86915"/>
                </a:lnTo>
                <a:lnTo>
                  <a:pt x="104775" y="86915"/>
                </a:lnTo>
                <a:lnTo>
                  <a:pt x="104775" y="84236"/>
                </a:lnTo>
                <a:lnTo>
                  <a:pt x="105667" y="84236"/>
                </a:lnTo>
                <a:lnTo>
                  <a:pt x="105667" y="82451"/>
                </a:lnTo>
                <a:lnTo>
                  <a:pt x="106560" y="82451"/>
                </a:lnTo>
                <a:lnTo>
                  <a:pt x="106560" y="81558"/>
                </a:lnTo>
                <a:lnTo>
                  <a:pt x="107453" y="81558"/>
                </a:lnTo>
                <a:lnTo>
                  <a:pt x="107453" y="79772"/>
                </a:lnTo>
                <a:lnTo>
                  <a:pt x="106560" y="79772"/>
                </a:lnTo>
                <a:lnTo>
                  <a:pt x="106560" y="78879"/>
                </a:lnTo>
                <a:lnTo>
                  <a:pt x="96738" y="78879"/>
                </a:lnTo>
                <a:lnTo>
                  <a:pt x="96738" y="79772"/>
                </a:lnTo>
                <a:lnTo>
                  <a:pt x="94952" y="79772"/>
                </a:lnTo>
                <a:lnTo>
                  <a:pt x="94952" y="78879"/>
                </a:lnTo>
                <a:lnTo>
                  <a:pt x="90487" y="78879"/>
                </a:lnTo>
                <a:lnTo>
                  <a:pt x="90487" y="77986"/>
                </a:lnTo>
                <a:lnTo>
                  <a:pt x="86915" y="77986"/>
                </a:lnTo>
                <a:lnTo>
                  <a:pt x="86915" y="78879"/>
                </a:lnTo>
                <a:lnTo>
                  <a:pt x="77985" y="78879"/>
                </a:lnTo>
                <a:lnTo>
                  <a:pt x="77985" y="79772"/>
                </a:lnTo>
                <a:lnTo>
                  <a:pt x="77092" y="79772"/>
                </a:lnTo>
                <a:lnTo>
                  <a:pt x="77092" y="80665"/>
                </a:lnTo>
                <a:lnTo>
                  <a:pt x="76200" y="80665"/>
                </a:lnTo>
                <a:lnTo>
                  <a:pt x="76200" y="81558"/>
                </a:lnTo>
                <a:lnTo>
                  <a:pt x="75307" y="81558"/>
                </a:lnTo>
                <a:lnTo>
                  <a:pt x="75307" y="82451"/>
                </a:lnTo>
                <a:lnTo>
                  <a:pt x="74414" y="82451"/>
                </a:lnTo>
                <a:lnTo>
                  <a:pt x="74414" y="83343"/>
                </a:lnTo>
                <a:lnTo>
                  <a:pt x="72628" y="83343"/>
                </a:lnTo>
                <a:lnTo>
                  <a:pt x="72628" y="84236"/>
                </a:lnTo>
                <a:lnTo>
                  <a:pt x="69949" y="84236"/>
                </a:lnTo>
                <a:lnTo>
                  <a:pt x="69949" y="83343"/>
                </a:lnTo>
                <a:lnTo>
                  <a:pt x="67121" y="83343"/>
                </a:lnTo>
                <a:lnTo>
                  <a:pt x="67121" y="82451"/>
                </a:lnTo>
                <a:lnTo>
                  <a:pt x="65335" y="82451"/>
                </a:lnTo>
                <a:lnTo>
                  <a:pt x="65335" y="79772"/>
                </a:lnTo>
                <a:lnTo>
                  <a:pt x="66228" y="79772"/>
                </a:lnTo>
                <a:lnTo>
                  <a:pt x="66228" y="78879"/>
                </a:lnTo>
                <a:lnTo>
                  <a:pt x="67121" y="78879"/>
                </a:lnTo>
                <a:lnTo>
                  <a:pt x="67121" y="77093"/>
                </a:lnTo>
                <a:lnTo>
                  <a:pt x="66228" y="77093"/>
                </a:lnTo>
                <a:lnTo>
                  <a:pt x="66228" y="72628"/>
                </a:lnTo>
                <a:lnTo>
                  <a:pt x="67121" y="72628"/>
                </a:lnTo>
                <a:lnTo>
                  <a:pt x="67121" y="71735"/>
                </a:lnTo>
                <a:lnTo>
                  <a:pt x="68014" y="71735"/>
                </a:lnTo>
                <a:lnTo>
                  <a:pt x="68014" y="70842"/>
                </a:lnTo>
                <a:lnTo>
                  <a:pt x="69056" y="70842"/>
                </a:lnTo>
                <a:lnTo>
                  <a:pt x="69056" y="69949"/>
                </a:lnTo>
                <a:lnTo>
                  <a:pt x="69949" y="69949"/>
                </a:lnTo>
                <a:lnTo>
                  <a:pt x="69949" y="68907"/>
                </a:lnTo>
                <a:lnTo>
                  <a:pt x="70842" y="68907"/>
                </a:lnTo>
                <a:lnTo>
                  <a:pt x="70842" y="67121"/>
                </a:lnTo>
                <a:lnTo>
                  <a:pt x="69949" y="67121"/>
                </a:lnTo>
                <a:lnTo>
                  <a:pt x="69949" y="63549"/>
                </a:lnTo>
                <a:lnTo>
                  <a:pt x="72628" y="63549"/>
                </a:lnTo>
                <a:lnTo>
                  <a:pt x="72628" y="62656"/>
                </a:lnTo>
                <a:lnTo>
                  <a:pt x="73521" y="62656"/>
                </a:lnTo>
                <a:lnTo>
                  <a:pt x="73521" y="60870"/>
                </a:lnTo>
                <a:lnTo>
                  <a:pt x="71735" y="60870"/>
                </a:lnTo>
                <a:lnTo>
                  <a:pt x="71735" y="59977"/>
                </a:lnTo>
                <a:lnTo>
                  <a:pt x="70842" y="59977"/>
                </a:lnTo>
                <a:lnTo>
                  <a:pt x="70842" y="59084"/>
                </a:lnTo>
                <a:lnTo>
                  <a:pt x="69949" y="59084"/>
                </a:lnTo>
                <a:lnTo>
                  <a:pt x="69949" y="58192"/>
                </a:lnTo>
                <a:lnTo>
                  <a:pt x="67121" y="58192"/>
                </a:lnTo>
                <a:lnTo>
                  <a:pt x="67121" y="59084"/>
                </a:lnTo>
                <a:lnTo>
                  <a:pt x="66228" y="59084"/>
                </a:lnTo>
                <a:lnTo>
                  <a:pt x="66228" y="58192"/>
                </a:lnTo>
                <a:lnTo>
                  <a:pt x="65335" y="58192"/>
                </a:lnTo>
                <a:lnTo>
                  <a:pt x="65335" y="59084"/>
                </a:lnTo>
                <a:lnTo>
                  <a:pt x="58191" y="59084"/>
                </a:lnTo>
                <a:lnTo>
                  <a:pt x="58191" y="58192"/>
                </a:lnTo>
                <a:lnTo>
                  <a:pt x="54619" y="58192"/>
                </a:lnTo>
                <a:lnTo>
                  <a:pt x="54619" y="59084"/>
                </a:lnTo>
                <a:lnTo>
                  <a:pt x="52834" y="59084"/>
                </a:lnTo>
                <a:lnTo>
                  <a:pt x="52834" y="58192"/>
                </a:lnTo>
                <a:lnTo>
                  <a:pt x="50155" y="58192"/>
                </a:lnTo>
                <a:lnTo>
                  <a:pt x="50155" y="59084"/>
                </a:lnTo>
                <a:lnTo>
                  <a:pt x="48369" y="59084"/>
                </a:lnTo>
                <a:lnTo>
                  <a:pt x="48369" y="58192"/>
                </a:lnTo>
                <a:lnTo>
                  <a:pt x="46583" y="58192"/>
                </a:lnTo>
                <a:lnTo>
                  <a:pt x="46583" y="57299"/>
                </a:lnTo>
                <a:lnTo>
                  <a:pt x="45690" y="57299"/>
                </a:lnTo>
                <a:lnTo>
                  <a:pt x="45690" y="56406"/>
                </a:lnTo>
                <a:lnTo>
                  <a:pt x="44797" y="56406"/>
                </a:lnTo>
                <a:lnTo>
                  <a:pt x="44797" y="57299"/>
                </a:lnTo>
                <a:lnTo>
                  <a:pt x="43904" y="57299"/>
                </a:lnTo>
                <a:lnTo>
                  <a:pt x="43904" y="58192"/>
                </a:lnTo>
                <a:lnTo>
                  <a:pt x="42118" y="58192"/>
                </a:lnTo>
                <a:lnTo>
                  <a:pt x="42118" y="57299"/>
                </a:lnTo>
                <a:lnTo>
                  <a:pt x="41225" y="57299"/>
                </a:lnTo>
                <a:lnTo>
                  <a:pt x="41225" y="55513"/>
                </a:lnTo>
                <a:lnTo>
                  <a:pt x="42118" y="55513"/>
                </a:lnTo>
                <a:lnTo>
                  <a:pt x="42118" y="54620"/>
                </a:lnTo>
                <a:lnTo>
                  <a:pt x="44797" y="54620"/>
                </a:lnTo>
                <a:lnTo>
                  <a:pt x="44797" y="55513"/>
                </a:lnTo>
                <a:lnTo>
                  <a:pt x="46583" y="55513"/>
                </a:lnTo>
                <a:lnTo>
                  <a:pt x="46583" y="54620"/>
                </a:lnTo>
                <a:lnTo>
                  <a:pt x="51941" y="54620"/>
                </a:lnTo>
                <a:lnTo>
                  <a:pt x="51941" y="55513"/>
                </a:lnTo>
                <a:lnTo>
                  <a:pt x="54619" y="55513"/>
                </a:lnTo>
                <a:lnTo>
                  <a:pt x="54619" y="54620"/>
                </a:lnTo>
                <a:lnTo>
                  <a:pt x="62656" y="54620"/>
                </a:lnTo>
                <a:lnTo>
                  <a:pt x="62656" y="55513"/>
                </a:lnTo>
                <a:lnTo>
                  <a:pt x="65335" y="55513"/>
                </a:lnTo>
                <a:lnTo>
                  <a:pt x="65335" y="56406"/>
                </a:lnTo>
                <a:lnTo>
                  <a:pt x="66228" y="56406"/>
                </a:lnTo>
                <a:lnTo>
                  <a:pt x="66228" y="55513"/>
                </a:lnTo>
                <a:lnTo>
                  <a:pt x="67121" y="55513"/>
                </a:lnTo>
                <a:lnTo>
                  <a:pt x="67121" y="54620"/>
                </a:lnTo>
                <a:lnTo>
                  <a:pt x="69949" y="54620"/>
                </a:lnTo>
                <a:lnTo>
                  <a:pt x="69949" y="55513"/>
                </a:lnTo>
                <a:lnTo>
                  <a:pt x="70842" y="55513"/>
                </a:lnTo>
                <a:lnTo>
                  <a:pt x="70842" y="56406"/>
                </a:lnTo>
                <a:lnTo>
                  <a:pt x="71735" y="56406"/>
                </a:lnTo>
                <a:lnTo>
                  <a:pt x="71735" y="53727"/>
                </a:lnTo>
                <a:lnTo>
                  <a:pt x="72628" y="53727"/>
                </a:lnTo>
                <a:lnTo>
                  <a:pt x="72628" y="49262"/>
                </a:lnTo>
                <a:lnTo>
                  <a:pt x="73521" y="49262"/>
                </a:lnTo>
                <a:lnTo>
                  <a:pt x="73521" y="40332"/>
                </a:lnTo>
                <a:lnTo>
                  <a:pt x="74414" y="40332"/>
                </a:lnTo>
                <a:lnTo>
                  <a:pt x="74414" y="38546"/>
                </a:lnTo>
                <a:lnTo>
                  <a:pt x="75307" y="38546"/>
                </a:lnTo>
                <a:lnTo>
                  <a:pt x="75307" y="37653"/>
                </a:lnTo>
                <a:lnTo>
                  <a:pt x="78878" y="37653"/>
                </a:lnTo>
                <a:lnTo>
                  <a:pt x="78878" y="35867"/>
                </a:lnTo>
                <a:lnTo>
                  <a:pt x="77985" y="35867"/>
                </a:lnTo>
                <a:lnTo>
                  <a:pt x="77985" y="33188"/>
                </a:lnTo>
                <a:lnTo>
                  <a:pt x="77092" y="33188"/>
                </a:lnTo>
                <a:lnTo>
                  <a:pt x="77092" y="29617"/>
                </a:lnTo>
                <a:lnTo>
                  <a:pt x="77985" y="29617"/>
                </a:lnTo>
                <a:lnTo>
                  <a:pt x="77985" y="27831"/>
                </a:lnTo>
                <a:lnTo>
                  <a:pt x="78878" y="27831"/>
                </a:lnTo>
                <a:lnTo>
                  <a:pt x="78878" y="26045"/>
                </a:lnTo>
                <a:lnTo>
                  <a:pt x="79771" y="26045"/>
                </a:lnTo>
                <a:lnTo>
                  <a:pt x="79771" y="16966"/>
                </a:lnTo>
                <a:lnTo>
                  <a:pt x="80664" y="16966"/>
                </a:lnTo>
                <a:lnTo>
                  <a:pt x="80664" y="14287"/>
                </a:lnTo>
                <a:lnTo>
                  <a:pt x="81557" y="14287"/>
                </a:lnTo>
                <a:lnTo>
                  <a:pt x="81557" y="11608"/>
                </a:lnTo>
                <a:lnTo>
                  <a:pt x="82450" y="11608"/>
                </a:lnTo>
                <a:lnTo>
                  <a:pt x="82450" y="9822"/>
                </a:lnTo>
                <a:lnTo>
                  <a:pt x="81557" y="9822"/>
                </a:lnTo>
                <a:lnTo>
                  <a:pt x="81557" y="7143"/>
                </a:lnTo>
                <a:lnTo>
                  <a:pt x="79771" y="7143"/>
                </a:lnTo>
                <a:lnTo>
                  <a:pt x="79771" y="6251"/>
                </a:lnTo>
                <a:lnTo>
                  <a:pt x="78878" y="6251"/>
                </a:lnTo>
                <a:lnTo>
                  <a:pt x="78878" y="1786"/>
                </a:lnTo>
                <a:lnTo>
                  <a:pt x="79771" y="1786"/>
                </a:lnTo>
                <a:lnTo>
                  <a:pt x="79771" y="893"/>
                </a:lnTo>
                <a:lnTo>
                  <a:pt x="83343" y="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52CDF65-B124-7015-1220-3FE69D89F67B}"/>
              </a:ext>
            </a:extLst>
          </p:cNvPr>
          <p:cNvSpPr txBox="1"/>
          <p:nvPr/>
        </p:nvSpPr>
        <p:spPr>
          <a:xfrm>
            <a:off x="4665647" y="1772342"/>
            <a:ext cx="137369" cy="136624"/>
          </a:xfrm>
          <a:custGeom>
            <a:avLst/>
            <a:gdLst/>
            <a:ahLst/>
            <a:cxnLst/>
            <a:rect l="l" t="t" r="r" b="b"/>
            <a:pathLst>
              <a:path w="137369" h="136624">
                <a:moveTo>
                  <a:pt x="40928" y="98227"/>
                </a:moveTo>
                <a:lnTo>
                  <a:pt x="46732" y="98227"/>
                </a:lnTo>
                <a:lnTo>
                  <a:pt x="46732" y="99268"/>
                </a:lnTo>
                <a:lnTo>
                  <a:pt x="47774" y="99268"/>
                </a:lnTo>
                <a:lnTo>
                  <a:pt x="47774" y="100608"/>
                </a:lnTo>
                <a:lnTo>
                  <a:pt x="46732" y="100608"/>
                </a:lnTo>
                <a:lnTo>
                  <a:pt x="46732" y="102543"/>
                </a:lnTo>
                <a:lnTo>
                  <a:pt x="42863" y="102543"/>
                </a:lnTo>
                <a:lnTo>
                  <a:pt x="42863" y="103584"/>
                </a:lnTo>
                <a:lnTo>
                  <a:pt x="41970" y="103584"/>
                </a:lnTo>
                <a:lnTo>
                  <a:pt x="41970" y="105519"/>
                </a:lnTo>
                <a:lnTo>
                  <a:pt x="40928" y="105519"/>
                </a:lnTo>
                <a:lnTo>
                  <a:pt x="40928" y="104477"/>
                </a:lnTo>
                <a:lnTo>
                  <a:pt x="38993" y="104477"/>
                </a:lnTo>
                <a:lnTo>
                  <a:pt x="38993" y="102543"/>
                </a:lnTo>
                <a:lnTo>
                  <a:pt x="36017" y="102543"/>
                </a:lnTo>
                <a:lnTo>
                  <a:pt x="36017" y="104477"/>
                </a:lnTo>
                <a:lnTo>
                  <a:pt x="35124" y="104477"/>
                </a:lnTo>
                <a:lnTo>
                  <a:pt x="35124" y="105519"/>
                </a:lnTo>
                <a:lnTo>
                  <a:pt x="34082" y="105519"/>
                </a:lnTo>
                <a:lnTo>
                  <a:pt x="34082" y="107454"/>
                </a:lnTo>
                <a:lnTo>
                  <a:pt x="33189" y="107454"/>
                </a:lnTo>
                <a:lnTo>
                  <a:pt x="33189" y="108347"/>
                </a:lnTo>
                <a:lnTo>
                  <a:pt x="32147" y="108347"/>
                </a:lnTo>
                <a:lnTo>
                  <a:pt x="32147" y="109389"/>
                </a:lnTo>
                <a:lnTo>
                  <a:pt x="30212" y="109389"/>
                </a:lnTo>
                <a:lnTo>
                  <a:pt x="30212" y="110282"/>
                </a:lnTo>
                <a:lnTo>
                  <a:pt x="29319" y="110282"/>
                </a:lnTo>
                <a:lnTo>
                  <a:pt x="29319" y="111323"/>
                </a:lnTo>
                <a:lnTo>
                  <a:pt x="28278" y="111323"/>
                </a:lnTo>
                <a:lnTo>
                  <a:pt x="28278" y="112365"/>
                </a:lnTo>
                <a:lnTo>
                  <a:pt x="27385" y="112365"/>
                </a:lnTo>
                <a:lnTo>
                  <a:pt x="27385" y="113258"/>
                </a:lnTo>
                <a:lnTo>
                  <a:pt x="23366" y="113258"/>
                </a:lnTo>
                <a:lnTo>
                  <a:pt x="23366" y="114300"/>
                </a:lnTo>
                <a:lnTo>
                  <a:pt x="22473" y="114300"/>
                </a:lnTo>
                <a:lnTo>
                  <a:pt x="22473" y="115193"/>
                </a:lnTo>
                <a:lnTo>
                  <a:pt x="21432" y="115193"/>
                </a:lnTo>
                <a:lnTo>
                  <a:pt x="21432" y="116235"/>
                </a:lnTo>
                <a:lnTo>
                  <a:pt x="19497" y="116235"/>
                </a:lnTo>
                <a:lnTo>
                  <a:pt x="19497" y="117128"/>
                </a:lnTo>
                <a:lnTo>
                  <a:pt x="18604" y="117128"/>
                </a:lnTo>
                <a:lnTo>
                  <a:pt x="18604" y="118170"/>
                </a:lnTo>
                <a:lnTo>
                  <a:pt x="15627" y="118170"/>
                </a:lnTo>
                <a:lnTo>
                  <a:pt x="15627" y="119063"/>
                </a:lnTo>
                <a:lnTo>
                  <a:pt x="14734" y="119063"/>
                </a:lnTo>
                <a:lnTo>
                  <a:pt x="14734" y="120104"/>
                </a:lnTo>
                <a:lnTo>
                  <a:pt x="13693" y="120104"/>
                </a:lnTo>
                <a:lnTo>
                  <a:pt x="13693" y="120997"/>
                </a:lnTo>
                <a:lnTo>
                  <a:pt x="12800" y="120997"/>
                </a:lnTo>
                <a:lnTo>
                  <a:pt x="12800" y="122039"/>
                </a:lnTo>
                <a:lnTo>
                  <a:pt x="11758" y="122039"/>
                </a:lnTo>
                <a:lnTo>
                  <a:pt x="11758" y="122932"/>
                </a:lnTo>
                <a:lnTo>
                  <a:pt x="6846" y="122932"/>
                </a:lnTo>
                <a:lnTo>
                  <a:pt x="6846" y="122039"/>
                </a:lnTo>
                <a:lnTo>
                  <a:pt x="5805" y="122039"/>
                </a:lnTo>
                <a:lnTo>
                  <a:pt x="5805" y="120997"/>
                </a:lnTo>
                <a:lnTo>
                  <a:pt x="3870" y="120997"/>
                </a:lnTo>
                <a:lnTo>
                  <a:pt x="3870" y="120104"/>
                </a:lnTo>
                <a:lnTo>
                  <a:pt x="2977" y="120104"/>
                </a:lnTo>
                <a:lnTo>
                  <a:pt x="2977" y="116235"/>
                </a:lnTo>
                <a:lnTo>
                  <a:pt x="1935" y="116235"/>
                </a:lnTo>
                <a:lnTo>
                  <a:pt x="1935" y="114300"/>
                </a:lnTo>
                <a:lnTo>
                  <a:pt x="1042" y="114300"/>
                </a:lnTo>
                <a:lnTo>
                  <a:pt x="1042" y="112365"/>
                </a:lnTo>
                <a:lnTo>
                  <a:pt x="0" y="112365"/>
                </a:lnTo>
                <a:lnTo>
                  <a:pt x="0" y="111919"/>
                </a:lnTo>
                <a:lnTo>
                  <a:pt x="1042" y="111919"/>
                </a:lnTo>
                <a:lnTo>
                  <a:pt x="1042" y="109389"/>
                </a:lnTo>
                <a:lnTo>
                  <a:pt x="0" y="109389"/>
                </a:lnTo>
                <a:lnTo>
                  <a:pt x="0" y="108049"/>
                </a:lnTo>
                <a:lnTo>
                  <a:pt x="1042" y="108049"/>
                </a:lnTo>
                <a:lnTo>
                  <a:pt x="1042" y="105073"/>
                </a:lnTo>
                <a:lnTo>
                  <a:pt x="2977" y="105073"/>
                </a:lnTo>
                <a:lnTo>
                  <a:pt x="2977" y="104180"/>
                </a:lnTo>
                <a:lnTo>
                  <a:pt x="8781" y="104180"/>
                </a:lnTo>
                <a:lnTo>
                  <a:pt x="8781" y="103138"/>
                </a:lnTo>
                <a:lnTo>
                  <a:pt x="10716" y="103138"/>
                </a:lnTo>
                <a:lnTo>
                  <a:pt x="10716" y="104180"/>
                </a:lnTo>
                <a:lnTo>
                  <a:pt x="14734" y="104180"/>
                </a:lnTo>
                <a:lnTo>
                  <a:pt x="14734" y="105073"/>
                </a:lnTo>
                <a:lnTo>
                  <a:pt x="16520" y="105073"/>
                </a:lnTo>
                <a:lnTo>
                  <a:pt x="16520" y="104180"/>
                </a:lnTo>
                <a:lnTo>
                  <a:pt x="18455" y="104180"/>
                </a:lnTo>
                <a:lnTo>
                  <a:pt x="18455" y="103138"/>
                </a:lnTo>
                <a:lnTo>
                  <a:pt x="21432" y="103138"/>
                </a:lnTo>
                <a:lnTo>
                  <a:pt x="21432" y="102245"/>
                </a:lnTo>
                <a:lnTo>
                  <a:pt x="22325" y="102245"/>
                </a:lnTo>
                <a:lnTo>
                  <a:pt x="22325" y="101203"/>
                </a:lnTo>
                <a:lnTo>
                  <a:pt x="22473" y="101203"/>
                </a:lnTo>
                <a:lnTo>
                  <a:pt x="22473" y="102245"/>
                </a:lnTo>
                <a:lnTo>
                  <a:pt x="24408" y="102245"/>
                </a:lnTo>
                <a:lnTo>
                  <a:pt x="24408" y="103138"/>
                </a:lnTo>
                <a:lnTo>
                  <a:pt x="28278" y="103138"/>
                </a:lnTo>
                <a:lnTo>
                  <a:pt x="28278" y="102245"/>
                </a:lnTo>
                <a:lnTo>
                  <a:pt x="34082" y="102245"/>
                </a:lnTo>
                <a:lnTo>
                  <a:pt x="34082" y="101203"/>
                </a:lnTo>
                <a:lnTo>
                  <a:pt x="36017" y="101203"/>
                </a:lnTo>
                <a:lnTo>
                  <a:pt x="36017" y="100310"/>
                </a:lnTo>
                <a:lnTo>
                  <a:pt x="36910" y="100310"/>
                </a:lnTo>
                <a:lnTo>
                  <a:pt x="36910" y="99268"/>
                </a:lnTo>
                <a:lnTo>
                  <a:pt x="40928" y="99268"/>
                </a:lnTo>
                <a:close/>
                <a:moveTo>
                  <a:pt x="99269" y="52536"/>
                </a:moveTo>
                <a:lnTo>
                  <a:pt x="103287" y="52536"/>
                </a:lnTo>
                <a:lnTo>
                  <a:pt x="103287" y="53578"/>
                </a:lnTo>
                <a:lnTo>
                  <a:pt x="106115" y="53578"/>
                </a:lnTo>
                <a:lnTo>
                  <a:pt x="106115" y="54471"/>
                </a:lnTo>
                <a:lnTo>
                  <a:pt x="107157" y="54471"/>
                </a:lnTo>
                <a:lnTo>
                  <a:pt x="107157" y="55513"/>
                </a:lnTo>
                <a:lnTo>
                  <a:pt x="108050" y="55513"/>
                </a:lnTo>
                <a:lnTo>
                  <a:pt x="108050" y="56406"/>
                </a:lnTo>
                <a:lnTo>
                  <a:pt x="112068" y="56406"/>
                </a:lnTo>
                <a:lnTo>
                  <a:pt x="112068" y="57448"/>
                </a:lnTo>
                <a:lnTo>
                  <a:pt x="116830" y="57448"/>
                </a:lnTo>
                <a:lnTo>
                  <a:pt x="116830" y="58341"/>
                </a:lnTo>
                <a:lnTo>
                  <a:pt x="117872" y="58341"/>
                </a:lnTo>
                <a:lnTo>
                  <a:pt x="117872" y="58787"/>
                </a:lnTo>
                <a:lnTo>
                  <a:pt x="116830" y="58787"/>
                </a:lnTo>
                <a:lnTo>
                  <a:pt x="116830" y="60275"/>
                </a:lnTo>
                <a:lnTo>
                  <a:pt x="119807" y="60275"/>
                </a:lnTo>
                <a:lnTo>
                  <a:pt x="119807" y="61317"/>
                </a:lnTo>
                <a:lnTo>
                  <a:pt x="120700" y="61317"/>
                </a:lnTo>
                <a:lnTo>
                  <a:pt x="120700" y="62210"/>
                </a:lnTo>
                <a:lnTo>
                  <a:pt x="121742" y="62210"/>
                </a:lnTo>
                <a:lnTo>
                  <a:pt x="121742" y="63252"/>
                </a:lnTo>
                <a:lnTo>
                  <a:pt x="122635" y="63252"/>
                </a:lnTo>
                <a:lnTo>
                  <a:pt x="122635" y="64294"/>
                </a:lnTo>
                <a:lnTo>
                  <a:pt x="124718" y="64294"/>
                </a:lnTo>
                <a:lnTo>
                  <a:pt x="124718" y="66229"/>
                </a:lnTo>
                <a:lnTo>
                  <a:pt x="125611" y="66229"/>
                </a:lnTo>
                <a:lnTo>
                  <a:pt x="125611" y="68461"/>
                </a:lnTo>
                <a:lnTo>
                  <a:pt x="123676" y="68461"/>
                </a:lnTo>
                <a:lnTo>
                  <a:pt x="123676" y="69503"/>
                </a:lnTo>
                <a:lnTo>
                  <a:pt x="122635" y="69503"/>
                </a:lnTo>
                <a:lnTo>
                  <a:pt x="122635" y="70991"/>
                </a:lnTo>
                <a:lnTo>
                  <a:pt x="123676" y="70991"/>
                </a:lnTo>
                <a:lnTo>
                  <a:pt x="123676" y="72033"/>
                </a:lnTo>
                <a:lnTo>
                  <a:pt x="124718" y="72033"/>
                </a:lnTo>
                <a:lnTo>
                  <a:pt x="124718" y="75307"/>
                </a:lnTo>
                <a:lnTo>
                  <a:pt x="123676" y="75307"/>
                </a:lnTo>
                <a:lnTo>
                  <a:pt x="123676" y="76349"/>
                </a:lnTo>
                <a:lnTo>
                  <a:pt x="122635" y="76349"/>
                </a:lnTo>
                <a:lnTo>
                  <a:pt x="122635" y="77242"/>
                </a:lnTo>
                <a:lnTo>
                  <a:pt x="121742" y="77242"/>
                </a:lnTo>
                <a:lnTo>
                  <a:pt x="121742" y="78284"/>
                </a:lnTo>
                <a:lnTo>
                  <a:pt x="119807" y="78284"/>
                </a:lnTo>
                <a:lnTo>
                  <a:pt x="119807" y="79177"/>
                </a:lnTo>
                <a:lnTo>
                  <a:pt x="116830" y="79177"/>
                </a:lnTo>
                <a:lnTo>
                  <a:pt x="116830" y="78284"/>
                </a:lnTo>
                <a:lnTo>
                  <a:pt x="114896" y="78284"/>
                </a:lnTo>
                <a:lnTo>
                  <a:pt x="114896" y="77242"/>
                </a:lnTo>
                <a:lnTo>
                  <a:pt x="112961" y="77242"/>
                </a:lnTo>
                <a:lnTo>
                  <a:pt x="112961" y="76349"/>
                </a:lnTo>
                <a:lnTo>
                  <a:pt x="111919" y="76349"/>
                </a:lnTo>
                <a:lnTo>
                  <a:pt x="111919" y="74414"/>
                </a:lnTo>
                <a:lnTo>
                  <a:pt x="110877" y="74414"/>
                </a:lnTo>
                <a:lnTo>
                  <a:pt x="110877" y="73372"/>
                </a:lnTo>
                <a:lnTo>
                  <a:pt x="108050" y="73372"/>
                </a:lnTo>
                <a:lnTo>
                  <a:pt x="108050" y="72331"/>
                </a:lnTo>
                <a:lnTo>
                  <a:pt x="107008" y="72331"/>
                </a:lnTo>
                <a:lnTo>
                  <a:pt x="107008" y="70991"/>
                </a:lnTo>
                <a:lnTo>
                  <a:pt x="108050" y="70991"/>
                </a:lnTo>
                <a:lnTo>
                  <a:pt x="108050" y="69056"/>
                </a:lnTo>
                <a:lnTo>
                  <a:pt x="108943" y="69056"/>
                </a:lnTo>
                <a:lnTo>
                  <a:pt x="108943" y="65633"/>
                </a:lnTo>
                <a:lnTo>
                  <a:pt x="108050" y="65633"/>
                </a:lnTo>
                <a:lnTo>
                  <a:pt x="108050" y="64591"/>
                </a:lnTo>
                <a:lnTo>
                  <a:pt x="107008" y="64591"/>
                </a:lnTo>
                <a:lnTo>
                  <a:pt x="107008" y="60722"/>
                </a:lnTo>
                <a:lnTo>
                  <a:pt x="106115" y="60722"/>
                </a:lnTo>
                <a:lnTo>
                  <a:pt x="106115" y="59680"/>
                </a:lnTo>
                <a:lnTo>
                  <a:pt x="104180" y="59680"/>
                </a:lnTo>
                <a:lnTo>
                  <a:pt x="104180" y="58787"/>
                </a:lnTo>
                <a:lnTo>
                  <a:pt x="103138" y="58787"/>
                </a:lnTo>
                <a:lnTo>
                  <a:pt x="103138" y="57745"/>
                </a:lnTo>
                <a:lnTo>
                  <a:pt x="98227" y="57745"/>
                </a:lnTo>
                <a:lnTo>
                  <a:pt x="98227" y="56852"/>
                </a:lnTo>
                <a:lnTo>
                  <a:pt x="97334" y="56852"/>
                </a:lnTo>
                <a:lnTo>
                  <a:pt x="97334" y="54471"/>
                </a:lnTo>
                <a:lnTo>
                  <a:pt x="98227" y="54471"/>
                </a:lnTo>
                <a:lnTo>
                  <a:pt x="98227" y="53578"/>
                </a:lnTo>
                <a:lnTo>
                  <a:pt x="99269" y="53578"/>
                </a:lnTo>
                <a:close/>
                <a:moveTo>
                  <a:pt x="29171" y="0"/>
                </a:moveTo>
                <a:lnTo>
                  <a:pt x="32147" y="0"/>
                </a:lnTo>
                <a:lnTo>
                  <a:pt x="32147" y="1042"/>
                </a:lnTo>
                <a:lnTo>
                  <a:pt x="33189" y="1042"/>
                </a:lnTo>
                <a:lnTo>
                  <a:pt x="33189" y="1935"/>
                </a:lnTo>
                <a:lnTo>
                  <a:pt x="35124" y="1935"/>
                </a:lnTo>
                <a:lnTo>
                  <a:pt x="35124" y="2977"/>
                </a:lnTo>
                <a:lnTo>
                  <a:pt x="37059" y="2977"/>
                </a:lnTo>
                <a:lnTo>
                  <a:pt x="37059" y="3870"/>
                </a:lnTo>
                <a:lnTo>
                  <a:pt x="38993" y="3870"/>
                </a:lnTo>
                <a:lnTo>
                  <a:pt x="38993" y="4911"/>
                </a:lnTo>
                <a:lnTo>
                  <a:pt x="40035" y="4911"/>
                </a:lnTo>
                <a:lnTo>
                  <a:pt x="40035" y="5804"/>
                </a:lnTo>
                <a:lnTo>
                  <a:pt x="40928" y="5804"/>
                </a:lnTo>
                <a:lnTo>
                  <a:pt x="40928" y="8781"/>
                </a:lnTo>
                <a:lnTo>
                  <a:pt x="41970" y="8781"/>
                </a:lnTo>
                <a:lnTo>
                  <a:pt x="41970" y="17859"/>
                </a:lnTo>
                <a:lnTo>
                  <a:pt x="40035" y="17859"/>
                </a:lnTo>
                <a:lnTo>
                  <a:pt x="40035" y="18901"/>
                </a:lnTo>
                <a:lnTo>
                  <a:pt x="38100" y="18901"/>
                </a:lnTo>
                <a:lnTo>
                  <a:pt x="38100" y="19794"/>
                </a:lnTo>
                <a:lnTo>
                  <a:pt x="36017" y="19794"/>
                </a:lnTo>
                <a:lnTo>
                  <a:pt x="36017" y="20836"/>
                </a:lnTo>
                <a:lnTo>
                  <a:pt x="35124" y="20836"/>
                </a:lnTo>
                <a:lnTo>
                  <a:pt x="35124" y="21729"/>
                </a:lnTo>
                <a:lnTo>
                  <a:pt x="34082" y="21729"/>
                </a:lnTo>
                <a:lnTo>
                  <a:pt x="34082" y="22771"/>
                </a:lnTo>
                <a:lnTo>
                  <a:pt x="32147" y="22771"/>
                </a:lnTo>
                <a:lnTo>
                  <a:pt x="32147" y="25747"/>
                </a:lnTo>
                <a:lnTo>
                  <a:pt x="31254" y="25747"/>
                </a:lnTo>
                <a:lnTo>
                  <a:pt x="31254" y="26640"/>
                </a:lnTo>
                <a:lnTo>
                  <a:pt x="30212" y="26640"/>
                </a:lnTo>
                <a:lnTo>
                  <a:pt x="30212" y="30510"/>
                </a:lnTo>
                <a:lnTo>
                  <a:pt x="28278" y="30510"/>
                </a:lnTo>
                <a:lnTo>
                  <a:pt x="28278" y="32445"/>
                </a:lnTo>
                <a:lnTo>
                  <a:pt x="27385" y="32445"/>
                </a:lnTo>
                <a:lnTo>
                  <a:pt x="27385" y="33486"/>
                </a:lnTo>
                <a:lnTo>
                  <a:pt x="26343" y="33486"/>
                </a:lnTo>
                <a:lnTo>
                  <a:pt x="26343" y="34379"/>
                </a:lnTo>
                <a:lnTo>
                  <a:pt x="25450" y="34379"/>
                </a:lnTo>
                <a:lnTo>
                  <a:pt x="25450" y="36314"/>
                </a:lnTo>
                <a:lnTo>
                  <a:pt x="24408" y="36314"/>
                </a:lnTo>
                <a:lnTo>
                  <a:pt x="24408" y="38398"/>
                </a:lnTo>
                <a:lnTo>
                  <a:pt x="23366" y="38398"/>
                </a:lnTo>
                <a:lnTo>
                  <a:pt x="23366" y="39291"/>
                </a:lnTo>
                <a:lnTo>
                  <a:pt x="22473" y="39291"/>
                </a:lnTo>
                <a:lnTo>
                  <a:pt x="22473" y="40332"/>
                </a:lnTo>
                <a:lnTo>
                  <a:pt x="21432" y="40332"/>
                </a:lnTo>
                <a:lnTo>
                  <a:pt x="21432" y="41225"/>
                </a:lnTo>
                <a:lnTo>
                  <a:pt x="20539" y="41225"/>
                </a:lnTo>
                <a:lnTo>
                  <a:pt x="20539" y="42267"/>
                </a:lnTo>
                <a:lnTo>
                  <a:pt x="18604" y="42267"/>
                </a:lnTo>
                <a:lnTo>
                  <a:pt x="18604" y="43160"/>
                </a:lnTo>
                <a:lnTo>
                  <a:pt x="17562" y="43160"/>
                </a:lnTo>
                <a:lnTo>
                  <a:pt x="17562" y="44202"/>
                </a:lnTo>
                <a:lnTo>
                  <a:pt x="16669" y="44202"/>
                </a:lnTo>
                <a:lnTo>
                  <a:pt x="16669" y="47625"/>
                </a:lnTo>
                <a:lnTo>
                  <a:pt x="17562" y="47625"/>
                </a:lnTo>
                <a:lnTo>
                  <a:pt x="17562" y="48667"/>
                </a:lnTo>
                <a:lnTo>
                  <a:pt x="21432" y="48667"/>
                </a:lnTo>
                <a:lnTo>
                  <a:pt x="21432" y="49560"/>
                </a:lnTo>
                <a:lnTo>
                  <a:pt x="26343" y="49560"/>
                </a:lnTo>
                <a:lnTo>
                  <a:pt x="26343" y="50602"/>
                </a:lnTo>
                <a:lnTo>
                  <a:pt x="27385" y="50602"/>
                </a:lnTo>
                <a:lnTo>
                  <a:pt x="27385" y="51643"/>
                </a:lnTo>
                <a:lnTo>
                  <a:pt x="30212" y="51643"/>
                </a:lnTo>
                <a:lnTo>
                  <a:pt x="30212" y="48667"/>
                </a:lnTo>
                <a:lnTo>
                  <a:pt x="31105" y="48667"/>
                </a:lnTo>
                <a:lnTo>
                  <a:pt x="31105" y="47625"/>
                </a:lnTo>
                <a:lnTo>
                  <a:pt x="32147" y="47625"/>
                </a:lnTo>
                <a:lnTo>
                  <a:pt x="32147" y="46732"/>
                </a:lnTo>
                <a:lnTo>
                  <a:pt x="34975" y="46732"/>
                </a:lnTo>
                <a:lnTo>
                  <a:pt x="34975" y="45690"/>
                </a:lnTo>
                <a:lnTo>
                  <a:pt x="36017" y="45690"/>
                </a:lnTo>
                <a:lnTo>
                  <a:pt x="36017" y="41821"/>
                </a:lnTo>
                <a:lnTo>
                  <a:pt x="36910" y="41821"/>
                </a:lnTo>
                <a:lnTo>
                  <a:pt x="36910" y="38993"/>
                </a:lnTo>
                <a:lnTo>
                  <a:pt x="37951" y="38993"/>
                </a:lnTo>
                <a:lnTo>
                  <a:pt x="37951" y="36909"/>
                </a:lnTo>
                <a:lnTo>
                  <a:pt x="38993" y="36909"/>
                </a:lnTo>
                <a:lnTo>
                  <a:pt x="38993" y="34975"/>
                </a:lnTo>
                <a:lnTo>
                  <a:pt x="39886" y="34975"/>
                </a:lnTo>
                <a:lnTo>
                  <a:pt x="39886" y="34082"/>
                </a:lnTo>
                <a:lnTo>
                  <a:pt x="40928" y="34082"/>
                </a:lnTo>
                <a:lnTo>
                  <a:pt x="40928" y="33040"/>
                </a:lnTo>
                <a:lnTo>
                  <a:pt x="41821" y="33040"/>
                </a:lnTo>
                <a:lnTo>
                  <a:pt x="41821" y="31105"/>
                </a:lnTo>
                <a:lnTo>
                  <a:pt x="44798" y="31105"/>
                </a:lnTo>
                <a:lnTo>
                  <a:pt x="44798" y="32147"/>
                </a:lnTo>
                <a:lnTo>
                  <a:pt x="45839" y="32147"/>
                </a:lnTo>
                <a:lnTo>
                  <a:pt x="45839" y="33040"/>
                </a:lnTo>
                <a:lnTo>
                  <a:pt x="46732" y="33040"/>
                </a:lnTo>
                <a:lnTo>
                  <a:pt x="46732" y="34082"/>
                </a:lnTo>
                <a:lnTo>
                  <a:pt x="47774" y="34082"/>
                </a:lnTo>
                <a:lnTo>
                  <a:pt x="47774" y="34975"/>
                </a:lnTo>
                <a:lnTo>
                  <a:pt x="48667" y="34975"/>
                </a:lnTo>
                <a:lnTo>
                  <a:pt x="48667" y="38993"/>
                </a:lnTo>
                <a:lnTo>
                  <a:pt x="49709" y="38993"/>
                </a:lnTo>
                <a:lnTo>
                  <a:pt x="49709" y="39886"/>
                </a:lnTo>
                <a:lnTo>
                  <a:pt x="51644" y="39886"/>
                </a:lnTo>
                <a:lnTo>
                  <a:pt x="51644" y="42267"/>
                </a:lnTo>
                <a:lnTo>
                  <a:pt x="50751" y="42267"/>
                </a:lnTo>
                <a:lnTo>
                  <a:pt x="50751" y="43160"/>
                </a:lnTo>
                <a:lnTo>
                  <a:pt x="49709" y="43160"/>
                </a:lnTo>
                <a:lnTo>
                  <a:pt x="49709" y="44202"/>
                </a:lnTo>
                <a:lnTo>
                  <a:pt x="48667" y="44202"/>
                </a:lnTo>
                <a:lnTo>
                  <a:pt x="48667" y="45095"/>
                </a:lnTo>
                <a:lnTo>
                  <a:pt x="46732" y="45095"/>
                </a:lnTo>
                <a:lnTo>
                  <a:pt x="46732" y="46137"/>
                </a:lnTo>
                <a:lnTo>
                  <a:pt x="45839" y="46137"/>
                </a:lnTo>
                <a:lnTo>
                  <a:pt x="45839" y="48965"/>
                </a:lnTo>
                <a:lnTo>
                  <a:pt x="44798" y="48965"/>
                </a:lnTo>
                <a:lnTo>
                  <a:pt x="44798" y="50006"/>
                </a:lnTo>
                <a:lnTo>
                  <a:pt x="42863" y="50006"/>
                </a:lnTo>
                <a:lnTo>
                  <a:pt x="42863" y="51941"/>
                </a:lnTo>
                <a:lnTo>
                  <a:pt x="40928" y="51941"/>
                </a:lnTo>
                <a:lnTo>
                  <a:pt x="40928" y="52983"/>
                </a:lnTo>
                <a:lnTo>
                  <a:pt x="40035" y="52983"/>
                </a:lnTo>
                <a:lnTo>
                  <a:pt x="40035" y="54918"/>
                </a:lnTo>
                <a:lnTo>
                  <a:pt x="38993" y="54918"/>
                </a:lnTo>
                <a:lnTo>
                  <a:pt x="38993" y="55811"/>
                </a:lnTo>
                <a:lnTo>
                  <a:pt x="38100" y="55811"/>
                </a:lnTo>
                <a:lnTo>
                  <a:pt x="38100" y="56852"/>
                </a:lnTo>
                <a:lnTo>
                  <a:pt x="37059" y="56852"/>
                </a:lnTo>
                <a:lnTo>
                  <a:pt x="37059" y="57745"/>
                </a:lnTo>
                <a:lnTo>
                  <a:pt x="36017" y="57745"/>
                </a:lnTo>
                <a:lnTo>
                  <a:pt x="36017" y="58787"/>
                </a:lnTo>
                <a:lnTo>
                  <a:pt x="35124" y="58787"/>
                </a:lnTo>
                <a:lnTo>
                  <a:pt x="35124" y="60722"/>
                </a:lnTo>
                <a:lnTo>
                  <a:pt x="34082" y="60722"/>
                </a:lnTo>
                <a:lnTo>
                  <a:pt x="34082" y="61615"/>
                </a:lnTo>
                <a:lnTo>
                  <a:pt x="32147" y="61615"/>
                </a:lnTo>
                <a:lnTo>
                  <a:pt x="32147" y="62657"/>
                </a:lnTo>
                <a:lnTo>
                  <a:pt x="31254" y="62657"/>
                </a:lnTo>
                <a:lnTo>
                  <a:pt x="31254" y="64591"/>
                </a:lnTo>
                <a:lnTo>
                  <a:pt x="30212" y="64591"/>
                </a:lnTo>
                <a:lnTo>
                  <a:pt x="30212" y="66526"/>
                </a:lnTo>
                <a:lnTo>
                  <a:pt x="29319" y="66526"/>
                </a:lnTo>
                <a:lnTo>
                  <a:pt x="29319" y="68461"/>
                </a:lnTo>
                <a:lnTo>
                  <a:pt x="28278" y="68461"/>
                </a:lnTo>
                <a:lnTo>
                  <a:pt x="28278" y="69503"/>
                </a:lnTo>
                <a:lnTo>
                  <a:pt x="26343" y="69503"/>
                </a:lnTo>
                <a:lnTo>
                  <a:pt x="26343" y="72033"/>
                </a:lnTo>
                <a:lnTo>
                  <a:pt x="27385" y="72033"/>
                </a:lnTo>
                <a:lnTo>
                  <a:pt x="27385" y="75902"/>
                </a:lnTo>
                <a:lnTo>
                  <a:pt x="28278" y="75902"/>
                </a:lnTo>
                <a:lnTo>
                  <a:pt x="28278" y="76944"/>
                </a:lnTo>
                <a:lnTo>
                  <a:pt x="30212" y="76944"/>
                </a:lnTo>
                <a:lnTo>
                  <a:pt x="30212" y="75902"/>
                </a:lnTo>
                <a:lnTo>
                  <a:pt x="37951" y="75902"/>
                </a:lnTo>
                <a:lnTo>
                  <a:pt x="37951" y="75009"/>
                </a:lnTo>
                <a:lnTo>
                  <a:pt x="40928" y="75009"/>
                </a:lnTo>
                <a:lnTo>
                  <a:pt x="40928" y="73968"/>
                </a:lnTo>
                <a:lnTo>
                  <a:pt x="45691" y="73968"/>
                </a:lnTo>
                <a:lnTo>
                  <a:pt x="45691" y="72926"/>
                </a:lnTo>
                <a:lnTo>
                  <a:pt x="46732" y="72926"/>
                </a:lnTo>
                <a:lnTo>
                  <a:pt x="46732" y="68163"/>
                </a:lnTo>
                <a:lnTo>
                  <a:pt x="47625" y="68163"/>
                </a:lnTo>
                <a:lnTo>
                  <a:pt x="47625" y="67122"/>
                </a:lnTo>
                <a:lnTo>
                  <a:pt x="48667" y="67122"/>
                </a:lnTo>
                <a:lnTo>
                  <a:pt x="48667" y="66229"/>
                </a:lnTo>
                <a:lnTo>
                  <a:pt x="49560" y="66229"/>
                </a:lnTo>
                <a:lnTo>
                  <a:pt x="49560" y="65187"/>
                </a:lnTo>
                <a:lnTo>
                  <a:pt x="52685" y="65187"/>
                </a:lnTo>
                <a:lnTo>
                  <a:pt x="52685" y="66229"/>
                </a:lnTo>
                <a:lnTo>
                  <a:pt x="54620" y="66229"/>
                </a:lnTo>
                <a:lnTo>
                  <a:pt x="54620" y="69056"/>
                </a:lnTo>
                <a:lnTo>
                  <a:pt x="58341" y="69056"/>
                </a:lnTo>
                <a:lnTo>
                  <a:pt x="58341" y="68163"/>
                </a:lnTo>
                <a:lnTo>
                  <a:pt x="59383" y="68163"/>
                </a:lnTo>
                <a:lnTo>
                  <a:pt x="59383" y="67122"/>
                </a:lnTo>
                <a:lnTo>
                  <a:pt x="60276" y="67122"/>
                </a:lnTo>
                <a:lnTo>
                  <a:pt x="60276" y="66229"/>
                </a:lnTo>
                <a:lnTo>
                  <a:pt x="61318" y="66229"/>
                </a:lnTo>
                <a:lnTo>
                  <a:pt x="61318" y="65187"/>
                </a:lnTo>
                <a:lnTo>
                  <a:pt x="62210" y="65187"/>
                </a:lnTo>
                <a:lnTo>
                  <a:pt x="62210" y="63698"/>
                </a:lnTo>
                <a:lnTo>
                  <a:pt x="61318" y="63698"/>
                </a:lnTo>
                <a:lnTo>
                  <a:pt x="61318" y="62657"/>
                </a:lnTo>
                <a:lnTo>
                  <a:pt x="60276" y="62657"/>
                </a:lnTo>
                <a:lnTo>
                  <a:pt x="60276" y="61615"/>
                </a:lnTo>
                <a:lnTo>
                  <a:pt x="59383" y="61615"/>
                </a:lnTo>
                <a:lnTo>
                  <a:pt x="59383" y="60275"/>
                </a:lnTo>
                <a:lnTo>
                  <a:pt x="60276" y="60275"/>
                </a:lnTo>
                <a:lnTo>
                  <a:pt x="60276" y="59382"/>
                </a:lnTo>
                <a:lnTo>
                  <a:pt x="61318" y="59382"/>
                </a:lnTo>
                <a:lnTo>
                  <a:pt x="61318" y="58341"/>
                </a:lnTo>
                <a:lnTo>
                  <a:pt x="62210" y="58341"/>
                </a:lnTo>
                <a:lnTo>
                  <a:pt x="62210" y="57448"/>
                </a:lnTo>
                <a:lnTo>
                  <a:pt x="64294" y="57448"/>
                </a:lnTo>
                <a:lnTo>
                  <a:pt x="64294" y="56406"/>
                </a:lnTo>
                <a:lnTo>
                  <a:pt x="65187" y="56406"/>
                </a:lnTo>
                <a:lnTo>
                  <a:pt x="65187" y="55513"/>
                </a:lnTo>
                <a:lnTo>
                  <a:pt x="66229" y="55513"/>
                </a:lnTo>
                <a:lnTo>
                  <a:pt x="66229" y="54471"/>
                </a:lnTo>
                <a:lnTo>
                  <a:pt x="67122" y="54471"/>
                </a:lnTo>
                <a:lnTo>
                  <a:pt x="67122" y="53578"/>
                </a:lnTo>
                <a:lnTo>
                  <a:pt x="67271" y="53578"/>
                </a:lnTo>
                <a:lnTo>
                  <a:pt x="67271" y="54471"/>
                </a:lnTo>
                <a:lnTo>
                  <a:pt x="68164" y="54471"/>
                </a:lnTo>
                <a:lnTo>
                  <a:pt x="68164" y="56406"/>
                </a:lnTo>
                <a:lnTo>
                  <a:pt x="70991" y="56406"/>
                </a:lnTo>
                <a:lnTo>
                  <a:pt x="70991" y="55513"/>
                </a:lnTo>
                <a:lnTo>
                  <a:pt x="72033" y="55513"/>
                </a:lnTo>
                <a:lnTo>
                  <a:pt x="72033" y="53876"/>
                </a:lnTo>
                <a:lnTo>
                  <a:pt x="70991" y="53876"/>
                </a:lnTo>
                <a:lnTo>
                  <a:pt x="70991" y="52983"/>
                </a:lnTo>
                <a:lnTo>
                  <a:pt x="68164" y="52983"/>
                </a:lnTo>
                <a:lnTo>
                  <a:pt x="68164" y="51643"/>
                </a:lnTo>
                <a:lnTo>
                  <a:pt x="69057" y="51643"/>
                </a:lnTo>
                <a:lnTo>
                  <a:pt x="69057" y="49560"/>
                </a:lnTo>
                <a:lnTo>
                  <a:pt x="70098" y="49560"/>
                </a:lnTo>
                <a:lnTo>
                  <a:pt x="70098" y="47625"/>
                </a:lnTo>
                <a:lnTo>
                  <a:pt x="70991" y="47625"/>
                </a:lnTo>
                <a:lnTo>
                  <a:pt x="70991" y="45690"/>
                </a:lnTo>
                <a:lnTo>
                  <a:pt x="72033" y="45690"/>
                </a:lnTo>
                <a:lnTo>
                  <a:pt x="72033" y="44797"/>
                </a:lnTo>
                <a:lnTo>
                  <a:pt x="72926" y="44797"/>
                </a:lnTo>
                <a:lnTo>
                  <a:pt x="72926" y="43756"/>
                </a:lnTo>
                <a:lnTo>
                  <a:pt x="73968" y="43756"/>
                </a:lnTo>
                <a:lnTo>
                  <a:pt x="73968" y="42863"/>
                </a:lnTo>
                <a:lnTo>
                  <a:pt x="75010" y="42863"/>
                </a:lnTo>
                <a:lnTo>
                  <a:pt x="75010" y="41821"/>
                </a:lnTo>
                <a:lnTo>
                  <a:pt x="75903" y="41821"/>
                </a:lnTo>
                <a:lnTo>
                  <a:pt x="75903" y="40928"/>
                </a:lnTo>
                <a:lnTo>
                  <a:pt x="76944" y="40928"/>
                </a:lnTo>
                <a:lnTo>
                  <a:pt x="76944" y="36909"/>
                </a:lnTo>
                <a:lnTo>
                  <a:pt x="77837" y="36909"/>
                </a:lnTo>
                <a:lnTo>
                  <a:pt x="77837" y="36016"/>
                </a:lnTo>
                <a:lnTo>
                  <a:pt x="78879" y="36016"/>
                </a:lnTo>
                <a:lnTo>
                  <a:pt x="78879" y="34975"/>
                </a:lnTo>
                <a:lnTo>
                  <a:pt x="79772" y="34975"/>
                </a:lnTo>
                <a:lnTo>
                  <a:pt x="79772" y="29617"/>
                </a:lnTo>
                <a:lnTo>
                  <a:pt x="78879" y="29617"/>
                </a:lnTo>
                <a:lnTo>
                  <a:pt x="78879" y="28575"/>
                </a:lnTo>
                <a:lnTo>
                  <a:pt x="75010" y="28575"/>
                </a:lnTo>
                <a:lnTo>
                  <a:pt x="75010" y="29617"/>
                </a:lnTo>
                <a:lnTo>
                  <a:pt x="74117" y="29617"/>
                </a:lnTo>
                <a:lnTo>
                  <a:pt x="74117" y="30510"/>
                </a:lnTo>
                <a:lnTo>
                  <a:pt x="70098" y="30510"/>
                </a:lnTo>
                <a:lnTo>
                  <a:pt x="70098" y="29617"/>
                </a:lnTo>
                <a:lnTo>
                  <a:pt x="66229" y="29617"/>
                </a:lnTo>
                <a:lnTo>
                  <a:pt x="66229" y="30510"/>
                </a:lnTo>
                <a:lnTo>
                  <a:pt x="63252" y="30510"/>
                </a:lnTo>
                <a:lnTo>
                  <a:pt x="63252" y="29617"/>
                </a:lnTo>
                <a:lnTo>
                  <a:pt x="61318" y="29617"/>
                </a:lnTo>
                <a:lnTo>
                  <a:pt x="61318" y="28575"/>
                </a:lnTo>
                <a:lnTo>
                  <a:pt x="59383" y="28575"/>
                </a:lnTo>
                <a:lnTo>
                  <a:pt x="59383" y="29617"/>
                </a:lnTo>
                <a:lnTo>
                  <a:pt x="58490" y="29617"/>
                </a:lnTo>
                <a:lnTo>
                  <a:pt x="58490" y="30510"/>
                </a:lnTo>
                <a:lnTo>
                  <a:pt x="56555" y="30510"/>
                </a:lnTo>
                <a:lnTo>
                  <a:pt x="56555" y="31552"/>
                </a:lnTo>
                <a:lnTo>
                  <a:pt x="55513" y="31552"/>
                </a:lnTo>
                <a:lnTo>
                  <a:pt x="55513" y="30510"/>
                </a:lnTo>
                <a:lnTo>
                  <a:pt x="52685" y="30510"/>
                </a:lnTo>
                <a:lnTo>
                  <a:pt x="52685" y="31552"/>
                </a:lnTo>
                <a:lnTo>
                  <a:pt x="50602" y="31552"/>
                </a:lnTo>
                <a:lnTo>
                  <a:pt x="50602" y="30510"/>
                </a:lnTo>
                <a:lnTo>
                  <a:pt x="49560" y="30510"/>
                </a:lnTo>
                <a:lnTo>
                  <a:pt x="49560" y="28575"/>
                </a:lnTo>
                <a:lnTo>
                  <a:pt x="48667" y="28575"/>
                </a:lnTo>
                <a:lnTo>
                  <a:pt x="48667" y="26343"/>
                </a:lnTo>
                <a:lnTo>
                  <a:pt x="49560" y="26343"/>
                </a:lnTo>
                <a:lnTo>
                  <a:pt x="49560" y="25301"/>
                </a:lnTo>
                <a:lnTo>
                  <a:pt x="50602" y="25301"/>
                </a:lnTo>
                <a:lnTo>
                  <a:pt x="50602" y="24259"/>
                </a:lnTo>
                <a:lnTo>
                  <a:pt x="54620" y="24259"/>
                </a:lnTo>
                <a:lnTo>
                  <a:pt x="54620" y="25301"/>
                </a:lnTo>
                <a:lnTo>
                  <a:pt x="56406" y="25301"/>
                </a:lnTo>
                <a:lnTo>
                  <a:pt x="56406" y="24259"/>
                </a:lnTo>
                <a:lnTo>
                  <a:pt x="59383" y="24259"/>
                </a:lnTo>
                <a:lnTo>
                  <a:pt x="59383" y="25301"/>
                </a:lnTo>
                <a:lnTo>
                  <a:pt x="62210" y="25301"/>
                </a:lnTo>
                <a:lnTo>
                  <a:pt x="62210" y="24259"/>
                </a:lnTo>
                <a:lnTo>
                  <a:pt x="63401" y="24259"/>
                </a:lnTo>
                <a:lnTo>
                  <a:pt x="63401" y="25301"/>
                </a:lnTo>
                <a:lnTo>
                  <a:pt x="72033" y="25301"/>
                </a:lnTo>
                <a:lnTo>
                  <a:pt x="72033" y="24259"/>
                </a:lnTo>
                <a:lnTo>
                  <a:pt x="75010" y="24259"/>
                </a:lnTo>
                <a:lnTo>
                  <a:pt x="75010" y="25301"/>
                </a:lnTo>
                <a:lnTo>
                  <a:pt x="76944" y="25301"/>
                </a:lnTo>
                <a:lnTo>
                  <a:pt x="76944" y="22324"/>
                </a:lnTo>
                <a:lnTo>
                  <a:pt x="78879" y="22324"/>
                </a:lnTo>
                <a:lnTo>
                  <a:pt x="78879" y="21431"/>
                </a:lnTo>
                <a:lnTo>
                  <a:pt x="79772" y="21431"/>
                </a:lnTo>
                <a:lnTo>
                  <a:pt x="79772" y="20390"/>
                </a:lnTo>
                <a:lnTo>
                  <a:pt x="80814" y="20390"/>
                </a:lnTo>
                <a:lnTo>
                  <a:pt x="80814" y="17859"/>
                </a:lnTo>
                <a:lnTo>
                  <a:pt x="79772" y="17859"/>
                </a:lnTo>
                <a:lnTo>
                  <a:pt x="79772" y="16966"/>
                </a:lnTo>
                <a:lnTo>
                  <a:pt x="78879" y="16966"/>
                </a:lnTo>
                <a:lnTo>
                  <a:pt x="78879" y="15925"/>
                </a:lnTo>
                <a:lnTo>
                  <a:pt x="77837" y="15925"/>
                </a:lnTo>
                <a:lnTo>
                  <a:pt x="77837" y="15032"/>
                </a:lnTo>
                <a:lnTo>
                  <a:pt x="75903" y="15032"/>
                </a:lnTo>
                <a:lnTo>
                  <a:pt x="75903" y="12055"/>
                </a:lnTo>
                <a:lnTo>
                  <a:pt x="72926" y="12055"/>
                </a:lnTo>
                <a:lnTo>
                  <a:pt x="72926" y="11013"/>
                </a:lnTo>
                <a:lnTo>
                  <a:pt x="69205" y="11013"/>
                </a:lnTo>
                <a:lnTo>
                  <a:pt x="69205" y="12055"/>
                </a:lnTo>
                <a:lnTo>
                  <a:pt x="69057" y="12055"/>
                </a:lnTo>
                <a:lnTo>
                  <a:pt x="69057" y="11013"/>
                </a:lnTo>
                <a:lnTo>
                  <a:pt x="68164" y="11013"/>
                </a:lnTo>
                <a:lnTo>
                  <a:pt x="68164" y="4911"/>
                </a:lnTo>
                <a:lnTo>
                  <a:pt x="69057" y="4911"/>
                </a:lnTo>
                <a:lnTo>
                  <a:pt x="69057" y="3870"/>
                </a:lnTo>
                <a:lnTo>
                  <a:pt x="75010" y="3870"/>
                </a:lnTo>
                <a:lnTo>
                  <a:pt x="75010" y="2977"/>
                </a:lnTo>
                <a:lnTo>
                  <a:pt x="77986" y="2977"/>
                </a:lnTo>
                <a:lnTo>
                  <a:pt x="77986" y="3870"/>
                </a:lnTo>
                <a:lnTo>
                  <a:pt x="78879" y="3870"/>
                </a:lnTo>
                <a:lnTo>
                  <a:pt x="78879" y="4911"/>
                </a:lnTo>
                <a:lnTo>
                  <a:pt x="81856" y="4911"/>
                </a:lnTo>
                <a:lnTo>
                  <a:pt x="81856" y="5804"/>
                </a:lnTo>
                <a:lnTo>
                  <a:pt x="84684" y="5804"/>
                </a:lnTo>
                <a:lnTo>
                  <a:pt x="84684" y="6846"/>
                </a:lnTo>
                <a:lnTo>
                  <a:pt x="88702" y="6846"/>
                </a:lnTo>
                <a:lnTo>
                  <a:pt x="88702" y="9674"/>
                </a:lnTo>
                <a:lnTo>
                  <a:pt x="91530" y="9674"/>
                </a:lnTo>
                <a:lnTo>
                  <a:pt x="91530" y="10716"/>
                </a:lnTo>
                <a:lnTo>
                  <a:pt x="92571" y="10716"/>
                </a:lnTo>
                <a:lnTo>
                  <a:pt x="92571" y="11609"/>
                </a:lnTo>
                <a:lnTo>
                  <a:pt x="93464" y="11609"/>
                </a:lnTo>
                <a:lnTo>
                  <a:pt x="93464" y="14585"/>
                </a:lnTo>
                <a:lnTo>
                  <a:pt x="94506" y="14585"/>
                </a:lnTo>
                <a:lnTo>
                  <a:pt x="94506" y="16520"/>
                </a:lnTo>
                <a:lnTo>
                  <a:pt x="95399" y="16520"/>
                </a:lnTo>
                <a:lnTo>
                  <a:pt x="95399" y="20390"/>
                </a:lnTo>
                <a:lnTo>
                  <a:pt x="96441" y="20390"/>
                </a:lnTo>
                <a:lnTo>
                  <a:pt x="96441" y="24259"/>
                </a:lnTo>
                <a:lnTo>
                  <a:pt x="97334" y="24259"/>
                </a:lnTo>
                <a:lnTo>
                  <a:pt x="97334" y="25301"/>
                </a:lnTo>
                <a:lnTo>
                  <a:pt x="99269" y="25301"/>
                </a:lnTo>
                <a:lnTo>
                  <a:pt x="99269" y="24259"/>
                </a:lnTo>
                <a:lnTo>
                  <a:pt x="99418" y="24259"/>
                </a:lnTo>
                <a:lnTo>
                  <a:pt x="99418" y="25301"/>
                </a:lnTo>
                <a:lnTo>
                  <a:pt x="101203" y="25301"/>
                </a:lnTo>
                <a:lnTo>
                  <a:pt x="101203" y="24259"/>
                </a:lnTo>
                <a:lnTo>
                  <a:pt x="109984" y="24259"/>
                </a:lnTo>
                <a:lnTo>
                  <a:pt x="109984" y="23366"/>
                </a:lnTo>
                <a:lnTo>
                  <a:pt x="111919" y="23366"/>
                </a:lnTo>
                <a:lnTo>
                  <a:pt x="111919" y="22324"/>
                </a:lnTo>
                <a:lnTo>
                  <a:pt x="112961" y="22324"/>
                </a:lnTo>
                <a:lnTo>
                  <a:pt x="112961" y="21431"/>
                </a:lnTo>
                <a:lnTo>
                  <a:pt x="113854" y="21431"/>
                </a:lnTo>
                <a:lnTo>
                  <a:pt x="113854" y="20390"/>
                </a:lnTo>
                <a:lnTo>
                  <a:pt x="114896" y="20390"/>
                </a:lnTo>
                <a:lnTo>
                  <a:pt x="114896" y="19497"/>
                </a:lnTo>
                <a:lnTo>
                  <a:pt x="115789" y="19497"/>
                </a:lnTo>
                <a:lnTo>
                  <a:pt x="115789" y="17562"/>
                </a:lnTo>
                <a:lnTo>
                  <a:pt x="116830" y="17562"/>
                </a:lnTo>
                <a:lnTo>
                  <a:pt x="116830" y="16520"/>
                </a:lnTo>
                <a:lnTo>
                  <a:pt x="117723" y="16520"/>
                </a:lnTo>
                <a:lnTo>
                  <a:pt x="117723" y="15627"/>
                </a:lnTo>
                <a:lnTo>
                  <a:pt x="120700" y="15627"/>
                </a:lnTo>
                <a:lnTo>
                  <a:pt x="120700" y="14585"/>
                </a:lnTo>
                <a:lnTo>
                  <a:pt x="124718" y="14585"/>
                </a:lnTo>
                <a:lnTo>
                  <a:pt x="124718" y="15627"/>
                </a:lnTo>
                <a:lnTo>
                  <a:pt x="126653" y="15627"/>
                </a:lnTo>
                <a:lnTo>
                  <a:pt x="126653" y="16520"/>
                </a:lnTo>
                <a:lnTo>
                  <a:pt x="128588" y="16520"/>
                </a:lnTo>
                <a:lnTo>
                  <a:pt x="128588" y="19497"/>
                </a:lnTo>
                <a:lnTo>
                  <a:pt x="129481" y="19497"/>
                </a:lnTo>
                <a:lnTo>
                  <a:pt x="129481" y="21431"/>
                </a:lnTo>
                <a:lnTo>
                  <a:pt x="130523" y="21431"/>
                </a:lnTo>
                <a:lnTo>
                  <a:pt x="130523" y="23366"/>
                </a:lnTo>
                <a:lnTo>
                  <a:pt x="131416" y="23366"/>
                </a:lnTo>
                <a:lnTo>
                  <a:pt x="131416" y="24259"/>
                </a:lnTo>
                <a:lnTo>
                  <a:pt x="133350" y="24259"/>
                </a:lnTo>
                <a:lnTo>
                  <a:pt x="133350" y="25301"/>
                </a:lnTo>
                <a:lnTo>
                  <a:pt x="134392" y="25301"/>
                </a:lnTo>
                <a:lnTo>
                  <a:pt x="134392" y="27682"/>
                </a:lnTo>
                <a:lnTo>
                  <a:pt x="133350" y="27682"/>
                </a:lnTo>
                <a:lnTo>
                  <a:pt x="133350" y="28575"/>
                </a:lnTo>
                <a:lnTo>
                  <a:pt x="132457" y="28575"/>
                </a:lnTo>
                <a:lnTo>
                  <a:pt x="132457" y="31552"/>
                </a:lnTo>
                <a:lnTo>
                  <a:pt x="131416" y="31552"/>
                </a:lnTo>
                <a:lnTo>
                  <a:pt x="131416" y="32445"/>
                </a:lnTo>
                <a:lnTo>
                  <a:pt x="130523" y="32445"/>
                </a:lnTo>
                <a:lnTo>
                  <a:pt x="130523" y="33486"/>
                </a:lnTo>
                <a:lnTo>
                  <a:pt x="129481" y="33486"/>
                </a:lnTo>
                <a:lnTo>
                  <a:pt x="129481" y="32445"/>
                </a:lnTo>
                <a:lnTo>
                  <a:pt x="127546" y="32445"/>
                </a:lnTo>
                <a:lnTo>
                  <a:pt x="127546" y="31552"/>
                </a:lnTo>
                <a:lnTo>
                  <a:pt x="120700" y="31552"/>
                </a:lnTo>
                <a:lnTo>
                  <a:pt x="120700" y="32445"/>
                </a:lnTo>
                <a:lnTo>
                  <a:pt x="111919" y="32445"/>
                </a:lnTo>
                <a:lnTo>
                  <a:pt x="111919" y="31552"/>
                </a:lnTo>
                <a:lnTo>
                  <a:pt x="108943" y="31552"/>
                </a:lnTo>
                <a:lnTo>
                  <a:pt x="108943" y="30510"/>
                </a:lnTo>
                <a:lnTo>
                  <a:pt x="103138" y="30510"/>
                </a:lnTo>
                <a:lnTo>
                  <a:pt x="103138" y="29617"/>
                </a:lnTo>
                <a:lnTo>
                  <a:pt x="99418" y="29617"/>
                </a:lnTo>
                <a:lnTo>
                  <a:pt x="99418" y="31552"/>
                </a:lnTo>
                <a:lnTo>
                  <a:pt x="98376" y="31552"/>
                </a:lnTo>
                <a:lnTo>
                  <a:pt x="98376" y="32445"/>
                </a:lnTo>
                <a:lnTo>
                  <a:pt x="97334" y="32445"/>
                </a:lnTo>
                <a:lnTo>
                  <a:pt x="97334" y="33486"/>
                </a:lnTo>
                <a:lnTo>
                  <a:pt x="96292" y="33486"/>
                </a:lnTo>
                <a:lnTo>
                  <a:pt x="96292" y="32445"/>
                </a:lnTo>
                <a:lnTo>
                  <a:pt x="93464" y="32445"/>
                </a:lnTo>
                <a:lnTo>
                  <a:pt x="93464" y="34379"/>
                </a:lnTo>
                <a:lnTo>
                  <a:pt x="92571" y="34379"/>
                </a:lnTo>
                <a:lnTo>
                  <a:pt x="92571" y="40332"/>
                </a:lnTo>
                <a:lnTo>
                  <a:pt x="91530" y="40332"/>
                </a:lnTo>
                <a:lnTo>
                  <a:pt x="91530" y="39291"/>
                </a:lnTo>
                <a:lnTo>
                  <a:pt x="89595" y="39291"/>
                </a:lnTo>
                <a:lnTo>
                  <a:pt x="89595" y="40332"/>
                </a:lnTo>
                <a:lnTo>
                  <a:pt x="88702" y="40332"/>
                </a:lnTo>
                <a:lnTo>
                  <a:pt x="88702" y="41225"/>
                </a:lnTo>
                <a:lnTo>
                  <a:pt x="86767" y="41225"/>
                </a:lnTo>
                <a:lnTo>
                  <a:pt x="86767" y="42267"/>
                </a:lnTo>
                <a:lnTo>
                  <a:pt x="85725" y="42267"/>
                </a:lnTo>
                <a:lnTo>
                  <a:pt x="85725" y="44202"/>
                </a:lnTo>
                <a:lnTo>
                  <a:pt x="84684" y="44202"/>
                </a:lnTo>
                <a:lnTo>
                  <a:pt x="84684" y="45095"/>
                </a:lnTo>
                <a:lnTo>
                  <a:pt x="82749" y="45095"/>
                </a:lnTo>
                <a:lnTo>
                  <a:pt x="82749" y="47030"/>
                </a:lnTo>
                <a:lnTo>
                  <a:pt x="81856" y="47030"/>
                </a:lnTo>
                <a:lnTo>
                  <a:pt x="81856" y="48965"/>
                </a:lnTo>
                <a:lnTo>
                  <a:pt x="80814" y="48965"/>
                </a:lnTo>
                <a:lnTo>
                  <a:pt x="80814" y="50006"/>
                </a:lnTo>
                <a:lnTo>
                  <a:pt x="79921" y="50006"/>
                </a:lnTo>
                <a:lnTo>
                  <a:pt x="79921" y="51048"/>
                </a:lnTo>
                <a:lnTo>
                  <a:pt x="78879" y="51048"/>
                </a:lnTo>
                <a:lnTo>
                  <a:pt x="78879" y="51941"/>
                </a:lnTo>
                <a:lnTo>
                  <a:pt x="77986" y="51941"/>
                </a:lnTo>
                <a:lnTo>
                  <a:pt x="77986" y="55811"/>
                </a:lnTo>
                <a:lnTo>
                  <a:pt x="75903" y="55811"/>
                </a:lnTo>
                <a:lnTo>
                  <a:pt x="75903" y="54918"/>
                </a:lnTo>
                <a:lnTo>
                  <a:pt x="74117" y="54918"/>
                </a:lnTo>
                <a:lnTo>
                  <a:pt x="74117" y="55811"/>
                </a:lnTo>
                <a:lnTo>
                  <a:pt x="73075" y="55811"/>
                </a:lnTo>
                <a:lnTo>
                  <a:pt x="73075" y="58787"/>
                </a:lnTo>
                <a:lnTo>
                  <a:pt x="72033" y="58787"/>
                </a:lnTo>
                <a:lnTo>
                  <a:pt x="72033" y="59680"/>
                </a:lnTo>
                <a:lnTo>
                  <a:pt x="71140" y="59680"/>
                </a:lnTo>
                <a:lnTo>
                  <a:pt x="71140" y="66229"/>
                </a:lnTo>
                <a:lnTo>
                  <a:pt x="75010" y="66229"/>
                </a:lnTo>
                <a:lnTo>
                  <a:pt x="75010" y="67122"/>
                </a:lnTo>
                <a:lnTo>
                  <a:pt x="77837" y="67122"/>
                </a:lnTo>
                <a:lnTo>
                  <a:pt x="77837" y="66229"/>
                </a:lnTo>
                <a:lnTo>
                  <a:pt x="80814" y="66229"/>
                </a:lnTo>
                <a:lnTo>
                  <a:pt x="80814" y="65187"/>
                </a:lnTo>
                <a:lnTo>
                  <a:pt x="83642" y="65187"/>
                </a:lnTo>
                <a:lnTo>
                  <a:pt x="83642" y="64294"/>
                </a:lnTo>
                <a:lnTo>
                  <a:pt x="86618" y="64294"/>
                </a:lnTo>
                <a:lnTo>
                  <a:pt x="86618" y="62210"/>
                </a:lnTo>
                <a:lnTo>
                  <a:pt x="87660" y="62210"/>
                </a:lnTo>
                <a:lnTo>
                  <a:pt x="88702" y="62210"/>
                </a:lnTo>
                <a:lnTo>
                  <a:pt x="88702" y="63252"/>
                </a:lnTo>
                <a:lnTo>
                  <a:pt x="89595" y="63252"/>
                </a:lnTo>
                <a:lnTo>
                  <a:pt x="89595" y="65187"/>
                </a:lnTo>
                <a:lnTo>
                  <a:pt x="92423" y="65187"/>
                </a:lnTo>
                <a:lnTo>
                  <a:pt x="92423" y="64294"/>
                </a:lnTo>
                <a:lnTo>
                  <a:pt x="96292" y="64294"/>
                </a:lnTo>
                <a:lnTo>
                  <a:pt x="96292" y="61317"/>
                </a:lnTo>
                <a:lnTo>
                  <a:pt x="97334" y="61317"/>
                </a:lnTo>
                <a:lnTo>
                  <a:pt x="97334" y="63252"/>
                </a:lnTo>
                <a:lnTo>
                  <a:pt x="100310" y="63252"/>
                </a:lnTo>
                <a:lnTo>
                  <a:pt x="101352" y="63252"/>
                </a:lnTo>
                <a:lnTo>
                  <a:pt x="101352" y="66229"/>
                </a:lnTo>
                <a:lnTo>
                  <a:pt x="102245" y="66229"/>
                </a:lnTo>
                <a:lnTo>
                  <a:pt x="102245" y="67568"/>
                </a:lnTo>
                <a:lnTo>
                  <a:pt x="101352" y="67568"/>
                </a:lnTo>
                <a:lnTo>
                  <a:pt x="101352" y="68461"/>
                </a:lnTo>
                <a:lnTo>
                  <a:pt x="100310" y="68461"/>
                </a:lnTo>
                <a:lnTo>
                  <a:pt x="100310" y="70098"/>
                </a:lnTo>
                <a:lnTo>
                  <a:pt x="101352" y="70098"/>
                </a:lnTo>
                <a:lnTo>
                  <a:pt x="101352" y="70991"/>
                </a:lnTo>
                <a:lnTo>
                  <a:pt x="102245" y="70991"/>
                </a:lnTo>
                <a:lnTo>
                  <a:pt x="102245" y="72331"/>
                </a:lnTo>
                <a:lnTo>
                  <a:pt x="101352" y="72331"/>
                </a:lnTo>
                <a:lnTo>
                  <a:pt x="101352" y="74414"/>
                </a:lnTo>
                <a:lnTo>
                  <a:pt x="100310" y="74414"/>
                </a:lnTo>
                <a:lnTo>
                  <a:pt x="100310" y="76349"/>
                </a:lnTo>
                <a:lnTo>
                  <a:pt x="99418" y="76349"/>
                </a:lnTo>
                <a:lnTo>
                  <a:pt x="99418" y="79177"/>
                </a:lnTo>
                <a:lnTo>
                  <a:pt x="97334" y="79177"/>
                </a:lnTo>
                <a:lnTo>
                  <a:pt x="97334" y="84683"/>
                </a:lnTo>
                <a:lnTo>
                  <a:pt x="98376" y="84683"/>
                </a:lnTo>
                <a:lnTo>
                  <a:pt x="98376" y="85576"/>
                </a:lnTo>
                <a:lnTo>
                  <a:pt x="99418" y="85576"/>
                </a:lnTo>
                <a:lnTo>
                  <a:pt x="99418" y="93464"/>
                </a:lnTo>
                <a:lnTo>
                  <a:pt x="100310" y="93464"/>
                </a:lnTo>
                <a:lnTo>
                  <a:pt x="100310" y="93762"/>
                </a:lnTo>
                <a:lnTo>
                  <a:pt x="99418" y="93762"/>
                </a:lnTo>
                <a:lnTo>
                  <a:pt x="99418" y="103138"/>
                </a:lnTo>
                <a:lnTo>
                  <a:pt x="100310" y="103138"/>
                </a:lnTo>
                <a:lnTo>
                  <a:pt x="100310" y="107454"/>
                </a:lnTo>
                <a:lnTo>
                  <a:pt x="99418" y="107454"/>
                </a:lnTo>
                <a:lnTo>
                  <a:pt x="99418" y="113854"/>
                </a:lnTo>
                <a:lnTo>
                  <a:pt x="100310" y="113854"/>
                </a:lnTo>
                <a:lnTo>
                  <a:pt x="100310" y="117723"/>
                </a:lnTo>
                <a:lnTo>
                  <a:pt x="104180" y="117723"/>
                </a:lnTo>
                <a:lnTo>
                  <a:pt x="104180" y="118765"/>
                </a:lnTo>
                <a:lnTo>
                  <a:pt x="105222" y="118765"/>
                </a:lnTo>
                <a:lnTo>
                  <a:pt x="105222" y="122634"/>
                </a:lnTo>
                <a:lnTo>
                  <a:pt x="108943" y="122634"/>
                </a:lnTo>
                <a:lnTo>
                  <a:pt x="108943" y="121593"/>
                </a:lnTo>
                <a:lnTo>
                  <a:pt x="110877" y="121593"/>
                </a:lnTo>
                <a:lnTo>
                  <a:pt x="110877" y="120700"/>
                </a:lnTo>
                <a:lnTo>
                  <a:pt x="111919" y="120700"/>
                </a:lnTo>
                <a:lnTo>
                  <a:pt x="111919" y="119658"/>
                </a:lnTo>
                <a:lnTo>
                  <a:pt x="115789" y="119658"/>
                </a:lnTo>
                <a:lnTo>
                  <a:pt x="115789" y="118765"/>
                </a:lnTo>
                <a:lnTo>
                  <a:pt x="118765" y="118765"/>
                </a:lnTo>
                <a:lnTo>
                  <a:pt x="118765" y="117723"/>
                </a:lnTo>
                <a:lnTo>
                  <a:pt x="121593" y="117723"/>
                </a:lnTo>
                <a:lnTo>
                  <a:pt x="121593" y="116830"/>
                </a:lnTo>
                <a:lnTo>
                  <a:pt x="122635" y="116830"/>
                </a:lnTo>
                <a:lnTo>
                  <a:pt x="122635" y="115193"/>
                </a:lnTo>
                <a:lnTo>
                  <a:pt x="121593" y="115193"/>
                </a:lnTo>
                <a:lnTo>
                  <a:pt x="121593" y="113854"/>
                </a:lnTo>
                <a:lnTo>
                  <a:pt x="122635" y="113854"/>
                </a:lnTo>
                <a:lnTo>
                  <a:pt x="122635" y="108347"/>
                </a:lnTo>
                <a:lnTo>
                  <a:pt x="121593" y="108347"/>
                </a:lnTo>
                <a:lnTo>
                  <a:pt x="121593" y="107007"/>
                </a:lnTo>
                <a:lnTo>
                  <a:pt x="122635" y="107007"/>
                </a:lnTo>
                <a:lnTo>
                  <a:pt x="122635" y="105073"/>
                </a:lnTo>
                <a:lnTo>
                  <a:pt x="123528" y="105073"/>
                </a:lnTo>
                <a:lnTo>
                  <a:pt x="123528" y="101203"/>
                </a:lnTo>
                <a:lnTo>
                  <a:pt x="124569" y="101203"/>
                </a:lnTo>
                <a:lnTo>
                  <a:pt x="124569" y="100310"/>
                </a:lnTo>
                <a:lnTo>
                  <a:pt x="125611" y="100310"/>
                </a:lnTo>
                <a:lnTo>
                  <a:pt x="125611" y="99268"/>
                </a:lnTo>
                <a:lnTo>
                  <a:pt x="129481" y="99268"/>
                </a:lnTo>
                <a:lnTo>
                  <a:pt x="129481" y="100310"/>
                </a:lnTo>
                <a:lnTo>
                  <a:pt x="131416" y="100310"/>
                </a:lnTo>
                <a:lnTo>
                  <a:pt x="131416" y="103138"/>
                </a:lnTo>
                <a:lnTo>
                  <a:pt x="132457" y="103138"/>
                </a:lnTo>
                <a:lnTo>
                  <a:pt x="132457" y="108049"/>
                </a:lnTo>
                <a:lnTo>
                  <a:pt x="133350" y="108049"/>
                </a:lnTo>
                <a:lnTo>
                  <a:pt x="133350" y="109389"/>
                </a:lnTo>
                <a:lnTo>
                  <a:pt x="132457" y="109389"/>
                </a:lnTo>
                <a:lnTo>
                  <a:pt x="132457" y="111919"/>
                </a:lnTo>
                <a:lnTo>
                  <a:pt x="133350" y="111919"/>
                </a:lnTo>
                <a:lnTo>
                  <a:pt x="133350" y="114300"/>
                </a:lnTo>
                <a:lnTo>
                  <a:pt x="132457" y="114300"/>
                </a:lnTo>
                <a:lnTo>
                  <a:pt x="132457" y="115788"/>
                </a:lnTo>
                <a:lnTo>
                  <a:pt x="133350" y="115788"/>
                </a:lnTo>
                <a:lnTo>
                  <a:pt x="133350" y="117723"/>
                </a:lnTo>
                <a:lnTo>
                  <a:pt x="134392" y="117723"/>
                </a:lnTo>
                <a:lnTo>
                  <a:pt x="134392" y="118765"/>
                </a:lnTo>
                <a:lnTo>
                  <a:pt x="135285" y="118765"/>
                </a:lnTo>
                <a:lnTo>
                  <a:pt x="135285" y="121593"/>
                </a:lnTo>
                <a:lnTo>
                  <a:pt x="136327" y="121593"/>
                </a:lnTo>
                <a:lnTo>
                  <a:pt x="136327" y="122634"/>
                </a:lnTo>
                <a:lnTo>
                  <a:pt x="137369" y="122634"/>
                </a:lnTo>
                <a:lnTo>
                  <a:pt x="137369" y="125016"/>
                </a:lnTo>
                <a:lnTo>
                  <a:pt x="136327" y="125016"/>
                </a:lnTo>
                <a:lnTo>
                  <a:pt x="136327" y="126950"/>
                </a:lnTo>
                <a:lnTo>
                  <a:pt x="135285" y="126950"/>
                </a:lnTo>
                <a:lnTo>
                  <a:pt x="135285" y="127843"/>
                </a:lnTo>
                <a:lnTo>
                  <a:pt x="133350" y="127843"/>
                </a:lnTo>
                <a:lnTo>
                  <a:pt x="133350" y="129778"/>
                </a:lnTo>
                <a:lnTo>
                  <a:pt x="132457" y="129778"/>
                </a:lnTo>
                <a:lnTo>
                  <a:pt x="132457" y="130820"/>
                </a:lnTo>
                <a:lnTo>
                  <a:pt x="129481" y="130820"/>
                </a:lnTo>
                <a:lnTo>
                  <a:pt x="129481" y="131713"/>
                </a:lnTo>
                <a:lnTo>
                  <a:pt x="126653" y="131713"/>
                </a:lnTo>
                <a:lnTo>
                  <a:pt x="126653" y="132755"/>
                </a:lnTo>
                <a:lnTo>
                  <a:pt x="124718" y="132755"/>
                </a:lnTo>
                <a:lnTo>
                  <a:pt x="124718" y="133648"/>
                </a:lnTo>
                <a:lnTo>
                  <a:pt x="121742" y="133648"/>
                </a:lnTo>
                <a:lnTo>
                  <a:pt x="121742" y="134689"/>
                </a:lnTo>
                <a:lnTo>
                  <a:pt x="119807" y="134689"/>
                </a:lnTo>
                <a:lnTo>
                  <a:pt x="119807" y="135582"/>
                </a:lnTo>
                <a:lnTo>
                  <a:pt x="109984" y="135582"/>
                </a:lnTo>
                <a:lnTo>
                  <a:pt x="109984" y="136624"/>
                </a:lnTo>
                <a:lnTo>
                  <a:pt x="107008" y="136624"/>
                </a:lnTo>
                <a:lnTo>
                  <a:pt x="107008" y="135582"/>
                </a:lnTo>
                <a:lnTo>
                  <a:pt x="106115" y="135582"/>
                </a:lnTo>
                <a:lnTo>
                  <a:pt x="106115" y="134689"/>
                </a:lnTo>
                <a:lnTo>
                  <a:pt x="105073" y="134689"/>
                </a:lnTo>
                <a:lnTo>
                  <a:pt x="105073" y="133648"/>
                </a:lnTo>
                <a:lnTo>
                  <a:pt x="100310" y="133648"/>
                </a:lnTo>
                <a:lnTo>
                  <a:pt x="100310" y="132755"/>
                </a:lnTo>
                <a:lnTo>
                  <a:pt x="94357" y="132755"/>
                </a:lnTo>
                <a:lnTo>
                  <a:pt x="94357" y="130820"/>
                </a:lnTo>
                <a:lnTo>
                  <a:pt x="93464" y="130820"/>
                </a:lnTo>
                <a:lnTo>
                  <a:pt x="93464" y="129778"/>
                </a:lnTo>
                <a:lnTo>
                  <a:pt x="92423" y="129778"/>
                </a:lnTo>
                <a:lnTo>
                  <a:pt x="92423" y="128885"/>
                </a:lnTo>
                <a:lnTo>
                  <a:pt x="91530" y="128885"/>
                </a:lnTo>
                <a:lnTo>
                  <a:pt x="91530" y="127843"/>
                </a:lnTo>
                <a:lnTo>
                  <a:pt x="89595" y="127843"/>
                </a:lnTo>
                <a:lnTo>
                  <a:pt x="89595" y="126950"/>
                </a:lnTo>
                <a:lnTo>
                  <a:pt x="87660" y="126950"/>
                </a:lnTo>
                <a:lnTo>
                  <a:pt x="87660" y="125016"/>
                </a:lnTo>
                <a:lnTo>
                  <a:pt x="86618" y="125016"/>
                </a:lnTo>
                <a:lnTo>
                  <a:pt x="86618" y="122932"/>
                </a:lnTo>
                <a:lnTo>
                  <a:pt x="85576" y="122932"/>
                </a:lnTo>
                <a:lnTo>
                  <a:pt x="85576" y="122634"/>
                </a:lnTo>
                <a:lnTo>
                  <a:pt x="86618" y="122634"/>
                </a:lnTo>
                <a:lnTo>
                  <a:pt x="86618" y="113854"/>
                </a:lnTo>
                <a:lnTo>
                  <a:pt x="87660" y="113854"/>
                </a:lnTo>
                <a:lnTo>
                  <a:pt x="87660" y="108942"/>
                </a:lnTo>
                <a:lnTo>
                  <a:pt x="88553" y="108942"/>
                </a:lnTo>
                <a:lnTo>
                  <a:pt x="88553" y="108049"/>
                </a:lnTo>
                <a:lnTo>
                  <a:pt x="89595" y="108049"/>
                </a:lnTo>
                <a:lnTo>
                  <a:pt x="89595" y="106412"/>
                </a:lnTo>
                <a:lnTo>
                  <a:pt x="88553" y="106412"/>
                </a:lnTo>
                <a:lnTo>
                  <a:pt x="88553" y="105519"/>
                </a:lnTo>
                <a:lnTo>
                  <a:pt x="87660" y="105519"/>
                </a:lnTo>
                <a:lnTo>
                  <a:pt x="87660" y="99268"/>
                </a:lnTo>
                <a:lnTo>
                  <a:pt x="88553" y="99268"/>
                </a:lnTo>
                <a:lnTo>
                  <a:pt x="88553" y="94804"/>
                </a:lnTo>
                <a:lnTo>
                  <a:pt x="87660" y="94804"/>
                </a:lnTo>
                <a:lnTo>
                  <a:pt x="87660" y="83641"/>
                </a:lnTo>
                <a:lnTo>
                  <a:pt x="88553" y="83641"/>
                </a:lnTo>
                <a:lnTo>
                  <a:pt x="88553" y="82748"/>
                </a:lnTo>
                <a:lnTo>
                  <a:pt x="90488" y="82748"/>
                </a:lnTo>
                <a:lnTo>
                  <a:pt x="90488" y="80218"/>
                </a:lnTo>
                <a:lnTo>
                  <a:pt x="89595" y="80218"/>
                </a:lnTo>
                <a:lnTo>
                  <a:pt x="89595" y="76944"/>
                </a:lnTo>
                <a:lnTo>
                  <a:pt x="90488" y="76944"/>
                </a:lnTo>
                <a:lnTo>
                  <a:pt x="90488" y="73372"/>
                </a:lnTo>
                <a:lnTo>
                  <a:pt x="85576" y="73372"/>
                </a:lnTo>
                <a:lnTo>
                  <a:pt x="85576" y="72331"/>
                </a:lnTo>
                <a:lnTo>
                  <a:pt x="83791" y="72331"/>
                </a:lnTo>
                <a:lnTo>
                  <a:pt x="83791" y="74414"/>
                </a:lnTo>
                <a:lnTo>
                  <a:pt x="82749" y="74414"/>
                </a:lnTo>
                <a:lnTo>
                  <a:pt x="82749" y="76349"/>
                </a:lnTo>
                <a:lnTo>
                  <a:pt x="80814" y="76349"/>
                </a:lnTo>
                <a:lnTo>
                  <a:pt x="80814" y="74414"/>
                </a:lnTo>
                <a:lnTo>
                  <a:pt x="79772" y="74414"/>
                </a:lnTo>
                <a:lnTo>
                  <a:pt x="79772" y="73372"/>
                </a:lnTo>
                <a:lnTo>
                  <a:pt x="77986" y="73372"/>
                </a:lnTo>
                <a:lnTo>
                  <a:pt x="77986" y="74414"/>
                </a:lnTo>
                <a:lnTo>
                  <a:pt x="76944" y="74414"/>
                </a:lnTo>
                <a:lnTo>
                  <a:pt x="76944" y="76944"/>
                </a:lnTo>
                <a:lnTo>
                  <a:pt x="77986" y="76944"/>
                </a:lnTo>
                <a:lnTo>
                  <a:pt x="77986" y="79772"/>
                </a:lnTo>
                <a:lnTo>
                  <a:pt x="78879" y="79772"/>
                </a:lnTo>
                <a:lnTo>
                  <a:pt x="78879" y="82153"/>
                </a:lnTo>
                <a:lnTo>
                  <a:pt x="77986" y="82153"/>
                </a:lnTo>
                <a:lnTo>
                  <a:pt x="77986" y="83641"/>
                </a:lnTo>
                <a:lnTo>
                  <a:pt x="78879" y="83641"/>
                </a:lnTo>
                <a:lnTo>
                  <a:pt x="78879" y="84683"/>
                </a:lnTo>
                <a:lnTo>
                  <a:pt x="80814" y="84683"/>
                </a:lnTo>
                <a:lnTo>
                  <a:pt x="80814" y="87065"/>
                </a:lnTo>
                <a:lnTo>
                  <a:pt x="76944" y="87065"/>
                </a:lnTo>
                <a:lnTo>
                  <a:pt x="76944" y="87957"/>
                </a:lnTo>
                <a:lnTo>
                  <a:pt x="76051" y="87957"/>
                </a:lnTo>
                <a:lnTo>
                  <a:pt x="76051" y="91529"/>
                </a:lnTo>
                <a:lnTo>
                  <a:pt x="76944" y="91529"/>
                </a:lnTo>
                <a:lnTo>
                  <a:pt x="76944" y="93762"/>
                </a:lnTo>
                <a:lnTo>
                  <a:pt x="76051" y="93762"/>
                </a:lnTo>
                <a:lnTo>
                  <a:pt x="76051" y="95697"/>
                </a:lnTo>
                <a:lnTo>
                  <a:pt x="75010" y="95697"/>
                </a:lnTo>
                <a:lnTo>
                  <a:pt x="75010" y="97631"/>
                </a:lnTo>
                <a:lnTo>
                  <a:pt x="74117" y="97631"/>
                </a:lnTo>
                <a:lnTo>
                  <a:pt x="74117" y="99715"/>
                </a:lnTo>
                <a:lnTo>
                  <a:pt x="73075" y="99715"/>
                </a:lnTo>
                <a:lnTo>
                  <a:pt x="73075" y="100608"/>
                </a:lnTo>
                <a:lnTo>
                  <a:pt x="72033" y="100608"/>
                </a:lnTo>
                <a:lnTo>
                  <a:pt x="72033" y="101650"/>
                </a:lnTo>
                <a:lnTo>
                  <a:pt x="71140" y="101650"/>
                </a:lnTo>
                <a:lnTo>
                  <a:pt x="71140" y="105519"/>
                </a:lnTo>
                <a:lnTo>
                  <a:pt x="70098" y="105519"/>
                </a:lnTo>
                <a:lnTo>
                  <a:pt x="70098" y="107454"/>
                </a:lnTo>
                <a:lnTo>
                  <a:pt x="69205" y="107454"/>
                </a:lnTo>
                <a:lnTo>
                  <a:pt x="69205" y="108347"/>
                </a:lnTo>
                <a:lnTo>
                  <a:pt x="68164" y="108347"/>
                </a:lnTo>
                <a:lnTo>
                  <a:pt x="68164" y="110282"/>
                </a:lnTo>
                <a:lnTo>
                  <a:pt x="67271" y="110282"/>
                </a:lnTo>
                <a:lnTo>
                  <a:pt x="67271" y="111323"/>
                </a:lnTo>
                <a:lnTo>
                  <a:pt x="66229" y="111323"/>
                </a:lnTo>
                <a:lnTo>
                  <a:pt x="66229" y="113258"/>
                </a:lnTo>
                <a:lnTo>
                  <a:pt x="65336" y="113258"/>
                </a:lnTo>
                <a:lnTo>
                  <a:pt x="65336" y="114300"/>
                </a:lnTo>
                <a:lnTo>
                  <a:pt x="64294" y="114300"/>
                </a:lnTo>
                <a:lnTo>
                  <a:pt x="64294" y="115193"/>
                </a:lnTo>
                <a:lnTo>
                  <a:pt x="61318" y="115193"/>
                </a:lnTo>
                <a:lnTo>
                  <a:pt x="61318" y="116235"/>
                </a:lnTo>
                <a:lnTo>
                  <a:pt x="60425" y="116235"/>
                </a:lnTo>
                <a:lnTo>
                  <a:pt x="60425" y="117128"/>
                </a:lnTo>
                <a:lnTo>
                  <a:pt x="59383" y="117128"/>
                </a:lnTo>
                <a:lnTo>
                  <a:pt x="59383" y="118170"/>
                </a:lnTo>
                <a:lnTo>
                  <a:pt x="58490" y="118170"/>
                </a:lnTo>
                <a:lnTo>
                  <a:pt x="58490" y="119063"/>
                </a:lnTo>
                <a:lnTo>
                  <a:pt x="57448" y="119063"/>
                </a:lnTo>
                <a:lnTo>
                  <a:pt x="57448" y="120997"/>
                </a:lnTo>
                <a:lnTo>
                  <a:pt x="56555" y="120997"/>
                </a:lnTo>
                <a:lnTo>
                  <a:pt x="56555" y="122039"/>
                </a:lnTo>
                <a:lnTo>
                  <a:pt x="55513" y="122039"/>
                </a:lnTo>
                <a:lnTo>
                  <a:pt x="55513" y="123974"/>
                </a:lnTo>
                <a:lnTo>
                  <a:pt x="53578" y="123974"/>
                </a:lnTo>
                <a:lnTo>
                  <a:pt x="53578" y="125016"/>
                </a:lnTo>
                <a:lnTo>
                  <a:pt x="52685" y="125016"/>
                </a:lnTo>
                <a:lnTo>
                  <a:pt x="52685" y="125909"/>
                </a:lnTo>
                <a:lnTo>
                  <a:pt x="51644" y="125909"/>
                </a:lnTo>
                <a:lnTo>
                  <a:pt x="51644" y="126950"/>
                </a:lnTo>
                <a:lnTo>
                  <a:pt x="48667" y="126950"/>
                </a:lnTo>
                <a:lnTo>
                  <a:pt x="48667" y="127843"/>
                </a:lnTo>
                <a:lnTo>
                  <a:pt x="47774" y="127843"/>
                </a:lnTo>
                <a:lnTo>
                  <a:pt x="47774" y="128885"/>
                </a:lnTo>
                <a:lnTo>
                  <a:pt x="44798" y="128885"/>
                </a:lnTo>
                <a:lnTo>
                  <a:pt x="44798" y="129778"/>
                </a:lnTo>
                <a:lnTo>
                  <a:pt x="43905" y="129778"/>
                </a:lnTo>
                <a:lnTo>
                  <a:pt x="43905" y="130820"/>
                </a:lnTo>
                <a:lnTo>
                  <a:pt x="40035" y="130820"/>
                </a:lnTo>
                <a:lnTo>
                  <a:pt x="40035" y="131713"/>
                </a:lnTo>
                <a:lnTo>
                  <a:pt x="38993" y="131713"/>
                </a:lnTo>
                <a:lnTo>
                  <a:pt x="38993" y="132755"/>
                </a:lnTo>
                <a:lnTo>
                  <a:pt x="38100" y="132755"/>
                </a:lnTo>
                <a:lnTo>
                  <a:pt x="38100" y="133648"/>
                </a:lnTo>
                <a:lnTo>
                  <a:pt x="30212" y="133648"/>
                </a:lnTo>
                <a:lnTo>
                  <a:pt x="30212" y="132755"/>
                </a:lnTo>
                <a:lnTo>
                  <a:pt x="28278" y="132755"/>
                </a:lnTo>
                <a:lnTo>
                  <a:pt x="28278" y="131713"/>
                </a:lnTo>
                <a:lnTo>
                  <a:pt x="27236" y="131713"/>
                </a:lnTo>
                <a:lnTo>
                  <a:pt x="27236" y="130820"/>
                </a:lnTo>
                <a:lnTo>
                  <a:pt x="26343" y="130820"/>
                </a:lnTo>
                <a:lnTo>
                  <a:pt x="26343" y="128439"/>
                </a:lnTo>
                <a:lnTo>
                  <a:pt x="27236" y="128439"/>
                </a:lnTo>
                <a:lnTo>
                  <a:pt x="27236" y="125611"/>
                </a:lnTo>
                <a:lnTo>
                  <a:pt x="29171" y="125611"/>
                </a:lnTo>
                <a:lnTo>
                  <a:pt x="29171" y="124569"/>
                </a:lnTo>
                <a:lnTo>
                  <a:pt x="30212" y="124569"/>
                </a:lnTo>
                <a:lnTo>
                  <a:pt x="30212" y="123527"/>
                </a:lnTo>
                <a:lnTo>
                  <a:pt x="33040" y="123527"/>
                </a:lnTo>
                <a:lnTo>
                  <a:pt x="33040" y="122634"/>
                </a:lnTo>
                <a:lnTo>
                  <a:pt x="34975" y="122634"/>
                </a:lnTo>
                <a:lnTo>
                  <a:pt x="34975" y="121593"/>
                </a:lnTo>
                <a:lnTo>
                  <a:pt x="36910" y="121593"/>
                </a:lnTo>
                <a:lnTo>
                  <a:pt x="36910" y="120700"/>
                </a:lnTo>
                <a:lnTo>
                  <a:pt x="39886" y="120700"/>
                </a:lnTo>
                <a:lnTo>
                  <a:pt x="39886" y="119658"/>
                </a:lnTo>
                <a:lnTo>
                  <a:pt x="42863" y="119658"/>
                </a:lnTo>
                <a:lnTo>
                  <a:pt x="42863" y="117723"/>
                </a:lnTo>
                <a:lnTo>
                  <a:pt x="43756" y="117723"/>
                </a:lnTo>
                <a:lnTo>
                  <a:pt x="43756" y="116830"/>
                </a:lnTo>
                <a:lnTo>
                  <a:pt x="44798" y="116830"/>
                </a:lnTo>
                <a:lnTo>
                  <a:pt x="44798" y="115788"/>
                </a:lnTo>
                <a:lnTo>
                  <a:pt x="46732" y="115788"/>
                </a:lnTo>
                <a:lnTo>
                  <a:pt x="46732" y="114895"/>
                </a:lnTo>
                <a:lnTo>
                  <a:pt x="50602" y="114895"/>
                </a:lnTo>
                <a:lnTo>
                  <a:pt x="50602" y="113854"/>
                </a:lnTo>
                <a:lnTo>
                  <a:pt x="52537" y="113854"/>
                </a:lnTo>
                <a:lnTo>
                  <a:pt x="52537" y="112961"/>
                </a:lnTo>
                <a:lnTo>
                  <a:pt x="53578" y="112961"/>
                </a:lnTo>
                <a:lnTo>
                  <a:pt x="53578" y="111919"/>
                </a:lnTo>
                <a:lnTo>
                  <a:pt x="54471" y="111919"/>
                </a:lnTo>
                <a:lnTo>
                  <a:pt x="54471" y="110877"/>
                </a:lnTo>
                <a:lnTo>
                  <a:pt x="56406" y="110877"/>
                </a:lnTo>
                <a:lnTo>
                  <a:pt x="56406" y="108942"/>
                </a:lnTo>
                <a:lnTo>
                  <a:pt x="57448" y="108942"/>
                </a:lnTo>
                <a:lnTo>
                  <a:pt x="57448" y="108049"/>
                </a:lnTo>
                <a:lnTo>
                  <a:pt x="58341" y="108049"/>
                </a:lnTo>
                <a:lnTo>
                  <a:pt x="58341" y="107007"/>
                </a:lnTo>
                <a:lnTo>
                  <a:pt x="59383" y="107007"/>
                </a:lnTo>
                <a:lnTo>
                  <a:pt x="59383" y="105073"/>
                </a:lnTo>
                <a:lnTo>
                  <a:pt x="60276" y="105073"/>
                </a:lnTo>
                <a:lnTo>
                  <a:pt x="60276" y="103138"/>
                </a:lnTo>
                <a:lnTo>
                  <a:pt x="61318" y="103138"/>
                </a:lnTo>
                <a:lnTo>
                  <a:pt x="61318" y="102245"/>
                </a:lnTo>
                <a:lnTo>
                  <a:pt x="62210" y="102245"/>
                </a:lnTo>
                <a:lnTo>
                  <a:pt x="62210" y="100310"/>
                </a:lnTo>
                <a:lnTo>
                  <a:pt x="63252" y="100310"/>
                </a:lnTo>
                <a:lnTo>
                  <a:pt x="63252" y="99268"/>
                </a:lnTo>
                <a:lnTo>
                  <a:pt x="64294" y="99268"/>
                </a:lnTo>
                <a:lnTo>
                  <a:pt x="64294" y="98227"/>
                </a:lnTo>
                <a:lnTo>
                  <a:pt x="66229" y="98227"/>
                </a:lnTo>
                <a:lnTo>
                  <a:pt x="66229" y="97334"/>
                </a:lnTo>
                <a:lnTo>
                  <a:pt x="67122" y="97334"/>
                </a:lnTo>
                <a:lnTo>
                  <a:pt x="67122" y="92869"/>
                </a:lnTo>
                <a:lnTo>
                  <a:pt x="66229" y="92869"/>
                </a:lnTo>
                <a:lnTo>
                  <a:pt x="66229" y="91827"/>
                </a:lnTo>
                <a:lnTo>
                  <a:pt x="65187" y="91827"/>
                </a:lnTo>
                <a:lnTo>
                  <a:pt x="65187" y="90934"/>
                </a:lnTo>
                <a:lnTo>
                  <a:pt x="64294" y="90934"/>
                </a:lnTo>
                <a:lnTo>
                  <a:pt x="64294" y="90488"/>
                </a:lnTo>
                <a:lnTo>
                  <a:pt x="65187" y="90488"/>
                </a:lnTo>
                <a:lnTo>
                  <a:pt x="65187" y="89595"/>
                </a:lnTo>
                <a:lnTo>
                  <a:pt x="66229" y="89595"/>
                </a:lnTo>
                <a:lnTo>
                  <a:pt x="66229" y="88553"/>
                </a:lnTo>
                <a:lnTo>
                  <a:pt x="67122" y="88553"/>
                </a:lnTo>
                <a:lnTo>
                  <a:pt x="67122" y="87660"/>
                </a:lnTo>
                <a:lnTo>
                  <a:pt x="68164" y="87660"/>
                </a:lnTo>
                <a:lnTo>
                  <a:pt x="68164" y="83046"/>
                </a:lnTo>
                <a:lnTo>
                  <a:pt x="67122" y="83046"/>
                </a:lnTo>
                <a:lnTo>
                  <a:pt x="67122" y="77837"/>
                </a:lnTo>
                <a:lnTo>
                  <a:pt x="67271" y="77837"/>
                </a:lnTo>
                <a:lnTo>
                  <a:pt x="67271" y="78879"/>
                </a:lnTo>
                <a:lnTo>
                  <a:pt x="69057" y="78879"/>
                </a:lnTo>
                <a:lnTo>
                  <a:pt x="69057" y="77837"/>
                </a:lnTo>
                <a:lnTo>
                  <a:pt x="70098" y="77837"/>
                </a:lnTo>
                <a:lnTo>
                  <a:pt x="70098" y="76349"/>
                </a:lnTo>
                <a:lnTo>
                  <a:pt x="64294" y="76349"/>
                </a:lnTo>
                <a:lnTo>
                  <a:pt x="64294" y="75307"/>
                </a:lnTo>
                <a:lnTo>
                  <a:pt x="63252" y="75307"/>
                </a:lnTo>
                <a:lnTo>
                  <a:pt x="63252" y="73372"/>
                </a:lnTo>
                <a:lnTo>
                  <a:pt x="61318" y="73372"/>
                </a:lnTo>
                <a:lnTo>
                  <a:pt x="61318" y="74414"/>
                </a:lnTo>
                <a:lnTo>
                  <a:pt x="60425" y="74414"/>
                </a:lnTo>
                <a:lnTo>
                  <a:pt x="60425" y="75307"/>
                </a:lnTo>
                <a:lnTo>
                  <a:pt x="59383" y="75307"/>
                </a:lnTo>
                <a:lnTo>
                  <a:pt x="59383" y="76349"/>
                </a:lnTo>
                <a:lnTo>
                  <a:pt x="56555" y="76349"/>
                </a:lnTo>
                <a:lnTo>
                  <a:pt x="56555" y="77242"/>
                </a:lnTo>
                <a:lnTo>
                  <a:pt x="55513" y="77242"/>
                </a:lnTo>
                <a:lnTo>
                  <a:pt x="55513" y="78284"/>
                </a:lnTo>
                <a:lnTo>
                  <a:pt x="52685" y="78284"/>
                </a:lnTo>
                <a:lnTo>
                  <a:pt x="52685" y="79177"/>
                </a:lnTo>
                <a:lnTo>
                  <a:pt x="51644" y="79177"/>
                </a:lnTo>
                <a:lnTo>
                  <a:pt x="51644" y="78284"/>
                </a:lnTo>
                <a:lnTo>
                  <a:pt x="50602" y="78284"/>
                </a:lnTo>
                <a:lnTo>
                  <a:pt x="50602" y="76349"/>
                </a:lnTo>
                <a:lnTo>
                  <a:pt x="49560" y="76349"/>
                </a:lnTo>
                <a:lnTo>
                  <a:pt x="49560" y="75307"/>
                </a:lnTo>
                <a:lnTo>
                  <a:pt x="45839" y="75307"/>
                </a:lnTo>
                <a:lnTo>
                  <a:pt x="45839" y="79177"/>
                </a:lnTo>
                <a:lnTo>
                  <a:pt x="40035" y="79177"/>
                </a:lnTo>
                <a:lnTo>
                  <a:pt x="40035" y="80218"/>
                </a:lnTo>
                <a:lnTo>
                  <a:pt x="35124" y="80218"/>
                </a:lnTo>
                <a:lnTo>
                  <a:pt x="35124" y="81111"/>
                </a:lnTo>
                <a:lnTo>
                  <a:pt x="33189" y="81111"/>
                </a:lnTo>
                <a:lnTo>
                  <a:pt x="33189" y="82153"/>
                </a:lnTo>
                <a:lnTo>
                  <a:pt x="30212" y="82153"/>
                </a:lnTo>
                <a:lnTo>
                  <a:pt x="30212" y="83046"/>
                </a:lnTo>
                <a:lnTo>
                  <a:pt x="29319" y="83046"/>
                </a:lnTo>
                <a:lnTo>
                  <a:pt x="29319" y="84088"/>
                </a:lnTo>
                <a:lnTo>
                  <a:pt x="26343" y="84088"/>
                </a:lnTo>
                <a:lnTo>
                  <a:pt x="26343" y="84981"/>
                </a:lnTo>
                <a:lnTo>
                  <a:pt x="24408" y="84981"/>
                </a:lnTo>
                <a:lnTo>
                  <a:pt x="24408" y="86023"/>
                </a:lnTo>
                <a:lnTo>
                  <a:pt x="23366" y="86023"/>
                </a:lnTo>
                <a:lnTo>
                  <a:pt x="23366" y="87065"/>
                </a:lnTo>
                <a:lnTo>
                  <a:pt x="17562" y="87065"/>
                </a:lnTo>
                <a:lnTo>
                  <a:pt x="17562" y="87957"/>
                </a:lnTo>
                <a:lnTo>
                  <a:pt x="14734" y="87957"/>
                </a:lnTo>
                <a:lnTo>
                  <a:pt x="14734" y="88999"/>
                </a:lnTo>
                <a:lnTo>
                  <a:pt x="13693" y="88999"/>
                </a:lnTo>
                <a:lnTo>
                  <a:pt x="13693" y="89892"/>
                </a:lnTo>
                <a:lnTo>
                  <a:pt x="11758" y="89892"/>
                </a:lnTo>
                <a:lnTo>
                  <a:pt x="11758" y="90934"/>
                </a:lnTo>
                <a:lnTo>
                  <a:pt x="10716" y="90934"/>
                </a:lnTo>
                <a:lnTo>
                  <a:pt x="10716" y="91827"/>
                </a:lnTo>
                <a:lnTo>
                  <a:pt x="6846" y="91827"/>
                </a:lnTo>
                <a:lnTo>
                  <a:pt x="6846" y="90934"/>
                </a:lnTo>
                <a:lnTo>
                  <a:pt x="4912" y="90934"/>
                </a:lnTo>
                <a:lnTo>
                  <a:pt x="4912" y="89892"/>
                </a:lnTo>
                <a:lnTo>
                  <a:pt x="3870" y="89892"/>
                </a:lnTo>
                <a:lnTo>
                  <a:pt x="3870" y="87065"/>
                </a:lnTo>
                <a:lnTo>
                  <a:pt x="2977" y="87065"/>
                </a:lnTo>
                <a:lnTo>
                  <a:pt x="2977" y="86023"/>
                </a:lnTo>
                <a:lnTo>
                  <a:pt x="1042" y="86023"/>
                </a:lnTo>
                <a:lnTo>
                  <a:pt x="1042" y="84981"/>
                </a:lnTo>
                <a:lnTo>
                  <a:pt x="0" y="84981"/>
                </a:lnTo>
                <a:lnTo>
                  <a:pt x="0" y="77837"/>
                </a:lnTo>
                <a:lnTo>
                  <a:pt x="1042" y="77837"/>
                </a:lnTo>
                <a:lnTo>
                  <a:pt x="1042" y="76944"/>
                </a:lnTo>
                <a:lnTo>
                  <a:pt x="1935" y="76944"/>
                </a:lnTo>
                <a:lnTo>
                  <a:pt x="1935" y="75009"/>
                </a:lnTo>
                <a:lnTo>
                  <a:pt x="2977" y="75009"/>
                </a:lnTo>
                <a:lnTo>
                  <a:pt x="2977" y="73968"/>
                </a:lnTo>
                <a:lnTo>
                  <a:pt x="7888" y="73968"/>
                </a:lnTo>
                <a:lnTo>
                  <a:pt x="7888" y="75009"/>
                </a:lnTo>
                <a:lnTo>
                  <a:pt x="10716" y="75009"/>
                </a:lnTo>
                <a:lnTo>
                  <a:pt x="10716" y="73968"/>
                </a:lnTo>
                <a:lnTo>
                  <a:pt x="14585" y="73968"/>
                </a:lnTo>
                <a:lnTo>
                  <a:pt x="14585" y="70991"/>
                </a:lnTo>
                <a:lnTo>
                  <a:pt x="15627" y="70991"/>
                </a:lnTo>
                <a:lnTo>
                  <a:pt x="15627" y="67122"/>
                </a:lnTo>
                <a:lnTo>
                  <a:pt x="16520" y="67122"/>
                </a:lnTo>
                <a:lnTo>
                  <a:pt x="16520" y="66229"/>
                </a:lnTo>
                <a:lnTo>
                  <a:pt x="18455" y="66229"/>
                </a:lnTo>
                <a:lnTo>
                  <a:pt x="18455" y="65187"/>
                </a:lnTo>
                <a:lnTo>
                  <a:pt x="19497" y="65187"/>
                </a:lnTo>
                <a:lnTo>
                  <a:pt x="19497" y="64294"/>
                </a:lnTo>
                <a:lnTo>
                  <a:pt x="21432" y="64294"/>
                </a:lnTo>
                <a:lnTo>
                  <a:pt x="21432" y="63252"/>
                </a:lnTo>
                <a:lnTo>
                  <a:pt x="22325" y="63252"/>
                </a:lnTo>
                <a:lnTo>
                  <a:pt x="22325" y="62210"/>
                </a:lnTo>
                <a:lnTo>
                  <a:pt x="23366" y="62210"/>
                </a:lnTo>
                <a:lnTo>
                  <a:pt x="23366" y="60275"/>
                </a:lnTo>
                <a:lnTo>
                  <a:pt x="24259" y="60275"/>
                </a:lnTo>
                <a:lnTo>
                  <a:pt x="24259" y="58787"/>
                </a:lnTo>
                <a:lnTo>
                  <a:pt x="23366" y="58787"/>
                </a:lnTo>
                <a:lnTo>
                  <a:pt x="23366" y="57745"/>
                </a:lnTo>
                <a:lnTo>
                  <a:pt x="17562" y="57745"/>
                </a:lnTo>
                <a:lnTo>
                  <a:pt x="17562" y="56852"/>
                </a:lnTo>
                <a:lnTo>
                  <a:pt x="16520" y="56852"/>
                </a:lnTo>
                <a:lnTo>
                  <a:pt x="16520" y="55811"/>
                </a:lnTo>
                <a:lnTo>
                  <a:pt x="13693" y="55811"/>
                </a:lnTo>
                <a:lnTo>
                  <a:pt x="13693" y="56852"/>
                </a:lnTo>
                <a:lnTo>
                  <a:pt x="9823" y="56852"/>
                </a:lnTo>
                <a:lnTo>
                  <a:pt x="9823" y="57745"/>
                </a:lnTo>
                <a:lnTo>
                  <a:pt x="4912" y="57745"/>
                </a:lnTo>
                <a:lnTo>
                  <a:pt x="4912" y="56852"/>
                </a:lnTo>
                <a:lnTo>
                  <a:pt x="3870" y="56852"/>
                </a:lnTo>
                <a:lnTo>
                  <a:pt x="3870" y="54918"/>
                </a:lnTo>
                <a:lnTo>
                  <a:pt x="2977" y="54918"/>
                </a:lnTo>
                <a:lnTo>
                  <a:pt x="2977" y="51941"/>
                </a:lnTo>
                <a:lnTo>
                  <a:pt x="1935" y="51941"/>
                </a:lnTo>
                <a:lnTo>
                  <a:pt x="1935" y="50006"/>
                </a:lnTo>
                <a:lnTo>
                  <a:pt x="1042" y="50006"/>
                </a:lnTo>
                <a:lnTo>
                  <a:pt x="1042" y="46732"/>
                </a:lnTo>
                <a:lnTo>
                  <a:pt x="1935" y="46732"/>
                </a:lnTo>
                <a:lnTo>
                  <a:pt x="1935" y="44797"/>
                </a:lnTo>
                <a:lnTo>
                  <a:pt x="3870" y="44797"/>
                </a:lnTo>
                <a:lnTo>
                  <a:pt x="3870" y="43756"/>
                </a:lnTo>
                <a:lnTo>
                  <a:pt x="4912" y="43756"/>
                </a:lnTo>
                <a:lnTo>
                  <a:pt x="4912" y="42863"/>
                </a:lnTo>
                <a:lnTo>
                  <a:pt x="6846" y="42863"/>
                </a:lnTo>
                <a:lnTo>
                  <a:pt x="6846" y="41821"/>
                </a:lnTo>
                <a:lnTo>
                  <a:pt x="8781" y="41821"/>
                </a:lnTo>
                <a:lnTo>
                  <a:pt x="8781" y="40928"/>
                </a:lnTo>
                <a:lnTo>
                  <a:pt x="9674" y="40928"/>
                </a:lnTo>
                <a:lnTo>
                  <a:pt x="9674" y="39886"/>
                </a:lnTo>
                <a:lnTo>
                  <a:pt x="10716" y="39886"/>
                </a:lnTo>
                <a:lnTo>
                  <a:pt x="10716" y="36909"/>
                </a:lnTo>
                <a:lnTo>
                  <a:pt x="11609" y="36909"/>
                </a:lnTo>
                <a:lnTo>
                  <a:pt x="11609" y="36016"/>
                </a:lnTo>
                <a:lnTo>
                  <a:pt x="12651" y="36016"/>
                </a:lnTo>
                <a:lnTo>
                  <a:pt x="12651" y="33040"/>
                </a:lnTo>
                <a:lnTo>
                  <a:pt x="13693" y="33040"/>
                </a:lnTo>
                <a:lnTo>
                  <a:pt x="13693" y="31105"/>
                </a:lnTo>
                <a:lnTo>
                  <a:pt x="14585" y="31105"/>
                </a:lnTo>
                <a:lnTo>
                  <a:pt x="14585" y="29170"/>
                </a:lnTo>
                <a:lnTo>
                  <a:pt x="15627" y="29170"/>
                </a:lnTo>
                <a:lnTo>
                  <a:pt x="15627" y="27236"/>
                </a:lnTo>
                <a:lnTo>
                  <a:pt x="16520" y="27236"/>
                </a:lnTo>
                <a:lnTo>
                  <a:pt x="16520" y="25301"/>
                </a:lnTo>
                <a:lnTo>
                  <a:pt x="17562" y="25301"/>
                </a:lnTo>
                <a:lnTo>
                  <a:pt x="17562" y="23366"/>
                </a:lnTo>
                <a:lnTo>
                  <a:pt x="18455" y="23366"/>
                </a:lnTo>
                <a:lnTo>
                  <a:pt x="18455" y="21431"/>
                </a:lnTo>
                <a:lnTo>
                  <a:pt x="19497" y="21431"/>
                </a:lnTo>
                <a:lnTo>
                  <a:pt x="19497" y="20390"/>
                </a:lnTo>
                <a:lnTo>
                  <a:pt x="20390" y="20390"/>
                </a:lnTo>
                <a:lnTo>
                  <a:pt x="20390" y="18455"/>
                </a:lnTo>
                <a:lnTo>
                  <a:pt x="21432" y="18455"/>
                </a:lnTo>
                <a:lnTo>
                  <a:pt x="21432" y="16520"/>
                </a:lnTo>
                <a:lnTo>
                  <a:pt x="22325" y="16520"/>
                </a:lnTo>
                <a:lnTo>
                  <a:pt x="22325" y="14585"/>
                </a:lnTo>
                <a:lnTo>
                  <a:pt x="23366" y="14585"/>
                </a:lnTo>
                <a:lnTo>
                  <a:pt x="23366" y="13692"/>
                </a:lnTo>
                <a:lnTo>
                  <a:pt x="24259" y="13692"/>
                </a:lnTo>
                <a:lnTo>
                  <a:pt x="24259" y="11609"/>
                </a:lnTo>
                <a:lnTo>
                  <a:pt x="25301" y="11609"/>
                </a:lnTo>
                <a:lnTo>
                  <a:pt x="25301" y="10716"/>
                </a:lnTo>
                <a:lnTo>
                  <a:pt x="26343" y="10716"/>
                </a:lnTo>
                <a:lnTo>
                  <a:pt x="26343" y="8781"/>
                </a:lnTo>
                <a:lnTo>
                  <a:pt x="27236" y="8781"/>
                </a:lnTo>
                <a:lnTo>
                  <a:pt x="27236" y="7739"/>
                </a:lnTo>
                <a:lnTo>
                  <a:pt x="28278" y="7739"/>
                </a:lnTo>
                <a:lnTo>
                  <a:pt x="28278" y="5804"/>
                </a:lnTo>
                <a:lnTo>
                  <a:pt x="29171" y="58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4E1488AB-5166-FB08-D70D-CA675A7D8BE1}"/>
              </a:ext>
            </a:extLst>
          </p:cNvPr>
          <p:cNvSpPr txBox="1"/>
          <p:nvPr/>
        </p:nvSpPr>
        <p:spPr>
          <a:xfrm>
            <a:off x="4665944" y="1924445"/>
            <a:ext cx="136624" cy="134095"/>
          </a:xfrm>
          <a:custGeom>
            <a:avLst/>
            <a:gdLst/>
            <a:ahLst/>
            <a:cxnLst/>
            <a:rect l="l" t="t" r="r" b="b"/>
            <a:pathLst>
              <a:path w="136624" h="134095">
                <a:moveTo>
                  <a:pt x="102096" y="99566"/>
                </a:moveTo>
                <a:lnTo>
                  <a:pt x="102096" y="101204"/>
                </a:lnTo>
                <a:lnTo>
                  <a:pt x="102840" y="101204"/>
                </a:lnTo>
                <a:lnTo>
                  <a:pt x="102840" y="103734"/>
                </a:lnTo>
                <a:lnTo>
                  <a:pt x="103733" y="103734"/>
                </a:lnTo>
                <a:lnTo>
                  <a:pt x="103733" y="99566"/>
                </a:lnTo>
                <a:close/>
                <a:moveTo>
                  <a:pt x="46434" y="15181"/>
                </a:moveTo>
                <a:lnTo>
                  <a:pt x="46434" y="16074"/>
                </a:lnTo>
                <a:lnTo>
                  <a:pt x="47178" y="16074"/>
                </a:lnTo>
                <a:lnTo>
                  <a:pt x="47178" y="15181"/>
                </a:lnTo>
                <a:close/>
                <a:moveTo>
                  <a:pt x="45541" y="7591"/>
                </a:moveTo>
                <a:lnTo>
                  <a:pt x="45541" y="8484"/>
                </a:lnTo>
                <a:lnTo>
                  <a:pt x="44648" y="8484"/>
                </a:lnTo>
                <a:lnTo>
                  <a:pt x="44648" y="9228"/>
                </a:lnTo>
                <a:lnTo>
                  <a:pt x="46434" y="9228"/>
                </a:lnTo>
                <a:lnTo>
                  <a:pt x="46434" y="7591"/>
                </a:lnTo>
                <a:close/>
                <a:moveTo>
                  <a:pt x="85130" y="0"/>
                </a:moveTo>
                <a:lnTo>
                  <a:pt x="86023" y="0"/>
                </a:lnTo>
                <a:lnTo>
                  <a:pt x="86023" y="893"/>
                </a:lnTo>
                <a:lnTo>
                  <a:pt x="93613" y="893"/>
                </a:lnTo>
                <a:lnTo>
                  <a:pt x="93613" y="1637"/>
                </a:lnTo>
                <a:lnTo>
                  <a:pt x="94506" y="1637"/>
                </a:lnTo>
                <a:lnTo>
                  <a:pt x="94506" y="3423"/>
                </a:lnTo>
                <a:lnTo>
                  <a:pt x="95250" y="3423"/>
                </a:lnTo>
                <a:lnTo>
                  <a:pt x="95250" y="5954"/>
                </a:lnTo>
                <a:lnTo>
                  <a:pt x="94506" y="5954"/>
                </a:lnTo>
                <a:lnTo>
                  <a:pt x="94506" y="7591"/>
                </a:lnTo>
                <a:lnTo>
                  <a:pt x="93613" y="7591"/>
                </a:lnTo>
                <a:lnTo>
                  <a:pt x="93613" y="9228"/>
                </a:lnTo>
                <a:lnTo>
                  <a:pt x="92720" y="9228"/>
                </a:lnTo>
                <a:lnTo>
                  <a:pt x="92720" y="14288"/>
                </a:lnTo>
                <a:lnTo>
                  <a:pt x="91976" y="14288"/>
                </a:lnTo>
                <a:lnTo>
                  <a:pt x="91976" y="16074"/>
                </a:lnTo>
                <a:lnTo>
                  <a:pt x="92720" y="16074"/>
                </a:lnTo>
                <a:lnTo>
                  <a:pt x="92720" y="21878"/>
                </a:lnTo>
                <a:lnTo>
                  <a:pt x="93613" y="21878"/>
                </a:lnTo>
                <a:lnTo>
                  <a:pt x="93613" y="22771"/>
                </a:lnTo>
                <a:lnTo>
                  <a:pt x="96143" y="22771"/>
                </a:lnTo>
                <a:lnTo>
                  <a:pt x="96143" y="23664"/>
                </a:lnTo>
                <a:lnTo>
                  <a:pt x="101203" y="23664"/>
                </a:lnTo>
                <a:lnTo>
                  <a:pt x="101203" y="24408"/>
                </a:lnTo>
                <a:lnTo>
                  <a:pt x="104626" y="24408"/>
                </a:lnTo>
                <a:lnTo>
                  <a:pt x="104626" y="23664"/>
                </a:lnTo>
                <a:lnTo>
                  <a:pt x="107156" y="23664"/>
                </a:lnTo>
                <a:lnTo>
                  <a:pt x="107156" y="22771"/>
                </a:lnTo>
                <a:lnTo>
                  <a:pt x="108793" y="22771"/>
                </a:lnTo>
                <a:lnTo>
                  <a:pt x="108793" y="23664"/>
                </a:lnTo>
                <a:lnTo>
                  <a:pt x="112216" y="23664"/>
                </a:lnTo>
                <a:lnTo>
                  <a:pt x="112216" y="22771"/>
                </a:lnTo>
                <a:lnTo>
                  <a:pt x="113853" y="22771"/>
                </a:lnTo>
                <a:lnTo>
                  <a:pt x="113853" y="21134"/>
                </a:lnTo>
                <a:lnTo>
                  <a:pt x="114746" y="21134"/>
                </a:lnTo>
                <a:lnTo>
                  <a:pt x="114746" y="20241"/>
                </a:lnTo>
                <a:lnTo>
                  <a:pt x="116384" y="20241"/>
                </a:lnTo>
                <a:lnTo>
                  <a:pt x="116384" y="19348"/>
                </a:lnTo>
                <a:lnTo>
                  <a:pt x="118021" y="19348"/>
                </a:lnTo>
                <a:lnTo>
                  <a:pt x="118021" y="18604"/>
                </a:lnTo>
                <a:lnTo>
                  <a:pt x="119807" y="18604"/>
                </a:lnTo>
                <a:lnTo>
                  <a:pt x="119807" y="17711"/>
                </a:lnTo>
                <a:lnTo>
                  <a:pt x="123974" y="17711"/>
                </a:lnTo>
                <a:lnTo>
                  <a:pt x="123974" y="18604"/>
                </a:lnTo>
                <a:lnTo>
                  <a:pt x="124867" y="18604"/>
                </a:lnTo>
                <a:lnTo>
                  <a:pt x="124867" y="17711"/>
                </a:lnTo>
                <a:lnTo>
                  <a:pt x="126504" y="17711"/>
                </a:lnTo>
                <a:lnTo>
                  <a:pt x="126504" y="18604"/>
                </a:lnTo>
                <a:lnTo>
                  <a:pt x="128141" y="18604"/>
                </a:lnTo>
                <a:lnTo>
                  <a:pt x="128141" y="19348"/>
                </a:lnTo>
                <a:lnTo>
                  <a:pt x="129034" y="19348"/>
                </a:lnTo>
                <a:lnTo>
                  <a:pt x="129034" y="21878"/>
                </a:lnTo>
                <a:lnTo>
                  <a:pt x="129927" y="21878"/>
                </a:lnTo>
                <a:lnTo>
                  <a:pt x="129927" y="22771"/>
                </a:lnTo>
                <a:lnTo>
                  <a:pt x="133201" y="22771"/>
                </a:lnTo>
                <a:lnTo>
                  <a:pt x="133201" y="23664"/>
                </a:lnTo>
                <a:lnTo>
                  <a:pt x="134987" y="23664"/>
                </a:lnTo>
                <a:lnTo>
                  <a:pt x="134987" y="24408"/>
                </a:lnTo>
                <a:lnTo>
                  <a:pt x="136624" y="24408"/>
                </a:lnTo>
                <a:lnTo>
                  <a:pt x="136624" y="26938"/>
                </a:lnTo>
                <a:lnTo>
                  <a:pt x="135731" y="26938"/>
                </a:lnTo>
                <a:lnTo>
                  <a:pt x="135731" y="27831"/>
                </a:lnTo>
                <a:lnTo>
                  <a:pt x="134987" y="27831"/>
                </a:lnTo>
                <a:lnTo>
                  <a:pt x="134987" y="28724"/>
                </a:lnTo>
                <a:lnTo>
                  <a:pt x="134094" y="28724"/>
                </a:lnTo>
                <a:lnTo>
                  <a:pt x="134094" y="31998"/>
                </a:lnTo>
                <a:lnTo>
                  <a:pt x="133201" y="31998"/>
                </a:lnTo>
                <a:lnTo>
                  <a:pt x="133201" y="32891"/>
                </a:lnTo>
                <a:lnTo>
                  <a:pt x="129034" y="32891"/>
                </a:lnTo>
                <a:lnTo>
                  <a:pt x="129034" y="31998"/>
                </a:lnTo>
                <a:lnTo>
                  <a:pt x="125611" y="31998"/>
                </a:lnTo>
                <a:lnTo>
                  <a:pt x="125611" y="32891"/>
                </a:lnTo>
                <a:lnTo>
                  <a:pt x="124867" y="32891"/>
                </a:lnTo>
                <a:lnTo>
                  <a:pt x="124867" y="31998"/>
                </a:lnTo>
                <a:lnTo>
                  <a:pt x="119807" y="31998"/>
                </a:lnTo>
                <a:lnTo>
                  <a:pt x="119807" y="31254"/>
                </a:lnTo>
                <a:lnTo>
                  <a:pt x="116384" y="31254"/>
                </a:lnTo>
                <a:lnTo>
                  <a:pt x="116384" y="30361"/>
                </a:lnTo>
                <a:lnTo>
                  <a:pt x="114746" y="30361"/>
                </a:lnTo>
                <a:lnTo>
                  <a:pt x="114746" y="31254"/>
                </a:lnTo>
                <a:lnTo>
                  <a:pt x="108793" y="31254"/>
                </a:lnTo>
                <a:lnTo>
                  <a:pt x="108793" y="30361"/>
                </a:lnTo>
                <a:lnTo>
                  <a:pt x="96143" y="30361"/>
                </a:lnTo>
                <a:lnTo>
                  <a:pt x="96143" y="31254"/>
                </a:lnTo>
                <a:lnTo>
                  <a:pt x="93613" y="31254"/>
                </a:lnTo>
                <a:lnTo>
                  <a:pt x="93613" y="31998"/>
                </a:lnTo>
                <a:lnTo>
                  <a:pt x="92720" y="31998"/>
                </a:lnTo>
                <a:lnTo>
                  <a:pt x="92720" y="32891"/>
                </a:lnTo>
                <a:lnTo>
                  <a:pt x="91976" y="32891"/>
                </a:lnTo>
                <a:lnTo>
                  <a:pt x="91976" y="39589"/>
                </a:lnTo>
                <a:lnTo>
                  <a:pt x="92720" y="39589"/>
                </a:lnTo>
                <a:lnTo>
                  <a:pt x="92720" y="43012"/>
                </a:lnTo>
                <a:lnTo>
                  <a:pt x="93613" y="43012"/>
                </a:lnTo>
                <a:lnTo>
                  <a:pt x="93613" y="46435"/>
                </a:lnTo>
                <a:lnTo>
                  <a:pt x="92720" y="46435"/>
                </a:lnTo>
                <a:lnTo>
                  <a:pt x="92720" y="48072"/>
                </a:lnTo>
                <a:lnTo>
                  <a:pt x="89446" y="48072"/>
                </a:lnTo>
                <a:lnTo>
                  <a:pt x="89446" y="48965"/>
                </a:lnTo>
                <a:lnTo>
                  <a:pt x="86023" y="48965"/>
                </a:lnTo>
                <a:lnTo>
                  <a:pt x="86023" y="49709"/>
                </a:lnTo>
                <a:lnTo>
                  <a:pt x="80070" y="49709"/>
                </a:lnTo>
                <a:lnTo>
                  <a:pt x="80070" y="48965"/>
                </a:lnTo>
                <a:lnTo>
                  <a:pt x="79325" y="48965"/>
                </a:lnTo>
                <a:lnTo>
                  <a:pt x="79325" y="37059"/>
                </a:lnTo>
                <a:lnTo>
                  <a:pt x="80070" y="37059"/>
                </a:lnTo>
                <a:lnTo>
                  <a:pt x="80070" y="34529"/>
                </a:lnTo>
                <a:lnTo>
                  <a:pt x="79325" y="34529"/>
                </a:lnTo>
                <a:lnTo>
                  <a:pt x="79325" y="30361"/>
                </a:lnTo>
                <a:lnTo>
                  <a:pt x="78432" y="30361"/>
                </a:lnTo>
                <a:lnTo>
                  <a:pt x="78432" y="27831"/>
                </a:lnTo>
                <a:lnTo>
                  <a:pt x="61615" y="27831"/>
                </a:lnTo>
                <a:lnTo>
                  <a:pt x="61615" y="28724"/>
                </a:lnTo>
                <a:lnTo>
                  <a:pt x="59085" y="28724"/>
                </a:lnTo>
                <a:lnTo>
                  <a:pt x="59085" y="29468"/>
                </a:lnTo>
                <a:lnTo>
                  <a:pt x="55662" y="29468"/>
                </a:lnTo>
                <a:lnTo>
                  <a:pt x="55662" y="30361"/>
                </a:lnTo>
                <a:lnTo>
                  <a:pt x="54769" y="30361"/>
                </a:lnTo>
                <a:lnTo>
                  <a:pt x="54769" y="31254"/>
                </a:lnTo>
                <a:lnTo>
                  <a:pt x="54025" y="31254"/>
                </a:lnTo>
                <a:lnTo>
                  <a:pt x="54025" y="31998"/>
                </a:lnTo>
                <a:lnTo>
                  <a:pt x="55662" y="31998"/>
                </a:lnTo>
                <a:lnTo>
                  <a:pt x="55662" y="32891"/>
                </a:lnTo>
                <a:lnTo>
                  <a:pt x="56555" y="32891"/>
                </a:lnTo>
                <a:lnTo>
                  <a:pt x="56555" y="37952"/>
                </a:lnTo>
                <a:lnTo>
                  <a:pt x="57299" y="37952"/>
                </a:lnTo>
                <a:lnTo>
                  <a:pt x="57299" y="42119"/>
                </a:lnTo>
                <a:lnTo>
                  <a:pt x="56555" y="42119"/>
                </a:lnTo>
                <a:lnTo>
                  <a:pt x="56555" y="43012"/>
                </a:lnTo>
                <a:lnTo>
                  <a:pt x="57299" y="43012"/>
                </a:lnTo>
                <a:lnTo>
                  <a:pt x="57299" y="46435"/>
                </a:lnTo>
                <a:lnTo>
                  <a:pt x="56555" y="46435"/>
                </a:lnTo>
                <a:lnTo>
                  <a:pt x="56555" y="49709"/>
                </a:lnTo>
                <a:lnTo>
                  <a:pt x="57299" y="49709"/>
                </a:lnTo>
                <a:lnTo>
                  <a:pt x="57299" y="50602"/>
                </a:lnTo>
                <a:lnTo>
                  <a:pt x="59829" y="50602"/>
                </a:lnTo>
                <a:lnTo>
                  <a:pt x="59829" y="51495"/>
                </a:lnTo>
                <a:lnTo>
                  <a:pt x="61615" y="51495"/>
                </a:lnTo>
                <a:lnTo>
                  <a:pt x="61615" y="52239"/>
                </a:lnTo>
                <a:lnTo>
                  <a:pt x="70842" y="52239"/>
                </a:lnTo>
                <a:lnTo>
                  <a:pt x="70842" y="53132"/>
                </a:lnTo>
                <a:lnTo>
                  <a:pt x="71735" y="53132"/>
                </a:lnTo>
                <a:lnTo>
                  <a:pt x="71735" y="54025"/>
                </a:lnTo>
                <a:lnTo>
                  <a:pt x="73372" y="54025"/>
                </a:lnTo>
                <a:lnTo>
                  <a:pt x="73372" y="53132"/>
                </a:lnTo>
                <a:lnTo>
                  <a:pt x="74265" y="53132"/>
                </a:lnTo>
                <a:lnTo>
                  <a:pt x="74265" y="52239"/>
                </a:lnTo>
                <a:lnTo>
                  <a:pt x="79325" y="52239"/>
                </a:lnTo>
                <a:lnTo>
                  <a:pt x="79325" y="51495"/>
                </a:lnTo>
                <a:lnTo>
                  <a:pt x="80962" y="51495"/>
                </a:lnTo>
                <a:lnTo>
                  <a:pt x="80962" y="52239"/>
                </a:lnTo>
                <a:lnTo>
                  <a:pt x="82600" y="52239"/>
                </a:lnTo>
                <a:lnTo>
                  <a:pt x="82600" y="53132"/>
                </a:lnTo>
                <a:lnTo>
                  <a:pt x="86023" y="53132"/>
                </a:lnTo>
                <a:lnTo>
                  <a:pt x="86023" y="54025"/>
                </a:lnTo>
                <a:lnTo>
                  <a:pt x="86916" y="54025"/>
                </a:lnTo>
                <a:lnTo>
                  <a:pt x="86916" y="54769"/>
                </a:lnTo>
                <a:lnTo>
                  <a:pt x="88553" y="54769"/>
                </a:lnTo>
                <a:lnTo>
                  <a:pt x="88553" y="54025"/>
                </a:lnTo>
                <a:lnTo>
                  <a:pt x="89446" y="54025"/>
                </a:lnTo>
                <a:lnTo>
                  <a:pt x="89446" y="53132"/>
                </a:lnTo>
                <a:lnTo>
                  <a:pt x="91976" y="53132"/>
                </a:lnTo>
                <a:lnTo>
                  <a:pt x="91976" y="54025"/>
                </a:lnTo>
                <a:lnTo>
                  <a:pt x="97036" y="54025"/>
                </a:lnTo>
                <a:lnTo>
                  <a:pt x="97036" y="54769"/>
                </a:lnTo>
                <a:lnTo>
                  <a:pt x="97780" y="54769"/>
                </a:lnTo>
                <a:lnTo>
                  <a:pt x="97780" y="54025"/>
                </a:lnTo>
                <a:lnTo>
                  <a:pt x="99566" y="54025"/>
                </a:lnTo>
                <a:lnTo>
                  <a:pt x="99566" y="53132"/>
                </a:lnTo>
                <a:lnTo>
                  <a:pt x="100310" y="53132"/>
                </a:lnTo>
                <a:lnTo>
                  <a:pt x="100310" y="51495"/>
                </a:lnTo>
                <a:lnTo>
                  <a:pt x="101203" y="51495"/>
                </a:lnTo>
                <a:lnTo>
                  <a:pt x="101203" y="50602"/>
                </a:lnTo>
                <a:lnTo>
                  <a:pt x="102096" y="50602"/>
                </a:lnTo>
                <a:lnTo>
                  <a:pt x="102096" y="49709"/>
                </a:lnTo>
                <a:lnTo>
                  <a:pt x="102840" y="49709"/>
                </a:lnTo>
                <a:lnTo>
                  <a:pt x="102840" y="48072"/>
                </a:lnTo>
                <a:lnTo>
                  <a:pt x="103733" y="48072"/>
                </a:lnTo>
                <a:lnTo>
                  <a:pt x="103733" y="47179"/>
                </a:lnTo>
                <a:lnTo>
                  <a:pt x="105370" y="47179"/>
                </a:lnTo>
                <a:lnTo>
                  <a:pt x="105370" y="45542"/>
                </a:lnTo>
                <a:lnTo>
                  <a:pt x="107900" y="45542"/>
                </a:lnTo>
                <a:lnTo>
                  <a:pt x="107900" y="46435"/>
                </a:lnTo>
                <a:lnTo>
                  <a:pt x="111323" y="46435"/>
                </a:lnTo>
                <a:lnTo>
                  <a:pt x="111323" y="47179"/>
                </a:lnTo>
                <a:lnTo>
                  <a:pt x="112216" y="47179"/>
                </a:lnTo>
                <a:lnTo>
                  <a:pt x="112216" y="48072"/>
                </a:lnTo>
                <a:lnTo>
                  <a:pt x="113853" y="48072"/>
                </a:lnTo>
                <a:lnTo>
                  <a:pt x="113853" y="48965"/>
                </a:lnTo>
                <a:lnTo>
                  <a:pt x="116384" y="48965"/>
                </a:lnTo>
                <a:lnTo>
                  <a:pt x="116384" y="49709"/>
                </a:lnTo>
                <a:lnTo>
                  <a:pt x="118021" y="49709"/>
                </a:lnTo>
                <a:lnTo>
                  <a:pt x="118021" y="50602"/>
                </a:lnTo>
                <a:lnTo>
                  <a:pt x="118914" y="50602"/>
                </a:lnTo>
                <a:lnTo>
                  <a:pt x="118914" y="51495"/>
                </a:lnTo>
                <a:lnTo>
                  <a:pt x="120551" y="51495"/>
                </a:lnTo>
                <a:lnTo>
                  <a:pt x="120551" y="52239"/>
                </a:lnTo>
                <a:lnTo>
                  <a:pt x="121444" y="52239"/>
                </a:lnTo>
                <a:lnTo>
                  <a:pt x="121444" y="53132"/>
                </a:lnTo>
                <a:lnTo>
                  <a:pt x="122337" y="53132"/>
                </a:lnTo>
                <a:lnTo>
                  <a:pt x="122337" y="54025"/>
                </a:lnTo>
                <a:lnTo>
                  <a:pt x="123081" y="54025"/>
                </a:lnTo>
                <a:lnTo>
                  <a:pt x="123081" y="59829"/>
                </a:lnTo>
                <a:lnTo>
                  <a:pt x="122337" y="59829"/>
                </a:lnTo>
                <a:lnTo>
                  <a:pt x="122337" y="60722"/>
                </a:lnTo>
                <a:lnTo>
                  <a:pt x="121444" y="60722"/>
                </a:lnTo>
                <a:lnTo>
                  <a:pt x="121444" y="61615"/>
                </a:lnTo>
                <a:lnTo>
                  <a:pt x="120551" y="61615"/>
                </a:lnTo>
                <a:lnTo>
                  <a:pt x="120551" y="62359"/>
                </a:lnTo>
                <a:lnTo>
                  <a:pt x="119807" y="62359"/>
                </a:lnTo>
                <a:lnTo>
                  <a:pt x="119807" y="63252"/>
                </a:lnTo>
                <a:lnTo>
                  <a:pt x="118914" y="63252"/>
                </a:lnTo>
                <a:lnTo>
                  <a:pt x="118914" y="64145"/>
                </a:lnTo>
                <a:lnTo>
                  <a:pt x="118021" y="64145"/>
                </a:lnTo>
                <a:lnTo>
                  <a:pt x="118021" y="64889"/>
                </a:lnTo>
                <a:lnTo>
                  <a:pt x="117277" y="64889"/>
                </a:lnTo>
                <a:lnTo>
                  <a:pt x="117277" y="69950"/>
                </a:lnTo>
                <a:lnTo>
                  <a:pt x="118021" y="69950"/>
                </a:lnTo>
                <a:lnTo>
                  <a:pt x="118021" y="71736"/>
                </a:lnTo>
                <a:lnTo>
                  <a:pt x="118914" y="71736"/>
                </a:lnTo>
                <a:lnTo>
                  <a:pt x="118914" y="80963"/>
                </a:lnTo>
                <a:lnTo>
                  <a:pt x="118021" y="80963"/>
                </a:lnTo>
                <a:lnTo>
                  <a:pt x="118021" y="85130"/>
                </a:lnTo>
                <a:lnTo>
                  <a:pt x="117277" y="85130"/>
                </a:lnTo>
                <a:lnTo>
                  <a:pt x="117277" y="86023"/>
                </a:lnTo>
                <a:lnTo>
                  <a:pt x="116384" y="86023"/>
                </a:lnTo>
                <a:lnTo>
                  <a:pt x="116384" y="86916"/>
                </a:lnTo>
                <a:lnTo>
                  <a:pt x="117277" y="86916"/>
                </a:lnTo>
                <a:lnTo>
                  <a:pt x="117277" y="93613"/>
                </a:lnTo>
                <a:lnTo>
                  <a:pt x="116384" y="93613"/>
                </a:lnTo>
                <a:lnTo>
                  <a:pt x="116384" y="97036"/>
                </a:lnTo>
                <a:lnTo>
                  <a:pt x="115491" y="97036"/>
                </a:lnTo>
                <a:lnTo>
                  <a:pt x="115491" y="98673"/>
                </a:lnTo>
                <a:lnTo>
                  <a:pt x="116384" y="98673"/>
                </a:lnTo>
                <a:lnTo>
                  <a:pt x="116384" y="102096"/>
                </a:lnTo>
                <a:lnTo>
                  <a:pt x="115491" y="102096"/>
                </a:lnTo>
                <a:lnTo>
                  <a:pt x="115491" y="103734"/>
                </a:lnTo>
                <a:lnTo>
                  <a:pt x="114746" y="103734"/>
                </a:lnTo>
                <a:lnTo>
                  <a:pt x="114746" y="104627"/>
                </a:lnTo>
                <a:lnTo>
                  <a:pt x="113853" y="104627"/>
                </a:lnTo>
                <a:lnTo>
                  <a:pt x="113853" y="105371"/>
                </a:lnTo>
                <a:lnTo>
                  <a:pt x="112961" y="105371"/>
                </a:lnTo>
                <a:lnTo>
                  <a:pt x="112961" y="107157"/>
                </a:lnTo>
                <a:lnTo>
                  <a:pt x="112216" y="107157"/>
                </a:lnTo>
                <a:lnTo>
                  <a:pt x="112216" y="107901"/>
                </a:lnTo>
                <a:lnTo>
                  <a:pt x="111323" y="107901"/>
                </a:lnTo>
                <a:lnTo>
                  <a:pt x="111323" y="108794"/>
                </a:lnTo>
                <a:lnTo>
                  <a:pt x="110430" y="108794"/>
                </a:lnTo>
                <a:lnTo>
                  <a:pt x="110430" y="109687"/>
                </a:lnTo>
                <a:lnTo>
                  <a:pt x="107900" y="109687"/>
                </a:lnTo>
                <a:lnTo>
                  <a:pt x="107900" y="110431"/>
                </a:lnTo>
                <a:lnTo>
                  <a:pt x="106263" y="110431"/>
                </a:lnTo>
                <a:lnTo>
                  <a:pt x="106263" y="111324"/>
                </a:lnTo>
                <a:lnTo>
                  <a:pt x="105370" y="111324"/>
                </a:lnTo>
                <a:lnTo>
                  <a:pt x="105370" y="112217"/>
                </a:lnTo>
                <a:lnTo>
                  <a:pt x="104626" y="112217"/>
                </a:lnTo>
                <a:lnTo>
                  <a:pt x="104626" y="113854"/>
                </a:lnTo>
                <a:lnTo>
                  <a:pt x="102840" y="113854"/>
                </a:lnTo>
                <a:lnTo>
                  <a:pt x="102840" y="114747"/>
                </a:lnTo>
                <a:lnTo>
                  <a:pt x="100310" y="114747"/>
                </a:lnTo>
                <a:lnTo>
                  <a:pt x="100310" y="113854"/>
                </a:lnTo>
                <a:lnTo>
                  <a:pt x="99566" y="113854"/>
                </a:lnTo>
                <a:lnTo>
                  <a:pt x="99566" y="114747"/>
                </a:lnTo>
                <a:lnTo>
                  <a:pt x="97780" y="114747"/>
                </a:lnTo>
                <a:lnTo>
                  <a:pt x="97780" y="115491"/>
                </a:lnTo>
                <a:lnTo>
                  <a:pt x="97036" y="115491"/>
                </a:lnTo>
                <a:lnTo>
                  <a:pt x="97036" y="116384"/>
                </a:lnTo>
                <a:lnTo>
                  <a:pt x="94506" y="116384"/>
                </a:lnTo>
                <a:lnTo>
                  <a:pt x="94506" y="117277"/>
                </a:lnTo>
                <a:lnTo>
                  <a:pt x="89446" y="117277"/>
                </a:lnTo>
                <a:lnTo>
                  <a:pt x="89446" y="116384"/>
                </a:lnTo>
                <a:lnTo>
                  <a:pt x="88553" y="116384"/>
                </a:lnTo>
                <a:lnTo>
                  <a:pt x="88553" y="115491"/>
                </a:lnTo>
                <a:lnTo>
                  <a:pt x="87660" y="115491"/>
                </a:lnTo>
                <a:lnTo>
                  <a:pt x="87660" y="114747"/>
                </a:lnTo>
                <a:lnTo>
                  <a:pt x="86916" y="114747"/>
                </a:lnTo>
                <a:lnTo>
                  <a:pt x="86916" y="113854"/>
                </a:lnTo>
                <a:lnTo>
                  <a:pt x="85130" y="113854"/>
                </a:lnTo>
                <a:lnTo>
                  <a:pt x="85130" y="112961"/>
                </a:lnTo>
                <a:lnTo>
                  <a:pt x="84386" y="112961"/>
                </a:lnTo>
                <a:lnTo>
                  <a:pt x="84386" y="112217"/>
                </a:lnTo>
                <a:lnTo>
                  <a:pt x="82600" y="112217"/>
                </a:lnTo>
                <a:lnTo>
                  <a:pt x="82600" y="111324"/>
                </a:lnTo>
                <a:lnTo>
                  <a:pt x="81855" y="111324"/>
                </a:lnTo>
                <a:lnTo>
                  <a:pt x="81855" y="110431"/>
                </a:lnTo>
                <a:lnTo>
                  <a:pt x="80962" y="110431"/>
                </a:lnTo>
                <a:lnTo>
                  <a:pt x="80962" y="109687"/>
                </a:lnTo>
                <a:lnTo>
                  <a:pt x="76795" y="109687"/>
                </a:lnTo>
                <a:lnTo>
                  <a:pt x="76795" y="108794"/>
                </a:lnTo>
                <a:lnTo>
                  <a:pt x="75902" y="108794"/>
                </a:lnTo>
                <a:lnTo>
                  <a:pt x="75902" y="107901"/>
                </a:lnTo>
                <a:lnTo>
                  <a:pt x="75009" y="107901"/>
                </a:lnTo>
                <a:lnTo>
                  <a:pt x="75009" y="106264"/>
                </a:lnTo>
                <a:lnTo>
                  <a:pt x="75902" y="106264"/>
                </a:lnTo>
                <a:lnTo>
                  <a:pt x="75902" y="105371"/>
                </a:lnTo>
                <a:lnTo>
                  <a:pt x="76795" y="105371"/>
                </a:lnTo>
                <a:lnTo>
                  <a:pt x="76795" y="104627"/>
                </a:lnTo>
                <a:lnTo>
                  <a:pt x="77539" y="104627"/>
                </a:lnTo>
                <a:lnTo>
                  <a:pt x="77539" y="103734"/>
                </a:lnTo>
                <a:lnTo>
                  <a:pt x="80070" y="103734"/>
                </a:lnTo>
                <a:lnTo>
                  <a:pt x="80070" y="102841"/>
                </a:lnTo>
                <a:lnTo>
                  <a:pt x="81855" y="102841"/>
                </a:lnTo>
                <a:lnTo>
                  <a:pt x="81855" y="102096"/>
                </a:lnTo>
                <a:lnTo>
                  <a:pt x="82600" y="102096"/>
                </a:lnTo>
                <a:lnTo>
                  <a:pt x="82600" y="102841"/>
                </a:lnTo>
                <a:lnTo>
                  <a:pt x="86916" y="102841"/>
                </a:lnTo>
                <a:lnTo>
                  <a:pt x="86916" y="102096"/>
                </a:lnTo>
                <a:lnTo>
                  <a:pt x="87660" y="102096"/>
                </a:lnTo>
                <a:lnTo>
                  <a:pt x="87660" y="101204"/>
                </a:lnTo>
                <a:lnTo>
                  <a:pt x="88553" y="101204"/>
                </a:lnTo>
                <a:lnTo>
                  <a:pt x="88553" y="102096"/>
                </a:lnTo>
                <a:lnTo>
                  <a:pt x="90190" y="102096"/>
                </a:lnTo>
                <a:lnTo>
                  <a:pt x="90190" y="102841"/>
                </a:lnTo>
                <a:lnTo>
                  <a:pt x="97036" y="102841"/>
                </a:lnTo>
                <a:lnTo>
                  <a:pt x="97036" y="100311"/>
                </a:lnTo>
                <a:lnTo>
                  <a:pt x="97780" y="100311"/>
                </a:lnTo>
                <a:lnTo>
                  <a:pt x="97780" y="99566"/>
                </a:lnTo>
                <a:lnTo>
                  <a:pt x="99566" y="99566"/>
                </a:lnTo>
                <a:lnTo>
                  <a:pt x="99566" y="98673"/>
                </a:lnTo>
                <a:lnTo>
                  <a:pt x="100310" y="98673"/>
                </a:lnTo>
                <a:lnTo>
                  <a:pt x="100310" y="97780"/>
                </a:lnTo>
                <a:lnTo>
                  <a:pt x="101203" y="97780"/>
                </a:lnTo>
                <a:lnTo>
                  <a:pt x="101203" y="97036"/>
                </a:lnTo>
                <a:lnTo>
                  <a:pt x="102096" y="97036"/>
                </a:lnTo>
                <a:lnTo>
                  <a:pt x="102096" y="95250"/>
                </a:lnTo>
                <a:lnTo>
                  <a:pt x="102840" y="95250"/>
                </a:lnTo>
                <a:lnTo>
                  <a:pt x="102840" y="94506"/>
                </a:lnTo>
                <a:lnTo>
                  <a:pt x="103733" y="94506"/>
                </a:lnTo>
                <a:lnTo>
                  <a:pt x="103733" y="91083"/>
                </a:lnTo>
                <a:lnTo>
                  <a:pt x="104626" y="91083"/>
                </a:lnTo>
                <a:lnTo>
                  <a:pt x="104626" y="90190"/>
                </a:lnTo>
                <a:lnTo>
                  <a:pt x="105370" y="90190"/>
                </a:lnTo>
                <a:lnTo>
                  <a:pt x="105370" y="83493"/>
                </a:lnTo>
                <a:lnTo>
                  <a:pt x="106263" y="83493"/>
                </a:lnTo>
                <a:lnTo>
                  <a:pt x="106263" y="81856"/>
                </a:lnTo>
                <a:lnTo>
                  <a:pt x="107156" y="81856"/>
                </a:lnTo>
                <a:lnTo>
                  <a:pt x="107156" y="78433"/>
                </a:lnTo>
                <a:lnTo>
                  <a:pt x="107900" y="78433"/>
                </a:lnTo>
                <a:lnTo>
                  <a:pt x="107900" y="76796"/>
                </a:lnTo>
                <a:lnTo>
                  <a:pt x="107156" y="76796"/>
                </a:lnTo>
                <a:lnTo>
                  <a:pt x="107156" y="75010"/>
                </a:lnTo>
                <a:lnTo>
                  <a:pt x="106263" y="75010"/>
                </a:lnTo>
                <a:lnTo>
                  <a:pt x="106263" y="74266"/>
                </a:lnTo>
                <a:lnTo>
                  <a:pt x="105370" y="74266"/>
                </a:lnTo>
                <a:lnTo>
                  <a:pt x="105370" y="64889"/>
                </a:lnTo>
                <a:lnTo>
                  <a:pt x="106263" y="64889"/>
                </a:lnTo>
                <a:lnTo>
                  <a:pt x="106263" y="62359"/>
                </a:lnTo>
                <a:lnTo>
                  <a:pt x="105370" y="62359"/>
                </a:lnTo>
                <a:lnTo>
                  <a:pt x="105370" y="60722"/>
                </a:lnTo>
                <a:lnTo>
                  <a:pt x="104626" y="60722"/>
                </a:lnTo>
                <a:lnTo>
                  <a:pt x="104626" y="59829"/>
                </a:lnTo>
                <a:lnTo>
                  <a:pt x="103733" y="59829"/>
                </a:lnTo>
                <a:lnTo>
                  <a:pt x="103733" y="59085"/>
                </a:lnTo>
                <a:lnTo>
                  <a:pt x="102096" y="59085"/>
                </a:lnTo>
                <a:lnTo>
                  <a:pt x="102096" y="58192"/>
                </a:lnTo>
                <a:lnTo>
                  <a:pt x="100310" y="58192"/>
                </a:lnTo>
                <a:lnTo>
                  <a:pt x="100310" y="57299"/>
                </a:lnTo>
                <a:lnTo>
                  <a:pt x="98673" y="57299"/>
                </a:lnTo>
                <a:lnTo>
                  <a:pt x="98673" y="58192"/>
                </a:lnTo>
                <a:lnTo>
                  <a:pt x="97036" y="58192"/>
                </a:lnTo>
                <a:lnTo>
                  <a:pt x="97036" y="59085"/>
                </a:lnTo>
                <a:lnTo>
                  <a:pt x="96143" y="59085"/>
                </a:lnTo>
                <a:lnTo>
                  <a:pt x="96143" y="58192"/>
                </a:lnTo>
                <a:lnTo>
                  <a:pt x="86023" y="58192"/>
                </a:lnTo>
                <a:lnTo>
                  <a:pt x="86023" y="57299"/>
                </a:lnTo>
                <a:lnTo>
                  <a:pt x="84386" y="57299"/>
                </a:lnTo>
                <a:lnTo>
                  <a:pt x="84386" y="58192"/>
                </a:lnTo>
                <a:lnTo>
                  <a:pt x="81855" y="58192"/>
                </a:lnTo>
                <a:lnTo>
                  <a:pt x="81855" y="59085"/>
                </a:lnTo>
                <a:lnTo>
                  <a:pt x="76795" y="59085"/>
                </a:lnTo>
                <a:lnTo>
                  <a:pt x="76795" y="59829"/>
                </a:lnTo>
                <a:lnTo>
                  <a:pt x="75009" y="59829"/>
                </a:lnTo>
                <a:lnTo>
                  <a:pt x="75009" y="61615"/>
                </a:lnTo>
                <a:lnTo>
                  <a:pt x="74265" y="61615"/>
                </a:lnTo>
                <a:lnTo>
                  <a:pt x="74265" y="64145"/>
                </a:lnTo>
                <a:lnTo>
                  <a:pt x="72479" y="64145"/>
                </a:lnTo>
                <a:lnTo>
                  <a:pt x="72479" y="65782"/>
                </a:lnTo>
                <a:lnTo>
                  <a:pt x="71735" y="65782"/>
                </a:lnTo>
                <a:lnTo>
                  <a:pt x="71735" y="66675"/>
                </a:lnTo>
                <a:lnTo>
                  <a:pt x="70842" y="66675"/>
                </a:lnTo>
                <a:lnTo>
                  <a:pt x="70842" y="68312"/>
                </a:lnTo>
                <a:lnTo>
                  <a:pt x="69949" y="68312"/>
                </a:lnTo>
                <a:lnTo>
                  <a:pt x="69949" y="71736"/>
                </a:lnTo>
                <a:lnTo>
                  <a:pt x="69205" y="71736"/>
                </a:lnTo>
                <a:lnTo>
                  <a:pt x="69205" y="73373"/>
                </a:lnTo>
                <a:lnTo>
                  <a:pt x="68312" y="73373"/>
                </a:lnTo>
                <a:lnTo>
                  <a:pt x="68312" y="76796"/>
                </a:lnTo>
                <a:lnTo>
                  <a:pt x="69205" y="76796"/>
                </a:lnTo>
                <a:lnTo>
                  <a:pt x="69205" y="77540"/>
                </a:lnTo>
                <a:lnTo>
                  <a:pt x="69949" y="77540"/>
                </a:lnTo>
                <a:lnTo>
                  <a:pt x="69949" y="81856"/>
                </a:lnTo>
                <a:lnTo>
                  <a:pt x="69205" y="81856"/>
                </a:lnTo>
                <a:lnTo>
                  <a:pt x="69205" y="84386"/>
                </a:lnTo>
                <a:lnTo>
                  <a:pt x="69949" y="84386"/>
                </a:lnTo>
                <a:lnTo>
                  <a:pt x="69949" y="91976"/>
                </a:lnTo>
                <a:lnTo>
                  <a:pt x="69205" y="91976"/>
                </a:lnTo>
                <a:lnTo>
                  <a:pt x="69205" y="94506"/>
                </a:lnTo>
                <a:lnTo>
                  <a:pt x="69949" y="94506"/>
                </a:lnTo>
                <a:lnTo>
                  <a:pt x="69949" y="101204"/>
                </a:lnTo>
                <a:lnTo>
                  <a:pt x="69205" y="101204"/>
                </a:lnTo>
                <a:lnTo>
                  <a:pt x="69205" y="104627"/>
                </a:lnTo>
                <a:lnTo>
                  <a:pt x="69949" y="104627"/>
                </a:lnTo>
                <a:lnTo>
                  <a:pt x="69949" y="106264"/>
                </a:lnTo>
                <a:lnTo>
                  <a:pt x="69205" y="106264"/>
                </a:lnTo>
                <a:lnTo>
                  <a:pt x="69205" y="108794"/>
                </a:lnTo>
                <a:lnTo>
                  <a:pt x="69949" y="108794"/>
                </a:lnTo>
                <a:lnTo>
                  <a:pt x="69949" y="109687"/>
                </a:lnTo>
                <a:lnTo>
                  <a:pt x="70842" y="109687"/>
                </a:lnTo>
                <a:lnTo>
                  <a:pt x="70842" y="112217"/>
                </a:lnTo>
                <a:lnTo>
                  <a:pt x="69949" y="112217"/>
                </a:lnTo>
                <a:lnTo>
                  <a:pt x="69949" y="125611"/>
                </a:lnTo>
                <a:lnTo>
                  <a:pt x="70842" y="125611"/>
                </a:lnTo>
                <a:lnTo>
                  <a:pt x="70842" y="128141"/>
                </a:lnTo>
                <a:lnTo>
                  <a:pt x="69949" y="128141"/>
                </a:lnTo>
                <a:lnTo>
                  <a:pt x="69949" y="131564"/>
                </a:lnTo>
                <a:lnTo>
                  <a:pt x="69205" y="131564"/>
                </a:lnTo>
                <a:lnTo>
                  <a:pt x="69205" y="132457"/>
                </a:lnTo>
                <a:lnTo>
                  <a:pt x="66675" y="132457"/>
                </a:lnTo>
                <a:lnTo>
                  <a:pt x="66675" y="133202"/>
                </a:lnTo>
                <a:lnTo>
                  <a:pt x="59829" y="133202"/>
                </a:lnTo>
                <a:lnTo>
                  <a:pt x="59829" y="134095"/>
                </a:lnTo>
                <a:lnTo>
                  <a:pt x="57299" y="134095"/>
                </a:lnTo>
                <a:lnTo>
                  <a:pt x="57299" y="133202"/>
                </a:lnTo>
                <a:lnTo>
                  <a:pt x="55662" y="133202"/>
                </a:lnTo>
                <a:lnTo>
                  <a:pt x="55662" y="132457"/>
                </a:lnTo>
                <a:lnTo>
                  <a:pt x="54769" y="132457"/>
                </a:lnTo>
                <a:lnTo>
                  <a:pt x="54769" y="131564"/>
                </a:lnTo>
                <a:lnTo>
                  <a:pt x="54025" y="131564"/>
                </a:lnTo>
                <a:lnTo>
                  <a:pt x="54025" y="129927"/>
                </a:lnTo>
                <a:lnTo>
                  <a:pt x="53132" y="129927"/>
                </a:lnTo>
                <a:lnTo>
                  <a:pt x="53132" y="129034"/>
                </a:lnTo>
                <a:lnTo>
                  <a:pt x="54025" y="129034"/>
                </a:lnTo>
                <a:lnTo>
                  <a:pt x="54025" y="124867"/>
                </a:lnTo>
                <a:lnTo>
                  <a:pt x="53132" y="124867"/>
                </a:lnTo>
                <a:lnTo>
                  <a:pt x="53132" y="121444"/>
                </a:lnTo>
                <a:lnTo>
                  <a:pt x="54025" y="121444"/>
                </a:lnTo>
                <a:lnTo>
                  <a:pt x="54025" y="118914"/>
                </a:lnTo>
                <a:lnTo>
                  <a:pt x="53132" y="118914"/>
                </a:lnTo>
                <a:lnTo>
                  <a:pt x="53132" y="112217"/>
                </a:lnTo>
                <a:lnTo>
                  <a:pt x="54025" y="112217"/>
                </a:lnTo>
                <a:lnTo>
                  <a:pt x="54025" y="110431"/>
                </a:lnTo>
                <a:lnTo>
                  <a:pt x="54769" y="110431"/>
                </a:lnTo>
                <a:lnTo>
                  <a:pt x="54769" y="107901"/>
                </a:lnTo>
                <a:lnTo>
                  <a:pt x="55662" y="107901"/>
                </a:lnTo>
                <a:lnTo>
                  <a:pt x="55662" y="101204"/>
                </a:lnTo>
                <a:lnTo>
                  <a:pt x="54769" y="101204"/>
                </a:lnTo>
                <a:lnTo>
                  <a:pt x="54769" y="91083"/>
                </a:lnTo>
                <a:lnTo>
                  <a:pt x="55662" y="91083"/>
                </a:lnTo>
                <a:lnTo>
                  <a:pt x="55662" y="86916"/>
                </a:lnTo>
                <a:lnTo>
                  <a:pt x="56555" y="86916"/>
                </a:lnTo>
                <a:lnTo>
                  <a:pt x="56555" y="80070"/>
                </a:lnTo>
                <a:lnTo>
                  <a:pt x="57299" y="80070"/>
                </a:lnTo>
                <a:lnTo>
                  <a:pt x="57299" y="79326"/>
                </a:lnTo>
                <a:lnTo>
                  <a:pt x="56555" y="79326"/>
                </a:lnTo>
                <a:lnTo>
                  <a:pt x="56555" y="77540"/>
                </a:lnTo>
                <a:lnTo>
                  <a:pt x="55662" y="77540"/>
                </a:lnTo>
                <a:lnTo>
                  <a:pt x="55662" y="75903"/>
                </a:lnTo>
                <a:lnTo>
                  <a:pt x="56555" y="75903"/>
                </a:lnTo>
                <a:lnTo>
                  <a:pt x="56555" y="74266"/>
                </a:lnTo>
                <a:lnTo>
                  <a:pt x="55662" y="74266"/>
                </a:lnTo>
                <a:lnTo>
                  <a:pt x="55662" y="72480"/>
                </a:lnTo>
                <a:lnTo>
                  <a:pt x="56555" y="72480"/>
                </a:lnTo>
                <a:lnTo>
                  <a:pt x="56555" y="69950"/>
                </a:lnTo>
                <a:lnTo>
                  <a:pt x="57299" y="69950"/>
                </a:lnTo>
                <a:lnTo>
                  <a:pt x="57299" y="63252"/>
                </a:lnTo>
                <a:lnTo>
                  <a:pt x="56555" y="63252"/>
                </a:lnTo>
                <a:lnTo>
                  <a:pt x="56555" y="62359"/>
                </a:lnTo>
                <a:lnTo>
                  <a:pt x="55662" y="62359"/>
                </a:lnTo>
                <a:lnTo>
                  <a:pt x="55662" y="60722"/>
                </a:lnTo>
                <a:lnTo>
                  <a:pt x="54769" y="60722"/>
                </a:lnTo>
                <a:lnTo>
                  <a:pt x="54769" y="59829"/>
                </a:lnTo>
                <a:lnTo>
                  <a:pt x="48964" y="59829"/>
                </a:lnTo>
                <a:lnTo>
                  <a:pt x="48964" y="60722"/>
                </a:lnTo>
                <a:lnTo>
                  <a:pt x="48071" y="60722"/>
                </a:lnTo>
                <a:lnTo>
                  <a:pt x="48071" y="59829"/>
                </a:lnTo>
                <a:lnTo>
                  <a:pt x="45541" y="59829"/>
                </a:lnTo>
                <a:lnTo>
                  <a:pt x="45541" y="60722"/>
                </a:lnTo>
                <a:lnTo>
                  <a:pt x="42118" y="60722"/>
                </a:lnTo>
                <a:lnTo>
                  <a:pt x="42118" y="59829"/>
                </a:lnTo>
                <a:lnTo>
                  <a:pt x="37951" y="59829"/>
                </a:lnTo>
                <a:lnTo>
                  <a:pt x="37951" y="60722"/>
                </a:lnTo>
                <a:lnTo>
                  <a:pt x="36314" y="60722"/>
                </a:lnTo>
                <a:lnTo>
                  <a:pt x="36314" y="59829"/>
                </a:lnTo>
                <a:lnTo>
                  <a:pt x="31998" y="59829"/>
                </a:lnTo>
                <a:lnTo>
                  <a:pt x="31998" y="60722"/>
                </a:lnTo>
                <a:lnTo>
                  <a:pt x="26938" y="60722"/>
                </a:lnTo>
                <a:lnTo>
                  <a:pt x="26938" y="61615"/>
                </a:lnTo>
                <a:lnTo>
                  <a:pt x="25301" y="61615"/>
                </a:lnTo>
                <a:lnTo>
                  <a:pt x="25301" y="60722"/>
                </a:lnTo>
                <a:lnTo>
                  <a:pt x="21878" y="60722"/>
                </a:lnTo>
                <a:lnTo>
                  <a:pt x="21878" y="61615"/>
                </a:lnTo>
                <a:lnTo>
                  <a:pt x="17711" y="61615"/>
                </a:lnTo>
                <a:lnTo>
                  <a:pt x="17711" y="62359"/>
                </a:lnTo>
                <a:lnTo>
                  <a:pt x="11757" y="62359"/>
                </a:lnTo>
                <a:lnTo>
                  <a:pt x="11757" y="63252"/>
                </a:lnTo>
                <a:lnTo>
                  <a:pt x="8483" y="63252"/>
                </a:lnTo>
                <a:lnTo>
                  <a:pt x="8483" y="62359"/>
                </a:lnTo>
                <a:lnTo>
                  <a:pt x="7590" y="62359"/>
                </a:lnTo>
                <a:lnTo>
                  <a:pt x="7590" y="60722"/>
                </a:lnTo>
                <a:lnTo>
                  <a:pt x="6697" y="60722"/>
                </a:lnTo>
                <a:lnTo>
                  <a:pt x="6697" y="59829"/>
                </a:lnTo>
                <a:lnTo>
                  <a:pt x="5953" y="59829"/>
                </a:lnTo>
                <a:lnTo>
                  <a:pt x="5953" y="59085"/>
                </a:lnTo>
                <a:lnTo>
                  <a:pt x="5060" y="59085"/>
                </a:lnTo>
                <a:lnTo>
                  <a:pt x="5060" y="58192"/>
                </a:lnTo>
                <a:lnTo>
                  <a:pt x="4167" y="58192"/>
                </a:lnTo>
                <a:lnTo>
                  <a:pt x="4167" y="56555"/>
                </a:lnTo>
                <a:lnTo>
                  <a:pt x="3423" y="56555"/>
                </a:lnTo>
                <a:lnTo>
                  <a:pt x="3423" y="55662"/>
                </a:lnTo>
                <a:lnTo>
                  <a:pt x="2530" y="55662"/>
                </a:lnTo>
                <a:lnTo>
                  <a:pt x="2530" y="54769"/>
                </a:lnTo>
                <a:lnTo>
                  <a:pt x="1637" y="54769"/>
                </a:lnTo>
                <a:lnTo>
                  <a:pt x="1637" y="53132"/>
                </a:lnTo>
                <a:lnTo>
                  <a:pt x="893" y="53132"/>
                </a:lnTo>
                <a:lnTo>
                  <a:pt x="893" y="48965"/>
                </a:lnTo>
                <a:lnTo>
                  <a:pt x="7590" y="48965"/>
                </a:lnTo>
                <a:lnTo>
                  <a:pt x="7590" y="49709"/>
                </a:lnTo>
                <a:lnTo>
                  <a:pt x="15180" y="49709"/>
                </a:lnTo>
                <a:lnTo>
                  <a:pt x="15180" y="50602"/>
                </a:lnTo>
                <a:lnTo>
                  <a:pt x="18603" y="50602"/>
                </a:lnTo>
                <a:lnTo>
                  <a:pt x="18603" y="51495"/>
                </a:lnTo>
                <a:lnTo>
                  <a:pt x="31254" y="51495"/>
                </a:lnTo>
                <a:lnTo>
                  <a:pt x="31254" y="52239"/>
                </a:lnTo>
                <a:lnTo>
                  <a:pt x="32891" y="52239"/>
                </a:lnTo>
                <a:lnTo>
                  <a:pt x="32891" y="51495"/>
                </a:lnTo>
                <a:lnTo>
                  <a:pt x="34528" y="51495"/>
                </a:lnTo>
                <a:lnTo>
                  <a:pt x="34528" y="52239"/>
                </a:lnTo>
                <a:lnTo>
                  <a:pt x="39588" y="52239"/>
                </a:lnTo>
                <a:lnTo>
                  <a:pt x="39588" y="53132"/>
                </a:lnTo>
                <a:lnTo>
                  <a:pt x="41374" y="53132"/>
                </a:lnTo>
                <a:lnTo>
                  <a:pt x="41374" y="52239"/>
                </a:lnTo>
                <a:lnTo>
                  <a:pt x="42118" y="52239"/>
                </a:lnTo>
                <a:lnTo>
                  <a:pt x="42118" y="51495"/>
                </a:lnTo>
                <a:lnTo>
                  <a:pt x="43011" y="51495"/>
                </a:lnTo>
                <a:lnTo>
                  <a:pt x="43011" y="50602"/>
                </a:lnTo>
                <a:lnTo>
                  <a:pt x="43904" y="50602"/>
                </a:lnTo>
                <a:lnTo>
                  <a:pt x="43904" y="49709"/>
                </a:lnTo>
                <a:lnTo>
                  <a:pt x="44648" y="49709"/>
                </a:lnTo>
                <a:lnTo>
                  <a:pt x="44648" y="48965"/>
                </a:lnTo>
                <a:lnTo>
                  <a:pt x="43904" y="48965"/>
                </a:lnTo>
                <a:lnTo>
                  <a:pt x="43904" y="45542"/>
                </a:lnTo>
                <a:lnTo>
                  <a:pt x="44648" y="45542"/>
                </a:lnTo>
                <a:lnTo>
                  <a:pt x="44648" y="44649"/>
                </a:lnTo>
                <a:lnTo>
                  <a:pt x="45541" y="44649"/>
                </a:lnTo>
                <a:lnTo>
                  <a:pt x="45541" y="43905"/>
                </a:lnTo>
                <a:lnTo>
                  <a:pt x="44648" y="43905"/>
                </a:lnTo>
                <a:lnTo>
                  <a:pt x="44648" y="40482"/>
                </a:lnTo>
                <a:lnTo>
                  <a:pt x="43904" y="40482"/>
                </a:lnTo>
                <a:lnTo>
                  <a:pt x="43904" y="37952"/>
                </a:lnTo>
                <a:lnTo>
                  <a:pt x="43011" y="37952"/>
                </a:lnTo>
                <a:lnTo>
                  <a:pt x="43011" y="37059"/>
                </a:lnTo>
                <a:lnTo>
                  <a:pt x="42118" y="37059"/>
                </a:lnTo>
                <a:lnTo>
                  <a:pt x="42118" y="35421"/>
                </a:lnTo>
                <a:lnTo>
                  <a:pt x="43011" y="35421"/>
                </a:lnTo>
                <a:lnTo>
                  <a:pt x="43011" y="32891"/>
                </a:lnTo>
                <a:lnTo>
                  <a:pt x="42118" y="32891"/>
                </a:lnTo>
                <a:lnTo>
                  <a:pt x="42118" y="31254"/>
                </a:lnTo>
                <a:lnTo>
                  <a:pt x="41374" y="31254"/>
                </a:lnTo>
                <a:lnTo>
                  <a:pt x="41374" y="30361"/>
                </a:lnTo>
                <a:lnTo>
                  <a:pt x="38844" y="30361"/>
                </a:lnTo>
                <a:lnTo>
                  <a:pt x="38844" y="31254"/>
                </a:lnTo>
                <a:lnTo>
                  <a:pt x="37058" y="31254"/>
                </a:lnTo>
                <a:lnTo>
                  <a:pt x="37058" y="30361"/>
                </a:lnTo>
                <a:lnTo>
                  <a:pt x="28724" y="30361"/>
                </a:lnTo>
                <a:lnTo>
                  <a:pt x="28724" y="31254"/>
                </a:lnTo>
                <a:lnTo>
                  <a:pt x="22771" y="31254"/>
                </a:lnTo>
                <a:lnTo>
                  <a:pt x="22771" y="30361"/>
                </a:lnTo>
                <a:lnTo>
                  <a:pt x="20241" y="30361"/>
                </a:lnTo>
                <a:lnTo>
                  <a:pt x="20241" y="31254"/>
                </a:lnTo>
                <a:lnTo>
                  <a:pt x="12650" y="31254"/>
                </a:lnTo>
                <a:lnTo>
                  <a:pt x="12650" y="30361"/>
                </a:lnTo>
                <a:lnTo>
                  <a:pt x="9227" y="30361"/>
                </a:lnTo>
                <a:lnTo>
                  <a:pt x="9227" y="31254"/>
                </a:lnTo>
                <a:lnTo>
                  <a:pt x="5953" y="31254"/>
                </a:lnTo>
                <a:lnTo>
                  <a:pt x="5953" y="30361"/>
                </a:lnTo>
                <a:lnTo>
                  <a:pt x="4167" y="30361"/>
                </a:lnTo>
                <a:lnTo>
                  <a:pt x="4167" y="29468"/>
                </a:lnTo>
                <a:lnTo>
                  <a:pt x="1637" y="29468"/>
                </a:lnTo>
                <a:lnTo>
                  <a:pt x="1637" y="28724"/>
                </a:lnTo>
                <a:lnTo>
                  <a:pt x="893" y="28724"/>
                </a:lnTo>
                <a:lnTo>
                  <a:pt x="893" y="27831"/>
                </a:lnTo>
                <a:lnTo>
                  <a:pt x="0" y="27831"/>
                </a:lnTo>
                <a:lnTo>
                  <a:pt x="0" y="22771"/>
                </a:lnTo>
                <a:lnTo>
                  <a:pt x="893" y="22771"/>
                </a:lnTo>
                <a:lnTo>
                  <a:pt x="893" y="21878"/>
                </a:lnTo>
                <a:lnTo>
                  <a:pt x="1637" y="21878"/>
                </a:lnTo>
                <a:lnTo>
                  <a:pt x="1637" y="21134"/>
                </a:lnTo>
                <a:lnTo>
                  <a:pt x="3423" y="21134"/>
                </a:lnTo>
                <a:lnTo>
                  <a:pt x="3423" y="22771"/>
                </a:lnTo>
                <a:lnTo>
                  <a:pt x="4167" y="22771"/>
                </a:lnTo>
                <a:lnTo>
                  <a:pt x="4167" y="23664"/>
                </a:lnTo>
                <a:lnTo>
                  <a:pt x="5060" y="23664"/>
                </a:lnTo>
                <a:lnTo>
                  <a:pt x="5060" y="22771"/>
                </a:lnTo>
                <a:lnTo>
                  <a:pt x="5953" y="22771"/>
                </a:lnTo>
                <a:lnTo>
                  <a:pt x="5953" y="21878"/>
                </a:lnTo>
                <a:lnTo>
                  <a:pt x="6697" y="21878"/>
                </a:lnTo>
                <a:lnTo>
                  <a:pt x="6697" y="21134"/>
                </a:lnTo>
                <a:lnTo>
                  <a:pt x="9227" y="21134"/>
                </a:lnTo>
                <a:lnTo>
                  <a:pt x="9227" y="21878"/>
                </a:lnTo>
                <a:lnTo>
                  <a:pt x="12650" y="21878"/>
                </a:lnTo>
                <a:lnTo>
                  <a:pt x="12650" y="22771"/>
                </a:lnTo>
                <a:lnTo>
                  <a:pt x="13543" y="22771"/>
                </a:lnTo>
                <a:lnTo>
                  <a:pt x="13543" y="21878"/>
                </a:lnTo>
                <a:lnTo>
                  <a:pt x="17711" y="21878"/>
                </a:lnTo>
                <a:lnTo>
                  <a:pt x="17711" y="22771"/>
                </a:lnTo>
                <a:lnTo>
                  <a:pt x="20241" y="22771"/>
                </a:lnTo>
                <a:lnTo>
                  <a:pt x="20241" y="21878"/>
                </a:lnTo>
                <a:lnTo>
                  <a:pt x="26938" y="21878"/>
                </a:lnTo>
                <a:lnTo>
                  <a:pt x="26938" y="22771"/>
                </a:lnTo>
                <a:lnTo>
                  <a:pt x="28724" y="22771"/>
                </a:lnTo>
                <a:lnTo>
                  <a:pt x="28724" y="21878"/>
                </a:lnTo>
                <a:lnTo>
                  <a:pt x="29468" y="21878"/>
                </a:lnTo>
                <a:lnTo>
                  <a:pt x="29468" y="22771"/>
                </a:lnTo>
                <a:lnTo>
                  <a:pt x="32891" y="22771"/>
                </a:lnTo>
                <a:lnTo>
                  <a:pt x="32891" y="21878"/>
                </a:lnTo>
                <a:lnTo>
                  <a:pt x="34528" y="21878"/>
                </a:lnTo>
                <a:lnTo>
                  <a:pt x="34528" y="22771"/>
                </a:lnTo>
                <a:lnTo>
                  <a:pt x="37951" y="22771"/>
                </a:lnTo>
                <a:lnTo>
                  <a:pt x="37951" y="21878"/>
                </a:lnTo>
                <a:lnTo>
                  <a:pt x="40481" y="21878"/>
                </a:lnTo>
                <a:lnTo>
                  <a:pt x="40481" y="21134"/>
                </a:lnTo>
                <a:lnTo>
                  <a:pt x="41374" y="21134"/>
                </a:lnTo>
                <a:lnTo>
                  <a:pt x="41374" y="20241"/>
                </a:lnTo>
                <a:lnTo>
                  <a:pt x="42118" y="20241"/>
                </a:lnTo>
                <a:lnTo>
                  <a:pt x="42118" y="19348"/>
                </a:lnTo>
                <a:lnTo>
                  <a:pt x="43011" y="19348"/>
                </a:lnTo>
                <a:lnTo>
                  <a:pt x="43011" y="16074"/>
                </a:lnTo>
                <a:lnTo>
                  <a:pt x="42118" y="16074"/>
                </a:lnTo>
                <a:lnTo>
                  <a:pt x="42118" y="2530"/>
                </a:lnTo>
                <a:lnTo>
                  <a:pt x="43011" y="2530"/>
                </a:lnTo>
                <a:lnTo>
                  <a:pt x="43011" y="1637"/>
                </a:lnTo>
                <a:lnTo>
                  <a:pt x="47178" y="1637"/>
                </a:lnTo>
                <a:lnTo>
                  <a:pt x="47178" y="893"/>
                </a:lnTo>
                <a:lnTo>
                  <a:pt x="52239" y="893"/>
                </a:lnTo>
                <a:lnTo>
                  <a:pt x="52239" y="1637"/>
                </a:lnTo>
                <a:lnTo>
                  <a:pt x="55662" y="1637"/>
                </a:lnTo>
                <a:lnTo>
                  <a:pt x="55662" y="893"/>
                </a:lnTo>
                <a:lnTo>
                  <a:pt x="59085" y="893"/>
                </a:lnTo>
                <a:lnTo>
                  <a:pt x="59085" y="1637"/>
                </a:lnTo>
                <a:lnTo>
                  <a:pt x="61615" y="1637"/>
                </a:lnTo>
                <a:lnTo>
                  <a:pt x="61615" y="2530"/>
                </a:lnTo>
                <a:lnTo>
                  <a:pt x="62359" y="2530"/>
                </a:lnTo>
                <a:lnTo>
                  <a:pt x="62359" y="5954"/>
                </a:lnTo>
                <a:lnTo>
                  <a:pt x="61615" y="5954"/>
                </a:lnTo>
                <a:lnTo>
                  <a:pt x="61615" y="6698"/>
                </a:lnTo>
                <a:lnTo>
                  <a:pt x="59829" y="6698"/>
                </a:lnTo>
                <a:lnTo>
                  <a:pt x="59829" y="8484"/>
                </a:lnTo>
                <a:lnTo>
                  <a:pt x="59085" y="8484"/>
                </a:lnTo>
                <a:lnTo>
                  <a:pt x="59085" y="10121"/>
                </a:lnTo>
                <a:lnTo>
                  <a:pt x="58192" y="10121"/>
                </a:lnTo>
                <a:lnTo>
                  <a:pt x="58192" y="12651"/>
                </a:lnTo>
                <a:lnTo>
                  <a:pt x="57299" y="12651"/>
                </a:lnTo>
                <a:lnTo>
                  <a:pt x="57299" y="13544"/>
                </a:lnTo>
                <a:lnTo>
                  <a:pt x="56555" y="13544"/>
                </a:lnTo>
                <a:lnTo>
                  <a:pt x="56555" y="14288"/>
                </a:lnTo>
                <a:lnTo>
                  <a:pt x="55662" y="14288"/>
                </a:lnTo>
                <a:lnTo>
                  <a:pt x="55662" y="16818"/>
                </a:lnTo>
                <a:lnTo>
                  <a:pt x="56555" y="16818"/>
                </a:lnTo>
                <a:lnTo>
                  <a:pt x="56555" y="19348"/>
                </a:lnTo>
                <a:lnTo>
                  <a:pt x="57299" y="19348"/>
                </a:lnTo>
                <a:lnTo>
                  <a:pt x="57299" y="21134"/>
                </a:lnTo>
                <a:lnTo>
                  <a:pt x="58192" y="21134"/>
                </a:lnTo>
                <a:lnTo>
                  <a:pt x="58192" y="21878"/>
                </a:lnTo>
                <a:lnTo>
                  <a:pt x="59829" y="21878"/>
                </a:lnTo>
                <a:lnTo>
                  <a:pt x="59829" y="22771"/>
                </a:lnTo>
                <a:lnTo>
                  <a:pt x="61615" y="22771"/>
                </a:lnTo>
                <a:lnTo>
                  <a:pt x="61615" y="23664"/>
                </a:lnTo>
                <a:lnTo>
                  <a:pt x="64889" y="23664"/>
                </a:lnTo>
                <a:lnTo>
                  <a:pt x="64889" y="22771"/>
                </a:lnTo>
                <a:lnTo>
                  <a:pt x="66675" y="22771"/>
                </a:lnTo>
                <a:lnTo>
                  <a:pt x="66675" y="21878"/>
                </a:lnTo>
                <a:lnTo>
                  <a:pt x="72479" y="21878"/>
                </a:lnTo>
                <a:lnTo>
                  <a:pt x="72479" y="22771"/>
                </a:lnTo>
                <a:lnTo>
                  <a:pt x="73372" y="22771"/>
                </a:lnTo>
                <a:lnTo>
                  <a:pt x="73372" y="23664"/>
                </a:lnTo>
                <a:lnTo>
                  <a:pt x="75009" y="23664"/>
                </a:lnTo>
                <a:lnTo>
                  <a:pt x="75009" y="22771"/>
                </a:lnTo>
                <a:lnTo>
                  <a:pt x="75902" y="22771"/>
                </a:lnTo>
                <a:lnTo>
                  <a:pt x="75902" y="21878"/>
                </a:lnTo>
                <a:lnTo>
                  <a:pt x="77539" y="21878"/>
                </a:lnTo>
                <a:lnTo>
                  <a:pt x="77539" y="21134"/>
                </a:lnTo>
                <a:lnTo>
                  <a:pt x="78432" y="21134"/>
                </a:lnTo>
                <a:lnTo>
                  <a:pt x="78432" y="16818"/>
                </a:lnTo>
                <a:lnTo>
                  <a:pt x="79325" y="16818"/>
                </a:lnTo>
                <a:lnTo>
                  <a:pt x="79325" y="10121"/>
                </a:lnTo>
                <a:lnTo>
                  <a:pt x="78432" y="10121"/>
                </a:lnTo>
                <a:lnTo>
                  <a:pt x="78432" y="9228"/>
                </a:lnTo>
                <a:lnTo>
                  <a:pt x="77539" y="9228"/>
                </a:lnTo>
                <a:lnTo>
                  <a:pt x="77539" y="7591"/>
                </a:lnTo>
                <a:lnTo>
                  <a:pt x="76795" y="7591"/>
                </a:lnTo>
                <a:lnTo>
                  <a:pt x="76795" y="5061"/>
                </a:lnTo>
                <a:lnTo>
                  <a:pt x="77539" y="5061"/>
                </a:lnTo>
                <a:lnTo>
                  <a:pt x="77539" y="3423"/>
                </a:lnTo>
                <a:lnTo>
                  <a:pt x="78432" y="3423"/>
                </a:lnTo>
                <a:lnTo>
                  <a:pt x="78432" y="2530"/>
                </a:lnTo>
                <a:lnTo>
                  <a:pt x="80070" y="2530"/>
                </a:lnTo>
                <a:lnTo>
                  <a:pt x="80070" y="3423"/>
                </a:lnTo>
                <a:lnTo>
                  <a:pt x="80962" y="3423"/>
                </a:lnTo>
                <a:lnTo>
                  <a:pt x="80962" y="1637"/>
                </a:lnTo>
                <a:lnTo>
                  <a:pt x="81855" y="1637"/>
                </a:lnTo>
                <a:lnTo>
                  <a:pt x="81855" y="893"/>
                </a:lnTo>
                <a:lnTo>
                  <a:pt x="85130" y="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C6DD504-C26B-1CA9-EE64-35977DFD73CC}"/>
              </a:ext>
            </a:extLst>
          </p:cNvPr>
          <p:cNvSpPr txBox="1"/>
          <p:nvPr/>
        </p:nvSpPr>
        <p:spPr>
          <a:xfrm>
            <a:off x="4664010" y="2078185"/>
            <a:ext cx="134987" cy="132159"/>
          </a:xfrm>
          <a:custGeom>
            <a:avLst/>
            <a:gdLst/>
            <a:ahLst/>
            <a:cxnLst/>
            <a:rect l="l" t="t" r="r" b="b"/>
            <a:pathLst>
              <a:path w="134987" h="132159">
                <a:moveTo>
                  <a:pt x="98971" y="32593"/>
                </a:moveTo>
                <a:lnTo>
                  <a:pt x="99566" y="32593"/>
                </a:lnTo>
                <a:cubicBezTo>
                  <a:pt x="101848" y="32593"/>
                  <a:pt x="105271" y="34330"/>
                  <a:pt x="109835" y="37802"/>
                </a:cubicBezTo>
                <a:cubicBezTo>
                  <a:pt x="112812" y="41076"/>
                  <a:pt x="114300" y="42962"/>
                  <a:pt x="114300" y="43458"/>
                </a:cubicBezTo>
                <a:cubicBezTo>
                  <a:pt x="113705" y="45244"/>
                  <a:pt x="112564" y="46583"/>
                  <a:pt x="110877" y="47476"/>
                </a:cubicBezTo>
                <a:lnTo>
                  <a:pt x="109240" y="47476"/>
                </a:lnTo>
                <a:cubicBezTo>
                  <a:pt x="107653" y="47476"/>
                  <a:pt x="105569" y="47327"/>
                  <a:pt x="102989" y="47030"/>
                </a:cubicBezTo>
                <a:cubicBezTo>
                  <a:pt x="102196" y="47327"/>
                  <a:pt x="101600" y="47476"/>
                  <a:pt x="101203" y="47476"/>
                </a:cubicBezTo>
                <a:cubicBezTo>
                  <a:pt x="100410" y="46583"/>
                  <a:pt x="100013" y="45641"/>
                  <a:pt x="100013" y="44648"/>
                </a:cubicBezTo>
                <a:lnTo>
                  <a:pt x="98971" y="44648"/>
                </a:lnTo>
                <a:cubicBezTo>
                  <a:pt x="98475" y="45244"/>
                  <a:pt x="96193" y="45839"/>
                  <a:pt x="92125" y="46434"/>
                </a:cubicBezTo>
                <a:cubicBezTo>
                  <a:pt x="92125" y="46831"/>
                  <a:pt x="91926" y="47030"/>
                  <a:pt x="91530" y="47030"/>
                </a:cubicBezTo>
                <a:lnTo>
                  <a:pt x="88702" y="47030"/>
                </a:lnTo>
                <a:cubicBezTo>
                  <a:pt x="87313" y="47030"/>
                  <a:pt x="85775" y="46236"/>
                  <a:pt x="84088" y="44648"/>
                </a:cubicBezTo>
                <a:lnTo>
                  <a:pt x="83493" y="44648"/>
                </a:lnTo>
                <a:cubicBezTo>
                  <a:pt x="82005" y="46236"/>
                  <a:pt x="79524" y="47030"/>
                  <a:pt x="76051" y="47030"/>
                </a:cubicBezTo>
                <a:lnTo>
                  <a:pt x="76051" y="46434"/>
                </a:lnTo>
                <a:lnTo>
                  <a:pt x="74861" y="47030"/>
                </a:lnTo>
                <a:lnTo>
                  <a:pt x="71438" y="47030"/>
                </a:lnTo>
                <a:lnTo>
                  <a:pt x="72033" y="44053"/>
                </a:lnTo>
                <a:cubicBezTo>
                  <a:pt x="71636" y="44053"/>
                  <a:pt x="69156" y="44847"/>
                  <a:pt x="64592" y="46434"/>
                </a:cubicBezTo>
                <a:lnTo>
                  <a:pt x="62359" y="46434"/>
                </a:lnTo>
                <a:cubicBezTo>
                  <a:pt x="58887" y="46434"/>
                  <a:pt x="55612" y="46037"/>
                  <a:pt x="52537" y="45244"/>
                </a:cubicBezTo>
                <a:cubicBezTo>
                  <a:pt x="51842" y="45244"/>
                  <a:pt x="50552" y="45641"/>
                  <a:pt x="48667" y="46434"/>
                </a:cubicBezTo>
                <a:lnTo>
                  <a:pt x="47476" y="45839"/>
                </a:lnTo>
                <a:cubicBezTo>
                  <a:pt x="44797" y="46633"/>
                  <a:pt x="42515" y="47030"/>
                  <a:pt x="40630" y="47030"/>
                </a:cubicBezTo>
                <a:cubicBezTo>
                  <a:pt x="37158" y="47030"/>
                  <a:pt x="34280" y="46633"/>
                  <a:pt x="31998" y="45839"/>
                </a:cubicBezTo>
                <a:lnTo>
                  <a:pt x="28575" y="46434"/>
                </a:lnTo>
                <a:cubicBezTo>
                  <a:pt x="24011" y="45144"/>
                  <a:pt x="21729" y="44003"/>
                  <a:pt x="21729" y="43011"/>
                </a:cubicBezTo>
                <a:lnTo>
                  <a:pt x="21729" y="41821"/>
                </a:lnTo>
                <a:cubicBezTo>
                  <a:pt x="22324" y="40332"/>
                  <a:pt x="23664" y="39588"/>
                  <a:pt x="25747" y="39588"/>
                </a:cubicBezTo>
                <a:cubicBezTo>
                  <a:pt x="27732" y="39886"/>
                  <a:pt x="28873" y="40035"/>
                  <a:pt x="29171" y="40035"/>
                </a:cubicBezTo>
                <a:lnTo>
                  <a:pt x="30361" y="39588"/>
                </a:lnTo>
                <a:cubicBezTo>
                  <a:pt x="32643" y="40283"/>
                  <a:pt x="33784" y="41225"/>
                  <a:pt x="33784" y="42416"/>
                </a:cubicBezTo>
                <a:cubicBezTo>
                  <a:pt x="35868" y="40630"/>
                  <a:pt x="38348" y="39687"/>
                  <a:pt x="41226" y="39588"/>
                </a:cubicBezTo>
                <a:lnTo>
                  <a:pt x="59531" y="41225"/>
                </a:lnTo>
                <a:cubicBezTo>
                  <a:pt x="59829" y="41225"/>
                  <a:pt x="59978" y="41027"/>
                  <a:pt x="59978" y="40630"/>
                </a:cubicBezTo>
                <a:lnTo>
                  <a:pt x="65782" y="41225"/>
                </a:lnTo>
                <a:lnTo>
                  <a:pt x="66378" y="41225"/>
                </a:lnTo>
                <a:cubicBezTo>
                  <a:pt x="71338" y="41225"/>
                  <a:pt x="77788" y="40828"/>
                  <a:pt x="85725" y="40035"/>
                </a:cubicBezTo>
                <a:cubicBezTo>
                  <a:pt x="85924" y="40828"/>
                  <a:pt x="86321" y="41225"/>
                  <a:pt x="86916" y="41225"/>
                </a:cubicBezTo>
                <a:cubicBezTo>
                  <a:pt x="93365" y="40233"/>
                  <a:pt x="96590" y="39092"/>
                  <a:pt x="96590" y="37802"/>
                </a:cubicBezTo>
                <a:cubicBezTo>
                  <a:pt x="96590" y="34826"/>
                  <a:pt x="97383" y="33089"/>
                  <a:pt x="98971" y="32593"/>
                </a:cubicBezTo>
                <a:close/>
                <a:moveTo>
                  <a:pt x="30361" y="0"/>
                </a:moveTo>
                <a:cubicBezTo>
                  <a:pt x="37803" y="3472"/>
                  <a:pt x="42367" y="5209"/>
                  <a:pt x="44053" y="5209"/>
                </a:cubicBezTo>
                <a:lnTo>
                  <a:pt x="45690" y="7441"/>
                </a:lnTo>
                <a:cubicBezTo>
                  <a:pt x="45690" y="8334"/>
                  <a:pt x="42267" y="11956"/>
                  <a:pt x="35421" y="18306"/>
                </a:cubicBezTo>
                <a:cubicBezTo>
                  <a:pt x="33933" y="20389"/>
                  <a:pt x="33189" y="22126"/>
                  <a:pt x="33189" y="23515"/>
                </a:cubicBezTo>
                <a:lnTo>
                  <a:pt x="34380" y="24110"/>
                </a:lnTo>
                <a:cubicBezTo>
                  <a:pt x="38646" y="23316"/>
                  <a:pt x="41672" y="22919"/>
                  <a:pt x="43458" y="22919"/>
                </a:cubicBezTo>
                <a:lnTo>
                  <a:pt x="44649" y="22919"/>
                </a:lnTo>
                <a:cubicBezTo>
                  <a:pt x="46236" y="22919"/>
                  <a:pt x="50403" y="23316"/>
                  <a:pt x="57150" y="24110"/>
                </a:cubicBezTo>
                <a:cubicBezTo>
                  <a:pt x="59432" y="22919"/>
                  <a:pt x="61367" y="22324"/>
                  <a:pt x="62955" y="22324"/>
                </a:cubicBezTo>
                <a:lnTo>
                  <a:pt x="62955" y="22919"/>
                </a:lnTo>
                <a:cubicBezTo>
                  <a:pt x="63252" y="22919"/>
                  <a:pt x="63401" y="22721"/>
                  <a:pt x="63401" y="22324"/>
                </a:cubicBezTo>
                <a:lnTo>
                  <a:pt x="67419" y="22919"/>
                </a:lnTo>
                <a:lnTo>
                  <a:pt x="72628" y="22919"/>
                </a:lnTo>
                <a:lnTo>
                  <a:pt x="76051" y="22324"/>
                </a:lnTo>
                <a:lnTo>
                  <a:pt x="77242" y="22919"/>
                </a:lnTo>
                <a:cubicBezTo>
                  <a:pt x="79028" y="22126"/>
                  <a:pt x="87213" y="21580"/>
                  <a:pt x="101799" y="21282"/>
                </a:cubicBezTo>
                <a:cubicBezTo>
                  <a:pt x="105569" y="20191"/>
                  <a:pt x="107454" y="17909"/>
                  <a:pt x="107454" y="14436"/>
                </a:cubicBezTo>
                <a:cubicBezTo>
                  <a:pt x="108347" y="12055"/>
                  <a:pt x="109141" y="10864"/>
                  <a:pt x="109835" y="10864"/>
                </a:cubicBezTo>
                <a:lnTo>
                  <a:pt x="112663" y="10864"/>
                </a:lnTo>
                <a:cubicBezTo>
                  <a:pt x="114449" y="12749"/>
                  <a:pt x="118467" y="15230"/>
                  <a:pt x="124718" y="18306"/>
                </a:cubicBezTo>
                <a:lnTo>
                  <a:pt x="126951" y="26342"/>
                </a:lnTo>
                <a:cubicBezTo>
                  <a:pt x="125760" y="28625"/>
                  <a:pt x="123875" y="29766"/>
                  <a:pt x="121295" y="29766"/>
                </a:cubicBezTo>
                <a:cubicBezTo>
                  <a:pt x="120303" y="29766"/>
                  <a:pt x="118765" y="29567"/>
                  <a:pt x="116681" y="29170"/>
                </a:cubicBezTo>
                <a:lnTo>
                  <a:pt x="113258" y="29766"/>
                </a:lnTo>
                <a:cubicBezTo>
                  <a:pt x="112465" y="29766"/>
                  <a:pt x="110728" y="29021"/>
                  <a:pt x="108049" y="27533"/>
                </a:cubicBezTo>
                <a:cubicBezTo>
                  <a:pt x="107256" y="28128"/>
                  <a:pt x="104428" y="28674"/>
                  <a:pt x="99566" y="29170"/>
                </a:cubicBezTo>
                <a:cubicBezTo>
                  <a:pt x="97483" y="28873"/>
                  <a:pt x="95548" y="28724"/>
                  <a:pt x="93762" y="28724"/>
                </a:cubicBezTo>
                <a:cubicBezTo>
                  <a:pt x="92472" y="29418"/>
                  <a:pt x="91331" y="29766"/>
                  <a:pt x="90339" y="29766"/>
                </a:cubicBezTo>
                <a:lnTo>
                  <a:pt x="85130" y="29766"/>
                </a:lnTo>
                <a:cubicBezTo>
                  <a:pt x="82550" y="29766"/>
                  <a:pt x="81260" y="29418"/>
                  <a:pt x="81260" y="28724"/>
                </a:cubicBezTo>
                <a:lnTo>
                  <a:pt x="72033" y="29766"/>
                </a:lnTo>
                <a:cubicBezTo>
                  <a:pt x="67568" y="28674"/>
                  <a:pt x="64542" y="28128"/>
                  <a:pt x="62955" y="28128"/>
                </a:cubicBezTo>
                <a:lnTo>
                  <a:pt x="60573" y="29170"/>
                </a:lnTo>
                <a:cubicBezTo>
                  <a:pt x="58490" y="28873"/>
                  <a:pt x="56803" y="28724"/>
                  <a:pt x="55513" y="28724"/>
                </a:cubicBezTo>
                <a:cubicBezTo>
                  <a:pt x="54819" y="28724"/>
                  <a:pt x="53678" y="29071"/>
                  <a:pt x="52090" y="29766"/>
                </a:cubicBezTo>
                <a:cubicBezTo>
                  <a:pt x="45442" y="29369"/>
                  <a:pt x="39688" y="28625"/>
                  <a:pt x="34826" y="27533"/>
                </a:cubicBezTo>
                <a:lnTo>
                  <a:pt x="33784" y="28128"/>
                </a:lnTo>
                <a:cubicBezTo>
                  <a:pt x="32197" y="27732"/>
                  <a:pt x="30857" y="27533"/>
                  <a:pt x="29766" y="27533"/>
                </a:cubicBezTo>
                <a:cubicBezTo>
                  <a:pt x="28079" y="27533"/>
                  <a:pt x="26541" y="28476"/>
                  <a:pt x="25152" y="30361"/>
                </a:cubicBezTo>
                <a:lnTo>
                  <a:pt x="25747" y="31551"/>
                </a:lnTo>
                <a:lnTo>
                  <a:pt x="25747" y="32147"/>
                </a:lnTo>
                <a:cubicBezTo>
                  <a:pt x="25747" y="34032"/>
                  <a:pt x="23813" y="36512"/>
                  <a:pt x="19943" y="39588"/>
                </a:cubicBezTo>
                <a:cubicBezTo>
                  <a:pt x="19943" y="42466"/>
                  <a:pt x="16917" y="45492"/>
                  <a:pt x="10865" y="48667"/>
                </a:cubicBezTo>
                <a:cubicBezTo>
                  <a:pt x="10865" y="49659"/>
                  <a:pt x="8980" y="51544"/>
                  <a:pt x="5209" y="54322"/>
                </a:cubicBezTo>
                <a:lnTo>
                  <a:pt x="5209" y="56703"/>
                </a:lnTo>
                <a:lnTo>
                  <a:pt x="8037" y="57299"/>
                </a:lnTo>
                <a:cubicBezTo>
                  <a:pt x="8831" y="57299"/>
                  <a:pt x="9575" y="57100"/>
                  <a:pt x="10269" y="56703"/>
                </a:cubicBezTo>
                <a:cubicBezTo>
                  <a:pt x="11658" y="57795"/>
                  <a:pt x="16074" y="58539"/>
                  <a:pt x="23515" y="58936"/>
                </a:cubicBezTo>
                <a:lnTo>
                  <a:pt x="23515" y="59531"/>
                </a:lnTo>
                <a:lnTo>
                  <a:pt x="26343" y="58936"/>
                </a:lnTo>
                <a:cubicBezTo>
                  <a:pt x="27037" y="58936"/>
                  <a:pt x="28922" y="59333"/>
                  <a:pt x="31998" y="60126"/>
                </a:cubicBezTo>
                <a:cubicBezTo>
                  <a:pt x="33288" y="59333"/>
                  <a:pt x="34429" y="58936"/>
                  <a:pt x="35421" y="58936"/>
                </a:cubicBezTo>
                <a:lnTo>
                  <a:pt x="38249" y="58936"/>
                </a:lnTo>
                <a:cubicBezTo>
                  <a:pt x="39539" y="58936"/>
                  <a:pt x="40531" y="59134"/>
                  <a:pt x="41226" y="59531"/>
                </a:cubicBezTo>
                <a:cubicBezTo>
                  <a:pt x="44599" y="59035"/>
                  <a:pt x="46683" y="58638"/>
                  <a:pt x="47476" y="58341"/>
                </a:cubicBezTo>
                <a:lnTo>
                  <a:pt x="50304" y="59531"/>
                </a:lnTo>
                <a:cubicBezTo>
                  <a:pt x="52586" y="58440"/>
                  <a:pt x="56009" y="57894"/>
                  <a:pt x="60573" y="57894"/>
                </a:cubicBezTo>
                <a:cubicBezTo>
                  <a:pt x="60672" y="58589"/>
                  <a:pt x="61069" y="58936"/>
                  <a:pt x="61764" y="58936"/>
                </a:cubicBezTo>
                <a:lnTo>
                  <a:pt x="66378" y="58936"/>
                </a:lnTo>
                <a:cubicBezTo>
                  <a:pt x="67965" y="58936"/>
                  <a:pt x="70049" y="59134"/>
                  <a:pt x="72628" y="59531"/>
                </a:cubicBezTo>
                <a:lnTo>
                  <a:pt x="73819" y="58936"/>
                </a:lnTo>
                <a:cubicBezTo>
                  <a:pt x="75803" y="59333"/>
                  <a:pt x="77490" y="59531"/>
                  <a:pt x="78879" y="59531"/>
                </a:cubicBezTo>
                <a:lnTo>
                  <a:pt x="84088" y="59531"/>
                </a:lnTo>
                <a:cubicBezTo>
                  <a:pt x="86866" y="59531"/>
                  <a:pt x="88950" y="57249"/>
                  <a:pt x="90339" y="52685"/>
                </a:cubicBezTo>
                <a:lnTo>
                  <a:pt x="92125" y="51494"/>
                </a:lnTo>
                <a:cubicBezTo>
                  <a:pt x="98276" y="54173"/>
                  <a:pt x="101898" y="55513"/>
                  <a:pt x="102989" y="55513"/>
                </a:cubicBezTo>
                <a:cubicBezTo>
                  <a:pt x="107553" y="57696"/>
                  <a:pt x="110183" y="59432"/>
                  <a:pt x="110877" y="60722"/>
                </a:cubicBezTo>
                <a:lnTo>
                  <a:pt x="110877" y="61317"/>
                </a:lnTo>
                <a:cubicBezTo>
                  <a:pt x="108694" y="63798"/>
                  <a:pt x="105668" y="65683"/>
                  <a:pt x="101799" y="66973"/>
                </a:cubicBezTo>
                <a:lnTo>
                  <a:pt x="102394" y="69800"/>
                </a:lnTo>
                <a:lnTo>
                  <a:pt x="102394" y="72182"/>
                </a:lnTo>
                <a:cubicBezTo>
                  <a:pt x="102394" y="74265"/>
                  <a:pt x="102196" y="76894"/>
                  <a:pt x="101799" y="80069"/>
                </a:cubicBezTo>
                <a:cubicBezTo>
                  <a:pt x="103188" y="86419"/>
                  <a:pt x="104527" y="90438"/>
                  <a:pt x="105817" y="92125"/>
                </a:cubicBezTo>
                <a:lnTo>
                  <a:pt x="104626" y="93910"/>
                </a:lnTo>
                <a:lnTo>
                  <a:pt x="104626" y="94357"/>
                </a:lnTo>
                <a:cubicBezTo>
                  <a:pt x="107305" y="96738"/>
                  <a:pt x="108645" y="100360"/>
                  <a:pt x="108645" y="105221"/>
                </a:cubicBezTo>
                <a:cubicBezTo>
                  <a:pt x="109637" y="105221"/>
                  <a:pt x="110381" y="107355"/>
                  <a:pt x="110877" y="111621"/>
                </a:cubicBezTo>
                <a:cubicBezTo>
                  <a:pt x="112365" y="111621"/>
                  <a:pt x="115044" y="113903"/>
                  <a:pt x="118914" y="118467"/>
                </a:cubicBezTo>
                <a:lnTo>
                  <a:pt x="120105" y="118467"/>
                </a:lnTo>
                <a:cubicBezTo>
                  <a:pt x="120997" y="118467"/>
                  <a:pt x="121742" y="116532"/>
                  <a:pt x="122337" y="112663"/>
                </a:cubicBezTo>
                <a:cubicBezTo>
                  <a:pt x="124817" y="112663"/>
                  <a:pt x="127298" y="109041"/>
                  <a:pt x="129778" y="101798"/>
                </a:cubicBezTo>
                <a:lnTo>
                  <a:pt x="132160" y="100161"/>
                </a:lnTo>
                <a:lnTo>
                  <a:pt x="133201" y="100161"/>
                </a:lnTo>
                <a:cubicBezTo>
                  <a:pt x="133797" y="100161"/>
                  <a:pt x="134392" y="100707"/>
                  <a:pt x="134987" y="101798"/>
                </a:cubicBezTo>
                <a:lnTo>
                  <a:pt x="134987" y="111621"/>
                </a:lnTo>
                <a:cubicBezTo>
                  <a:pt x="131912" y="114300"/>
                  <a:pt x="130374" y="117525"/>
                  <a:pt x="130374" y="121295"/>
                </a:cubicBezTo>
                <a:cubicBezTo>
                  <a:pt x="131564" y="124271"/>
                  <a:pt x="132160" y="126157"/>
                  <a:pt x="132160" y="126950"/>
                </a:cubicBezTo>
                <a:cubicBezTo>
                  <a:pt x="132160" y="130423"/>
                  <a:pt x="130622" y="132159"/>
                  <a:pt x="127546" y="132159"/>
                </a:cubicBezTo>
                <a:cubicBezTo>
                  <a:pt x="124669" y="131366"/>
                  <a:pt x="122932" y="130969"/>
                  <a:pt x="122337" y="130969"/>
                </a:cubicBezTo>
                <a:lnTo>
                  <a:pt x="120105" y="131564"/>
                </a:lnTo>
                <a:cubicBezTo>
                  <a:pt x="116136" y="131564"/>
                  <a:pt x="113060" y="129877"/>
                  <a:pt x="110877" y="126504"/>
                </a:cubicBezTo>
                <a:cubicBezTo>
                  <a:pt x="110282" y="126504"/>
                  <a:pt x="108794" y="125363"/>
                  <a:pt x="106412" y="123081"/>
                </a:cubicBezTo>
                <a:cubicBezTo>
                  <a:pt x="102146" y="118814"/>
                  <a:pt x="100013" y="115342"/>
                  <a:pt x="100013" y="112663"/>
                </a:cubicBezTo>
                <a:cubicBezTo>
                  <a:pt x="97433" y="110282"/>
                  <a:pt x="96094" y="108396"/>
                  <a:pt x="95994" y="107007"/>
                </a:cubicBezTo>
                <a:lnTo>
                  <a:pt x="96590" y="104180"/>
                </a:lnTo>
                <a:cubicBezTo>
                  <a:pt x="94308" y="104180"/>
                  <a:pt x="92819" y="100360"/>
                  <a:pt x="92125" y="92720"/>
                </a:cubicBezTo>
                <a:cubicBezTo>
                  <a:pt x="92422" y="92025"/>
                  <a:pt x="92571" y="91281"/>
                  <a:pt x="92571" y="90487"/>
                </a:cubicBezTo>
                <a:cubicBezTo>
                  <a:pt x="91678" y="90487"/>
                  <a:pt x="91133" y="89694"/>
                  <a:pt x="90934" y="88106"/>
                </a:cubicBezTo>
                <a:cubicBezTo>
                  <a:pt x="90934" y="85328"/>
                  <a:pt x="91331" y="82848"/>
                  <a:pt x="92125" y="80665"/>
                </a:cubicBezTo>
                <a:lnTo>
                  <a:pt x="90339" y="77837"/>
                </a:lnTo>
                <a:lnTo>
                  <a:pt x="90339" y="75009"/>
                </a:lnTo>
                <a:cubicBezTo>
                  <a:pt x="90339" y="74612"/>
                  <a:pt x="90537" y="74414"/>
                  <a:pt x="90934" y="74414"/>
                </a:cubicBezTo>
                <a:lnTo>
                  <a:pt x="90339" y="73223"/>
                </a:lnTo>
                <a:lnTo>
                  <a:pt x="90339" y="71586"/>
                </a:lnTo>
                <a:cubicBezTo>
                  <a:pt x="90339" y="69602"/>
                  <a:pt x="90537" y="66725"/>
                  <a:pt x="90934" y="62954"/>
                </a:cubicBezTo>
                <a:lnTo>
                  <a:pt x="89744" y="62359"/>
                </a:lnTo>
                <a:lnTo>
                  <a:pt x="86916" y="63550"/>
                </a:lnTo>
                <a:lnTo>
                  <a:pt x="84088" y="61764"/>
                </a:lnTo>
                <a:cubicBezTo>
                  <a:pt x="83592" y="63748"/>
                  <a:pt x="82997" y="64740"/>
                  <a:pt x="82302" y="64740"/>
                </a:cubicBezTo>
                <a:lnTo>
                  <a:pt x="80665" y="64740"/>
                </a:lnTo>
                <a:lnTo>
                  <a:pt x="78879" y="63550"/>
                </a:lnTo>
                <a:cubicBezTo>
                  <a:pt x="72827" y="64641"/>
                  <a:pt x="63897" y="65187"/>
                  <a:pt x="52090" y="65187"/>
                </a:cubicBezTo>
                <a:lnTo>
                  <a:pt x="49113" y="65187"/>
                </a:lnTo>
                <a:lnTo>
                  <a:pt x="45244" y="64145"/>
                </a:lnTo>
                <a:cubicBezTo>
                  <a:pt x="45244" y="65137"/>
                  <a:pt x="43706" y="65881"/>
                  <a:pt x="40630" y="66377"/>
                </a:cubicBezTo>
                <a:lnTo>
                  <a:pt x="40035" y="66377"/>
                </a:lnTo>
                <a:cubicBezTo>
                  <a:pt x="39539" y="66377"/>
                  <a:pt x="36463" y="65633"/>
                  <a:pt x="30808" y="64145"/>
                </a:cubicBezTo>
                <a:cubicBezTo>
                  <a:pt x="29419" y="65236"/>
                  <a:pt x="28129" y="65782"/>
                  <a:pt x="26938" y="65782"/>
                </a:cubicBezTo>
                <a:cubicBezTo>
                  <a:pt x="24755" y="65087"/>
                  <a:pt x="22275" y="64542"/>
                  <a:pt x="19497" y="64145"/>
                </a:cubicBezTo>
                <a:cubicBezTo>
                  <a:pt x="17413" y="64542"/>
                  <a:pt x="15478" y="64740"/>
                  <a:pt x="13692" y="64740"/>
                </a:cubicBezTo>
                <a:lnTo>
                  <a:pt x="11460" y="64145"/>
                </a:lnTo>
                <a:cubicBezTo>
                  <a:pt x="10170" y="64839"/>
                  <a:pt x="9029" y="65187"/>
                  <a:pt x="8037" y="65187"/>
                </a:cubicBezTo>
                <a:lnTo>
                  <a:pt x="6251" y="65187"/>
                </a:lnTo>
                <a:cubicBezTo>
                  <a:pt x="5457" y="65187"/>
                  <a:pt x="4713" y="65038"/>
                  <a:pt x="4019" y="64740"/>
                </a:cubicBezTo>
                <a:cubicBezTo>
                  <a:pt x="3324" y="65038"/>
                  <a:pt x="2580" y="65187"/>
                  <a:pt x="1786" y="65187"/>
                </a:cubicBezTo>
                <a:cubicBezTo>
                  <a:pt x="992" y="63798"/>
                  <a:pt x="596" y="62309"/>
                  <a:pt x="596" y="60722"/>
                </a:cubicBezTo>
                <a:lnTo>
                  <a:pt x="596" y="60126"/>
                </a:lnTo>
                <a:lnTo>
                  <a:pt x="4019" y="56703"/>
                </a:lnTo>
                <a:lnTo>
                  <a:pt x="4019" y="56108"/>
                </a:lnTo>
                <a:cubicBezTo>
                  <a:pt x="1340" y="56108"/>
                  <a:pt x="0" y="55513"/>
                  <a:pt x="0" y="54322"/>
                </a:cubicBezTo>
                <a:lnTo>
                  <a:pt x="0" y="53280"/>
                </a:lnTo>
                <a:cubicBezTo>
                  <a:pt x="1191" y="46434"/>
                  <a:pt x="3473" y="43011"/>
                  <a:pt x="6846" y="43011"/>
                </a:cubicBezTo>
                <a:cubicBezTo>
                  <a:pt x="6846" y="42714"/>
                  <a:pt x="8186" y="40432"/>
                  <a:pt x="10865" y="36165"/>
                </a:cubicBezTo>
                <a:cubicBezTo>
                  <a:pt x="14139" y="30807"/>
                  <a:pt x="16619" y="27930"/>
                  <a:pt x="18306" y="27533"/>
                </a:cubicBezTo>
                <a:lnTo>
                  <a:pt x="17711" y="24705"/>
                </a:lnTo>
                <a:lnTo>
                  <a:pt x="17711" y="24110"/>
                </a:lnTo>
                <a:cubicBezTo>
                  <a:pt x="20092" y="21927"/>
                  <a:pt x="21431" y="19447"/>
                  <a:pt x="21729" y="16669"/>
                </a:cubicBezTo>
                <a:cubicBezTo>
                  <a:pt x="22721" y="16669"/>
                  <a:pt x="23862" y="14932"/>
                  <a:pt x="25152" y="11460"/>
                </a:cubicBezTo>
                <a:cubicBezTo>
                  <a:pt x="24358" y="11460"/>
                  <a:pt x="23962" y="11112"/>
                  <a:pt x="23962" y="10418"/>
                </a:cubicBezTo>
                <a:cubicBezTo>
                  <a:pt x="23962" y="3472"/>
                  <a:pt x="26095" y="0"/>
                  <a:pt x="3036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71" name="Arc 12++">
            <a:extLst>
              <a:ext uri="{FF2B5EF4-FFF2-40B4-BE49-F238E27FC236}">
                <a16:creationId xmlns:a16="http://schemas.microsoft.com/office/drawing/2014/main" id="{941CC00A-1835-7E5D-144B-EE78D98C5BE1}"/>
              </a:ext>
            </a:extLst>
          </p:cNvPr>
          <p:cNvSpPr/>
          <p:nvPr/>
        </p:nvSpPr>
        <p:spPr>
          <a:xfrm>
            <a:off x="3067050" y="400050"/>
            <a:ext cx="6057900" cy="6057900"/>
          </a:xfrm>
          <a:prstGeom prst="arc">
            <a:avLst>
              <a:gd name="adj1" fmla="val 14620097"/>
              <a:gd name="adj2" fmla="val 184891"/>
            </a:avLst>
          </a:prstGeom>
          <a:ln w="1016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5E94B90C-27E0-AECE-D1B5-A865E1696666}"/>
              </a:ext>
            </a:extLst>
          </p:cNvPr>
          <p:cNvSpPr/>
          <p:nvPr/>
        </p:nvSpPr>
        <p:spPr>
          <a:xfrm>
            <a:off x="6912077" y="3789649"/>
            <a:ext cx="1156248" cy="1594675"/>
          </a:xfrm>
          <a:custGeom>
            <a:avLst/>
            <a:gdLst>
              <a:gd name="csX0" fmla="*/ 937676 w 1156248"/>
              <a:gd name="csY0" fmla="*/ 154952 h 1594675"/>
              <a:gd name="csX1" fmla="*/ 846879 w 1156248"/>
              <a:gd name="csY1" fmla="*/ 160989 h 1594675"/>
              <a:gd name="csX2" fmla="*/ 672515 w 1156248"/>
              <a:gd name="csY2" fmla="*/ 206092 h 1594675"/>
              <a:gd name="csX3" fmla="*/ 503637 w 1156248"/>
              <a:gd name="csY3" fmla="*/ 290836 h 1594675"/>
              <a:gd name="csX4" fmla="*/ 402786 w 1156248"/>
              <a:gd name="csY4" fmla="*/ 401316 h 1594675"/>
              <a:gd name="csX5" fmla="*/ 334708 w 1156248"/>
              <a:gd name="csY5" fmla="*/ 578167 h 1594675"/>
              <a:gd name="csX6" fmla="*/ 288166 w 1156248"/>
              <a:gd name="csY6" fmla="*/ 811816 h 1594675"/>
              <a:gd name="csX7" fmla="*/ 250221 w 1156248"/>
              <a:gd name="csY7" fmla="*/ 1052817 h 1594675"/>
              <a:gd name="csX8" fmla="*/ 209455 w 1156248"/>
              <a:gd name="csY8" fmla="*/ 1258271 h 1594675"/>
              <a:gd name="csX9" fmla="*/ 161604 w 1156248"/>
              <a:gd name="csY9" fmla="*/ 1415986 h 1594675"/>
              <a:gd name="csX10" fmla="*/ 123828 w 1156248"/>
              <a:gd name="csY10" fmla="*/ 1501151 h 1594675"/>
              <a:gd name="csX11" fmla="*/ 102671 w 1156248"/>
              <a:gd name="csY11" fmla="*/ 1550746 h 1594675"/>
              <a:gd name="csX12" fmla="*/ 52319 w 1156248"/>
              <a:gd name="csY12" fmla="*/ 1479041 h 1594675"/>
              <a:gd name="csX13" fmla="*/ 82006 w 1156248"/>
              <a:gd name="csY13" fmla="*/ 1464194 h 1594675"/>
              <a:gd name="csX14" fmla="*/ 187219 w 1156248"/>
              <a:gd name="csY14" fmla="*/ 1361058 h 1594675"/>
              <a:gd name="csX15" fmla="*/ 343219 w 1156248"/>
              <a:gd name="csY15" fmla="*/ 1217735 h 1594675"/>
              <a:gd name="csX16" fmla="*/ 500448 w 1156248"/>
              <a:gd name="csY16" fmla="*/ 1102597 h 1594675"/>
              <a:gd name="csX17" fmla="*/ 673184 w 1156248"/>
              <a:gd name="csY17" fmla="*/ 977276 h 1594675"/>
              <a:gd name="csX18" fmla="*/ 860151 w 1156248"/>
              <a:gd name="csY18" fmla="*/ 764440 h 1594675"/>
              <a:gd name="csX19" fmla="*/ 977041 w 1156248"/>
              <a:gd name="csY19" fmla="*/ 528430 h 1594675"/>
              <a:gd name="csX20" fmla="*/ 1054205 w 1156248"/>
              <a:gd name="csY20" fmla="*/ 322385 h 1594675"/>
              <a:gd name="csX21" fmla="*/ 1086319 w 1156248"/>
              <a:gd name="csY21" fmla="*/ 227343 h 1594675"/>
              <a:gd name="csX22" fmla="*/ 1113172 w 1156248"/>
              <a:gd name="csY22" fmla="*/ 222921 h 1594675"/>
              <a:gd name="csX23" fmla="*/ 1156065 w 1156248"/>
              <a:gd name="csY23" fmla="*/ 336783 h 1594675"/>
              <a:gd name="csX24" fmla="*/ 1094450 w 1156248"/>
              <a:gd name="csY24" fmla="*/ 581814 h 1594675"/>
              <a:gd name="csX25" fmla="*/ 952814 w 1156248"/>
              <a:gd name="csY25" fmla="*/ 830636 h 1594675"/>
              <a:gd name="csX26" fmla="*/ 755951 w 1156248"/>
              <a:gd name="csY26" fmla="*/ 1065979 h 1594675"/>
              <a:gd name="csX27" fmla="*/ 579376 w 1156248"/>
              <a:gd name="csY27" fmla="*/ 1220856 h 1594675"/>
              <a:gd name="csX28" fmla="*/ 424833 w 1156248"/>
              <a:gd name="csY28" fmla="*/ 1321668 h 1594675"/>
              <a:gd name="csX29" fmla="*/ 279977 w 1156248"/>
              <a:gd name="csY29" fmla="*/ 1454657 h 1594675"/>
              <a:gd name="csX30" fmla="*/ 139922 w 1156248"/>
              <a:gd name="csY30" fmla="*/ 1559193 h 1594675"/>
              <a:gd name="csX31" fmla="*/ 63704 w 1156248"/>
              <a:gd name="csY31" fmla="*/ 1594676 h 1594675"/>
              <a:gd name="csX32" fmla="*/ 8748 w 1156248"/>
              <a:gd name="csY32" fmla="*/ 1500767 h 1594675"/>
              <a:gd name="csX33" fmla="*/ 32515 w 1156248"/>
              <a:gd name="csY33" fmla="*/ 1460101 h 1594675"/>
              <a:gd name="csX34" fmla="*/ 64734 w 1156248"/>
              <a:gd name="csY34" fmla="*/ 1377029 h 1594675"/>
              <a:gd name="csX35" fmla="*/ 124653 w 1156248"/>
              <a:gd name="csY35" fmla="*/ 1234278 h 1594675"/>
              <a:gd name="csX36" fmla="*/ 174553 w 1156248"/>
              <a:gd name="csY36" fmla="*/ 1038568 h 1594675"/>
              <a:gd name="csX37" fmla="*/ 216903 w 1156248"/>
              <a:gd name="csY37" fmla="*/ 799805 h 1594675"/>
              <a:gd name="csX38" fmla="*/ 263393 w 1156248"/>
              <a:gd name="csY38" fmla="*/ 559242 h 1594675"/>
              <a:gd name="csX39" fmla="*/ 332730 w 1156248"/>
              <a:gd name="csY39" fmla="*/ 359760 h 1594675"/>
              <a:gd name="csX40" fmla="*/ 454193 w 1156248"/>
              <a:gd name="csY40" fmla="*/ 219056 h 1594675"/>
              <a:gd name="csX41" fmla="*/ 635559 w 1156248"/>
              <a:gd name="csY41" fmla="*/ 113796 h 1594675"/>
              <a:gd name="csX42" fmla="*/ 814210 w 1156248"/>
              <a:gd name="csY42" fmla="*/ 38743 h 1594675"/>
              <a:gd name="csX43" fmla="*/ 929967 w 1156248"/>
              <a:gd name="csY43" fmla="*/ 2965 h 1594675"/>
              <a:gd name="csX44" fmla="*/ 937675 w 1156248"/>
              <a:gd name="csY44" fmla="*/ 154926 h 15946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1156248" h="1594675">
                <a:moveTo>
                  <a:pt x="937676" y="154952"/>
                </a:moveTo>
                <a:cubicBezTo>
                  <a:pt x="907428" y="146657"/>
                  <a:pt x="877163" y="155933"/>
                  <a:pt x="846879" y="160989"/>
                </a:cubicBezTo>
                <a:cubicBezTo>
                  <a:pt x="787950" y="172912"/>
                  <a:pt x="730522" y="190499"/>
                  <a:pt x="672515" y="206092"/>
                </a:cubicBezTo>
                <a:cubicBezTo>
                  <a:pt x="610857" y="223395"/>
                  <a:pt x="557567" y="257356"/>
                  <a:pt x="503637" y="290836"/>
                </a:cubicBezTo>
                <a:cubicBezTo>
                  <a:pt x="462054" y="321302"/>
                  <a:pt x="431335" y="359528"/>
                  <a:pt x="402786" y="401316"/>
                </a:cubicBezTo>
                <a:cubicBezTo>
                  <a:pt x="369657" y="455729"/>
                  <a:pt x="351450" y="517179"/>
                  <a:pt x="334708" y="578167"/>
                </a:cubicBezTo>
                <a:cubicBezTo>
                  <a:pt x="312098" y="654415"/>
                  <a:pt x="301124" y="733472"/>
                  <a:pt x="288166" y="811816"/>
                </a:cubicBezTo>
                <a:cubicBezTo>
                  <a:pt x="277054" y="892466"/>
                  <a:pt x="263223" y="972559"/>
                  <a:pt x="250221" y="1052817"/>
                </a:cubicBezTo>
                <a:cubicBezTo>
                  <a:pt x="242167" y="1122399"/>
                  <a:pt x="227251" y="1190624"/>
                  <a:pt x="209455" y="1258271"/>
                </a:cubicBezTo>
                <a:cubicBezTo>
                  <a:pt x="194513" y="1311100"/>
                  <a:pt x="176598" y="1363075"/>
                  <a:pt x="161604" y="1415986"/>
                </a:cubicBezTo>
                <a:cubicBezTo>
                  <a:pt x="148340" y="1444222"/>
                  <a:pt x="136312" y="1473344"/>
                  <a:pt x="123828" y="1501151"/>
                </a:cubicBezTo>
                <a:cubicBezTo>
                  <a:pt x="118367" y="1518468"/>
                  <a:pt x="109684" y="1534713"/>
                  <a:pt x="102671" y="1550746"/>
                </a:cubicBezTo>
                <a:cubicBezTo>
                  <a:pt x="119995" y="1508103"/>
                  <a:pt x="96471" y="1491967"/>
                  <a:pt x="52319" y="1479041"/>
                </a:cubicBezTo>
                <a:cubicBezTo>
                  <a:pt x="50090" y="1484553"/>
                  <a:pt x="75216" y="1467589"/>
                  <a:pt x="82006" y="1464194"/>
                </a:cubicBezTo>
                <a:cubicBezTo>
                  <a:pt x="118432" y="1431129"/>
                  <a:pt x="154238" y="1397512"/>
                  <a:pt x="187219" y="1361058"/>
                </a:cubicBezTo>
                <a:cubicBezTo>
                  <a:pt x="234185" y="1308136"/>
                  <a:pt x="288355" y="1262130"/>
                  <a:pt x="343219" y="1217735"/>
                </a:cubicBezTo>
                <a:cubicBezTo>
                  <a:pt x="393729" y="1176937"/>
                  <a:pt x="447547" y="1140021"/>
                  <a:pt x="500448" y="1102597"/>
                </a:cubicBezTo>
                <a:cubicBezTo>
                  <a:pt x="559817" y="1063318"/>
                  <a:pt x="618616" y="1023166"/>
                  <a:pt x="673184" y="977276"/>
                </a:cubicBezTo>
                <a:cubicBezTo>
                  <a:pt x="744987" y="914367"/>
                  <a:pt x="802991" y="840192"/>
                  <a:pt x="860151" y="764440"/>
                </a:cubicBezTo>
                <a:cubicBezTo>
                  <a:pt x="908137" y="690228"/>
                  <a:pt x="944503" y="610297"/>
                  <a:pt x="977041" y="528430"/>
                </a:cubicBezTo>
                <a:cubicBezTo>
                  <a:pt x="1005153" y="460641"/>
                  <a:pt x="1029798" y="391574"/>
                  <a:pt x="1054205" y="322385"/>
                </a:cubicBezTo>
                <a:cubicBezTo>
                  <a:pt x="1085054" y="291985"/>
                  <a:pt x="1078411" y="260172"/>
                  <a:pt x="1086319" y="227343"/>
                </a:cubicBezTo>
                <a:cubicBezTo>
                  <a:pt x="1090826" y="208635"/>
                  <a:pt x="1105805" y="205143"/>
                  <a:pt x="1113172" y="222921"/>
                </a:cubicBezTo>
                <a:cubicBezTo>
                  <a:pt x="1128436" y="259758"/>
                  <a:pt x="1140224" y="298699"/>
                  <a:pt x="1156065" y="336783"/>
                </a:cubicBezTo>
                <a:cubicBezTo>
                  <a:pt x="1158665" y="424089"/>
                  <a:pt x="1133409" y="504014"/>
                  <a:pt x="1094450" y="581814"/>
                </a:cubicBezTo>
                <a:cubicBezTo>
                  <a:pt x="1050972" y="666691"/>
                  <a:pt x="1008836" y="753169"/>
                  <a:pt x="952814" y="830636"/>
                </a:cubicBezTo>
                <a:cubicBezTo>
                  <a:pt x="895372" y="915174"/>
                  <a:pt x="827398" y="993008"/>
                  <a:pt x="755951" y="1065979"/>
                </a:cubicBezTo>
                <a:cubicBezTo>
                  <a:pt x="701129" y="1122230"/>
                  <a:pt x="646833" y="1179441"/>
                  <a:pt x="579376" y="1220856"/>
                </a:cubicBezTo>
                <a:cubicBezTo>
                  <a:pt x="527266" y="1253389"/>
                  <a:pt x="474449" y="1285122"/>
                  <a:pt x="424833" y="1321668"/>
                </a:cubicBezTo>
                <a:cubicBezTo>
                  <a:pt x="374025" y="1363616"/>
                  <a:pt x="325088" y="1406679"/>
                  <a:pt x="279977" y="1454657"/>
                </a:cubicBezTo>
                <a:cubicBezTo>
                  <a:pt x="235768" y="1492541"/>
                  <a:pt x="194105" y="1534566"/>
                  <a:pt x="139922" y="1559193"/>
                </a:cubicBezTo>
                <a:cubicBezTo>
                  <a:pt x="115644" y="1572969"/>
                  <a:pt x="91310" y="1589385"/>
                  <a:pt x="63704" y="1594676"/>
                </a:cubicBezTo>
                <a:cubicBezTo>
                  <a:pt x="2014" y="1579322"/>
                  <a:pt x="-11491" y="1555190"/>
                  <a:pt x="8748" y="1500767"/>
                </a:cubicBezTo>
                <a:cubicBezTo>
                  <a:pt x="16197" y="1488021"/>
                  <a:pt x="24346" y="1473496"/>
                  <a:pt x="32515" y="1460101"/>
                </a:cubicBezTo>
                <a:cubicBezTo>
                  <a:pt x="43244" y="1433008"/>
                  <a:pt x="56127" y="1405576"/>
                  <a:pt x="64734" y="1377029"/>
                </a:cubicBezTo>
                <a:cubicBezTo>
                  <a:pt x="88822" y="1331015"/>
                  <a:pt x="108821" y="1283802"/>
                  <a:pt x="124653" y="1234278"/>
                </a:cubicBezTo>
                <a:cubicBezTo>
                  <a:pt x="143098" y="1169458"/>
                  <a:pt x="161381" y="1104701"/>
                  <a:pt x="174553" y="1038568"/>
                </a:cubicBezTo>
                <a:cubicBezTo>
                  <a:pt x="190455" y="959312"/>
                  <a:pt x="203580" y="879577"/>
                  <a:pt x="216903" y="799805"/>
                </a:cubicBezTo>
                <a:cubicBezTo>
                  <a:pt x="230674" y="719241"/>
                  <a:pt x="247598" y="639395"/>
                  <a:pt x="263393" y="559242"/>
                </a:cubicBezTo>
                <a:cubicBezTo>
                  <a:pt x="282886" y="491332"/>
                  <a:pt x="300007" y="422901"/>
                  <a:pt x="332730" y="359760"/>
                </a:cubicBezTo>
                <a:cubicBezTo>
                  <a:pt x="365732" y="305569"/>
                  <a:pt x="397604" y="251965"/>
                  <a:pt x="454193" y="219056"/>
                </a:cubicBezTo>
                <a:cubicBezTo>
                  <a:pt x="512309" y="179589"/>
                  <a:pt x="572608" y="145090"/>
                  <a:pt x="635559" y="113796"/>
                </a:cubicBezTo>
                <a:cubicBezTo>
                  <a:pt x="693454" y="84710"/>
                  <a:pt x="752373" y="58599"/>
                  <a:pt x="814210" y="38743"/>
                </a:cubicBezTo>
                <a:cubicBezTo>
                  <a:pt x="852529" y="25836"/>
                  <a:pt x="891208" y="14283"/>
                  <a:pt x="929967" y="2965"/>
                </a:cubicBezTo>
                <a:cubicBezTo>
                  <a:pt x="1033246" y="-27196"/>
                  <a:pt x="1041438" y="183387"/>
                  <a:pt x="937675" y="15492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65698678-57F0-4BBE-F4F9-FE1FC76D5BD7}"/>
              </a:ext>
            </a:extLst>
          </p:cNvPr>
          <p:cNvSpPr/>
          <p:nvPr/>
        </p:nvSpPr>
        <p:spPr>
          <a:xfrm>
            <a:off x="7991559" y="3554265"/>
            <a:ext cx="1053170" cy="461119"/>
          </a:xfrm>
          <a:custGeom>
            <a:avLst/>
            <a:gdLst>
              <a:gd name="csX0" fmla="*/ 50599 w 1053170"/>
              <a:gd name="csY0" fmla="*/ 316231 h 461119"/>
              <a:gd name="csX1" fmla="*/ 123124 w 1053170"/>
              <a:gd name="csY1" fmla="*/ 333626 h 461119"/>
              <a:gd name="csX2" fmla="*/ 259532 w 1053170"/>
              <a:gd name="csY2" fmla="*/ 361879 h 461119"/>
              <a:gd name="csX3" fmla="*/ 429515 w 1053170"/>
              <a:gd name="csY3" fmla="*/ 381342 h 461119"/>
              <a:gd name="csX4" fmla="*/ 580515 w 1053170"/>
              <a:gd name="csY4" fmla="*/ 368971 h 461119"/>
              <a:gd name="csX5" fmla="*/ 746507 w 1053170"/>
              <a:gd name="csY5" fmla="*/ 306524 h 461119"/>
              <a:gd name="csX6" fmla="*/ 884515 w 1053170"/>
              <a:gd name="csY6" fmla="*/ 207236 h 461119"/>
              <a:gd name="csX7" fmla="*/ 936550 w 1053170"/>
              <a:gd name="csY7" fmla="*/ 134192 h 461119"/>
              <a:gd name="csX8" fmla="*/ 943221 w 1053170"/>
              <a:gd name="csY8" fmla="*/ 98760 h 461119"/>
              <a:gd name="csX9" fmla="*/ 940162 w 1053170"/>
              <a:gd name="csY9" fmla="*/ 86192 h 461119"/>
              <a:gd name="csX10" fmla="*/ 944156 w 1053170"/>
              <a:gd name="csY10" fmla="*/ 97294 h 461119"/>
              <a:gd name="csX11" fmla="*/ 960898 w 1053170"/>
              <a:gd name="csY11" fmla="*/ 101979 h 461119"/>
              <a:gd name="csX12" fmla="*/ 855170 w 1053170"/>
              <a:gd name="csY12" fmla="*/ 117932 h 461119"/>
              <a:gd name="csX13" fmla="*/ 667766 w 1053170"/>
              <a:gd name="csY13" fmla="*/ 166190 h 461119"/>
              <a:gd name="csX14" fmla="*/ 484257 w 1053170"/>
              <a:gd name="csY14" fmla="*/ 208179 h 461119"/>
              <a:gd name="csX15" fmla="*/ 295233 w 1053170"/>
              <a:gd name="csY15" fmla="*/ 234657 h 461119"/>
              <a:gd name="csX16" fmla="*/ 92923 w 1053170"/>
              <a:gd name="csY16" fmla="*/ 266502 h 461119"/>
              <a:gd name="csX17" fmla="*/ 89893 w 1053170"/>
              <a:gd name="csY17" fmla="*/ 239456 h 461119"/>
              <a:gd name="csX18" fmla="*/ 289108 w 1053170"/>
              <a:gd name="csY18" fmla="*/ 208141 h 461119"/>
              <a:gd name="csX19" fmla="*/ 468121 w 1053170"/>
              <a:gd name="csY19" fmla="*/ 142685 h 461119"/>
              <a:gd name="csX20" fmla="*/ 652363 w 1053170"/>
              <a:gd name="csY20" fmla="*/ 102301 h 461119"/>
              <a:gd name="csX21" fmla="*/ 832919 w 1053170"/>
              <a:gd name="csY21" fmla="*/ 46635 h 461119"/>
              <a:gd name="csX22" fmla="*/ 949133 w 1053170"/>
              <a:gd name="csY22" fmla="*/ 4585 h 461119"/>
              <a:gd name="csX23" fmla="*/ 1025737 w 1053170"/>
              <a:gd name="csY23" fmla="*/ 15471 h 461119"/>
              <a:gd name="csX24" fmla="*/ 1048434 w 1053170"/>
              <a:gd name="csY24" fmla="*/ 60227 h 461119"/>
              <a:gd name="csX25" fmla="*/ 1052584 w 1053170"/>
              <a:gd name="csY25" fmla="*/ 106887 h 461119"/>
              <a:gd name="csX26" fmla="*/ 1030457 w 1053170"/>
              <a:gd name="csY26" fmla="*/ 181423 h 461119"/>
              <a:gd name="csX27" fmla="*/ 940307 w 1053170"/>
              <a:gd name="csY27" fmla="*/ 275475 h 461119"/>
              <a:gd name="csX28" fmla="*/ 780286 w 1053170"/>
              <a:gd name="csY28" fmla="*/ 371916 h 461119"/>
              <a:gd name="csX29" fmla="*/ 596568 w 1053170"/>
              <a:gd name="csY29" fmla="*/ 453611 h 461119"/>
              <a:gd name="csX30" fmla="*/ 425890 w 1053170"/>
              <a:gd name="csY30" fmla="*/ 456959 h 461119"/>
              <a:gd name="csX31" fmla="*/ 245219 w 1053170"/>
              <a:gd name="csY31" fmla="*/ 440588 h 461119"/>
              <a:gd name="csX32" fmla="*/ 105345 w 1053170"/>
              <a:gd name="csY32" fmla="*/ 411966 h 461119"/>
              <a:gd name="csX33" fmla="*/ 23560 w 1053170"/>
              <a:gd name="csY33" fmla="*/ 384679 h 461119"/>
              <a:gd name="csX34" fmla="*/ 50594 w 1053170"/>
              <a:gd name="csY34" fmla="*/ 316234 h 4611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53170" h="461119">
                <a:moveTo>
                  <a:pt x="50599" y="316231"/>
                </a:moveTo>
                <a:cubicBezTo>
                  <a:pt x="75064" y="317211"/>
                  <a:pt x="99473" y="326198"/>
                  <a:pt x="123124" y="333626"/>
                </a:cubicBezTo>
                <a:cubicBezTo>
                  <a:pt x="168224" y="345301"/>
                  <a:pt x="213505" y="354566"/>
                  <a:pt x="259532" y="361879"/>
                </a:cubicBezTo>
                <a:cubicBezTo>
                  <a:pt x="315014" y="376768"/>
                  <a:pt x="372660" y="379252"/>
                  <a:pt x="429515" y="381342"/>
                </a:cubicBezTo>
                <a:cubicBezTo>
                  <a:pt x="480672" y="383028"/>
                  <a:pt x="530432" y="377665"/>
                  <a:pt x="580515" y="368971"/>
                </a:cubicBezTo>
                <a:cubicBezTo>
                  <a:pt x="639512" y="358806"/>
                  <a:pt x="692786" y="331634"/>
                  <a:pt x="746507" y="306524"/>
                </a:cubicBezTo>
                <a:cubicBezTo>
                  <a:pt x="797462" y="279727"/>
                  <a:pt x="841663" y="245089"/>
                  <a:pt x="884515" y="207236"/>
                </a:cubicBezTo>
                <a:cubicBezTo>
                  <a:pt x="908876" y="187294"/>
                  <a:pt x="921700" y="158957"/>
                  <a:pt x="936550" y="134192"/>
                </a:cubicBezTo>
                <a:cubicBezTo>
                  <a:pt x="946957" y="123635"/>
                  <a:pt x="941129" y="109875"/>
                  <a:pt x="943221" y="98760"/>
                </a:cubicBezTo>
                <a:cubicBezTo>
                  <a:pt x="942991" y="93979"/>
                  <a:pt x="941303" y="90879"/>
                  <a:pt x="940162" y="86192"/>
                </a:cubicBezTo>
                <a:cubicBezTo>
                  <a:pt x="938375" y="82688"/>
                  <a:pt x="942825" y="93593"/>
                  <a:pt x="944156" y="97294"/>
                </a:cubicBezTo>
                <a:cubicBezTo>
                  <a:pt x="949148" y="100238"/>
                  <a:pt x="955318" y="100418"/>
                  <a:pt x="960898" y="101979"/>
                </a:cubicBezTo>
                <a:cubicBezTo>
                  <a:pt x="925655" y="100344"/>
                  <a:pt x="889746" y="110429"/>
                  <a:pt x="855170" y="117932"/>
                </a:cubicBezTo>
                <a:cubicBezTo>
                  <a:pt x="793000" y="135140"/>
                  <a:pt x="730155" y="149576"/>
                  <a:pt x="667766" y="166190"/>
                </a:cubicBezTo>
                <a:cubicBezTo>
                  <a:pt x="606667" y="180642"/>
                  <a:pt x="545617" y="194953"/>
                  <a:pt x="484257" y="208179"/>
                </a:cubicBezTo>
                <a:cubicBezTo>
                  <a:pt x="420835" y="231554"/>
                  <a:pt x="358403" y="239252"/>
                  <a:pt x="295233" y="234657"/>
                </a:cubicBezTo>
                <a:cubicBezTo>
                  <a:pt x="228635" y="250297"/>
                  <a:pt x="160740" y="258450"/>
                  <a:pt x="92923" y="266502"/>
                </a:cubicBezTo>
                <a:cubicBezTo>
                  <a:pt x="73813" y="268770"/>
                  <a:pt x="70783" y="241723"/>
                  <a:pt x="89893" y="239456"/>
                </a:cubicBezTo>
                <a:cubicBezTo>
                  <a:pt x="156671" y="231536"/>
                  <a:pt x="223529" y="223532"/>
                  <a:pt x="289108" y="208141"/>
                </a:cubicBezTo>
                <a:cubicBezTo>
                  <a:pt x="342477" y="176375"/>
                  <a:pt x="402456" y="153410"/>
                  <a:pt x="468121" y="142685"/>
                </a:cubicBezTo>
                <a:cubicBezTo>
                  <a:pt x="529096" y="127192"/>
                  <a:pt x="590746" y="115417"/>
                  <a:pt x="652363" y="102301"/>
                </a:cubicBezTo>
                <a:cubicBezTo>
                  <a:pt x="713982" y="87984"/>
                  <a:pt x="774273" y="70534"/>
                  <a:pt x="832919" y="46635"/>
                </a:cubicBezTo>
                <a:cubicBezTo>
                  <a:pt x="871439" y="31865"/>
                  <a:pt x="910169" y="17672"/>
                  <a:pt x="949133" y="4585"/>
                </a:cubicBezTo>
                <a:cubicBezTo>
                  <a:pt x="979779" y="118"/>
                  <a:pt x="999130" y="-6638"/>
                  <a:pt x="1025737" y="15471"/>
                </a:cubicBezTo>
                <a:cubicBezTo>
                  <a:pt x="1033532" y="29982"/>
                  <a:pt x="1049077" y="42285"/>
                  <a:pt x="1048434" y="60227"/>
                </a:cubicBezTo>
                <a:cubicBezTo>
                  <a:pt x="1049805" y="75639"/>
                  <a:pt x="1054876" y="90722"/>
                  <a:pt x="1052584" y="106887"/>
                </a:cubicBezTo>
                <a:cubicBezTo>
                  <a:pt x="1046830" y="132242"/>
                  <a:pt x="1041739" y="157742"/>
                  <a:pt x="1030457" y="181423"/>
                </a:cubicBezTo>
                <a:cubicBezTo>
                  <a:pt x="1003776" y="216416"/>
                  <a:pt x="979899" y="253021"/>
                  <a:pt x="940307" y="275475"/>
                </a:cubicBezTo>
                <a:cubicBezTo>
                  <a:pt x="889357" y="311343"/>
                  <a:pt x="837093" y="345866"/>
                  <a:pt x="780286" y="371916"/>
                </a:cubicBezTo>
                <a:cubicBezTo>
                  <a:pt x="721157" y="403688"/>
                  <a:pt x="661681" y="435743"/>
                  <a:pt x="596568" y="453611"/>
                </a:cubicBezTo>
                <a:cubicBezTo>
                  <a:pt x="539706" y="460926"/>
                  <a:pt x="483144" y="464434"/>
                  <a:pt x="425890" y="456959"/>
                </a:cubicBezTo>
                <a:cubicBezTo>
                  <a:pt x="365887" y="452360"/>
                  <a:pt x="305399" y="447236"/>
                  <a:pt x="245219" y="440588"/>
                </a:cubicBezTo>
                <a:cubicBezTo>
                  <a:pt x="198763" y="430078"/>
                  <a:pt x="152304" y="420107"/>
                  <a:pt x="105345" y="411966"/>
                </a:cubicBezTo>
                <a:cubicBezTo>
                  <a:pt x="76764" y="405857"/>
                  <a:pt x="47677" y="402514"/>
                  <a:pt x="23560" y="384679"/>
                </a:cubicBezTo>
                <a:cubicBezTo>
                  <a:pt x="-18277" y="353737"/>
                  <a:pt x="-1400" y="314151"/>
                  <a:pt x="50594" y="31623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D2F942C7-6279-F30B-8850-FEC91AD4FA3A}"/>
              </a:ext>
            </a:extLst>
          </p:cNvPr>
          <p:cNvSpPr/>
          <p:nvPr/>
        </p:nvSpPr>
        <p:spPr>
          <a:xfrm>
            <a:off x="9117420" y="3574548"/>
            <a:ext cx="1424884" cy="588274"/>
          </a:xfrm>
          <a:custGeom>
            <a:avLst/>
            <a:gdLst>
              <a:gd name="csX0" fmla="*/ 37543 w 1424884"/>
              <a:gd name="csY0" fmla="*/ 6960 h 588274"/>
              <a:gd name="csX1" fmla="*/ 198125 w 1424884"/>
              <a:gd name="csY1" fmla="*/ 104 h 588274"/>
              <a:gd name="csX2" fmla="*/ 486609 w 1424884"/>
              <a:gd name="csY2" fmla="*/ 36390 h 588274"/>
              <a:gd name="csX3" fmla="*/ 815774 w 1424884"/>
              <a:gd name="csY3" fmla="*/ 142831 h 588274"/>
              <a:gd name="csX4" fmla="*/ 1108658 w 1424884"/>
              <a:gd name="csY4" fmla="*/ 269438 h 588274"/>
              <a:gd name="csX5" fmla="*/ 1287880 w 1424884"/>
              <a:gd name="csY5" fmla="*/ 357330 h 588274"/>
              <a:gd name="csX6" fmla="*/ 1379522 w 1424884"/>
              <a:gd name="csY6" fmla="*/ 416909 h 588274"/>
              <a:gd name="csX7" fmla="*/ 1423203 w 1424884"/>
              <a:gd name="csY7" fmla="*/ 540982 h 588274"/>
              <a:gd name="csX8" fmla="*/ 1302236 w 1424884"/>
              <a:gd name="csY8" fmla="*/ 573510 h 588274"/>
              <a:gd name="csX9" fmla="*/ 1285696 w 1424884"/>
              <a:gd name="csY9" fmla="*/ 551898 h 588274"/>
              <a:gd name="csX10" fmla="*/ 1247569 w 1424884"/>
              <a:gd name="csY10" fmla="*/ 500143 h 588274"/>
              <a:gd name="csX11" fmla="*/ 1253984 w 1424884"/>
              <a:gd name="csY11" fmla="*/ 540188 h 588274"/>
              <a:gd name="csX12" fmla="*/ 1201685 w 1424884"/>
              <a:gd name="csY12" fmla="*/ 486101 h 588274"/>
              <a:gd name="csX13" fmla="*/ 1055485 w 1424884"/>
              <a:gd name="csY13" fmla="*/ 372353 h 588274"/>
              <a:gd name="csX14" fmla="*/ 777574 w 1424884"/>
              <a:gd name="csY14" fmla="*/ 235660 h 588274"/>
              <a:gd name="csX15" fmla="*/ 468050 w 1424884"/>
              <a:gd name="csY15" fmla="*/ 123598 h 588274"/>
              <a:gd name="csX16" fmla="*/ 194416 w 1424884"/>
              <a:gd name="csY16" fmla="*/ 91167 h 588274"/>
              <a:gd name="csX17" fmla="*/ 41635 w 1424884"/>
              <a:gd name="csY17" fmla="*/ 82571 h 588274"/>
              <a:gd name="csX18" fmla="*/ 37530 w 1424884"/>
              <a:gd name="csY18" fmla="*/ 6954 h 5882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1424884" h="588274">
                <a:moveTo>
                  <a:pt x="37543" y="6960"/>
                </a:moveTo>
                <a:cubicBezTo>
                  <a:pt x="93442" y="13249"/>
                  <a:pt x="141042" y="-1361"/>
                  <a:pt x="198125" y="104"/>
                </a:cubicBezTo>
                <a:cubicBezTo>
                  <a:pt x="294461" y="11490"/>
                  <a:pt x="390549" y="23311"/>
                  <a:pt x="486609" y="36390"/>
                </a:cubicBezTo>
                <a:cubicBezTo>
                  <a:pt x="599957" y="60180"/>
                  <a:pt x="706370" y="106196"/>
                  <a:pt x="815774" y="142831"/>
                </a:cubicBezTo>
                <a:cubicBezTo>
                  <a:pt x="913081" y="185872"/>
                  <a:pt x="1012408" y="224093"/>
                  <a:pt x="1108658" y="269438"/>
                </a:cubicBezTo>
                <a:cubicBezTo>
                  <a:pt x="1171731" y="291760"/>
                  <a:pt x="1228483" y="327206"/>
                  <a:pt x="1287880" y="357330"/>
                </a:cubicBezTo>
                <a:cubicBezTo>
                  <a:pt x="1323832" y="368565"/>
                  <a:pt x="1351231" y="393340"/>
                  <a:pt x="1379522" y="416909"/>
                </a:cubicBezTo>
                <a:cubicBezTo>
                  <a:pt x="1418353" y="453678"/>
                  <a:pt x="1429592" y="486357"/>
                  <a:pt x="1423203" y="540982"/>
                </a:cubicBezTo>
                <a:cubicBezTo>
                  <a:pt x="1392434" y="602096"/>
                  <a:pt x="1364019" y="593327"/>
                  <a:pt x="1302236" y="573510"/>
                </a:cubicBezTo>
                <a:cubicBezTo>
                  <a:pt x="1283911" y="567633"/>
                  <a:pt x="1290770" y="570461"/>
                  <a:pt x="1285696" y="551898"/>
                </a:cubicBezTo>
                <a:cubicBezTo>
                  <a:pt x="1282655" y="540777"/>
                  <a:pt x="1266254" y="453829"/>
                  <a:pt x="1247569" y="500143"/>
                </a:cubicBezTo>
                <a:cubicBezTo>
                  <a:pt x="1248302" y="507040"/>
                  <a:pt x="1259026" y="574765"/>
                  <a:pt x="1253984" y="540188"/>
                </a:cubicBezTo>
                <a:cubicBezTo>
                  <a:pt x="1236559" y="522572"/>
                  <a:pt x="1220243" y="502966"/>
                  <a:pt x="1201685" y="486101"/>
                </a:cubicBezTo>
                <a:cubicBezTo>
                  <a:pt x="1154701" y="445859"/>
                  <a:pt x="1105082" y="409401"/>
                  <a:pt x="1055485" y="372353"/>
                </a:cubicBezTo>
                <a:cubicBezTo>
                  <a:pt x="965478" y="321405"/>
                  <a:pt x="874729" y="272198"/>
                  <a:pt x="777574" y="235660"/>
                </a:cubicBezTo>
                <a:cubicBezTo>
                  <a:pt x="678924" y="186811"/>
                  <a:pt x="574902" y="150102"/>
                  <a:pt x="468050" y="123598"/>
                </a:cubicBezTo>
                <a:cubicBezTo>
                  <a:pt x="378259" y="96872"/>
                  <a:pt x="288447" y="85988"/>
                  <a:pt x="194416" y="91167"/>
                </a:cubicBezTo>
                <a:cubicBezTo>
                  <a:pt x="140125" y="89201"/>
                  <a:pt x="94299" y="70229"/>
                  <a:pt x="41635" y="82571"/>
                </a:cubicBezTo>
                <a:cubicBezTo>
                  <a:pt x="-10501" y="94790"/>
                  <a:pt x="-15683" y="966"/>
                  <a:pt x="37530" y="695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E01A0E43-710C-7F2B-4184-778FAB8956AF}"/>
              </a:ext>
            </a:extLst>
          </p:cNvPr>
          <p:cNvSpPr/>
          <p:nvPr/>
        </p:nvSpPr>
        <p:spPr>
          <a:xfrm>
            <a:off x="7466635" y="2573941"/>
            <a:ext cx="811458" cy="1203497"/>
          </a:xfrm>
          <a:custGeom>
            <a:avLst/>
            <a:gdLst>
              <a:gd name="csX0" fmla="*/ 615623 w 811458"/>
              <a:gd name="csY0" fmla="*/ 1049192 h 1203497"/>
              <a:gd name="csX1" fmla="*/ 660413 w 811458"/>
              <a:gd name="csY1" fmla="*/ 987364 h 1203497"/>
              <a:gd name="csX2" fmla="*/ 698188 w 811458"/>
              <a:gd name="csY2" fmla="*/ 911382 h 1203497"/>
              <a:gd name="csX3" fmla="*/ 718757 w 811458"/>
              <a:gd name="csY3" fmla="*/ 834642 h 1203497"/>
              <a:gd name="csX4" fmla="*/ 719135 w 811458"/>
              <a:gd name="csY4" fmla="*/ 753393 h 1203497"/>
              <a:gd name="csX5" fmla="*/ 684980 w 811458"/>
              <a:gd name="csY5" fmla="*/ 646246 h 1203497"/>
              <a:gd name="csX6" fmla="*/ 620323 w 811458"/>
              <a:gd name="csY6" fmla="*/ 512020 h 1203497"/>
              <a:gd name="csX7" fmla="*/ 527986 w 811458"/>
              <a:gd name="csY7" fmla="*/ 382289 h 1203497"/>
              <a:gd name="csX8" fmla="*/ 406790 w 811458"/>
              <a:gd name="csY8" fmla="*/ 270370 h 1203497"/>
              <a:gd name="csX9" fmla="*/ 290775 w 811458"/>
              <a:gd name="csY9" fmla="*/ 178893 h 1203497"/>
              <a:gd name="csX10" fmla="*/ 210184 w 811458"/>
              <a:gd name="csY10" fmla="*/ 125992 h 1203497"/>
              <a:gd name="csX11" fmla="*/ 167842 w 811458"/>
              <a:gd name="csY11" fmla="*/ 101079 h 1203497"/>
              <a:gd name="csX12" fmla="*/ 146476 w 811458"/>
              <a:gd name="csY12" fmla="*/ 96269 h 1203497"/>
              <a:gd name="csX13" fmla="*/ 123767 w 811458"/>
              <a:gd name="csY13" fmla="*/ 82256 h 1203497"/>
              <a:gd name="csX14" fmla="*/ 91258 w 811458"/>
              <a:gd name="csY14" fmla="*/ 116553 h 1203497"/>
              <a:gd name="csX15" fmla="*/ 57750 w 811458"/>
              <a:gd name="csY15" fmla="*/ 190145 h 1203497"/>
              <a:gd name="csX16" fmla="*/ 36738 w 811458"/>
              <a:gd name="csY16" fmla="*/ 288481 h 1203497"/>
              <a:gd name="csX17" fmla="*/ 33454 w 811458"/>
              <a:gd name="csY17" fmla="*/ 409563 h 1203497"/>
              <a:gd name="csX18" fmla="*/ 53608 w 811458"/>
              <a:gd name="csY18" fmla="*/ 558762 h 1203497"/>
              <a:gd name="csX19" fmla="*/ 99557 w 811458"/>
              <a:gd name="csY19" fmla="*/ 715734 h 1203497"/>
              <a:gd name="csX20" fmla="*/ 167565 w 811458"/>
              <a:gd name="csY20" fmla="*/ 865067 h 1203497"/>
              <a:gd name="csX21" fmla="*/ 249392 w 811458"/>
              <a:gd name="csY21" fmla="*/ 995693 h 1203497"/>
              <a:gd name="csX22" fmla="*/ 366568 w 811458"/>
              <a:gd name="csY22" fmla="*/ 1117423 h 1203497"/>
              <a:gd name="csX23" fmla="*/ 454003 w 811458"/>
              <a:gd name="csY23" fmla="*/ 1190574 h 1203497"/>
              <a:gd name="csX24" fmla="*/ 447228 w 811458"/>
              <a:gd name="csY24" fmla="*/ 1202374 h 1203497"/>
              <a:gd name="csX25" fmla="*/ 343243 w 811458"/>
              <a:gd name="csY25" fmla="*/ 1145301 h 1203497"/>
              <a:gd name="csX26" fmla="*/ 214227 w 811458"/>
              <a:gd name="csY26" fmla="*/ 1021181 h 1203497"/>
              <a:gd name="csX27" fmla="*/ 133466 w 811458"/>
              <a:gd name="csY27" fmla="*/ 882430 h 1203497"/>
              <a:gd name="csX28" fmla="*/ 67237 w 811458"/>
              <a:gd name="csY28" fmla="*/ 726877 h 1203497"/>
              <a:gd name="csX29" fmla="*/ 24646 w 811458"/>
              <a:gd name="csY29" fmla="*/ 564819 h 1203497"/>
              <a:gd name="csX30" fmla="*/ 645 w 811458"/>
              <a:gd name="csY30" fmla="*/ 410419 h 1203497"/>
              <a:gd name="csX31" fmla="*/ 5641 w 811458"/>
              <a:gd name="csY31" fmla="*/ 284641 h 1203497"/>
              <a:gd name="csX32" fmla="*/ 27157 w 811458"/>
              <a:gd name="csY32" fmla="*/ 179257 h 1203497"/>
              <a:gd name="csX33" fmla="*/ 60758 w 811458"/>
              <a:gd name="csY33" fmla="*/ 99411 h 1203497"/>
              <a:gd name="csX34" fmla="*/ 96830 w 811458"/>
              <a:gd name="csY34" fmla="*/ 43801 h 1203497"/>
              <a:gd name="csX35" fmla="*/ 148248 w 811458"/>
              <a:gd name="csY35" fmla="*/ 0 h 1203497"/>
              <a:gd name="csX36" fmla="*/ 206474 w 811458"/>
              <a:gd name="csY36" fmla="*/ 10105 h 1203497"/>
              <a:gd name="csX37" fmla="*/ 265731 w 811458"/>
              <a:gd name="csY37" fmla="*/ 43812 h 1203497"/>
              <a:gd name="csX38" fmla="*/ 346753 w 811458"/>
              <a:gd name="csY38" fmla="*/ 109083 h 1203497"/>
              <a:gd name="csX39" fmla="*/ 459195 w 811458"/>
              <a:gd name="csY39" fmla="*/ 211743 h 1203497"/>
              <a:gd name="csX40" fmla="*/ 582087 w 811458"/>
              <a:gd name="csY40" fmla="*/ 335654 h 1203497"/>
              <a:gd name="csX41" fmla="*/ 687224 w 811458"/>
              <a:gd name="csY41" fmla="*/ 474395 h 1203497"/>
              <a:gd name="csX42" fmla="*/ 757255 w 811458"/>
              <a:gd name="csY42" fmla="*/ 615270 h 1203497"/>
              <a:gd name="csX43" fmla="*/ 804305 w 811458"/>
              <a:gd name="csY43" fmla="*/ 738009 h 1203497"/>
              <a:gd name="csX44" fmla="*/ 806367 w 811458"/>
              <a:gd name="csY44" fmla="*/ 852090 h 1203497"/>
              <a:gd name="csX45" fmla="*/ 775614 w 811458"/>
              <a:gd name="csY45" fmla="*/ 947579 h 1203497"/>
              <a:gd name="csX46" fmla="*/ 719870 w 811458"/>
              <a:gd name="csY46" fmla="*/ 1030791 h 1203497"/>
              <a:gd name="csX47" fmla="*/ 670986 w 811458"/>
              <a:gd name="csY47" fmla="*/ 1090419 h 1203497"/>
              <a:gd name="csX48" fmla="*/ 615622 w 811458"/>
              <a:gd name="csY48" fmla="*/ 1049185 h 12034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11458" h="1203497">
                <a:moveTo>
                  <a:pt x="615623" y="1049192"/>
                </a:moveTo>
                <a:cubicBezTo>
                  <a:pt x="628126" y="1027284"/>
                  <a:pt x="646433" y="1009090"/>
                  <a:pt x="660413" y="987364"/>
                </a:cubicBezTo>
                <a:cubicBezTo>
                  <a:pt x="677084" y="964084"/>
                  <a:pt x="687585" y="937708"/>
                  <a:pt x="698188" y="911382"/>
                </a:cubicBezTo>
                <a:cubicBezTo>
                  <a:pt x="706591" y="886219"/>
                  <a:pt x="712244" y="860409"/>
                  <a:pt x="718757" y="834642"/>
                </a:cubicBezTo>
                <a:cubicBezTo>
                  <a:pt x="724821" y="807580"/>
                  <a:pt x="721954" y="780608"/>
                  <a:pt x="719135" y="753393"/>
                </a:cubicBezTo>
                <a:cubicBezTo>
                  <a:pt x="711808" y="716480"/>
                  <a:pt x="697414" y="681637"/>
                  <a:pt x="684980" y="646246"/>
                </a:cubicBezTo>
                <a:cubicBezTo>
                  <a:pt x="663649" y="601235"/>
                  <a:pt x="645443" y="555184"/>
                  <a:pt x="620323" y="512020"/>
                </a:cubicBezTo>
                <a:cubicBezTo>
                  <a:pt x="597387" y="463802"/>
                  <a:pt x="561861" y="423125"/>
                  <a:pt x="527986" y="382289"/>
                </a:cubicBezTo>
                <a:cubicBezTo>
                  <a:pt x="492572" y="339686"/>
                  <a:pt x="447076" y="307694"/>
                  <a:pt x="406790" y="270370"/>
                </a:cubicBezTo>
                <a:cubicBezTo>
                  <a:pt x="369285" y="238365"/>
                  <a:pt x="330816" y="207631"/>
                  <a:pt x="290775" y="178893"/>
                </a:cubicBezTo>
                <a:cubicBezTo>
                  <a:pt x="265193" y="159319"/>
                  <a:pt x="237042" y="143555"/>
                  <a:pt x="210184" y="125992"/>
                </a:cubicBezTo>
                <a:cubicBezTo>
                  <a:pt x="195070" y="119217"/>
                  <a:pt x="182044" y="109426"/>
                  <a:pt x="167842" y="101079"/>
                </a:cubicBezTo>
                <a:cubicBezTo>
                  <a:pt x="160642" y="99353"/>
                  <a:pt x="153623" y="97878"/>
                  <a:pt x="146476" y="96269"/>
                </a:cubicBezTo>
                <a:cubicBezTo>
                  <a:pt x="142523" y="77357"/>
                  <a:pt x="137444" y="85852"/>
                  <a:pt x="123767" y="82256"/>
                </a:cubicBezTo>
                <a:cubicBezTo>
                  <a:pt x="110465" y="91196"/>
                  <a:pt x="100498" y="103630"/>
                  <a:pt x="91258" y="116553"/>
                </a:cubicBezTo>
                <a:cubicBezTo>
                  <a:pt x="77713" y="140006"/>
                  <a:pt x="67684" y="165119"/>
                  <a:pt x="57750" y="190145"/>
                </a:cubicBezTo>
                <a:cubicBezTo>
                  <a:pt x="44968" y="221411"/>
                  <a:pt x="40737" y="255141"/>
                  <a:pt x="36738" y="288481"/>
                </a:cubicBezTo>
                <a:cubicBezTo>
                  <a:pt x="33830" y="328589"/>
                  <a:pt x="32353" y="369304"/>
                  <a:pt x="33454" y="409563"/>
                </a:cubicBezTo>
                <a:cubicBezTo>
                  <a:pt x="36023" y="459675"/>
                  <a:pt x="44075" y="509499"/>
                  <a:pt x="53608" y="558762"/>
                </a:cubicBezTo>
                <a:cubicBezTo>
                  <a:pt x="65909" y="611968"/>
                  <a:pt x="83288" y="663671"/>
                  <a:pt x="99557" y="715734"/>
                </a:cubicBezTo>
                <a:cubicBezTo>
                  <a:pt x="120619" y="766376"/>
                  <a:pt x="141802" y="816575"/>
                  <a:pt x="167565" y="865067"/>
                </a:cubicBezTo>
                <a:cubicBezTo>
                  <a:pt x="194994" y="908682"/>
                  <a:pt x="217941" y="954687"/>
                  <a:pt x="249392" y="995693"/>
                </a:cubicBezTo>
                <a:cubicBezTo>
                  <a:pt x="283407" y="1040239"/>
                  <a:pt x="322810" y="1082315"/>
                  <a:pt x="366568" y="1117423"/>
                </a:cubicBezTo>
                <a:cubicBezTo>
                  <a:pt x="397866" y="1140747"/>
                  <a:pt x="420079" y="1171110"/>
                  <a:pt x="454003" y="1190574"/>
                </a:cubicBezTo>
                <a:cubicBezTo>
                  <a:pt x="462349" y="1195362"/>
                  <a:pt x="455570" y="1207168"/>
                  <a:pt x="447228" y="1202374"/>
                </a:cubicBezTo>
                <a:cubicBezTo>
                  <a:pt x="412697" y="1182533"/>
                  <a:pt x="372771" y="1173549"/>
                  <a:pt x="343243" y="1145301"/>
                </a:cubicBezTo>
                <a:cubicBezTo>
                  <a:pt x="298117" y="1106030"/>
                  <a:pt x="251157" y="1068910"/>
                  <a:pt x="214227" y="1021181"/>
                </a:cubicBezTo>
                <a:cubicBezTo>
                  <a:pt x="183912" y="977083"/>
                  <a:pt x="154299" y="931933"/>
                  <a:pt x="133466" y="882430"/>
                </a:cubicBezTo>
                <a:cubicBezTo>
                  <a:pt x="108775" y="831864"/>
                  <a:pt x="83615" y="780799"/>
                  <a:pt x="67237" y="726877"/>
                </a:cubicBezTo>
                <a:cubicBezTo>
                  <a:pt x="47518" y="674485"/>
                  <a:pt x="34425" y="619893"/>
                  <a:pt x="24646" y="564819"/>
                </a:cubicBezTo>
                <a:cubicBezTo>
                  <a:pt x="13186" y="513792"/>
                  <a:pt x="2597" y="462883"/>
                  <a:pt x="645" y="410419"/>
                </a:cubicBezTo>
                <a:cubicBezTo>
                  <a:pt x="-395" y="368204"/>
                  <a:pt x="-1011" y="326566"/>
                  <a:pt x="5641" y="284641"/>
                </a:cubicBezTo>
                <a:cubicBezTo>
                  <a:pt x="11251" y="249080"/>
                  <a:pt x="16330" y="213796"/>
                  <a:pt x="27157" y="179257"/>
                </a:cubicBezTo>
                <a:cubicBezTo>
                  <a:pt x="36747" y="151990"/>
                  <a:pt x="46385" y="124641"/>
                  <a:pt x="60758" y="99411"/>
                </a:cubicBezTo>
                <a:cubicBezTo>
                  <a:pt x="70569" y="79021"/>
                  <a:pt x="77980" y="58530"/>
                  <a:pt x="96830" y="43801"/>
                </a:cubicBezTo>
                <a:cubicBezTo>
                  <a:pt x="113198" y="27908"/>
                  <a:pt x="129282" y="12607"/>
                  <a:pt x="148248" y="0"/>
                </a:cubicBezTo>
                <a:cubicBezTo>
                  <a:pt x="168529" y="405"/>
                  <a:pt x="187943" y="40"/>
                  <a:pt x="206474" y="10105"/>
                </a:cubicBezTo>
                <a:cubicBezTo>
                  <a:pt x="228359" y="18295"/>
                  <a:pt x="248499" y="27568"/>
                  <a:pt x="265731" y="43812"/>
                </a:cubicBezTo>
                <a:cubicBezTo>
                  <a:pt x="294007" y="63992"/>
                  <a:pt x="320345" y="86462"/>
                  <a:pt x="346753" y="109083"/>
                </a:cubicBezTo>
                <a:cubicBezTo>
                  <a:pt x="384708" y="142806"/>
                  <a:pt x="422304" y="176855"/>
                  <a:pt x="459195" y="211743"/>
                </a:cubicBezTo>
                <a:cubicBezTo>
                  <a:pt x="503181" y="249714"/>
                  <a:pt x="542371" y="293220"/>
                  <a:pt x="582087" y="335654"/>
                </a:cubicBezTo>
                <a:cubicBezTo>
                  <a:pt x="620902" y="379119"/>
                  <a:pt x="654527" y="426269"/>
                  <a:pt x="687224" y="474395"/>
                </a:cubicBezTo>
                <a:cubicBezTo>
                  <a:pt x="712280" y="520390"/>
                  <a:pt x="738588" y="566258"/>
                  <a:pt x="757255" y="615270"/>
                </a:cubicBezTo>
                <a:cubicBezTo>
                  <a:pt x="777030" y="654472"/>
                  <a:pt x="794279" y="695143"/>
                  <a:pt x="804305" y="738009"/>
                </a:cubicBezTo>
                <a:cubicBezTo>
                  <a:pt x="811061" y="776130"/>
                  <a:pt x="815326" y="813592"/>
                  <a:pt x="806367" y="852090"/>
                </a:cubicBezTo>
                <a:cubicBezTo>
                  <a:pt x="800073" y="885388"/>
                  <a:pt x="792577" y="917738"/>
                  <a:pt x="775614" y="947579"/>
                </a:cubicBezTo>
                <a:cubicBezTo>
                  <a:pt x="759182" y="976598"/>
                  <a:pt x="741553" y="1005071"/>
                  <a:pt x="719870" y="1030791"/>
                </a:cubicBezTo>
                <a:cubicBezTo>
                  <a:pt x="703164" y="1050320"/>
                  <a:pt x="689671" y="1073888"/>
                  <a:pt x="670986" y="1090419"/>
                </a:cubicBezTo>
                <a:cubicBezTo>
                  <a:pt x="634428" y="1122765"/>
                  <a:pt x="591426" y="1091579"/>
                  <a:pt x="615622" y="104918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21D54A22-8FDF-5215-3ABB-0F01F5BB938B}"/>
              </a:ext>
            </a:extLst>
          </p:cNvPr>
          <p:cNvSpPr/>
          <p:nvPr/>
        </p:nvSpPr>
        <p:spPr>
          <a:xfrm>
            <a:off x="8381130" y="2155529"/>
            <a:ext cx="706066" cy="1559411"/>
          </a:xfrm>
          <a:custGeom>
            <a:avLst/>
            <a:gdLst>
              <a:gd name="csX0" fmla="*/ 171663 w 706066"/>
              <a:gd name="csY0" fmla="*/ 1457793 h 1559411"/>
              <a:gd name="csX1" fmla="*/ 231527 w 706066"/>
              <a:gd name="csY1" fmla="*/ 1442465 h 1559411"/>
              <a:gd name="csX2" fmla="*/ 360467 w 706066"/>
              <a:gd name="csY2" fmla="*/ 1327232 h 1559411"/>
              <a:gd name="csX3" fmla="*/ 489007 w 706066"/>
              <a:gd name="csY3" fmla="*/ 1078172 h 1559411"/>
              <a:gd name="csX4" fmla="*/ 574545 w 706066"/>
              <a:gd name="csY4" fmla="*/ 804252 h 1559411"/>
              <a:gd name="csX5" fmla="*/ 619813 w 706066"/>
              <a:gd name="csY5" fmla="*/ 575243 h 1559411"/>
              <a:gd name="csX6" fmla="*/ 632196 w 706066"/>
              <a:gd name="csY6" fmla="*/ 392667 h 1559411"/>
              <a:gd name="csX7" fmla="*/ 616989 w 706066"/>
              <a:gd name="csY7" fmla="*/ 257165 h 1559411"/>
              <a:gd name="csX8" fmla="*/ 588590 w 706066"/>
              <a:gd name="csY8" fmla="*/ 156104 h 1559411"/>
              <a:gd name="csX9" fmla="*/ 561610 w 706066"/>
              <a:gd name="csY9" fmla="*/ 104586 h 1559411"/>
              <a:gd name="csX10" fmla="*/ 547968 w 706066"/>
              <a:gd name="csY10" fmla="*/ 89340 h 1559411"/>
              <a:gd name="csX11" fmla="*/ 517130 w 706066"/>
              <a:gd name="csY11" fmla="*/ 96564 h 1559411"/>
              <a:gd name="csX12" fmla="*/ 411812 w 706066"/>
              <a:gd name="csY12" fmla="*/ 204415 h 1559411"/>
              <a:gd name="csX13" fmla="*/ 295255 w 706066"/>
              <a:gd name="csY13" fmla="*/ 416671 h 1559411"/>
              <a:gd name="csX14" fmla="*/ 174392 w 706066"/>
              <a:gd name="csY14" fmla="*/ 698601 h 1559411"/>
              <a:gd name="csX15" fmla="*/ 75761 w 706066"/>
              <a:gd name="csY15" fmla="*/ 1016193 h 1559411"/>
              <a:gd name="csX16" fmla="*/ 21365 w 706066"/>
              <a:gd name="csY16" fmla="*/ 1326584 h 1559411"/>
              <a:gd name="csX17" fmla="*/ 17077 w 706066"/>
              <a:gd name="csY17" fmla="*/ 1455696 h 1559411"/>
              <a:gd name="csX18" fmla="*/ 3487 w 706066"/>
              <a:gd name="csY18" fmla="*/ 1456382 h 1559411"/>
              <a:gd name="csX19" fmla="*/ 0 w 706066"/>
              <a:gd name="csY19" fmla="*/ 1324489 h 1559411"/>
              <a:gd name="csX20" fmla="*/ 60747 w 706066"/>
              <a:gd name="csY20" fmla="*/ 1012031 h 1559411"/>
              <a:gd name="csX21" fmla="*/ 161664 w 706066"/>
              <a:gd name="csY21" fmla="*/ 693772 h 1559411"/>
              <a:gd name="csX22" fmla="*/ 282555 w 706066"/>
              <a:gd name="csY22" fmla="*/ 410413 h 1559411"/>
              <a:gd name="csX23" fmla="*/ 390674 w 706066"/>
              <a:gd name="csY23" fmla="*/ 190843 h 1559411"/>
              <a:gd name="csX24" fmla="*/ 484133 w 706066"/>
              <a:gd name="csY24" fmla="*/ 56607 h 1559411"/>
              <a:gd name="csX25" fmla="*/ 584460 w 706066"/>
              <a:gd name="csY25" fmla="*/ 1141 h 1559411"/>
              <a:gd name="csX26" fmla="*/ 644550 w 706066"/>
              <a:gd name="csY26" fmla="*/ 50698 h 1559411"/>
              <a:gd name="csX27" fmla="*/ 675822 w 706066"/>
              <a:gd name="csY27" fmla="*/ 131566 h 1559411"/>
              <a:gd name="csX28" fmla="*/ 696882 w 706066"/>
              <a:gd name="csY28" fmla="*/ 244189 h 1559411"/>
              <a:gd name="csX29" fmla="*/ 705380 w 706066"/>
              <a:gd name="csY29" fmla="*/ 393484 h 1559411"/>
              <a:gd name="csX30" fmla="*/ 683468 w 706066"/>
              <a:gd name="csY30" fmla="*/ 587204 h 1559411"/>
              <a:gd name="csX31" fmla="*/ 620910 w 706066"/>
              <a:gd name="csY31" fmla="*/ 817137 h 1559411"/>
              <a:gd name="csX32" fmla="*/ 530203 w 706066"/>
              <a:gd name="csY32" fmla="*/ 1094372 h 1559411"/>
              <a:gd name="csX33" fmla="*/ 407930 w 706066"/>
              <a:gd name="csY33" fmla="*/ 1359995 h 1559411"/>
              <a:gd name="csX34" fmla="*/ 273456 w 706066"/>
              <a:gd name="csY34" fmla="*/ 1517682 h 1559411"/>
              <a:gd name="csX35" fmla="*/ 191433 w 706066"/>
              <a:gd name="csY35" fmla="*/ 1558375 h 1559411"/>
              <a:gd name="csX36" fmla="*/ 171672 w 706066"/>
              <a:gd name="csY36" fmla="*/ 1457782 h 15594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706066" h="1559411">
                <a:moveTo>
                  <a:pt x="171663" y="1457793"/>
                </a:moveTo>
                <a:cubicBezTo>
                  <a:pt x="192018" y="1456780"/>
                  <a:pt x="211718" y="1449420"/>
                  <a:pt x="231527" y="1442465"/>
                </a:cubicBezTo>
                <a:cubicBezTo>
                  <a:pt x="285337" y="1418312"/>
                  <a:pt x="323948" y="1371894"/>
                  <a:pt x="360467" y="1327232"/>
                </a:cubicBezTo>
                <a:cubicBezTo>
                  <a:pt x="416010" y="1251154"/>
                  <a:pt x="454262" y="1165192"/>
                  <a:pt x="489007" y="1078172"/>
                </a:cubicBezTo>
                <a:cubicBezTo>
                  <a:pt x="523645" y="988869"/>
                  <a:pt x="550029" y="896750"/>
                  <a:pt x="574545" y="804252"/>
                </a:cubicBezTo>
                <a:cubicBezTo>
                  <a:pt x="594055" y="728812"/>
                  <a:pt x="607708" y="652148"/>
                  <a:pt x="619813" y="575243"/>
                </a:cubicBezTo>
                <a:cubicBezTo>
                  <a:pt x="629265" y="514867"/>
                  <a:pt x="633765" y="453751"/>
                  <a:pt x="632196" y="392667"/>
                </a:cubicBezTo>
                <a:cubicBezTo>
                  <a:pt x="632208" y="346902"/>
                  <a:pt x="624527" y="302083"/>
                  <a:pt x="616989" y="257165"/>
                </a:cubicBezTo>
                <a:cubicBezTo>
                  <a:pt x="609681" y="222895"/>
                  <a:pt x="599365" y="189304"/>
                  <a:pt x="588590" y="156104"/>
                </a:cubicBezTo>
                <a:cubicBezTo>
                  <a:pt x="584451" y="136066"/>
                  <a:pt x="573313" y="120513"/>
                  <a:pt x="561610" y="104586"/>
                </a:cubicBezTo>
                <a:cubicBezTo>
                  <a:pt x="558129" y="98722"/>
                  <a:pt x="552516" y="94422"/>
                  <a:pt x="547968" y="89340"/>
                </a:cubicBezTo>
                <a:cubicBezTo>
                  <a:pt x="567806" y="75999"/>
                  <a:pt x="522887" y="93825"/>
                  <a:pt x="517130" y="96564"/>
                </a:cubicBezTo>
                <a:cubicBezTo>
                  <a:pt x="475369" y="125690"/>
                  <a:pt x="442497" y="164158"/>
                  <a:pt x="411812" y="204415"/>
                </a:cubicBezTo>
                <a:cubicBezTo>
                  <a:pt x="365074" y="270742"/>
                  <a:pt x="330461" y="343900"/>
                  <a:pt x="295255" y="416671"/>
                </a:cubicBezTo>
                <a:cubicBezTo>
                  <a:pt x="250172" y="508565"/>
                  <a:pt x="210585" y="602904"/>
                  <a:pt x="174392" y="698601"/>
                </a:cubicBezTo>
                <a:cubicBezTo>
                  <a:pt x="135890" y="802633"/>
                  <a:pt x="103408" y="908799"/>
                  <a:pt x="75761" y="1016193"/>
                </a:cubicBezTo>
                <a:cubicBezTo>
                  <a:pt x="50804" y="1118330"/>
                  <a:pt x="31518" y="1221914"/>
                  <a:pt x="21365" y="1326584"/>
                </a:cubicBezTo>
                <a:cubicBezTo>
                  <a:pt x="12713" y="1369342"/>
                  <a:pt x="14889" y="1412535"/>
                  <a:pt x="17077" y="1455696"/>
                </a:cubicBezTo>
                <a:cubicBezTo>
                  <a:pt x="17564" y="1465306"/>
                  <a:pt x="3970" y="1465991"/>
                  <a:pt x="3487" y="1456382"/>
                </a:cubicBezTo>
                <a:cubicBezTo>
                  <a:pt x="1279" y="1412430"/>
                  <a:pt x="338" y="1368501"/>
                  <a:pt x="0" y="1324489"/>
                </a:cubicBezTo>
                <a:cubicBezTo>
                  <a:pt x="10456" y="1218514"/>
                  <a:pt x="28698" y="1113872"/>
                  <a:pt x="60747" y="1012031"/>
                </a:cubicBezTo>
                <a:cubicBezTo>
                  <a:pt x="92316" y="905303"/>
                  <a:pt x="122009" y="797909"/>
                  <a:pt x="161664" y="693772"/>
                </a:cubicBezTo>
                <a:cubicBezTo>
                  <a:pt x="198014" y="597674"/>
                  <a:pt x="235595" y="501920"/>
                  <a:pt x="282555" y="410413"/>
                </a:cubicBezTo>
                <a:cubicBezTo>
                  <a:pt x="318973" y="337390"/>
                  <a:pt x="353823" y="263595"/>
                  <a:pt x="390674" y="190843"/>
                </a:cubicBezTo>
                <a:cubicBezTo>
                  <a:pt x="416633" y="142482"/>
                  <a:pt x="445320" y="95824"/>
                  <a:pt x="484133" y="56607"/>
                </a:cubicBezTo>
                <a:cubicBezTo>
                  <a:pt x="511916" y="25713"/>
                  <a:pt x="538636" y="-6512"/>
                  <a:pt x="584460" y="1141"/>
                </a:cubicBezTo>
                <a:cubicBezTo>
                  <a:pt x="609233" y="13719"/>
                  <a:pt x="628536" y="26945"/>
                  <a:pt x="644550" y="50698"/>
                </a:cubicBezTo>
                <a:cubicBezTo>
                  <a:pt x="657617" y="76664"/>
                  <a:pt x="668905" y="103106"/>
                  <a:pt x="675822" y="131566"/>
                </a:cubicBezTo>
                <a:cubicBezTo>
                  <a:pt x="683713" y="168928"/>
                  <a:pt x="691273" y="206386"/>
                  <a:pt x="696882" y="244189"/>
                </a:cubicBezTo>
                <a:cubicBezTo>
                  <a:pt x="703642" y="293644"/>
                  <a:pt x="707778" y="343487"/>
                  <a:pt x="705380" y="393484"/>
                </a:cubicBezTo>
                <a:cubicBezTo>
                  <a:pt x="702425" y="458503"/>
                  <a:pt x="697145" y="523405"/>
                  <a:pt x="683468" y="587204"/>
                </a:cubicBezTo>
                <a:cubicBezTo>
                  <a:pt x="666535" y="664864"/>
                  <a:pt x="643945" y="741099"/>
                  <a:pt x="620910" y="817137"/>
                </a:cubicBezTo>
                <a:cubicBezTo>
                  <a:pt x="593689" y="910585"/>
                  <a:pt x="565181" y="1003446"/>
                  <a:pt x="530203" y="1094372"/>
                </a:cubicBezTo>
                <a:cubicBezTo>
                  <a:pt x="494924" y="1185241"/>
                  <a:pt x="457058" y="1275633"/>
                  <a:pt x="407930" y="1359995"/>
                </a:cubicBezTo>
                <a:cubicBezTo>
                  <a:pt x="372244" y="1420749"/>
                  <a:pt x="332206" y="1476982"/>
                  <a:pt x="273456" y="1517682"/>
                </a:cubicBezTo>
                <a:cubicBezTo>
                  <a:pt x="247890" y="1534089"/>
                  <a:pt x="220904" y="1553094"/>
                  <a:pt x="191433" y="1558375"/>
                </a:cubicBezTo>
                <a:cubicBezTo>
                  <a:pt x="120081" y="1571163"/>
                  <a:pt x="99272" y="1461382"/>
                  <a:pt x="171672" y="1457782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8C5A058F-5D89-F389-8FED-B5C7160CAF6B}"/>
              </a:ext>
            </a:extLst>
          </p:cNvPr>
          <p:cNvSpPr/>
          <p:nvPr/>
        </p:nvSpPr>
        <p:spPr>
          <a:xfrm>
            <a:off x="8812551" y="2806612"/>
            <a:ext cx="600087" cy="840122"/>
          </a:xfrm>
          <a:custGeom>
            <a:avLst/>
            <a:gdLst>
              <a:gd name="csX0" fmla="*/ 22468 w 600087"/>
              <a:gd name="csY0" fmla="*/ 758989 h 840122"/>
              <a:gd name="csX1" fmla="*/ 95765 w 600087"/>
              <a:gd name="csY1" fmla="*/ 712523 h 840122"/>
              <a:gd name="csX2" fmla="*/ 246727 w 600087"/>
              <a:gd name="csY2" fmla="*/ 566885 h 840122"/>
              <a:gd name="csX3" fmla="*/ 384516 w 600087"/>
              <a:gd name="csY3" fmla="*/ 385491 h 840122"/>
              <a:gd name="csX4" fmla="*/ 494719 w 600087"/>
              <a:gd name="csY4" fmla="*/ 203945 h 840122"/>
              <a:gd name="csX5" fmla="*/ 578261 w 600087"/>
              <a:gd name="csY5" fmla="*/ 34066 h 840122"/>
              <a:gd name="csX6" fmla="*/ 586660 w 600087"/>
              <a:gd name="csY6" fmla="*/ 5307 h 840122"/>
              <a:gd name="csX7" fmla="*/ 599722 w 600087"/>
              <a:gd name="csY7" fmla="*/ 9122 h 840122"/>
              <a:gd name="csX8" fmla="*/ 591198 w 600087"/>
              <a:gd name="csY8" fmla="*/ 38285 h 840122"/>
              <a:gd name="csX9" fmla="*/ 525282 w 600087"/>
              <a:gd name="csY9" fmla="*/ 220432 h 840122"/>
              <a:gd name="csX10" fmla="*/ 413811 w 600087"/>
              <a:gd name="csY10" fmla="*/ 405483 h 840122"/>
              <a:gd name="csX11" fmla="*/ 275375 w 600087"/>
              <a:gd name="csY11" fmla="*/ 592240 h 840122"/>
              <a:gd name="csX12" fmla="*/ 133272 w 600087"/>
              <a:gd name="csY12" fmla="*/ 751917 h 840122"/>
              <a:gd name="csX13" fmla="*/ 65177 w 600087"/>
              <a:gd name="csY13" fmla="*/ 829797 h 840122"/>
              <a:gd name="csX14" fmla="*/ 22467 w 600087"/>
              <a:gd name="csY14" fmla="*/ 758995 h 840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600087" h="840122">
                <a:moveTo>
                  <a:pt x="22468" y="758989"/>
                </a:moveTo>
                <a:cubicBezTo>
                  <a:pt x="48467" y="747628"/>
                  <a:pt x="72772" y="729570"/>
                  <a:pt x="95765" y="712523"/>
                </a:cubicBezTo>
                <a:cubicBezTo>
                  <a:pt x="150448" y="668753"/>
                  <a:pt x="199092" y="618063"/>
                  <a:pt x="246727" y="566885"/>
                </a:cubicBezTo>
                <a:cubicBezTo>
                  <a:pt x="297206" y="509940"/>
                  <a:pt x="342386" y="448775"/>
                  <a:pt x="384516" y="385491"/>
                </a:cubicBezTo>
                <a:cubicBezTo>
                  <a:pt x="422240" y="325490"/>
                  <a:pt x="459610" y="265515"/>
                  <a:pt x="494719" y="203945"/>
                </a:cubicBezTo>
                <a:cubicBezTo>
                  <a:pt x="527212" y="149396"/>
                  <a:pt x="558423" y="94922"/>
                  <a:pt x="578261" y="34066"/>
                </a:cubicBezTo>
                <a:cubicBezTo>
                  <a:pt x="581061" y="24480"/>
                  <a:pt x="583861" y="14894"/>
                  <a:pt x="586660" y="5307"/>
                </a:cubicBezTo>
                <a:cubicBezTo>
                  <a:pt x="589358" y="-3929"/>
                  <a:pt x="602420" y="-113"/>
                  <a:pt x="599722" y="9122"/>
                </a:cubicBezTo>
                <a:cubicBezTo>
                  <a:pt x="596881" y="18844"/>
                  <a:pt x="594039" y="28564"/>
                  <a:pt x="591198" y="38285"/>
                </a:cubicBezTo>
                <a:cubicBezTo>
                  <a:pt x="571192" y="99596"/>
                  <a:pt x="554392" y="162977"/>
                  <a:pt x="525282" y="220432"/>
                </a:cubicBezTo>
                <a:cubicBezTo>
                  <a:pt x="492587" y="284460"/>
                  <a:pt x="456397" y="347505"/>
                  <a:pt x="413811" y="405483"/>
                </a:cubicBezTo>
                <a:cubicBezTo>
                  <a:pt x="369394" y="468979"/>
                  <a:pt x="326410" y="533747"/>
                  <a:pt x="275375" y="592240"/>
                </a:cubicBezTo>
                <a:cubicBezTo>
                  <a:pt x="229433" y="646751"/>
                  <a:pt x="179506" y="697663"/>
                  <a:pt x="133272" y="751917"/>
                </a:cubicBezTo>
                <a:cubicBezTo>
                  <a:pt x="111247" y="778443"/>
                  <a:pt x="90413" y="806155"/>
                  <a:pt x="65177" y="829797"/>
                </a:cubicBezTo>
                <a:cubicBezTo>
                  <a:pt x="22509" y="869772"/>
                  <a:pt x="-31111" y="782408"/>
                  <a:pt x="22467" y="75899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11E8B837-7E9D-5543-5377-AFBA05A4FD92}"/>
              </a:ext>
            </a:extLst>
          </p:cNvPr>
          <p:cNvSpPr/>
          <p:nvPr/>
        </p:nvSpPr>
        <p:spPr>
          <a:xfrm>
            <a:off x="8951989" y="2107506"/>
            <a:ext cx="579866" cy="821256"/>
          </a:xfrm>
          <a:custGeom>
            <a:avLst/>
            <a:gdLst>
              <a:gd name="csX0" fmla="*/ 524157 w 579866"/>
              <a:gd name="csY0" fmla="*/ 242038 h 821256"/>
              <a:gd name="csX1" fmla="*/ 531629 w 579866"/>
              <a:gd name="csY1" fmla="*/ 195381 h 821256"/>
              <a:gd name="csX2" fmla="*/ 536382 w 579866"/>
              <a:gd name="csY2" fmla="*/ 122180 h 821256"/>
              <a:gd name="csX3" fmla="*/ 532125 w 579866"/>
              <a:gd name="csY3" fmla="*/ 62173 h 821256"/>
              <a:gd name="csX4" fmla="*/ 526167 w 579866"/>
              <a:gd name="csY4" fmla="*/ 41098 h 821256"/>
              <a:gd name="csX5" fmla="*/ 524517 w 579866"/>
              <a:gd name="csY5" fmla="*/ 49658 h 821256"/>
              <a:gd name="csX6" fmla="*/ 441930 w 579866"/>
              <a:gd name="csY6" fmla="*/ 153909 h 821256"/>
              <a:gd name="csX7" fmla="*/ 306780 w 579866"/>
              <a:gd name="csY7" fmla="*/ 361716 h 821256"/>
              <a:gd name="csX8" fmla="*/ 153951 w 579866"/>
              <a:gd name="csY8" fmla="*/ 586458 h 821256"/>
              <a:gd name="csX9" fmla="*/ 12962 w 579866"/>
              <a:gd name="csY9" fmla="*/ 817363 h 821256"/>
              <a:gd name="csX10" fmla="*/ 1069 w 579866"/>
              <a:gd name="csY10" fmla="*/ 810752 h 821256"/>
              <a:gd name="csX11" fmla="*/ 142611 w 579866"/>
              <a:gd name="csY11" fmla="*/ 578942 h 821256"/>
              <a:gd name="csX12" fmla="*/ 295468 w 579866"/>
              <a:gd name="csY12" fmla="*/ 354152 h 821256"/>
              <a:gd name="csX13" fmla="*/ 430275 w 579866"/>
              <a:gd name="csY13" fmla="*/ 146888 h 821256"/>
              <a:gd name="csX14" fmla="*/ 500831 w 579866"/>
              <a:gd name="csY14" fmla="*/ 22815 h 821256"/>
              <a:gd name="csX15" fmla="*/ 564862 w 579866"/>
              <a:gd name="csY15" fmla="*/ 10814 h 821256"/>
              <a:gd name="csX16" fmla="*/ 579576 w 579866"/>
              <a:gd name="csY16" fmla="*/ 58900 h 821256"/>
              <a:gd name="csX17" fmla="*/ 578384 w 579866"/>
              <a:gd name="csY17" fmla="*/ 123851 h 821256"/>
              <a:gd name="csX18" fmla="*/ 569886 w 579866"/>
              <a:gd name="csY18" fmla="*/ 201051 h 821256"/>
              <a:gd name="csX19" fmla="*/ 562260 w 579866"/>
              <a:gd name="csY19" fmla="*/ 251638 h 821256"/>
              <a:gd name="csX20" fmla="*/ 524159 w 579866"/>
              <a:gd name="csY20" fmla="*/ 242033 h 8212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79866" h="821256">
                <a:moveTo>
                  <a:pt x="524157" y="242038"/>
                </a:moveTo>
                <a:cubicBezTo>
                  <a:pt x="521088" y="229310"/>
                  <a:pt x="527929" y="210189"/>
                  <a:pt x="531629" y="195381"/>
                </a:cubicBezTo>
                <a:cubicBezTo>
                  <a:pt x="537265" y="171228"/>
                  <a:pt x="537669" y="146765"/>
                  <a:pt x="536382" y="122180"/>
                </a:cubicBezTo>
                <a:cubicBezTo>
                  <a:pt x="537937" y="102022"/>
                  <a:pt x="534379" y="82073"/>
                  <a:pt x="532125" y="62173"/>
                </a:cubicBezTo>
                <a:cubicBezTo>
                  <a:pt x="533053" y="55495"/>
                  <a:pt x="526875" y="43605"/>
                  <a:pt x="526167" y="41098"/>
                </a:cubicBezTo>
                <a:cubicBezTo>
                  <a:pt x="543747" y="52035"/>
                  <a:pt x="526348" y="40158"/>
                  <a:pt x="524517" y="49658"/>
                </a:cubicBezTo>
                <a:cubicBezTo>
                  <a:pt x="488839" y="77027"/>
                  <a:pt x="464821" y="115900"/>
                  <a:pt x="441930" y="153909"/>
                </a:cubicBezTo>
                <a:cubicBezTo>
                  <a:pt x="398793" y="224405"/>
                  <a:pt x="352720" y="293031"/>
                  <a:pt x="306780" y="361716"/>
                </a:cubicBezTo>
                <a:cubicBezTo>
                  <a:pt x="255871" y="436661"/>
                  <a:pt x="204005" y="510934"/>
                  <a:pt x="153951" y="586458"/>
                </a:cubicBezTo>
                <a:cubicBezTo>
                  <a:pt x="103943" y="661567"/>
                  <a:pt x="56796" y="738506"/>
                  <a:pt x="12962" y="817363"/>
                </a:cubicBezTo>
                <a:cubicBezTo>
                  <a:pt x="8287" y="825773"/>
                  <a:pt x="-3606" y="819161"/>
                  <a:pt x="1069" y="810752"/>
                </a:cubicBezTo>
                <a:cubicBezTo>
                  <a:pt x="45083" y="731585"/>
                  <a:pt x="92405" y="654342"/>
                  <a:pt x="142611" y="578942"/>
                </a:cubicBezTo>
                <a:cubicBezTo>
                  <a:pt x="192673" y="503401"/>
                  <a:pt x="244547" y="429104"/>
                  <a:pt x="295468" y="354152"/>
                </a:cubicBezTo>
                <a:cubicBezTo>
                  <a:pt x="341288" y="285649"/>
                  <a:pt x="387244" y="217201"/>
                  <a:pt x="430275" y="146888"/>
                </a:cubicBezTo>
                <a:cubicBezTo>
                  <a:pt x="454863" y="106064"/>
                  <a:pt x="473981" y="62208"/>
                  <a:pt x="500831" y="22815"/>
                </a:cubicBezTo>
                <a:cubicBezTo>
                  <a:pt x="521922" y="866"/>
                  <a:pt x="537780" y="-9265"/>
                  <a:pt x="564862" y="10814"/>
                </a:cubicBezTo>
                <a:cubicBezTo>
                  <a:pt x="573182" y="26251"/>
                  <a:pt x="581546" y="39425"/>
                  <a:pt x="579576" y="58900"/>
                </a:cubicBezTo>
                <a:cubicBezTo>
                  <a:pt x="579397" y="80562"/>
                  <a:pt x="578373" y="102178"/>
                  <a:pt x="578384" y="123851"/>
                </a:cubicBezTo>
                <a:cubicBezTo>
                  <a:pt x="574574" y="149539"/>
                  <a:pt x="571814" y="175166"/>
                  <a:pt x="569886" y="201051"/>
                </a:cubicBezTo>
                <a:cubicBezTo>
                  <a:pt x="568973" y="217778"/>
                  <a:pt x="570379" y="238874"/>
                  <a:pt x="562260" y="251638"/>
                </a:cubicBezTo>
                <a:cubicBezTo>
                  <a:pt x="547348" y="275081"/>
                  <a:pt x="530672" y="269043"/>
                  <a:pt x="524159" y="242033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7B5A3402-B1AE-D217-5F99-7D075594886D}"/>
              </a:ext>
            </a:extLst>
          </p:cNvPr>
          <p:cNvSpPr/>
          <p:nvPr/>
        </p:nvSpPr>
        <p:spPr>
          <a:xfrm>
            <a:off x="9175602" y="1645294"/>
            <a:ext cx="874831" cy="1760874"/>
          </a:xfrm>
          <a:custGeom>
            <a:avLst/>
            <a:gdLst>
              <a:gd name="csX0" fmla="*/ 4222 w 874831"/>
              <a:gd name="csY0" fmla="*/ 1720853 h 1760874"/>
              <a:gd name="csX1" fmla="*/ 76151 w 874831"/>
              <a:gd name="csY1" fmla="*/ 1631727 h 1760874"/>
              <a:gd name="csX2" fmla="*/ 236828 w 874831"/>
              <a:gd name="csY2" fmla="*/ 1419129 h 1760874"/>
              <a:gd name="csX3" fmla="*/ 438234 w 874831"/>
              <a:gd name="csY3" fmla="*/ 1157496 h 1760874"/>
              <a:gd name="csX4" fmla="*/ 629792 w 874831"/>
              <a:gd name="csY4" fmla="*/ 851439 h 1760874"/>
              <a:gd name="csX5" fmla="*/ 725585 w 874831"/>
              <a:gd name="csY5" fmla="*/ 583263 h 1760874"/>
              <a:gd name="csX6" fmla="*/ 781722 w 874831"/>
              <a:gd name="csY6" fmla="*/ 360797 h 1760874"/>
              <a:gd name="csX7" fmla="*/ 801658 w 874831"/>
              <a:gd name="csY7" fmla="*/ 192995 h 1760874"/>
              <a:gd name="csX8" fmla="*/ 790311 w 874831"/>
              <a:gd name="csY8" fmla="*/ 107831 h 1760874"/>
              <a:gd name="csX9" fmla="*/ 769938 w 874831"/>
              <a:gd name="csY9" fmla="*/ 89490 h 1760874"/>
              <a:gd name="csX10" fmla="*/ 750898 w 874831"/>
              <a:gd name="csY10" fmla="*/ 93555 h 1760874"/>
              <a:gd name="csX11" fmla="*/ 597050 w 874831"/>
              <a:gd name="csY11" fmla="*/ 203130 h 1760874"/>
              <a:gd name="csX12" fmla="*/ 537537 w 874831"/>
              <a:gd name="csY12" fmla="*/ 286484 h 1760874"/>
              <a:gd name="csX13" fmla="*/ 526284 w 874831"/>
              <a:gd name="csY13" fmla="*/ 278835 h 1760874"/>
              <a:gd name="csX14" fmla="*/ 586598 w 874831"/>
              <a:gd name="csY14" fmla="*/ 194419 h 1760874"/>
              <a:gd name="csX15" fmla="*/ 712461 w 874831"/>
              <a:gd name="csY15" fmla="*/ 26208 h 1760874"/>
              <a:gd name="csX16" fmla="*/ 828818 w 874831"/>
              <a:gd name="csY16" fmla="*/ 14517 h 1760874"/>
              <a:gd name="csX17" fmla="*/ 874028 w 874831"/>
              <a:gd name="csY17" fmla="*/ 88384 h 1760874"/>
              <a:gd name="csX18" fmla="*/ 864523 w 874831"/>
              <a:gd name="csY18" fmla="*/ 201675 h 1760874"/>
              <a:gd name="csX19" fmla="*/ 819628 w 874831"/>
              <a:gd name="csY19" fmla="*/ 370000 h 1760874"/>
              <a:gd name="csX20" fmla="*/ 759868 w 874831"/>
              <a:gd name="csY20" fmla="*/ 593657 h 1760874"/>
              <a:gd name="csX21" fmla="*/ 645701 w 874831"/>
              <a:gd name="csY21" fmla="*/ 859652 h 1760874"/>
              <a:gd name="csX22" fmla="*/ 467003 w 874831"/>
              <a:gd name="csY22" fmla="*/ 1177149 h 1760874"/>
              <a:gd name="csX23" fmla="*/ 273121 w 874831"/>
              <a:gd name="csY23" fmla="*/ 1446983 h 1760874"/>
              <a:gd name="csX24" fmla="*/ 113682 w 874831"/>
              <a:gd name="csY24" fmla="*/ 1660771 h 1760874"/>
              <a:gd name="csX25" fmla="*/ 42390 w 874831"/>
              <a:gd name="csY25" fmla="*/ 1752400 h 1760874"/>
              <a:gd name="csX26" fmla="*/ 4232 w 874831"/>
              <a:gd name="csY26" fmla="*/ 1720861 h 17608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74831" h="1760874">
                <a:moveTo>
                  <a:pt x="4222" y="1720853"/>
                </a:moveTo>
                <a:cubicBezTo>
                  <a:pt x="20362" y="1684888"/>
                  <a:pt x="49929" y="1659996"/>
                  <a:pt x="76151" y="1631727"/>
                </a:cubicBezTo>
                <a:cubicBezTo>
                  <a:pt x="137340" y="1566796"/>
                  <a:pt x="182336" y="1489423"/>
                  <a:pt x="236828" y="1419129"/>
                </a:cubicBezTo>
                <a:cubicBezTo>
                  <a:pt x="307350" y="1334506"/>
                  <a:pt x="374331" y="1247184"/>
                  <a:pt x="438234" y="1157496"/>
                </a:cubicBezTo>
                <a:cubicBezTo>
                  <a:pt x="505893" y="1058160"/>
                  <a:pt x="577756" y="960071"/>
                  <a:pt x="629792" y="851439"/>
                </a:cubicBezTo>
                <a:cubicBezTo>
                  <a:pt x="671377" y="765523"/>
                  <a:pt x="700822" y="675160"/>
                  <a:pt x="725585" y="583263"/>
                </a:cubicBezTo>
                <a:cubicBezTo>
                  <a:pt x="748035" y="510098"/>
                  <a:pt x="764357" y="435282"/>
                  <a:pt x="781722" y="360797"/>
                </a:cubicBezTo>
                <a:cubicBezTo>
                  <a:pt x="791472" y="305176"/>
                  <a:pt x="799126" y="249402"/>
                  <a:pt x="801658" y="192995"/>
                </a:cubicBezTo>
                <a:cubicBezTo>
                  <a:pt x="806610" y="163105"/>
                  <a:pt x="797698" y="135300"/>
                  <a:pt x="790311" y="107831"/>
                </a:cubicBezTo>
                <a:cubicBezTo>
                  <a:pt x="786310" y="98345"/>
                  <a:pt x="777268" y="95222"/>
                  <a:pt x="769938" y="89490"/>
                </a:cubicBezTo>
                <a:cubicBezTo>
                  <a:pt x="768984" y="86262"/>
                  <a:pt x="756670" y="92323"/>
                  <a:pt x="750898" y="93555"/>
                </a:cubicBezTo>
                <a:cubicBezTo>
                  <a:pt x="686684" y="114925"/>
                  <a:pt x="639894" y="151711"/>
                  <a:pt x="597050" y="203130"/>
                </a:cubicBezTo>
                <a:cubicBezTo>
                  <a:pt x="557022" y="256247"/>
                  <a:pt x="576931" y="228513"/>
                  <a:pt x="537537" y="286484"/>
                </a:cubicBezTo>
                <a:cubicBezTo>
                  <a:pt x="532129" y="294442"/>
                  <a:pt x="520874" y="286791"/>
                  <a:pt x="526284" y="278835"/>
                </a:cubicBezTo>
                <a:cubicBezTo>
                  <a:pt x="566195" y="220142"/>
                  <a:pt x="546018" y="248230"/>
                  <a:pt x="586598" y="194419"/>
                </a:cubicBezTo>
                <a:cubicBezTo>
                  <a:pt x="631894" y="140081"/>
                  <a:pt x="664650" y="77700"/>
                  <a:pt x="712461" y="26208"/>
                </a:cubicBezTo>
                <a:cubicBezTo>
                  <a:pt x="750255" y="-1237"/>
                  <a:pt x="787139" y="-10314"/>
                  <a:pt x="828818" y="14517"/>
                </a:cubicBezTo>
                <a:cubicBezTo>
                  <a:pt x="850478" y="35680"/>
                  <a:pt x="868697" y="57238"/>
                  <a:pt x="874028" y="88384"/>
                </a:cubicBezTo>
                <a:cubicBezTo>
                  <a:pt x="876201" y="127115"/>
                  <a:pt x="874262" y="163757"/>
                  <a:pt x="864523" y="201675"/>
                </a:cubicBezTo>
                <a:cubicBezTo>
                  <a:pt x="851581" y="258309"/>
                  <a:pt x="836845" y="314431"/>
                  <a:pt x="819628" y="370000"/>
                </a:cubicBezTo>
                <a:cubicBezTo>
                  <a:pt x="800734" y="444828"/>
                  <a:pt x="778785" y="518857"/>
                  <a:pt x="759868" y="593657"/>
                </a:cubicBezTo>
                <a:cubicBezTo>
                  <a:pt x="729023" y="685190"/>
                  <a:pt x="691955" y="774746"/>
                  <a:pt x="645701" y="859652"/>
                </a:cubicBezTo>
                <a:cubicBezTo>
                  <a:pt x="586780" y="965799"/>
                  <a:pt x="535297" y="1076222"/>
                  <a:pt x="467003" y="1177149"/>
                </a:cubicBezTo>
                <a:cubicBezTo>
                  <a:pt x="406238" y="1269912"/>
                  <a:pt x="340406" y="1358867"/>
                  <a:pt x="273121" y="1446983"/>
                </a:cubicBezTo>
                <a:cubicBezTo>
                  <a:pt x="219329" y="1517789"/>
                  <a:pt x="159450" y="1584181"/>
                  <a:pt x="113682" y="1660771"/>
                </a:cubicBezTo>
                <a:cubicBezTo>
                  <a:pt x="92459" y="1693801"/>
                  <a:pt x="74607" y="1728425"/>
                  <a:pt x="42390" y="1752400"/>
                </a:cubicBezTo>
                <a:cubicBezTo>
                  <a:pt x="14307" y="1773298"/>
                  <a:pt x="-10099" y="1752797"/>
                  <a:pt x="4232" y="172086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92C3E325-F6A1-034A-00B9-BE48E622412E}"/>
              </a:ext>
            </a:extLst>
          </p:cNvPr>
          <p:cNvSpPr/>
          <p:nvPr/>
        </p:nvSpPr>
        <p:spPr>
          <a:xfrm>
            <a:off x="6556623" y="2684045"/>
            <a:ext cx="1308942" cy="1142169"/>
          </a:xfrm>
          <a:custGeom>
            <a:avLst/>
            <a:gdLst>
              <a:gd name="csX0" fmla="*/ 1265126 w 1308942"/>
              <a:gd name="csY0" fmla="*/ 1140160 h 1142169"/>
              <a:gd name="csX1" fmla="*/ 1170852 w 1308942"/>
              <a:gd name="csY1" fmla="*/ 1111350 h 1142169"/>
              <a:gd name="csX2" fmla="*/ 921421 w 1308942"/>
              <a:gd name="csY2" fmla="*/ 1022181 h 1142169"/>
              <a:gd name="csX3" fmla="*/ 593980 w 1308942"/>
              <a:gd name="csY3" fmla="*/ 864180 h 1142169"/>
              <a:gd name="csX4" fmla="*/ 315193 w 1308942"/>
              <a:gd name="csY4" fmla="*/ 592089 h 1142169"/>
              <a:gd name="csX5" fmla="*/ 130817 w 1308942"/>
              <a:gd name="csY5" fmla="*/ 328761 h 1142169"/>
              <a:gd name="csX6" fmla="*/ 54251 w 1308942"/>
              <a:gd name="csY6" fmla="*/ 160511 h 1142169"/>
              <a:gd name="csX7" fmla="*/ 20673 w 1308942"/>
              <a:gd name="csY7" fmla="*/ 84043 h 1142169"/>
              <a:gd name="csX8" fmla="*/ 1467 w 1308942"/>
              <a:gd name="csY8" fmla="*/ 49166 h 1142169"/>
              <a:gd name="csX9" fmla="*/ 51244 w 1308942"/>
              <a:gd name="csY9" fmla="*/ 62 h 1142169"/>
              <a:gd name="csX10" fmla="*/ 148999 w 1308942"/>
              <a:gd name="csY10" fmla="*/ 42823 h 1142169"/>
              <a:gd name="csX11" fmla="*/ 342661 w 1308942"/>
              <a:gd name="csY11" fmla="*/ 112206 h 1142169"/>
              <a:gd name="csX12" fmla="*/ 604675 w 1308942"/>
              <a:gd name="csY12" fmla="*/ 256615 h 1142169"/>
              <a:gd name="csX13" fmla="*/ 839828 w 1308942"/>
              <a:gd name="csY13" fmla="*/ 431446 h 1142169"/>
              <a:gd name="csX14" fmla="*/ 942412 w 1308942"/>
              <a:gd name="csY14" fmla="*/ 554871 h 1142169"/>
              <a:gd name="csX15" fmla="*/ 932162 w 1308942"/>
              <a:gd name="csY15" fmla="*/ 563820 h 1142169"/>
              <a:gd name="csX16" fmla="*/ 815548 w 1308942"/>
              <a:gd name="csY16" fmla="*/ 458625 h 1142169"/>
              <a:gd name="csX17" fmla="*/ 590786 w 1308942"/>
              <a:gd name="csY17" fmla="*/ 277993 h 1142169"/>
              <a:gd name="csX18" fmla="*/ 333240 w 1308942"/>
              <a:gd name="csY18" fmla="*/ 138824 h 1142169"/>
              <a:gd name="csX19" fmla="*/ 134653 w 1308942"/>
              <a:gd name="csY19" fmla="*/ 84426 h 1142169"/>
              <a:gd name="csX20" fmla="*/ 40533 w 1308942"/>
              <a:gd name="csY20" fmla="*/ 63207 h 1142169"/>
              <a:gd name="csX21" fmla="*/ 65866 w 1308942"/>
              <a:gd name="csY21" fmla="*/ 28037 h 1142169"/>
              <a:gd name="csX22" fmla="*/ 76475 w 1308942"/>
              <a:gd name="csY22" fmla="*/ 62606 h 1142169"/>
              <a:gd name="csX23" fmla="*/ 94131 w 1308942"/>
              <a:gd name="csY23" fmla="*/ 148215 h 1142169"/>
              <a:gd name="csX24" fmla="*/ 151868 w 1308942"/>
              <a:gd name="csY24" fmla="*/ 317322 h 1142169"/>
              <a:gd name="csX25" fmla="*/ 325709 w 1308942"/>
              <a:gd name="csY25" fmla="*/ 583460 h 1142169"/>
              <a:gd name="csX26" fmla="*/ 601449 w 1308942"/>
              <a:gd name="csY26" fmla="*/ 852818 h 1142169"/>
              <a:gd name="csX27" fmla="*/ 925956 w 1308942"/>
              <a:gd name="csY27" fmla="*/ 1007990 h 1142169"/>
              <a:gd name="csX28" fmla="*/ 1181559 w 1308942"/>
              <a:gd name="csY28" fmla="*/ 1053665 h 1142169"/>
              <a:gd name="csX29" fmla="*/ 1266577 w 1308942"/>
              <a:gd name="csY29" fmla="*/ 1056051 h 1142169"/>
              <a:gd name="csX30" fmla="*/ 1265131 w 1308942"/>
              <a:gd name="csY30" fmla="*/ 1140174 h 11421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1308942" h="1142169">
                <a:moveTo>
                  <a:pt x="1265126" y="1140160"/>
                </a:moveTo>
                <a:cubicBezTo>
                  <a:pt x="1233832" y="1130014"/>
                  <a:pt x="1202587" y="1120260"/>
                  <a:pt x="1170852" y="1111350"/>
                </a:cubicBezTo>
                <a:cubicBezTo>
                  <a:pt x="1086076" y="1086242"/>
                  <a:pt x="1003508" y="1054996"/>
                  <a:pt x="921421" y="1022181"/>
                </a:cubicBezTo>
                <a:cubicBezTo>
                  <a:pt x="804749" y="985158"/>
                  <a:pt x="696079" y="931103"/>
                  <a:pt x="593980" y="864180"/>
                </a:cubicBezTo>
                <a:cubicBezTo>
                  <a:pt x="485976" y="789795"/>
                  <a:pt x="397965" y="692701"/>
                  <a:pt x="315193" y="592089"/>
                </a:cubicBezTo>
                <a:cubicBezTo>
                  <a:pt x="247300" y="508917"/>
                  <a:pt x="188082" y="419391"/>
                  <a:pt x="130817" y="328761"/>
                </a:cubicBezTo>
                <a:cubicBezTo>
                  <a:pt x="99187" y="275508"/>
                  <a:pt x="78002" y="217413"/>
                  <a:pt x="54251" y="160511"/>
                </a:cubicBezTo>
                <a:cubicBezTo>
                  <a:pt x="42218" y="135414"/>
                  <a:pt x="31858" y="109542"/>
                  <a:pt x="20673" y="84043"/>
                </a:cubicBezTo>
                <a:cubicBezTo>
                  <a:pt x="14441" y="72156"/>
                  <a:pt x="8220" y="60767"/>
                  <a:pt x="1467" y="49166"/>
                </a:cubicBezTo>
                <a:cubicBezTo>
                  <a:pt x="-6130" y="10725"/>
                  <a:pt x="16573" y="-975"/>
                  <a:pt x="51244" y="62"/>
                </a:cubicBezTo>
                <a:cubicBezTo>
                  <a:pt x="84408" y="13178"/>
                  <a:pt x="115221" y="31332"/>
                  <a:pt x="148999" y="42823"/>
                </a:cubicBezTo>
                <a:cubicBezTo>
                  <a:pt x="211502" y="71122"/>
                  <a:pt x="277529" y="90928"/>
                  <a:pt x="342661" y="112206"/>
                </a:cubicBezTo>
                <a:cubicBezTo>
                  <a:pt x="434740" y="151001"/>
                  <a:pt x="521893" y="200811"/>
                  <a:pt x="604675" y="256615"/>
                </a:cubicBezTo>
                <a:cubicBezTo>
                  <a:pt x="689075" y="306914"/>
                  <a:pt x="766647" y="366162"/>
                  <a:pt x="839828" y="431446"/>
                </a:cubicBezTo>
                <a:cubicBezTo>
                  <a:pt x="875914" y="471155"/>
                  <a:pt x="907023" y="514340"/>
                  <a:pt x="942412" y="554871"/>
                </a:cubicBezTo>
                <a:cubicBezTo>
                  <a:pt x="948741" y="562119"/>
                  <a:pt x="938489" y="571068"/>
                  <a:pt x="932162" y="563820"/>
                </a:cubicBezTo>
                <a:cubicBezTo>
                  <a:pt x="897046" y="523589"/>
                  <a:pt x="858365" y="490489"/>
                  <a:pt x="815548" y="458625"/>
                </a:cubicBezTo>
                <a:cubicBezTo>
                  <a:pt x="743941" y="394503"/>
                  <a:pt x="668444" y="334610"/>
                  <a:pt x="590786" y="277993"/>
                </a:cubicBezTo>
                <a:cubicBezTo>
                  <a:pt x="507985" y="226159"/>
                  <a:pt x="426480" y="170685"/>
                  <a:pt x="333240" y="138824"/>
                </a:cubicBezTo>
                <a:cubicBezTo>
                  <a:pt x="268933" y="114208"/>
                  <a:pt x="201871" y="99062"/>
                  <a:pt x="134653" y="84426"/>
                </a:cubicBezTo>
                <a:cubicBezTo>
                  <a:pt x="104343" y="73835"/>
                  <a:pt x="72652" y="65324"/>
                  <a:pt x="40533" y="63207"/>
                </a:cubicBezTo>
                <a:cubicBezTo>
                  <a:pt x="49762" y="56515"/>
                  <a:pt x="73237" y="50061"/>
                  <a:pt x="65866" y="28037"/>
                </a:cubicBezTo>
                <a:cubicBezTo>
                  <a:pt x="69083" y="37709"/>
                  <a:pt x="71738" y="51980"/>
                  <a:pt x="76475" y="62606"/>
                </a:cubicBezTo>
                <a:cubicBezTo>
                  <a:pt x="84694" y="90555"/>
                  <a:pt x="91870" y="118996"/>
                  <a:pt x="94131" y="148215"/>
                </a:cubicBezTo>
                <a:cubicBezTo>
                  <a:pt x="105983" y="206852"/>
                  <a:pt x="126963" y="262934"/>
                  <a:pt x="151868" y="317322"/>
                </a:cubicBezTo>
                <a:cubicBezTo>
                  <a:pt x="196521" y="414230"/>
                  <a:pt x="258692" y="500726"/>
                  <a:pt x="325709" y="583460"/>
                </a:cubicBezTo>
                <a:cubicBezTo>
                  <a:pt x="407590" y="683025"/>
                  <a:pt x="494616" y="779161"/>
                  <a:pt x="601449" y="852818"/>
                </a:cubicBezTo>
                <a:cubicBezTo>
                  <a:pt x="702347" y="919013"/>
                  <a:pt x="809818" y="973566"/>
                  <a:pt x="925956" y="1007990"/>
                </a:cubicBezTo>
                <a:cubicBezTo>
                  <a:pt x="1009983" y="1028263"/>
                  <a:pt x="1095101" y="1048229"/>
                  <a:pt x="1181559" y="1053665"/>
                </a:cubicBezTo>
                <a:cubicBezTo>
                  <a:pt x="1209576" y="1056277"/>
                  <a:pt x="1238898" y="1061766"/>
                  <a:pt x="1266577" y="1056051"/>
                </a:cubicBezTo>
                <a:cubicBezTo>
                  <a:pt x="1324841" y="1044021"/>
                  <a:pt x="1321724" y="1158521"/>
                  <a:pt x="1265131" y="114017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6" name="任意多边形: 形状 85">
            <a:extLst>
              <a:ext uri="{FF2B5EF4-FFF2-40B4-BE49-F238E27FC236}">
                <a16:creationId xmlns:a16="http://schemas.microsoft.com/office/drawing/2014/main" id="{A4653D4F-FB3D-F9A8-9735-2BC03BE058D2}"/>
              </a:ext>
            </a:extLst>
          </p:cNvPr>
          <p:cNvSpPr/>
          <p:nvPr/>
        </p:nvSpPr>
        <p:spPr>
          <a:xfrm>
            <a:off x="5348579" y="3118732"/>
            <a:ext cx="2427372" cy="727780"/>
          </a:xfrm>
          <a:custGeom>
            <a:avLst/>
            <a:gdLst>
              <a:gd name="csX0" fmla="*/ 2396589 w 2427372"/>
              <a:gd name="csY0" fmla="*/ 700806 h 727780"/>
              <a:gd name="csX1" fmla="*/ 2326783 w 2427372"/>
              <a:gd name="csY1" fmla="*/ 716880 h 727780"/>
              <a:gd name="csX2" fmla="*/ 2150837 w 2427372"/>
              <a:gd name="csY2" fmla="*/ 727777 h 727780"/>
              <a:gd name="csX3" fmla="*/ 1859886 w 2427372"/>
              <a:gd name="csY3" fmla="*/ 726334 h 727780"/>
              <a:gd name="csX4" fmla="*/ 1492059 w 2427372"/>
              <a:gd name="csY4" fmla="*/ 711264 h 727780"/>
              <a:gd name="csX5" fmla="*/ 1087037 w 2427372"/>
              <a:gd name="csY5" fmla="*/ 653473 h 727780"/>
              <a:gd name="csX6" fmla="*/ 693436 w 2427372"/>
              <a:gd name="csY6" fmla="*/ 539620 h 727780"/>
              <a:gd name="csX7" fmla="*/ 381006 w 2427372"/>
              <a:gd name="csY7" fmla="*/ 411195 h 727780"/>
              <a:gd name="csX8" fmla="*/ 183686 w 2427372"/>
              <a:gd name="csY8" fmla="*/ 308925 h 727780"/>
              <a:gd name="csX9" fmla="*/ 80835 w 2427372"/>
              <a:gd name="csY9" fmla="*/ 241513 h 727780"/>
              <a:gd name="csX10" fmla="*/ 24722 w 2427372"/>
              <a:gd name="csY10" fmla="*/ 175288 h 727780"/>
              <a:gd name="csX11" fmla="*/ 3705 w 2427372"/>
              <a:gd name="csY11" fmla="*/ 110366 h 727780"/>
              <a:gd name="csX12" fmla="*/ 238 w 2427372"/>
              <a:gd name="csY12" fmla="*/ 65193 h 727780"/>
              <a:gd name="csX13" fmla="*/ 29131 w 2427372"/>
              <a:gd name="csY13" fmla="*/ 9226 h 727780"/>
              <a:gd name="csX14" fmla="*/ 106439 w 2427372"/>
              <a:gd name="csY14" fmla="*/ 1885 h 727780"/>
              <a:gd name="csX15" fmla="*/ 224882 w 2427372"/>
              <a:gd name="csY15" fmla="*/ 2747 h 727780"/>
              <a:gd name="csX16" fmla="*/ 411801 w 2427372"/>
              <a:gd name="csY16" fmla="*/ 17559 h 727780"/>
              <a:gd name="csX17" fmla="*/ 630952 w 2427372"/>
              <a:gd name="csY17" fmla="*/ 44529 h 727780"/>
              <a:gd name="csX18" fmla="*/ 854342 w 2427372"/>
              <a:gd name="csY18" fmla="*/ 94500 h 727780"/>
              <a:gd name="csX19" fmla="*/ 1087057 w 2427372"/>
              <a:gd name="csY19" fmla="*/ 164794 h 727780"/>
              <a:gd name="csX20" fmla="*/ 1305113 w 2427372"/>
              <a:gd name="csY20" fmla="*/ 250901 h 727780"/>
              <a:gd name="csX21" fmla="*/ 1300168 w 2427372"/>
              <a:gd name="csY21" fmla="*/ 263579 h 727780"/>
              <a:gd name="csX22" fmla="*/ 1075826 w 2427372"/>
              <a:gd name="csY22" fmla="*/ 203703 h 727780"/>
              <a:gd name="csX23" fmla="*/ 842530 w 2427372"/>
              <a:gd name="csY23" fmla="*/ 136073 h 727780"/>
              <a:gd name="csX24" fmla="*/ 624789 w 2427372"/>
              <a:gd name="csY24" fmla="*/ 88266 h 727780"/>
              <a:gd name="csX25" fmla="*/ 407485 w 2427372"/>
              <a:gd name="csY25" fmla="*/ 64906 h 727780"/>
              <a:gd name="csX26" fmla="*/ 226587 w 2427372"/>
              <a:gd name="csY26" fmla="*/ 61377 h 727780"/>
              <a:gd name="csX27" fmla="*/ 113915 w 2427372"/>
              <a:gd name="csY27" fmla="*/ 76854 h 727780"/>
              <a:gd name="csX28" fmla="*/ 90956 w 2427372"/>
              <a:gd name="csY28" fmla="*/ 87106 h 727780"/>
              <a:gd name="csX29" fmla="*/ 101638 w 2427372"/>
              <a:gd name="csY29" fmla="*/ 69944 h 727780"/>
              <a:gd name="csX30" fmla="*/ 104286 w 2427372"/>
              <a:gd name="csY30" fmla="*/ 92126 h 727780"/>
              <a:gd name="csX31" fmla="*/ 113998 w 2427372"/>
              <a:gd name="csY31" fmla="*/ 124290 h 727780"/>
              <a:gd name="csX32" fmla="*/ 145342 w 2427372"/>
              <a:gd name="csY32" fmla="*/ 160144 h 727780"/>
              <a:gd name="csX33" fmla="*/ 235136 w 2427372"/>
              <a:gd name="csY33" fmla="*/ 229503 h 727780"/>
              <a:gd name="csX34" fmla="*/ 413225 w 2427372"/>
              <a:gd name="csY34" fmla="*/ 350347 h 727780"/>
              <a:gd name="csX35" fmla="*/ 707681 w 2427372"/>
              <a:gd name="csY35" fmla="*/ 499442 h 727780"/>
              <a:gd name="csX36" fmla="*/ 1095482 w 2427372"/>
              <a:gd name="csY36" fmla="*/ 611389 h 727780"/>
              <a:gd name="csX37" fmla="*/ 1495056 w 2427372"/>
              <a:gd name="csY37" fmla="*/ 662748 h 727780"/>
              <a:gd name="csX38" fmla="*/ 1858530 w 2427372"/>
              <a:gd name="csY38" fmla="*/ 662734 h 727780"/>
              <a:gd name="csX39" fmla="*/ 2145985 w 2427372"/>
              <a:gd name="csY39" fmla="*/ 643273 h 727780"/>
              <a:gd name="csX40" fmla="*/ 2317540 w 2427372"/>
              <a:gd name="csY40" fmla="*/ 626729 h 727780"/>
              <a:gd name="csX41" fmla="*/ 2387465 w 2427372"/>
              <a:gd name="csY41" fmla="*/ 630032 h 727780"/>
              <a:gd name="csX42" fmla="*/ 2396590 w 2427372"/>
              <a:gd name="csY42" fmla="*/ 700815 h 7277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2427372" h="727780">
                <a:moveTo>
                  <a:pt x="2396589" y="700806"/>
                </a:moveTo>
                <a:cubicBezTo>
                  <a:pt x="2374843" y="710817"/>
                  <a:pt x="2350615" y="714034"/>
                  <a:pt x="2326783" y="716880"/>
                </a:cubicBezTo>
                <a:cubicBezTo>
                  <a:pt x="2268243" y="722268"/>
                  <a:pt x="2209682" y="727285"/>
                  <a:pt x="2150837" y="727777"/>
                </a:cubicBezTo>
                <a:cubicBezTo>
                  <a:pt x="2053863" y="727879"/>
                  <a:pt x="1956879" y="725885"/>
                  <a:pt x="1859886" y="726334"/>
                </a:cubicBezTo>
                <a:cubicBezTo>
                  <a:pt x="1736928" y="728030"/>
                  <a:pt x="1614665" y="718873"/>
                  <a:pt x="1492059" y="711264"/>
                </a:cubicBezTo>
                <a:cubicBezTo>
                  <a:pt x="1355680" y="701483"/>
                  <a:pt x="1220711" y="681898"/>
                  <a:pt x="1087037" y="653473"/>
                </a:cubicBezTo>
                <a:cubicBezTo>
                  <a:pt x="953030" y="625225"/>
                  <a:pt x="822938" y="583451"/>
                  <a:pt x="693436" y="539620"/>
                </a:cubicBezTo>
                <a:cubicBezTo>
                  <a:pt x="586279" y="504231"/>
                  <a:pt x="482914" y="459313"/>
                  <a:pt x="381006" y="411195"/>
                </a:cubicBezTo>
                <a:cubicBezTo>
                  <a:pt x="315254" y="377335"/>
                  <a:pt x="247732" y="346091"/>
                  <a:pt x="183686" y="308925"/>
                </a:cubicBezTo>
                <a:cubicBezTo>
                  <a:pt x="147261" y="290161"/>
                  <a:pt x="113763" y="265782"/>
                  <a:pt x="80835" y="241513"/>
                </a:cubicBezTo>
                <a:cubicBezTo>
                  <a:pt x="56665" y="223490"/>
                  <a:pt x="39371" y="201039"/>
                  <a:pt x="24722" y="175288"/>
                </a:cubicBezTo>
                <a:cubicBezTo>
                  <a:pt x="13550" y="154943"/>
                  <a:pt x="8853" y="132591"/>
                  <a:pt x="3705" y="110366"/>
                </a:cubicBezTo>
                <a:cubicBezTo>
                  <a:pt x="-320" y="95398"/>
                  <a:pt x="-265" y="80457"/>
                  <a:pt x="238" y="65193"/>
                </a:cubicBezTo>
                <a:cubicBezTo>
                  <a:pt x="1171" y="40712"/>
                  <a:pt x="13969" y="26637"/>
                  <a:pt x="29131" y="9226"/>
                </a:cubicBezTo>
                <a:cubicBezTo>
                  <a:pt x="54255" y="-3630"/>
                  <a:pt x="79697" y="156"/>
                  <a:pt x="106439" y="1885"/>
                </a:cubicBezTo>
                <a:cubicBezTo>
                  <a:pt x="145888" y="48"/>
                  <a:pt x="185384" y="2721"/>
                  <a:pt x="224882" y="2747"/>
                </a:cubicBezTo>
                <a:cubicBezTo>
                  <a:pt x="287282" y="7084"/>
                  <a:pt x="349641" y="10273"/>
                  <a:pt x="411801" y="17559"/>
                </a:cubicBezTo>
                <a:cubicBezTo>
                  <a:pt x="484921" y="26017"/>
                  <a:pt x="557848" y="35896"/>
                  <a:pt x="630952" y="44529"/>
                </a:cubicBezTo>
                <a:cubicBezTo>
                  <a:pt x="707254" y="52100"/>
                  <a:pt x="780895" y="73604"/>
                  <a:pt x="854342" y="94500"/>
                </a:cubicBezTo>
                <a:cubicBezTo>
                  <a:pt x="931783" y="118330"/>
                  <a:pt x="1009190" y="142383"/>
                  <a:pt x="1087057" y="164794"/>
                </a:cubicBezTo>
                <a:cubicBezTo>
                  <a:pt x="1162730" y="186242"/>
                  <a:pt x="1232123" y="222445"/>
                  <a:pt x="1305113" y="250901"/>
                </a:cubicBezTo>
                <a:cubicBezTo>
                  <a:pt x="1314077" y="254396"/>
                  <a:pt x="1309132" y="267074"/>
                  <a:pt x="1300168" y="263579"/>
                </a:cubicBezTo>
                <a:cubicBezTo>
                  <a:pt x="1227106" y="235081"/>
                  <a:pt x="1151283" y="224828"/>
                  <a:pt x="1075826" y="203703"/>
                </a:cubicBezTo>
                <a:cubicBezTo>
                  <a:pt x="998004" y="181171"/>
                  <a:pt x="920273" y="158833"/>
                  <a:pt x="842530" y="136073"/>
                </a:cubicBezTo>
                <a:cubicBezTo>
                  <a:pt x="770919" y="115768"/>
                  <a:pt x="698293" y="100153"/>
                  <a:pt x="624789" y="88266"/>
                </a:cubicBezTo>
                <a:cubicBezTo>
                  <a:pt x="552746" y="76459"/>
                  <a:pt x="480304" y="69822"/>
                  <a:pt x="407485" y="64906"/>
                </a:cubicBezTo>
                <a:cubicBezTo>
                  <a:pt x="347213" y="61028"/>
                  <a:pt x="286927" y="55380"/>
                  <a:pt x="226587" y="61377"/>
                </a:cubicBezTo>
                <a:cubicBezTo>
                  <a:pt x="188573" y="63680"/>
                  <a:pt x="151415" y="70672"/>
                  <a:pt x="113915" y="76854"/>
                </a:cubicBezTo>
                <a:cubicBezTo>
                  <a:pt x="110674" y="77827"/>
                  <a:pt x="68898" y="91125"/>
                  <a:pt x="90956" y="87106"/>
                </a:cubicBezTo>
                <a:cubicBezTo>
                  <a:pt x="93280" y="83299"/>
                  <a:pt x="103334" y="72055"/>
                  <a:pt x="101638" y="69944"/>
                </a:cubicBezTo>
                <a:cubicBezTo>
                  <a:pt x="101893" y="72079"/>
                  <a:pt x="104937" y="85595"/>
                  <a:pt x="104286" y="92126"/>
                </a:cubicBezTo>
                <a:cubicBezTo>
                  <a:pt x="106444" y="103309"/>
                  <a:pt x="107571" y="114566"/>
                  <a:pt x="113998" y="124290"/>
                </a:cubicBezTo>
                <a:cubicBezTo>
                  <a:pt x="123478" y="137228"/>
                  <a:pt x="132289" y="150380"/>
                  <a:pt x="145342" y="160144"/>
                </a:cubicBezTo>
                <a:cubicBezTo>
                  <a:pt x="174738" y="183848"/>
                  <a:pt x="205247" y="206311"/>
                  <a:pt x="235136" y="229503"/>
                </a:cubicBezTo>
                <a:cubicBezTo>
                  <a:pt x="293345" y="271649"/>
                  <a:pt x="350608" y="314761"/>
                  <a:pt x="413225" y="350347"/>
                </a:cubicBezTo>
                <a:cubicBezTo>
                  <a:pt x="507980" y="406371"/>
                  <a:pt x="605316" y="458560"/>
                  <a:pt x="707681" y="499442"/>
                </a:cubicBezTo>
                <a:cubicBezTo>
                  <a:pt x="833887" y="546266"/>
                  <a:pt x="963675" y="583910"/>
                  <a:pt x="1095482" y="611389"/>
                </a:cubicBezTo>
                <a:cubicBezTo>
                  <a:pt x="1227460" y="636296"/>
                  <a:pt x="1360925" y="654891"/>
                  <a:pt x="1495056" y="662748"/>
                </a:cubicBezTo>
                <a:cubicBezTo>
                  <a:pt x="1616061" y="670240"/>
                  <a:pt x="1737457" y="668422"/>
                  <a:pt x="1858530" y="662734"/>
                </a:cubicBezTo>
                <a:cubicBezTo>
                  <a:pt x="1954503" y="659108"/>
                  <a:pt x="2050458" y="652915"/>
                  <a:pt x="2145985" y="643273"/>
                </a:cubicBezTo>
                <a:cubicBezTo>
                  <a:pt x="2203154" y="637085"/>
                  <a:pt x="2260418" y="633143"/>
                  <a:pt x="2317540" y="626729"/>
                </a:cubicBezTo>
                <a:cubicBezTo>
                  <a:pt x="2340963" y="624887"/>
                  <a:pt x="2365093" y="622298"/>
                  <a:pt x="2387465" y="630032"/>
                </a:cubicBezTo>
                <a:cubicBezTo>
                  <a:pt x="2435162" y="646520"/>
                  <a:pt x="2442432" y="679713"/>
                  <a:pt x="2396590" y="70081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A419378B-D0BA-221C-F959-85E9A4916260}"/>
              </a:ext>
            </a:extLst>
          </p:cNvPr>
          <p:cNvSpPr/>
          <p:nvPr/>
        </p:nvSpPr>
        <p:spPr>
          <a:xfrm>
            <a:off x="8041257" y="2409368"/>
            <a:ext cx="597236" cy="455778"/>
          </a:xfrm>
          <a:custGeom>
            <a:avLst/>
            <a:gdLst>
              <a:gd name="csX0" fmla="*/ 1758 w 597236"/>
              <a:gd name="csY0" fmla="*/ 422618 h 455778"/>
              <a:gd name="csX1" fmla="*/ 46687 w 597236"/>
              <a:gd name="csY1" fmla="*/ 352986 h 455778"/>
              <a:gd name="csX2" fmla="*/ 144175 w 597236"/>
              <a:gd name="csY2" fmla="*/ 213655 h 455778"/>
              <a:gd name="csX3" fmla="*/ 251170 w 597236"/>
              <a:gd name="csY3" fmla="*/ 73504 h 455778"/>
              <a:gd name="csX4" fmla="*/ 365936 w 597236"/>
              <a:gd name="csY4" fmla="*/ 1891 h 455778"/>
              <a:gd name="csX5" fmla="*/ 491943 w 597236"/>
              <a:gd name="csY5" fmla="*/ 43867 h 455778"/>
              <a:gd name="csX6" fmla="*/ 584530 w 597236"/>
              <a:gd name="csY6" fmla="*/ 162700 h 455778"/>
              <a:gd name="csX7" fmla="*/ 596081 w 597236"/>
              <a:gd name="csY7" fmla="*/ 182426 h 455778"/>
              <a:gd name="csX8" fmla="*/ 584336 w 597236"/>
              <a:gd name="csY8" fmla="*/ 189296 h 455778"/>
              <a:gd name="csX9" fmla="*/ 573195 w 597236"/>
              <a:gd name="csY9" fmla="*/ 170227 h 455778"/>
              <a:gd name="csX10" fmla="*/ 471401 w 597236"/>
              <a:gd name="csY10" fmla="*/ 73434 h 455778"/>
              <a:gd name="csX11" fmla="*/ 373122 w 597236"/>
              <a:gd name="csY11" fmla="*/ 39580 h 455778"/>
              <a:gd name="csX12" fmla="*/ 269881 w 597236"/>
              <a:gd name="csY12" fmla="*/ 91352 h 455778"/>
              <a:gd name="csX13" fmla="*/ 159781 w 597236"/>
              <a:gd name="csY13" fmla="*/ 224274 h 455778"/>
              <a:gd name="csX14" fmla="*/ 73689 w 597236"/>
              <a:gd name="csY14" fmla="*/ 368397 h 455778"/>
              <a:gd name="csX15" fmla="*/ 55008 w 597236"/>
              <a:gd name="csY15" fmla="*/ 432285 h 455778"/>
              <a:gd name="csX16" fmla="*/ 1763 w 597236"/>
              <a:gd name="csY16" fmla="*/ 422604 h 4557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597236" h="455778">
                <a:moveTo>
                  <a:pt x="1758" y="422618"/>
                </a:moveTo>
                <a:cubicBezTo>
                  <a:pt x="11196" y="396198"/>
                  <a:pt x="28323" y="373927"/>
                  <a:pt x="46687" y="352986"/>
                </a:cubicBezTo>
                <a:cubicBezTo>
                  <a:pt x="78632" y="306201"/>
                  <a:pt x="110709" y="259393"/>
                  <a:pt x="144175" y="213655"/>
                </a:cubicBezTo>
                <a:cubicBezTo>
                  <a:pt x="177427" y="165032"/>
                  <a:pt x="212111" y="117633"/>
                  <a:pt x="251170" y="73504"/>
                </a:cubicBezTo>
                <a:cubicBezTo>
                  <a:pt x="282430" y="37556"/>
                  <a:pt x="320141" y="13764"/>
                  <a:pt x="365936" y="1891"/>
                </a:cubicBezTo>
                <a:cubicBezTo>
                  <a:pt x="414329" y="-6626"/>
                  <a:pt x="455165" y="14732"/>
                  <a:pt x="491943" y="43867"/>
                </a:cubicBezTo>
                <a:cubicBezTo>
                  <a:pt x="538043" y="72476"/>
                  <a:pt x="556262" y="120168"/>
                  <a:pt x="584530" y="162700"/>
                </a:cubicBezTo>
                <a:cubicBezTo>
                  <a:pt x="588381" y="169275"/>
                  <a:pt x="592231" y="175851"/>
                  <a:pt x="596081" y="182426"/>
                </a:cubicBezTo>
                <a:cubicBezTo>
                  <a:pt x="600943" y="190729"/>
                  <a:pt x="589190" y="197604"/>
                  <a:pt x="584336" y="189296"/>
                </a:cubicBezTo>
                <a:cubicBezTo>
                  <a:pt x="580622" y="182940"/>
                  <a:pt x="576909" y="176583"/>
                  <a:pt x="573195" y="170227"/>
                </a:cubicBezTo>
                <a:cubicBezTo>
                  <a:pt x="547548" y="131563"/>
                  <a:pt x="505231" y="104864"/>
                  <a:pt x="471401" y="73434"/>
                </a:cubicBezTo>
                <a:cubicBezTo>
                  <a:pt x="440625" y="55256"/>
                  <a:pt x="409875" y="38392"/>
                  <a:pt x="373122" y="39580"/>
                </a:cubicBezTo>
                <a:cubicBezTo>
                  <a:pt x="333585" y="47334"/>
                  <a:pt x="298985" y="61451"/>
                  <a:pt x="269881" y="91352"/>
                </a:cubicBezTo>
                <a:cubicBezTo>
                  <a:pt x="228449" y="131505"/>
                  <a:pt x="191982" y="176391"/>
                  <a:pt x="159781" y="224274"/>
                </a:cubicBezTo>
                <a:cubicBezTo>
                  <a:pt x="129848" y="271600"/>
                  <a:pt x="99370" y="318553"/>
                  <a:pt x="73689" y="368397"/>
                </a:cubicBezTo>
                <a:cubicBezTo>
                  <a:pt x="66959" y="389687"/>
                  <a:pt x="57578" y="410211"/>
                  <a:pt x="55008" y="432285"/>
                </a:cubicBezTo>
                <a:cubicBezTo>
                  <a:pt x="50582" y="470294"/>
                  <a:pt x="-11110" y="458641"/>
                  <a:pt x="1763" y="42260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293C7195-9F6A-7D1B-85A5-F8DAC7391D99}"/>
              </a:ext>
            </a:extLst>
          </p:cNvPr>
          <p:cNvSpPr/>
          <p:nvPr/>
        </p:nvSpPr>
        <p:spPr>
          <a:xfrm>
            <a:off x="7780724" y="2522268"/>
            <a:ext cx="413494" cy="188045"/>
          </a:xfrm>
          <a:custGeom>
            <a:avLst/>
            <a:gdLst>
              <a:gd name="csX0" fmla="*/ 384306 w 413494"/>
              <a:gd name="csY0" fmla="*/ 113217 h 188045"/>
              <a:gd name="csX1" fmla="*/ 359807 w 413494"/>
              <a:gd name="csY1" fmla="*/ 90265 h 188045"/>
              <a:gd name="csX2" fmla="*/ 313230 w 413494"/>
              <a:gd name="csY2" fmla="*/ 53173 h 188045"/>
              <a:gd name="csX3" fmla="*/ 257905 w 413494"/>
              <a:gd name="csY3" fmla="*/ 33596 h 188045"/>
              <a:gd name="csX4" fmla="*/ 192971 w 413494"/>
              <a:gd name="csY4" fmla="*/ 28948 h 188045"/>
              <a:gd name="csX5" fmla="*/ 133282 w 413494"/>
              <a:gd name="csY5" fmla="*/ 41010 h 188045"/>
              <a:gd name="csX6" fmla="*/ 86479 w 413494"/>
              <a:gd name="csY6" fmla="*/ 71342 h 188045"/>
              <a:gd name="csX7" fmla="*/ 45280 w 413494"/>
              <a:gd name="csY7" fmla="*/ 121428 h 188045"/>
              <a:gd name="csX8" fmla="*/ 17260 w 413494"/>
              <a:gd name="csY8" fmla="*/ 174766 h 188045"/>
              <a:gd name="csX9" fmla="*/ 13107 w 413494"/>
              <a:gd name="csY9" fmla="*/ 183165 h 188045"/>
              <a:gd name="csX10" fmla="*/ 241 w 413494"/>
              <a:gd name="csY10" fmla="*/ 178734 h 188045"/>
              <a:gd name="csX11" fmla="*/ 2180 w 413494"/>
              <a:gd name="csY11" fmla="*/ 169445 h 188045"/>
              <a:gd name="csX12" fmla="*/ 23939 w 413494"/>
              <a:gd name="csY12" fmla="*/ 107523 h 188045"/>
              <a:gd name="csX13" fmla="*/ 67051 w 413494"/>
              <a:gd name="csY13" fmla="*/ 50825 h 188045"/>
              <a:gd name="csX14" fmla="*/ 124124 w 413494"/>
              <a:gd name="csY14" fmla="*/ 12006 h 188045"/>
              <a:gd name="csX15" fmla="*/ 192241 w 413494"/>
              <a:gd name="csY15" fmla="*/ 91 h 188045"/>
              <a:gd name="csX16" fmla="*/ 263627 w 413494"/>
              <a:gd name="csY16" fmla="*/ 6427 h 188045"/>
              <a:gd name="csX17" fmla="*/ 327646 w 413494"/>
              <a:gd name="csY17" fmla="*/ 30027 h 188045"/>
              <a:gd name="csX18" fmla="*/ 380035 w 413494"/>
              <a:gd name="csY18" fmla="*/ 66014 h 188045"/>
              <a:gd name="csX19" fmla="*/ 409758 w 413494"/>
              <a:gd name="csY19" fmla="*/ 95001 h 188045"/>
              <a:gd name="csX20" fmla="*/ 384306 w 413494"/>
              <a:gd name="csY20" fmla="*/ 113216 h 1880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13494" h="188045">
                <a:moveTo>
                  <a:pt x="384306" y="113217"/>
                </a:moveTo>
                <a:cubicBezTo>
                  <a:pt x="378567" y="104317"/>
                  <a:pt x="368157" y="97459"/>
                  <a:pt x="359807" y="90265"/>
                </a:cubicBezTo>
                <a:cubicBezTo>
                  <a:pt x="346458" y="75291"/>
                  <a:pt x="329332" y="64733"/>
                  <a:pt x="313230" y="53173"/>
                </a:cubicBezTo>
                <a:cubicBezTo>
                  <a:pt x="296052" y="43320"/>
                  <a:pt x="276936" y="38406"/>
                  <a:pt x="257905" y="33596"/>
                </a:cubicBezTo>
                <a:cubicBezTo>
                  <a:pt x="236391" y="29502"/>
                  <a:pt x="214709" y="29428"/>
                  <a:pt x="192971" y="28948"/>
                </a:cubicBezTo>
                <a:cubicBezTo>
                  <a:pt x="172374" y="29438"/>
                  <a:pt x="152866" y="35440"/>
                  <a:pt x="133282" y="41010"/>
                </a:cubicBezTo>
                <a:cubicBezTo>
                  <a:pt x="115389" y="47370"/>
                  <a:pt x="101337" y="60084"/>
                  <a:pt x="86479" y="71342"/>
                </a:cubicBezTo>
                <a:cubicBezTo>
                  <a:pt x="70283" y="85930"/>
                  <a:pt x="57485" y="103561"/>
                  <a:pt x="45280" y="121428"/>
                </a:cubicBezTo>
                <a:cubicBezTo>
                  <a:pt x="33729" y="138009"/>
                  <a:pt x="26105" y="156620"/>
                  <a:pt x="17260" y="174766"/>
                </a:cubicBezTo>
                <a:cubicBezTo>
                  <a:pt x="15876" y="177566"/>
                  <a:pt x="14491" y="180365"/>
                  <a:pt x="13107" y="183165"/>
                </a:cubicBezTo>
                <a:cubicBezTo>
                  <a:pt x="8842" y="191790"/>
                  <a:pt x="-1725" y="188153"/>
                  <a:pt x="241" y="178734"/>
                </a:cubicBezTo>
                <a:cubicBezTo>
                  <a:pt x="887" y="175638"/>
                  <a:pt x="1534" y="172541"/>
                  <a:pt x="2180" y="169445"/>
                </a:cubicBezTo>
                <a:cubicBezTo>
                  <a:pt x="7369" y="148184"/>
                  <a:pt x="12526" y="126420"/>
                  <a:pt x="23939" y="107523"/>
                </a:cubicBezTo>
                <a:cubicBezTo>
                  <a:pt x="37097" y="87788"/>
                  <a:pt x="50329" y="67974"/>
                  <a:pt x="67051" y="50825"/>
                </a:cubicBezTo>
                <a:cubicBezTo>
                  <a:pt x="84141" y="34398"/>
                  <a:pt x="100394" y="18490"/>
                  <a:pt x="124124" y="12006"/>
                </a:cubicBezTo>
                <a:cubicBezTo>
                  <a:pt x="146377" y="5362"/>
                  <a:pt x="168957" y="1415"/>
                  <a:pt x="192241" y="91"/>
                </a:cubicBezTo>
                <a:cubicBezTo>
                  <a:pt x="216240" y="-359"/>
                  <a:pt x="240177" y="724"/>
                  <a:pt x="263627" y="6427"/>
                </a:cubicBezTo>
                <a:cubicBezTo>
                  <a:pt x="286239" y="11338"/>
                  <a:pt x="308314" y="16453"/>
                  <a:pt x="327646" y="30027"/>
                </a:cubicBezTo>
                <a:cubicBezTo>
                  <a:pt x="345348" y="41762"/>
                  <a:pt x="363110" y="53266"/>
                  <a:pt x="380035" y="66014"/>
                </a:cubicBezTo>
                <a:cubicBezTo>
                  <a:pt x="390642" y="75205"/>
                  <a:pt x="401148" y="83963"/>
                  <a:pt x="409758" y="95001"/>
                </a:cubicBezTo>
                <a:cubicBezTo>
                  <a:pt x="423371" y="112451"/>
                  <a:pt x="396301" y="131816"/>
                  <a:pt x="384306" y="11321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B9845CFF-AFEA-C735-59B4-6356EB480AE9}"/>
              </a:ext>
            </a:extLst>
          </p:cNvPr>
          <p:cNvSpPr/>
          <p:nvPr/>
        </p:nvSpPr>
        <p:spPr>
          <a:xfrm>
            <a:off x="7258212" y="2288766"/>
            <a:ext cx="339604" cy="784079"/>
          </a:xfrm>
          <a:custGeom>
            <a:avLst/>
            <a:gdLst>
              <a:gd name="csX0" fmla="*/ 82335 w 339604"/>
              <a:gd name="csY0" fmla="*/ 758104 h 784079"/>
              <a:gd name="csX1" fmla="*/ 76006 w 339604"/>
              <a:gd name="csY1" fmla="*/ 715059 h 784079"/>
              <a:gd name="csX2" fmla="*/ 49540 w 339604"/>
              <a:gd name="csY2" fmla="*/ 604311 h 784079"/>
              <a:gd name="csX3" fmla="*/ 15999 w 339604"/>
              <a:gd name="csY3" fmla="*/ 450549 h 784079"/>
              <a:gd name="csX4" fmla="*/ 246 w 339604"/>
              <a:gd name="csY4" fmla="*/ 295625 h 784079"/>
              <a:gd name="csX5" fmla="*/ 16546 w 339604"/>
              <a:gd name="csY5" fmla="*/ 156027 h 784079"/>
              <a:gd name="csX6" fmla="*/ 35125 w 339604"/>
              <a:gd name="csY6" fmla="*/ 57252 h 784079"/>
              <a:gd name="csX7" fmla="*/ 74496 w 339604"/>
              <a:gd name="csY7" fmla="*/ 4322 h 784079"/>
              <a:gd name="csX8" fmla="*/ 149396 w 339604"/>
              <a:gd name="csY8" fmla="*/ 26170 h 784079"/>
              <a:gd name="csX9" fmla="*/ 242403 w 339604"/>
              <a:gd name="csY9" fmla="*/ 126182 h 784079"/>
              <a:gd name="csX10" fmla="*/ 338234 w 339604"/>
              <a:gd name="csY10" fmla="*/ 251074 h 784079"/>
              <a:gd name="csX11" fmla="*/ 326869 w 339604"/>
              <a:gd name="csY11" fmla="*/ 258556 h 784079"/>
              <a:gd name="csX12" fmla="*/ 232464 w 339604"/>
              <a:gd name="csY12" fmla="*/ 135474 h 784079"/>
              <a:gd name="csX13" fmla="*/ 135433 w 339604"/>
              <a:gd name="csY13" fmla="*/ 45608 h 784079"/>
              <a:gd name="csX14" fmla="*/ 89835 w 339604"/>
              <a:gd name="csY14" fmla="*/ 33213 h 784079"/>
              <a:gd name="csX15" fmla="*/ 61037 w 339604"/>
              <a:gd name="csY15" fmla="*/ 65986 h 784079"/>
              <a:gd name="csX16" fmla="*/ 31192 w 339604"/>
              <a:gd name="csY16" fmla="*/ 158897 h 784079"/>
              <a:gd name="csX17" fmla="*/ 17672 w 339604"/>
              <a:gd name="csY17" fmla="*/ 295171 h 784079"/>
              <a:gd name="csX18" fmla="*/ 34429 w 339604"/>
              <a:gd name="csY18" fmla="*/ 446866 h 784079"/>
              <a:gd name="csX19" fmla="*/ 73607 w 339604"/>
              <a:gd name="csY19" fmla="*/ 597237 h 784079"/>
              <a:gd name="csX20" fmla="*/ 119964 w 339604"/>
              <a:gd name="csY20" fmla="*/ 698878 h 784079"/>
              <a:gd name="csX21" fmla="*/ 142593 w 339604"/>
              <a:gd name="csY21" fmla="*/ 745810 h 784079"/>
              <a:gd name="csX22" fmla="*/ 82333 w 339604"/>
              <a:gd name="csY22" fmla="*/ 758111 h 7840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339604" h="784079">
                <a:moveTo>
                  <a:pt x="82335" y="758104"/>
                </a:moveTo>
                <a:cubicBezTo>
                  <a:pt x="83250" y="743592"/>
                  <a:pt x="78817" y="729222"/>
                  <a:pt x="76006" y="715059"/>
                </a:cubicBezTo>
                <a:cubicBezTo>
                  <a:pt x="66406" y="678389"/>
                  <a:pt x="58373" y="641335"/>
                  <a:pt x="49540" y="604311"/>
                </a:cubicBezTo>
                <a:cubicBezTo>
                  <a:pt x="40170" y="552704"/>
                  <a:pt x="26280" y="502041"/>
                  <a:pt x="15999" y="450549"/>
                </a:cubicBezTo>
                <a:cubicBezTo>
                  <a:pt x="8590" y="399054"/>
                  <a:pt x="2250" y="347708"/>
                  <a:pt x="246" y="295625"/>
                </a:cubicBezTo>
                <a:cubicBezTo>
                  <a:pt x="-1740" y="248421"/>
                  <a:pt x="8696" y="202224"/>
                  <a:pt x="16546" y="156027"/>
                </a:cubicBezTo>
                <a:cubicBezTo>
                  <a:pt x="22270" y="122952"/>
                  <a:pt x="27219" y="89802"/>
                  <a:pt x="35125" y="57252"/>
                </a:cubicBezTo>
                <a:cubicBezTo>
                  <a:pt x="39836" y="31576"/>
                  <a:pt x="53959" y="17758"/>
                  <a:pt x="74496" y="4322"/>
                </a:cubicBezTo>
                <a:cubicBezTo>
                  <a:pt x="105870" y="-7304"/>
                  <a:pt x="125934" y="6058"/>
                  <a:pt x="149396" y="26170"/>
                </a:cubicBezTo>
                <a:cubicBezTo>
                  <a:pt x="180217" y="59572"/>
                  <a:pt x="211310" y="92912"/>
                  <a:pt x="242403" y="126182"/>
                </a:cubicBezTo>
                <a:cubicBezTo>
                  <a:pt x="279145" y="164019"/>
                  <a:pt x="309329" y="207171"/>
                  <a:pt x="338234" y="251074"/>
                </a:cubicBezTo>
                <a:cubicBezTo>
                  <a:pt x="343525" y="259110"/>
                  <a:pt x="332159" y="266593"/>
                  <a:pt x="326869" y="258556"/>
                </a:cubicBezTo>
                <a:cubicBezTo>
                  <a:pt x="298391" y="215292"/>
                  <a:pt x="268682" y="172748"/>
                  <a:pt x="232464" y="135474"/>
                </a:cubicBezTo>
                <a:cubicBezTo>
                  <a:pt x="202323" y="103218"/>
                  <a:pt x="172454" y="70183"/>
                  <a:pt x="135433" y="45608"/>
                </a:cubicBezTo>
                <a:cubicBezTo>
                  <a:pt x="120003" y="39372"/>
                  <a:pt x="107194" y="30023"/>
                  <a:pt x="89835" y="33213"/>
                </a:cubicBezTo>
                <a:cubicBezTo>
                  <a:pt x="78459" y="43283"/>
                  <a:pt x="66560" y="50188"/>
                  <a:pt x="61037" y="65986"/>
                </a:cubicBezTo>
                <a:cubicBezTo>
                  <a:pt x="49356" y="96438"/>
                  <a:pt x="37862" y="126822"/>
                  <a:pt x="31192" y="158897"/>
                </a:cubicBezTo>
                <a:cubicBezTo>
                  <a:pt x="21242" y="203598"/>
                  <a:pt x="17648" y="249430"/>
                  <a:pt x="17672" y="295171"/>
                </a:cubicBezTo>
                <a:cubicBezTo>
                  <a:pt x="18353" y="345975"/>
                  <a:pt x="21824" y="397555"/>
                  <a:pt x="34429" y="446866"/>
                </a:cubicBezTo>
                <a:cubicBezTo>
                  <a:pt x="44542" y="497576"/>
                  <a:pt x="54418" y="549126"/>
                  <a:pt x="73607" y="597237"/>
                </a:cubicBezTo>
                <a:cubicBezTo>
                  <a:pt x="86138" y="632745"/>
                  <a:pt x="101914" y="666010"/>
                  <a:pt x="119964" y="698878"/>
                </a:cubicBezTo>
                <a:cubicBezTo>
                  <a:pt x="128095" y="714272"/>
                  <a:pt x="135704" y="729820"/>
                  <a:pt x="142593" y="745810"/>
                </a:cubicBezTo>
                <a:cubicBezTo>
                  <a:pt x="159800" y="785750"/>
                  <a:pt x="79597" y="801513"/>
                  <a:pt x="82333" y="7581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191AD745-00CF-3B2F-56A3-57DBA0D8254D}"/>
              </a:ext>
            </a:extLst>
          </p:cNvPr>
          <p:cNvSpPr/>
          <p:nvPr/>
        </p:nvSpPr>
        <p:spPr>
          <a:xfrm>
            <a:off x="6765785" y="2124328"/>
            <a:ext cx="506534" cy="821353"/>
          </a:xfrm>
          <a:custGeom>
            <a:avLst/>
            <a:gdLst>
              <a:gd name="csX0" fmla="*/ 118038 w 506534"/>
              <a:gd name="csY0" fmla="*/ 656795 h 821353"/>
              <a:gd name="csX1" fmla="*/ 104832 w 506534"/>
              <a:gd name="csY1" fmla="*/ 607997 h 821353"/>
              <a:gd name="csX2" fmla="*/ 83271 w 506534"/>
              <a:gd name="csY2" fmla="*/ 502508 h 821353"/>
              <a:gd name="csX3" fmla="*/ 54483 w 506534"/>
              <a:gd name="csY3" fmla="*/ 347212 h 821353"/>
              <a:gd name="csX4" fmla="*/ 27309 w 506534"/>
              <a:gd name="csY4" fmla="*/ 212024 h 821353"/>
              <a:gd name="csX5" fmla="*/ 9556 w 506534"/>
              <a:gd name="csY5" fmla="*/ 104382 h 821353"/>
              <a:gd name="csX6" fmla="*/ 0 w 506534"/>
              <a:gd name="csY6" fmla="*/ 44405 h 821353"/>
              <a:gd name="csX7" fmla="*/ 38868 w 506534"/>
              <a:gd name="csY7" fmla="*/ 0 h 821353"/>
              <a:gd name="csX8" fmla="*/ 89386 w 506534"/>
              <a:gd name="csY8" fmla="*/ 40796 h 821353"/>
              <a:gd name="csX9" fmla="*/ 159853 w 506534"/>
              <a:gd name="csY9" fmla="*/ 124619 h 821353"/>
              <a:gd name="csX10" fmla="*/ 246494 w 506534"/>
              <a:gd name="csY10" fmla="*/ 236852 h 821353"/>
              <a:gd name="csX11" fmla="*/ 332618 w 506534"/>
              <a:gd name="csY11" fmla="*/ 367821 h 821353"/>
              <a:gd name="csX12" fmla="*/ 406109 w 506534"/>
              <a:gd name="csY12" fmla="*/ 490017 h 821353"/>
              <a:gd name="csX13" fmla="*/ 455434 w 506534"/>
              <a:gd name="csY13" fmla="*/ 612004 h 821353"/>
              <a:gd name="csX14" fmla="*/ 491255 w 506534"/>
              <a:gd name="csY14" fmla="*/ 724228 h 821353"/>
              <a:gd name="csX15" fmla="*/ 506339 w 506534"/>
              <a:gd name="csY15" fmla="*/ 812417 h 821353"/>
              <a:gd name="csX16" fmla="*/ 493193 w 506534"/>
              <a:gd name="csY16" fmla="*/ 815927 h 821353"/>
              <a:gd name="csX17" fmla="*/ 461587 w 506534"/>
              <a:gd name="csY17" fmla="*/ 732826 h 821353"/>
              <a:gd name="csX18" fmla="*/ 428315 w 506534"/>
              <a:gd name="csY18" fmla="*/ 621098 h 821353"/>
              <a:gd name="csX19" fmla="*/ 381812 w 506534"/>
              <a:gd name="csY19" fmla="*/ 502359 h 821353"/>
              <a:gd name="csX20" fmla="*/ 314579 w 506534"/>
              <a:gd name="csY20" fmla="*/ 379191 h 821353"/>
              <a:gd name="csX21" fmla="*/ 228427 w 506534"/>
              <a:gd name="csY21" fmla="*/ 249823 h 821353"/>
              <a:gd name="csX22" fmla="*/ 142620 w 506534"/>
              <a:gd name="csY22" fmla="*/ 139523 h 821353"/>
              <a:gd name="csX23" fmla="*/ 65289 w 506534"/>
              <a:gd name="csY23" fmla="*/ 68620 h 821353"/>
              <a:gd name="csX24" fmla="*/ 39332 w 506534"/>
              <a:gd name="csY24" fmla="*/ 55422 h 821353"/>
              <a:gd name="csX25" fmla="*/ 56968 w 506534"/>
              <a:gd name="csY25" fmla="*/ 44293 h 821353"/>
              <a:gd name="csX26" fmla="*/ 55903 w 506534"/>
              <a:gd name="csY26" fmla="*/ 99152 h 821353"/>
              <a:gd name="csX27" fmla="*/ 65652 w 506534"/>
              <a:gd name="csY27" fmla="*/ 205898 h 821353"/>
              <a:gd name="csX28" fmla="*/ 87968 w 506534"/>
              <a:gd name="csY28" fmla="*/ 340506 h 821353"/>
              <a:gd name="csX29" fmla="*/ 122789 w 506534"/>
              <a:gd name="csY29" fmla="*/ 492325 h 821353"/>
              <a:gd name="csX30" fmla="*/ 160523 w 506534"/>
              <a:gd name="csY30" fmla="*/ 589956 h 821353"/>
              <a:gd name="csX31" fmla="*/ 178794 w 506534"/>
              <a:gd name="csY31" fmla="*/ 637142 h 821353"/>
              <a:gd name="csX32" fmla="*/ 118037 w 506534"/>
              <a:gd name="csY32" fmla="*/ 656779 h 8213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506534" h="821353">
                <a:moveTo>
                  <a:pt x="118038" y="656795"/>
                </a:moveTo>
                <a:cubicBezTo>
                  <a:pt x="110864" y="641547"/>
                  <a:pt x="108516" y="624344"/>
                  <a:pt x="104832" y="607997"/>
                </a:cubicBezTo>
                <a:cubicBezTo>
                  <a:pt x="96601" y="572997"/>
                  <a:pt x="88887" y="538083"/>
                  <a:pt x="83271" y="502508"/>
                </a:cubicBezTo>
                <a:cubicBezTo>
                  <a:pt x="75088" y="450500"/>
                  <a:pt x="66219" y="398552"/>
                  <a:pt x="54483" y="347212"/>
                </a:cubicBezTo>
                <a:cubicBezTo>
                  <a:pt x="46022" y="302035"/>
                  <a:pt x="33887" y="257513"/>
                  <a:pt x="27309" y="212024"/>
                </a:cubicBezTo>
                <a:cubicBezTo>
                  <a:pt x="20717" y="176249"/>
                  <a:pt x="14846" y="140374"/>
                  <a:pt x="9556" y="104382"/>
                </a:cubicBezTo>
                <a:cubicBezTo>
                  <a:pt x="5718" y="84368"/>
                  <a:pt x="2284" y="64616"/>
                  <a:pt x="0" y="44405"/>
                </a:cubicBezTo>
                <a:cubicBezTo>
                  <a:pt x="913" y="15327"/>
                  <a:pt x="13860" y="8805"/>
                  <a:pt x="38868" y="0"/>
                </a:cubicBezTo>
                <a:cubicBezTo>
                  <a:pt x="60309" y="7088"/>
                  <a:pt x="74304" y="24866"/>
                  <a:pt x="89386" y="40796"/>
                </a:cubicBezTo>
                <a:cubicBezTo>
                  <a:pt x="114669" y="67205"/>
                  <a:pt x="136900" y="96224"/>
                  <a:pt x="159853" y="124619"/>
                </a:cubicBezTo>
                <a:cubicBezTo>
                  <a:pt x="191740" y="159811"/>
                  <a:pt x="219400" y="197889"/>
                  <a:pt x="246494" y="236852"/>
                </a:cubicBezTo>
                <a:cubicBezTo>
                  <a:pt x="276140" y="279909"/>
                  <a:pt x="304183" y="323984"/>
                  <a:pt x="332618" y="367821"/>
                </a:cubicBezTo>
                <a:cubicBezTo>
                  <a:pt x="360149" y="406837"/>
                  <a:pt x="383022" y="448362"/>
                  <a:pt x="406109" y="490017"/>
                </a:cubicBezTo>
                <a:cubicBezTo>
                  <a:pt x="422370" y="530803"/>
                  <a:pt x="440707" y="570561"/>
                  <a:pt x="455434" y="612004"/>
                </a:cubicBezTo>
                <a:cubicBezTo>
                  <a:pt x="469179" y="648835"/>
                  <a:pt x="479754" y="686674"/>
                  <a:pt x="491255" y="724228"/>
                </a:cubicBezTo>
                <a:cubicBezTo>
                  <a:pt x="496158" y="753681"/>
                  <a:pt x="500581" y="783128"/>
                  <a:pt x="506339" y="812417"/>
                </a:cubicBezTo>
                <a:cubicBezTo>
                  <a:pt x="508196" y="821858"/>
                  <a:pt x="496270" y="825043"/>
                  <a:pt x="493193" y="815927"/>
                </a:cubicBezTo>
                <a:cubicBezTo>
                  <a:pt x="483700" y="787795"/>
                  <a:pt x="473244" y="760198"/>
                  <a:pt x="461587" y="732826"/>
                </a:cubicBezTo>
                <a:cubicBezTo>
                  <a:pt x="451054" y="695425"/>
                  <a:pt x="439285" y="658391"/>
                  <a:pt x="428315" y="621098"/>
                </a:cubicBezTo>
                <a:cubicBezTo>
                  <a:pt x="414948" y="580723"/>
                  <a:pt x="404163" y="538971"/>
                  <a:pt x="381812" y="502359"/>
                </a:cubicBezTo>
                <a:cubicBezTo>
                  <a:pt x="362192" y="459928"/>
                  <a:pt x="338370" y="419392"/>
                  <a:pt x="314579" y="379191"/>
                </a:cubicBezTo>
                <a:cubicBezTo>
                  <a:pt x="287525" y="334998"/>
                  <a:pt x="259185" y="291553"/>
                  <a:pt x="228427" y="249823"/>
                </a:cubicBezTo>
                <a:cubicBezTo>
                  <a:pt x="200641" y="212352"/>
                  <a:pt x="173078" y="174796"/>
                  <a:pt x="142620" y="139523"/>
                </a:cubicBezTo>
                <a:cubicBezTo>
                  <a:pt x="118775" y="113789"/>
                  <a:pt x="94236" y="88705"/>
                  <a:pt x="65289" y="68620"/>
                </a:cubicBezTo>
                <a:cubicBezTo>
                  <a:pt x="60917" y="65735"/>
                  <a:pt x="35549" y="45844"/>
                  <a:pt x="39332" y="55422"/>
                </a:cubicBezTo>
                <a:cubicBezTo>
                  <a:pt x="40795" y="54396"/>
                  <a:pt x="64797" y="39379"/>
                  <a:pt x="56968" y="44293"/>
                </a:cubicBezTo>
                <a:cubicBezTo>
                  <a:pt x="56065" y="62499"/>
                  <a:pt x="54043" y="80867"/>
                  <a:pt x="55903" y="99152"/>
                </a:cubicBezTo>
                <a:cubicBezTo>
                  <a:pt x="58801" y="134801"/>
                  <a:pt x="61093" y="170388"/>
                  <a:pt x="65652" y="205898"/>
                </a:cubicBezTo>
                <a:cubicBezTo>
                  <a:pt x="73478" y="250672"/>
                  <a:pt x="78158" y="296035"/>
                  <a:pt x="87968" y="340506"/>
                </a:cubicBezTo>
                <a:cubicBezTo>
                  <a:pt x="96760" y="391648"/>
                  <a:pt x="106475" y="442995"/>
                  <a:pt x="122789" y="492325"/>
                </a:cubicBezTo>
                <a:cubicBezTo>
                  <a:pt x="134773" y="525101"/>
                  <a:pt x="146531" y="558029"/>
                  <a:pt x="160523" y="589956"/>
                </a:cubicBezTo>
                <a:cubicBezTo>
                  <a:pt x="167065" y="605453"/>
                  <a:pt x="174680" y="620746"/>
                  <a:pt x="178794" y="637142"/>
                </a:cubicBezTo>
                <a:cubicBezTo>
                  <a:pt x="189783" y="680934"/>
                  <a:pt x="137258" y="697633"/>
                  <a:pt x="118037" y="65677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11AA96FC-1370-1297-CE50-7228184EC199}"/>
              </a:ext>
            </a:extLst>
          </p:cNvPr>
          <p:cNvSpPr/>
          <p:nvPr/>
        </p:nvSpPr>
        <p:spPr>
          <a:xfrm>
            <a:off x="6520520" y="1579866"/>
            <a:ext cx="650490" cy="1218693"/>
          </a:xfrm>
          <a:custGeom>
            <a:avLst/>
            <a:gdLst>
              <a:gd name="csX0" fmla="*/ 353492 w 650490"/>
              <a:gd name="csY0" fmla="*/ 1207162 h 1218693"/>
              <a:gd name="csX1" fmla="*/ 323261 w 650490"/>
              <a:gd name="csY1" fmla="*/ 1150140 h 1218693"/>
              <a:gd name="csX2" fmla="*/ 262324 w 650490"/>
              <a:gd name="csY2" fmla="*/ 1022848 h 1218693"/>
              <a:gd name="csX3" fmla="*/ 186828 w 650490"/>
              <a:gd name="csY3" fmla="*/ 878839 h 1218693"/>
              <a:gd name="csX4" fmla="*/ 127261 w 650490"/>
              <a:gd name="csY4" fmla="*/ 718162 h 1218693"/>
              <a:gd name="csX5" fmla="*/ 76715 w 650490"/>
              <a:gd name="csY5" fmla="*/ 570306 h 1218693"/>
              <a:gd name="csX6" fmla="*/ 39107 w 650490"/>
              <a:gd name="csY6" fmla="*/ 444557 h 1218693"/>
              <a:gd name="csX7" fmla="*/ 21693 w 650490"/>
              <a:gd name="csY7" fmla="*/ 332638 h 1218693"/>
              <a:gd name="csX8" fmla="*/ 9781 w 650490"/>
              <a:gd name="csY8" fmla="*/ 252311 h 1218693"/>
              <a:gd name="csX9" fmla="*/ 3281 w 650490"/>
              <a:gd name="csY9" fmla="*/ 185956 h 1218693"/>
              <a:gd name="csX10" fmla="*/ 9 w 650490"/>
              <a:gd name="csY10" fmla="*/ 143002 h 1218693"/>
              <a:gd name="csX11" fmla="*/ 14228 w 650490"/>
              <a:gd name="csY11" fmla="*/ 85319 h 1218693"/>
              <a:gd name="csX12" fmla="*/ 25947 w 650490"/>
              <a:gd name="csY12" fmla="*/ 46743 h 1218693"/>
              <a:gd name="csX13" fmla="*/ 54404 w 650490"/>
              <a:gd name="csY13" fmla="*/ 9775 h 1218693"/>
              <a:gd name="csX14" fmla="*/ 119146 w 650490"/>
              <a:gd name="csY14" fmla="*/ 2702 h 1218693"/>
              <a:gd name="csX15" fmla="*/ 199732 w 650490"/>
              <a:gd name="csY15" fmla="*/ 56346 h 1218693"/>
              <a:gd name="csX16" fmla="*/ 307107 w 650490"/>
              <a:gd name="csY16" fmla="*/ 147635 h 1218693"/>
              <a:gd name="csX17" fmla="*/ 426912 w 650490"/>
              <a:gd name="csY17" fmla="*/ 274718 h 1218693"/>
              <a:gd name="csX18" fmla="*/ 539479 w 650490"/>
              <a:gd name="csY18" fmla="*/ 416431 h 1218693"/>
              <a:gd name="csX19" fmla="*/ 615938 w 650490"/>
              <a:gd name="csY19" fmla="*/ 566231 h 1218693"/>
              <a:gd name="csX20" fmla="*/ 649835 w 650490"/>
              <a:gd name="csY20" fmla="*/ 644085 h 1218693"/>
              <a:gd name="csX21" fmla="*/ 637243 w 650490"/>
              <a:gd name="csY21" fmla="*/ 649242 h 1218693"/>
              <a:gd name="csX22" fmla="*/ 603661 w 650490"/>
              <a:gd name="csY22" fmla="*/ 572099 h 1218693"/>
              <a:gd name="csX23" fmla="*/ 520222 w 650490"/>
              <a:gd name="csY23" fmla="*/ 429834 h 1218693"/>
              <a:gd name="csX24" fmla="*/ 406532 w 650490"/>
              <a:gd name="csY24" fmla="*/ 294007 h 1218693"/>
              <a:gd name="csX25" fmla="*/ 284288 w 650490"/>
              <a:gd name="csY25" fmla="*/ 173316 h 1218693"/>
              <a:gd name="csX26" fmla="*/ 175941 w 650490"/>
              <a:gd name="csY26" fmla="*/ 93054 h 1218693"/>
              <a:gd name="csX27" fmla="*/ 102983 w 650490"/>
              <a:gd name="csY27" fmla="*/ 66600 h 1218693"/>
              <a:gd name="csX28" fmla="*/ 91672 w 650490"/>
              <a:gd name="csY28" fmla="*/ 62542 h 1218693"/>
              <a:gd name="csX29" fmla="*/ 86488 w 650490"/>
              <a:gd name="csY29" fmla="*/ 69444 h 1218693"/>
              <a:gd name="csX30" fmla="*/ 71769 w 650490"/>
              <a:gd name="csY30" fmla="*/ 104821 h 1218693"/>
              <a:gd name="csX31" fmla="*/ 64881 w 650490"/>
              <a:gd name="csY31" fmla="*/ 140691 h 1218693"/>
              <a:gd name="csX32" fmla="*/ 64194 w 650490"/>
              <a:gd name="csY32" fmla="*/ 184694 h 1218693"/>
              <a:gd name="csX33" fmla="*/ 63981 w 650490"/>
              <a:gd name="csY33" fmla="*/ 248314 h 1218693"/>
              <a:gd name="csX34" fmla="*/ 65170 w 650490"/>
              <a:gd name="csY34" fmla="*/ 328528 h 1218693"/>
              <a:gd name="csX35" fmla="*/ 77237 w 650490"/>
              <a:gd name="csY35" fmla="*/ 436742 h 1218693"/>
              <a:gd name="csX36" fmla="*/ 105342 w 650490"/>
              <a:gd name="csY36" fmla="*/ 561443 h 1218693"/>
              <a:gd name="csX37" fmla="*/ 146838 w 650490"/>
              <a:gd name="csY37" fmla="*/ 711957 h 1218693"/>
              <a:gd name="csX38" fmla="*/ 203849 w 650490"/>
              <a:gd name="csY38" fmla="*/ 870682 h 1218693"/>
              <a:gd name="csX39" fmla="*/ 278346 w 650490"/>
              <a:gd name="csY39" fmla="*/ 1014300 h 1218693"/>
              <a:gd name="csX40" fmla="*/ 353637 w 650490"/>
              <a:gd name="csY40" fmla="*/ 1131048 h 1218693"/>
              <a:gd name="csX41" fmla="*/ 393838 w 650490"/>
              <a:gd name="csY41" fmla="*/ 1179406 h 1218693"/>
              <a:gd name="csX42" fmla="*/ 353486 w 650490"/>
              <a:gd name="csY42" fmla="*/ 1207150 h 1218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650490" h="1218693">
                <a:moveTo>
                  <a:pt x="353492" y="1207162"/>
                </a:moveTo>
                <a:cubicBezTo>
                  <a:pt x="340825" y="1190014"/>
                  <a:pt x="332625" y="1169482"/>
                  <a:pt x="323261" y="1150140"/>
                </a:cubicBezTo>
                <a:cubicBezTo>
                  <a:pt x="304177" y="1107087"/>
                  <a:pt x="281625" y="1065893"/>
                  <a:pt x="262324" y="1022848"/>
                </a:cubicBezTo>
                <a:cubicBezTo>
                  <a:pt x="237981" y="974357"/>
                  <a:pt x="209019" y="928378"/>
                  <a:pt x="186828" y="878839"/>
                </a:cubicBezTo>
                <a:cubicBezTo>
                  <a:pt x="162717" y="826904"/>
                  <a:pt x="143820" y="772903"/>
                  <a:pt x="127261" y="718162"/>
                </a:cubicBezTo>
                <a:cubicBezTo>
                  <a:pt x="112620" y="668038"/>
                  <a:pt x="93251" y="619760"/>
                  <a:pt x="76715" y="570306"/>
                </a:cubicBezTo>
                <a:cubicBezTo>
                  <a:pt x="59465" y="529916"/>
                  <a:pt x="50217" y="486851"/>
                  <a:pt x="39107" y="444557"/>
                </a:cubicBezTo>
                <a:cubicBezTo>
                  <a:pt x="31683" y="407485"/>
                  <a:pt x="27617" y="369963"/>
                  <a:pt x="21693" y="332638"/>
                </a:cubicBezTo>
                <a:cubicBezTo>
                  <a:pt x="19262" y="305336"/>
                  <a:pt x="11530" y="279593"/>
                  <a:pt x="9781" y="252311"/>
                </a:cubicBezTo>
                <a:cubicBezTo>
                  <a:pt x="7030" y="230199"/>
                  <a:pt x="5055" y="208187"/>
                  <a:pt x="3281" y="185956"/>
                </a:cubicBezTo>
                <a:cubicBezTo>
                  <a:pt x="831" y="171735"/>
                  <a:pt x="1006" y="157240"/>
                  <a:pt x="9" y="143002"/>
                </a:cubicBezTo>
                <a:cubicBezTo>
                  <a:pt x="-309" y="122732"/>
                  <a:pt x="8099" y="104002"/>
                  <a:pt x="14228" y="85319"/>
                </a:cubicBezTo>
                <a:cubicBezTo>
                  <a:pt x="18234" y="72118"/>
                  <a:pt x="22013" y="59479"/>
                  <a:pt x="25947" y="46743"/>
                </a:cubicBezTo>
                <a:cubicBezTo>
                  <a:pt x="29525" y="29306"/>
                  <a:pt x="42254" y="20989"/>
                  <a:pt x="54404" y="9775"/>
                </a:cubicBezTo>
                <a:cubicBezTo>
                  <a:pt x="74757" y="-3216"/>
                  <a:pt x="96374" y="-622"/>
                  <a:pt x="119146" y="2702"/>
                </a:cubicBezTo>
                <a:cubicBezTo>
                  <a:pt x="149260" y="15403"/>
                  <a:pt x="174302" y="36236"/>
                  <a:pt x="199732" y="56346"/>
                </a:cubicBezTo>
                <a:cubicBezTo>
                  <a:pt x="236996" y="85008"/>
                  <a:pt x="271311" y="117226"/>
                  <a:pt x="307107" y="147635"/>
                </a:cubicBezTo>
                <a:cubicBezTo>
                  <a:pt x="348462" y="188537"/>
                  <a:pt x="388213" y="231254"/>
                  <a:pt x="426912" y="274718"/>
                </a:cubicBezTo>
                <a:cubicBezTo>
                  <a:pt x="467825" y="319081"/>
                  <a:pt x="503185" y="368196"/>
                  <a:pt x="539479" y="416431"/>
                </a:cubicBezTo>
                <a:cubicBezTo>
                  <a:pt x="572265" y="462463"/>
                  <a:pt x="595963" y="513624"/>
                  <a:pt x="615938" y="566231"/>
                </a:cubicBezTo>
                <a:cubicBezTo>
                  <a:pt x="628267" y="591731"/>
                  <a:pt x="639104" y="617888"/>
                  <a:pt x="649835" y="644085"/>
                </a:cubicBezTo>
                <a:cubicBezTo>
                  <a:pt x="653482" y="652989"/>
                  <a:pt x="640889" y="658147"/>
                  <a:pt x="637243" y="649242"/>
                </a:cubicBezTo>
                <a:cubicBezTo>
                  <a:pt x="626613" y="623285"/>
                  <a:pt x="615877" y="597365"/>
                  <a:pt x="603661" y="572099"/>
                </a:cubicBezTo>
                <a:cubicBezTo>
                  <a:pt x="575841" y="524591"/>
                  <a:pt x="550003" y="476183"/>
                  <a:pt x="520222" y="429834"/>
                </a:cubicBezTo>
                <a:cubicBezTo>
                  <a:pt x="487911" y="379366"/>
                  <a:pt x="449285" y="335923"/>
                  <a:pt x="406532" y="294007"/>
                </a:cubicBezTo>
                <a:cubicBezTo>
                  <a:pt x="365893" y="253609"/>
                  <a:pt x="327956" y="210598"/>
                  <a:pt x="284288" y="173316"/>
                </a:cubicBezTo>
                <a:cubicBezTo>
                  <a:pt x="251268" y="142588"/>
                  <a:pt x="214850" y="115918"/>
                  <a:pt x="175941" y="93054"/>
                </a:cubicBezTo>
                <a:cubicBezTo>
                  <a:pt x="152419" y="82172"/>
                  <a:pt x="129064" y="69985"/>
                  <a:pt x="102983" y="66600"/>
                </a:cubicBezTo>
                <a:cubicBezTo>
                  <a:pt x="98261" y="64905"/>
                  <a:pt x="95307" y="61764"/>
                  <a:pt x="91672" y="62542"/>
                </a:cubicBezTo>
                <a:cubicBezTo>
                  <a:pt x="90143" y="64578"/>
                  <a:pt x="87685" y="66584"/>
                  <a:pt x="86488" y="69444"/>
                </a:cubicBezTo>
                <a:cubicBezTo>
                  <a:pt x="81538" y="81083"/>
                  <a:pt x="76196" y="92501"/>
                  <a:pt x="71769" y="104821"/>
                </a:cubicBezTo>
                <a:cubicBezTo>
                  <a:pt x="68110" y="116680"/>
                  <a:pt x="63923" y="127727"/>
                  <a:pt x="64881" y="140691"/>
                </a:cubicBezTo>
                <a:cubicBezTo>
                  <a:pt x="64942" y="155239"/>
                  <a:pt x="66548" y="170106"/>
                  <a:pt x="64194" y="184694"/>
                </a:cubicBezTo>
                <a:cubicBezTo>
                  <a:pt x="63843" y="205963"/>
                  <a:pt x="62942" y="227069"/>
                  <a:pt x="63981" y="248314"/>
                </a:cubicBezTo>
                <a:cubicBezTo>
                  <a:pt x="66382" y="275193"/>
                  <a:pt x="62723" y="301577"/>
                  <a:pt x="65170" y="328528"/>
                </a:cubicBezTo>
                <a:cubicBezTo>
                  <a:pt x="66606" y="364842"/>
                  <a:pt x="70138" y="401069"/>
                  <a:pt x="77237" y="436742"/>
                </a:cubicBezTo>
                <a:cubicBezTo>
                  <a:pt x="85420" y="478596"/>
                  <a:pt x="94769" y="520067"/>
                  <a:pt x="105342" y="561443"/>
                </a:cubicBezTo>
                <a:cubicBezTo>
                  <a:pt x="119612" y="611540"/>
                  <a:pt x="131019" y="662275"/>
                  <a:pt x="146838" y="711957"/>
                </a:cubicBezTo>
                <a:cubicBezTo>
                  <a:pt x="164468" y="765314"/>
                  <a:pt x="178952" y="820037"/>
                  <a:pt x="203849" y="870682"/>
                </a:cubicBezTo>
                <a:cubicBezTo>
                  <a:pt x="228366" y="918763"/>
                  <a:pt x="250947" y="967723"/>
                  <a:pt x="278346" y="1014300"/>
                </a:cubicBezTo>
                <a:cubicBezTo>
                  <a:pt x="302891" y="1053645"/>
                  <a:pt x="324493" y="1094889"/>
                  <a:pt x="353637" y="1131048"/>
                </a:cubicBezTo>
                <a:cubicBezTo>
                  <a:pt x="367097" y="1147173"/>
                  <a:pt x="381501" y="1162846"/>
                  <a:pt x="393838" y="1179406"/>
                </a:cubicBezTo>
                <a:cubicBezTo>
                  <a:pt x="414524" y="1207174"/>
                  <a:pt x="374060" y="1235002"/>
                  <a:pt x="353486" y="120715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C4854A9B-295F-1E63-294A-415D54DA03A8}"/>
              </a:ext>
            </a:extLst>
          </p:cNvPr>
          <p:cNvSpPr/>
          <p:nvPr/>
        </p:nvSpPr>
        <p:spPr>
          <a:xfrm>
            <a:off x="7040072" y="1528850"/>
            <a:ext cx="428039" cy="945419"/>
          </a:xfrm>
          <a:custGeom>
            <a:avLst/>
            <a:gdLst>
              <a:gd name="csX0" fmla="*/ 170172 w 428039"/>
              <a:gd name="csY0" fmla="*/ 932994 h 945419"/>
              <a:gd name="csX1" fmla="*/ 148137 w 428039"/>
              <a:gd name="csY1" fmla="*/ 859669 h 945419"/>
              <a:gd name="csX2" fmla="*/ 103523 w 428039"/>
              <a:gd name="csY2" fmla="*/ 726119 h 945419"/>
              <a:gd name="csX3" fmla="*/ 58870 w 428039"/>
              <a:gd name="csY3" fmla="*/ 564604 h 945419"/>
              <a:gd name="csX4" fmla="*/ 29199 w 428039"/>
              <a:gd name="csY4" fmla="*/ 398545 h 945419"/>
              <a:gd name="csX5" fmla="*/ 10541 w 428039"/>
              <a:gd name="csY5" fmla="*/ 271996 h 945419"/>
              <a:gd name="csX6" fmla="*/ 3433 w 428039"/>
              <a:gd name="csY6" fmla="*/ 167697 h 945419"/>
              <a:gd name="csX7" fmla="*/ 154 w 428039"/>
              <a:gd name="csY7" fmla="*/ 91149 h 945419"/>
              <a:gd name="csX8" fmla="*/ 9067 w 428039"/>
              <a:gd name="csY8" fmla="*/ 35099 h 945419"/>
              <a:gd name="csX9" fmla="*/ 51836 w 428039"/>
              <a:gd name="csY9" fmla="*/ 0 h 945419"/>
              <a:gd name="csX10" fmla="*/ 135865 w 428039"/>
              <a:gd name="csY10" fmla="*/ 39860 h 945419"/>
              <a:gd name="csX11" fmla="*/ 254289 w 428039"/>
              <a:gd name="csY11" fmla="*/ 131254 h 945419"/>
              <a:gd name="csX12" fmla="*/ 364827 w 428039"/>
              <a:gd name="csY12" fmla="*/ 251326 h 945419"/>
              <a:gd name="csX13" fmla="*/ 426583 w 428039"/>
              <a:gd name="csY13" fmla="*/ 335826 h 945419"/>
              <a:gd name="csX14" fmla="*/ 415521 w 428039"/>
              <a:gd name="csY14" fmla="*/ 343749 h 945419"/>
              <a:gd name="csX15" fmla="*/ 354029 w 428039"/>
              <a:gd name="csY15" fmla="*/ 259606 h 945419"/>
              <a:gd name="csX16" fmla="*/ 245682 w 428039"/>
              <a:gd name="csY16" fmla="*/ 141791 h 945419"/>
              <a:gd name="csX17" fmla="*/ 125296 w 428039"/>
              <a:gd name="csY17" fmla="*/ 57868 h 945419"/>
              <a:gd name="csX18" fmla="*/ 55062 w 428039"/>
              <a:gd name="csY18" fmla="*/ 32950 h 945419"/>
              <a:gd name="csX19" fmla="*/ 39851 w 428039"/>
              <a:gd name="csY19" fmla="*/ 44933 h 945419"/>
              <a:gd name="csX20" fmla="*/ 28389 w 428039"/>
              <a:gd name="csY20" fmla="*/ 92995 h 945419"/>
              <a:gd name="csX21" fmla="*/ 22440 w 428039"/>
              <a:gd name="csY21" fmla="*/ 167645 h 945419"/>
              <a:gd name="csX22" fmla="*/ 24745 w 428039"/>
              <a:gd name="csY22" fmla="*/ 270620 h 945419"/>
              <a:gd name="csX23" fmla="*/ 42597 w 428039"/>
              <a:gd name="csY23" fmla="*/ 396130 h 945419"/>
              <a:gd name="csX24" fmla="*/ 72229 w 428039"/>
              <a:gd name="csY24" fmla="*/ 561970 h 945419"/>
              <a:gd name="csX25" fmla="*/ 116735 w 428039"/>
              <a:gd name="csY25" fmla="*/ 720761 h 945419"/>
              <a:gd name="csX26" fmla="*/ 175184 w 428039"/>
              <a:gd name="csY26" fmla="*/ 849711 h 945419"/>
              <a:gd name="csX27" fmla="*/ 205588 w 428039"/>
              <a:gd name="csY27" fmla="*/ 914204 h 945419"/>
              <a:gd name="csX28" fmla="*/ 170180 w 428039"/>
              <a:gd name="csY28" fmla="*/ 932990 h 945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428039" h="945419">
                <a:moveTo>
                  <a:pt x="170172" y="932994"/>
                </a:moveTo>
                <a:cubicBezTo>
                  <a:pt x="159802" y="909512"/>
                  <a:pt x="154500" y="884307"/>
                  <a:pt x="148137" y="859669"/>
                </a:cubicBezTo>
                <a:cubicBezTo>
                  <a:pt x="134447" y="814790"/>
                  <a:pt x="120582" y="769858"/>
                  <a:pt x="103523" y="726119"/>
                </a:cubicBezTo>
                <a:cubicBezTo>
                  <a:pt x="82578" y="674045"/>
                  <a:pt x="69695" y="619516"/>
                  <a:pt x="58870" y="564604"/>
                </a:cubicBezTo>
                <a:cubicBezTo>
                  <a:pt x="49161" y="509220"/>
                  <a:pt x="39184" y="453885"/>
                  <a:pt x="29199" y="398545"/>
                </a:cubicBezTo>
                <a:cubicBezTo>
                  <a:pt x="20947" y="356655"/>
                  <a:pt x="15487" y="314347"/>
                  <a:pt x="10541" y="271996"/>
                </a:cubicBezTo>
                <a:cubicBezTo>
                  <a:pt x="7877" y="237254"/>
                  <a:pt x="5052" y="202515"/>
                  <a:pt x="3433" y="167697"/>
                </a:cubicBezTo>
                <a:cubicBezTo>
                  <a:pt x="809" y="142327"/>
                  <a:pt x="32" y="116626"/>
                  <a:pt x="154" y="91149"/>
                </a:cubicBezTo>
                <a:cubicBezTo>
                  <a:pt x="-1046" y="71864"/>
                  <a:pt x="5021" y="53650"/>
                  <a:pt x="9067" y="35099"/>
                </a:cubicBezTo>
                <a:cubicBezTo>
                  <a:pt x="18329" y="12394"/>
                  <a:pt x="28844" y="4991"/>
                  <a:pt x="51836" y="0"/>
                </a:cubicBezTo>
                <a:cubicBezTo>
                  <a:pt x="83162" y="5057"/>
                  <a:pt x="109752" y="22779"/>
                  <a:pt x="135865" y="39860"/>
                </a:cubicBezTo>
                <a:cubicBezTo>
                  <a:pt x="175119" y="70647"/>
                  <a:pt x="215644" y="99681"/>
                  <a:pt x="254289" y="131254"/>
                </a:cubicBezTo>
                <a:cubicBezTo>
                  <a:pt x="296668" y="165963"/>
                  <a:pt x="331640" y="208064"/>
                  <a:pt x="364827" y="251326"/>
                </a:cubicBezTo>
                <a:cubicBezTo>
                  <a:pt x="386442" y="278860"/>
                  <a:pt x="407283" y="306649"/>
                  <a:pt x="426583" y="335826"/>
                </a:cubicBezTo>
                <a:cubicBezTo>
                  <a:pt x="431891" y="343851"/>
                  <a:pt x="421423" y="351347"/>
                  <a:pt x="415521" y="343749"/>
                </a:cubicBezTo>
                <a:cubicBezTo>
                  <a:pt x="394189" y="316296"/>
                  <a:pt x="374035" y="288065"/>
                  <a:pt x="354029" y="259606"/>
                </a:cubicBezTo>
                <a:cubicBezTo>
                  <a:pt x="321492" y="217171"/>
                  <a:pt x="287240" y="175839"/>
                  <a:pt x="245682" y="141791"/>
                </a:cubicBezTo>
                <a:cubicBezTo>
                  <a:pt x="207852" y="110871"/>
                  <a:pt x="169587" y="79136"/>
                  <a:pt x="125296" y="57868"/>
                </a:cubicBezTo>
                <a:cubicBezTo>
                  <a:pt x="102410" y="47042"/>
                  <a:pt x="81165" y="31872"/>
                  <a:pt x="55062" y="32950"/>
                </a:cubicBezTo>
                <a:cubicBezTo>
                  <a:pt x="50516" y="36531"/>
                  <a:pt x="36977" y="31717"/>
                  <a:pt x="39851" y="44933"/>
                </a:cubicBezTo>
                <a:cubicBezTo>
                  <a:pt x="34540" y="60714"/>
                  <a:pt x="29671" y="76227"/>
                  <a:pt x="28389" y="92995"/>
                </a:cubicBezTo>
                <a:cubicBezTo>
                  <a:pt x="25761" y="117780"/>
                  <a:pt x="24680" y="142770"/>
                  <a:pt x="22440" y="167645"/>
                </a:cubicBezTo>
                <a:cubicBezTo>
                  <a:pt x="21365" y="202088"/>
                  <a:pt x="20005" y="236332"/>
                  <a:pt x="24745" y="270620"/>
                </a:cubicBezTo>
                <a:cubicBezTo>
                  <a:pt x="28951" y="312708"/>
                  <a:pt x="34356" y="354602"/>
                  <a:pt x="42597" y="396130"/>
                </a:cubicBezTo>
                <a:cubicBezTo>
                  <a:pt x="52570" y="451394"/>
                  <a:pt x="62537" y="506658"/>
                  <a:pt x="72229" y="561970"/>
                </a:cubicBezTo>
                <a:cubicBezTo>
                  <a:pt x="82864" y="615970"/>
                  <a:pt x="95071" y="669936"/>
                  <a:pt x="116735" y="720761"/>
                </a:cubicBezTo>
                <a:cubicBezTo>
                  <a:pt x="135040" y="764278"/>
                  <a:pt x="157362" y="805959"/>
                  <a:pt x="175184" y="849711"/>
                </a:cubicBezTo>
                <a:cubicBezTo>
                  <a:pt x="185487" y="871034"/>
                  <a:pt x="196136" y="892494"/>
                  <a:pt x="205588" y="914204"/>
                </a:cubicBezTo>
                <a:cubicBezTo>
                  <a:pt x="216903" y="940190"/>
                  <a:pt x="181631" y="958916"/>
                  <a:pt x="170180" y="93299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DDA7FE14-3848-32F3-E64B-5AB483800215}"/>
              </a:ext>
            </a:extLst>
          </p:cNvPr>
          <p:cNvSpPr/>
          <p:nvPr/>
        </p:nvSpPr>
        <p:spPr>
          <a:xfrm>
            <a:off x="7226569" y="1937158"/>
            <a:ext cx="390314" cy="523933"/>
          </a:xfrm>
          <a:custGeom>
            <a:avLst/>
            <a:gdLst>
              <a:gd name="csX0" fmla="*/ 11203 w 390314"/>
              <a:gd name="csY0" fmla="*/ 507542 h 523933"/>
              <a:gd name="csX1" fmla="*/ 15175 w 390314"/>
              <a:gd name="csY1" fmla="*/ 445932 h 523933"/>
              <a:gd name="csX2" fmla="*/ 13105 w 390314"/>
              <a:gd name="csY2" fmla="*/ 344519 h 523933"/>
              <a:gd name="csX3" fmla="*/ 12179 w 390314"/>
              <a:gd name="csY3" fmla="*/ 239554 h 523933"/>
              <a:gd name="csX4" fmla="*/ 6147 w 390314"/>
              <a:gd name="csY4" fmla="*/ 164232 h 523933"/>
              <a:gd name="csX5" fmla="*/ 1544 w 390314"/>
              <a:gd name="csY5" fmla="*/ 102402 h 523933"/>
              <a:gd name="csX6" fmla="*/ 4718 w 390314"/>
              <a:gd name="csY6" fmla="*/ 50112 h 523933"/>
              <a:gd name="csX7" fmla="*/ 24308 w 390314"/>
              <a:gd name="csY7" fmla="*/ 15136 h 523933"/>
              <a:gd name="csX8" fmla="*/ 69015 w 390314"/>
              <a:gd name="csY8" fmla="*/ 0 h 523933"/>
              <a:gd name="csX9" fmla="*/ 143148 w 390314"/>
              <a:gd name="csY9" fmla="*/ 37746 h 523933"/>
              <a:gd name="csX10" fmla="*/ 218249 w 390314"/>
              <a:gd name="csY10" fmla="*/ 120516 h 523933"/>
              <a:gd name="csX11" fmla="*/ 284592 w 390314"/>
              <a:gd name="csY11" fmla="*/ 240512 h 523933"/>
              <a:gd name="csX12" fmla="*/ 343375 w 390314"/>
              <a:gd name="csY12" fmla="*/ 363356 h 523933"/>
              <a:gd name="csX13" fmla="*/ 385359 w 390314"/>
              <a:gd name="csY13" fmla="*/ 468369 h 523933"/>
              <a:gd name="csX14" fmla="*/ 389887 w 390314"/>
              <a:gd name="csY14" fmla="*/ 482536 h 523933"/>
              <a:gd name="csX15" fmla="*/ 376925 w 390314"/>
              <a:gd name="csY15" fmla="*/ 486677 h 523933"/>
              <a:gd name="csX16" fmla="*/ 372463 w 390314"/>
              <a:gd name="csY16" fmla="*/ 472709 h 523933"/>
              <a:gd name="csX17" fmla="*/ 331036 w 390314"/>
              <a:gd name="csY17" fmla="*/ 369096 h 523933"/>
              <a:gd name="csX18" fmla="*/ 272518 w 390314"/>
              <a:gd name="csY18" fmla="*/ 246795 h 523933"/>
              <a:gd name="csX19" fmla="*/ 207062 w 390314"/>
              <a:gd name="csY19" fmla="*/ 128266 h 523933"/>
              <a:gd name="csX20" fmla="*/ 134043 w 390314"/>
              <a:gd name="csY20" fmla="*/ 51025 h 523933"/>
              <a:gd name="csX21" fmla="*/ 67779 w 390314"/>
              <a:gd name="csY21" fmla="*/ 25145 h 523933"/>
              <a:gd name="csX22" fmla="*/ 44525 w 390314"/>
              <a:gd name="csY22" fmla="*/ 33136 h 523933"/>
              <a:gd name="csX23" fmla="*/ 28642 w 390314"/>
              <a:gd name="csY23" fmla="*/ 55566 h 523933"/>
              <a:gd name="csX24" fmla="*/ 24873 w 390314"/>
              <a:gd name="csY24" fmla="*/ 101384 h 523933"/>
              <a:gd name="csX25" fmla="*/ 28393 w 390314"/>
              <a:gd name="csY25" fmla="*/ 162695 h 523933"/>
              <a:gd name="csX26" fmla="*/ 25785 w 390314"/>
              <a:gd name="csY26" fmla="*/ 239780 h 523933"/>
              <a:gd name="csX27" fmla="*/ 26703 w 390314"/>
              <a:gd name="csY27" fmla="*/ 344002 h 523933"/>
              <a:gd name="csX28" fmla="*/ 34679 w 390314"/>
              <a:gd name="csY28" fmla="*/ 444739 h 523933"/>
              <a:gd name="csX29" fmla="*/ 47039 w 390314"/>
              <a:gd name="csY29" fmla="*/ 503502 h 523933"/>
              <a:gd name="csX30" fmla="*/ 11204 w 390314"/>
              <a:gd name="csY30" fmla="*/ 507556 h 5239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390314" h="523933">
                <a:moveTo>
                  <a:pt x="11203" y="507542"/>
                </a:moveTo>
                <a:cubicBezTo>
                  <a:pt x="15001" y="487313"/>
                  <a:pt x="14823" y="466496"/>
                  <a:pt x="15175" y="445932"/>
                </a:cubicBezTo>
                <a:cubicBezTo>
                  <a:pt x="16649" y="412191"/>
                  <a:pt x="14497" y="378308"/>
                  <a:pt x="13105" y="344519"/>
                </a:cubicBezTo>
                <a:cubicBezTo>
                  <a:pt x="11442" y="309549"/>
                  <a:pt x="11725" y="274548"/>
                  <a:pt x="12179" y="239554"/>
                </a:cubicBezTo>
                <a:cubicBezTo>
                  <a:pt x="13151" y="214105"/>
                  <a:pt x="9924" y="189221"/>
                  <a:pt x="6147" y="164232"/>
                </a:cubicBezTo>
                <a:cubicBezTo>
                  <a:pt x="4127" y="143476"/>
                  <a:pt x="3237" y="122823"/>
                  <a:pt x="1544" y="102402"/>
                </a:cubicBezTo>
                <a:cubicBezTo>
                  <a:pt x="-2146" y="84580"/>
                  <a:pt x="1531" y="67528"/>
                  <a:pt x="4718" y="50112"/>
                </a:cubicBezTo>
                <a:cubicBezTo>
                  <a:pt x="6003" y="35205"/>
                  <a:pt x="16331" y="26367"/>
                  <a:pt x="24308" y="15136"/>
                </a:cubicBezTo>
                <a:cubicBezTo>
                  <a:pt x="37303" y="-1114"/>
                  <a:pt x="51064" y="1607"/>
                  <a:pt x="69015" y="0"/>
                </a:cubicBezTo>
                <a:cubicBezTo>
                  <a:pt x="97661" y="4698"/>
                  <a:pt x="120564" y="20653"/>
                  <a:pt x="143148" y="37746"/>
                </a:cubicBezTo>
                <a:cubicBezTo>
                  <a:pt x="172209" y="61699"/>
                  <a:pt x="196852" y="89657"/>
                  <a:pt x="218249" y="120516"/>
                </a:cubicBezTo>
                <a:cubicBezTo>
                  <a:pt x="242969" y="159013"/>
                  <a:pt x="263523" y="199962"/>
                  <a:pt x="284592" y="240512"/>
                </a:cubicBezTo>
                <a:cubicBezTo>
                  <a:pt x="304942" y="281090"/>
                  <a:pt x="324244" y="322189"/>
                  <a:pt x="343375" y="363356"/>
                </a:cubicBezTo>
                <a:cubicBezTo>
                  <a:pt x="360410" y="397285"/>
                  <a:pt x="372878" y="432720"/>
                  <a:pt x="385359" y="468369"/>
                </a:cubicBezTo>
                <a:cubicBezTo>
                  <a:pt x="386869" y="473091"/>
                  <a:pt x="388378" y="477814"/>
                  <a:pt x="389887" y="482536"/>
                </a:cubicBezTo>
                <a:cubicBezTo>
                  <a:pt x="392815" y="491701"/>
                  <a:pt x="379852" y="495842"/>
                  <a:pt x="376925" y="486677"/>
                </a:cubicBezTo>
                <a:cubicBezTo>
                  <a:pt x="375438" y="482021"/>
                  <a:pt x="373951" y="477365"/>
                  <a:pt x="372463" y="472709"/>
                </a:cubicBezTo>
                <a:cubicBezTo>
                  <a:pt x="360173" y="437584"/>
                  <a:pt x="346257" y="403094"/>
                  <a:pt x="331036" y="369096"/>
                </a:cubicBezTo>
                <a:cubicBezTo>
                  <a:pt x="311990" y="328113"/>
                  <a:pt x="292772" y="287195"/>
                  <a:pt x="272518" y="246795"/>
                </a:cubicBezTo>
                <a:cubicBezTo>
                  <a:pt x="251713" y="206750"/>
                  <a:pt x="231421" y="166313"/>
                  <a:pt x="207062" y="128266"/>
                </a:cubicBezTo>
                <a:cubicBezTo>
                  <a:pt x="186799" y="98937"/>
                  <a:pt x="164087" y="70811"/>
                  <a:pt x="134043" y="51025"/>
                </a:cubicBezTo>
                <a:cubicBezTo>
                  <a:pt x="112959" y="40008"/>
                  <a:pt x="92583" y="26469"/>
                  <a:pt x="67779" y="25145"/>
                </a:cubicBezTo>
                <a:cubicBezTo>
                  <a:pt x="59436" y="27588"/>
                  <a:pt x="50519" y="25283"/>
                  <a:pt x="44525" y="33136"/>
                </a:cubicBezTo>
                <a:cubicBezTo>
                  <a:pt x="39101" y="40629"/>
                  <a:pt x="32430" y="47014"/>
                  <a:pt x="28642" y="55566"/>
                </a:cubicBezTo>
                <a:cubicBezTo>
                  <a:pt x="27104" y="70793"/>
                  <a:pt x="25177" y="86014"/>
                  <a:pt x="24873" y="101384"/>
                </a:cubicBezTo>
                <a:cubicBezTo>
                  <a:pt x="25551" y="121596"/>
                  <a:pt x="26988" y="142111"/>
                  <a:pt x="28393" y="162695"/>
                </a:cubicBezTo>
                <a:cubicBezTo>
                  <a:pt x="27884" y="188373"/>
                  <a:pt x="27064" y="214092"/>
                  <a:pt x="25785" y="239780"/>
                </a:cubicBezTo>
                <a:cubicBezTo>
                  <a:pt x="25333" y="274523"/>
                  <a:pt x="25051" y="309276"/>
                  <a:pt x="26703" y="344002"/>
                </a:cubicBezTo>
                <a:cubicBezTo>
                  <a:pt x="28089" y="377664"/>
                  <a:pt x="28845" y="411542"/>
                  <a:pt x="34679" y="444739"/>
                </a:cubicBezTo>
                <a:cubicBezTo>
                  <a:pt x="37456" y="464521"/>
                  <a:pt x="39335" y="484984"/>
                  <a:pt x="47039" y="503502"/>
                </a:cubicBezTo>
                <a:cubicBezTo>
                  <a:pt x="56833" y="527047"/>
                  <a:pt x="6497" y="532618"/>
                  <a:pt x="11204" y="50755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4" name="任意多边形: 形状 93">
            <a:extLst>
              <a:ext uri="{FF2B5EF4-FFF2-40B4-BE49-F238E27FC236}">
                <a16:creationId xmlns:a16="http://schemas.microsoft.com/office/drawing/2014/main" id="{5F235FD0-5922-E5A5-1D20-EBBC56ECD1C2}"/>
              </a:ext>
            </a:extLst>
          </p:cNvPr>
          <p:cNvSpPr/>
          <p:nvPr/>
        </p:nvSpPr>
        <p:spPr>
          <a:xfrm>
            <a:off x="7437728" y="1726690"/>
            <a:ext cx="398177" cy="363527"/>
          </a:xfrm>
          <a:custGeom>
            <a:avLst/>
            <a:gdLst>
              <a:gd name="csX0" fmla="*/ 355 w 398177"/>
              <a:gd name="csY0" fmla="*/ 342058 h 363527"/>
              <a:gd name="csX1" fmla="*/ 5770 w 398177"/>
              <a:gd name="csY1" fmla="*/ 288820 h 363527"/>
              <a:gd name="csX2" fmla="*/ 18981 w 398177"/>
              <a:gd name="csY2" fmla="*/ 205706 h 363527"/>
              <a:gd name="csX3" fmla="*/ 47233 w 398177"/>
              <a:gd name="csY3" fmla="*/ 115864 h 363527"/>
              <a:gd name="csX4" fmla="*/ 103685 w 398177"/>
              <a:gd name="csY4" fmla="*/ 50588 h 363527"/>
              <a:gd name="csX5" fmla="*/ 169520 w 398177"/>
              <a:gd name="csY5" fmla="*/ 12767 h 363527"/>
              <a:gd name="csX6" fmla="*/ 244972 w 398177"/>
              <a:gd name="csY6" fmla="*/ 668 h 363527"/>
              <a:gd name="csX7" fmla="*/ 331069 w 398177"/>
              <a:gd name="csY7" fmla="*/ 61124 h 363527"/>
              <a:gd name="csX8" fmla="*/ 397613 w 398177"/>
              <a:gd name="csY8" fmla="*/ 180777 h 363527"/>
              <a:gd name="csX9" fmla="*/ 384870 w 398177"/>
              <a:gd name="csY9" fmla="*/ 185550 h 363527"/>
              <a:gd name="csX10" fmla="*/ 315521 w 398177"/>
              <a:gd name="csY10" fmla="*/ 77955 h 363527"/>
              <a:gd name="csX11" fmla="*/ 239081 w 398177"/>
              <a:gd name="csY11" fmla="*/ 33548 h 363527"/>
              <a:gd name="csX12" fmla="*/ 182829 w 398177"/>
              <a:gd name="csY12" fmla="*/ 41947 h 363527"/>
              <a:gd name="csX13" fmla="*/ 121361 w 398177"/>
              <a:gd name="csY13" fmla="*/ 74791 h 363527"/>
              <a:gd name="csX14" fmla="*/ 75082 w 398177"/>
              <a:gd name="csY14" fmla="*/ 128550 h 363527"/>
              <a:gd name="csX15" fmla="*/ 47094 w 398177"/>
              <a:gd name="csY15" fmla="*/ 211705 h 363527"/>
              <a:gd name="csX16" fmla="*/ 39879 w 398177"/>
              <a:gd name="csY16" fmla="*/ 289399 h 363527"/>
              <a:gd name="csX17" fmla="*/ 45951 w 398177"/>
              <a:gd name="csY17" fmla="*/ 337958 h 363527"/>
              <a:gd name="csX18" fmla="*/ 354 w 398177"/>
              <a:gd name="csY18" fmla="*/ 342051 h 3635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98177" h="363527">
                <a:moveTo>
                  <a:pt x="355" y="342058"/>
                </a:moveTo>
                <a:cubicBezTo>
                  <a:pt x="3416" y="324528"/>
                  <a:pt x="4556" y="306578"/>
                  <a:pt x="5770" y="288820"/>
                </a:cubicBezTo>
                <a:cubicBezTo>
                  <a:pt x="5837" y="260450"/>
                  <a:pt x="12247" y="233069"/>
                  <a:pt x="18981" y="205706"/>
                </a:cubicBezTo>
                <a:cubicBezTo>
                  <a:pt x="24880" y="174767"/>
                  <a:pt x="35608" y="145038"/>
                  <a:pt x="47233" y="115864"/>
                </a:cubicBezTo>
                <a:cubicBezTo>
                  <a:pt x="59953" y="88116"/>
                  <a:pt x="80298" y="69019"/>
                  <a:pt x="103685" y="50588"/>
                </a:cubicBezTo>
                <a:cubicBezTo>
                  <a:pt x="123848" y="34874"/>
                  <a:pt x="147074" y="24606"/>
                  <a:pt x="169520" y="12767"/>
                </a:cubicBezTo>
                <a:cubicBezTo>
                  <a:pt x="194106" y="-398"/>
                  <a:pt x="218431" y="-1004"/>
                  <a:pt x="244972" y="668"/>
                </a:cubicBezTo>
                <a:cubicBezTo>
                  <a:pt x="280131" y="11517"/>
                  <a:pt x="304968" y="36892"/>
                  <a:pt x="331069" y="61124"/>
                </a:cubicBezTo>
                <a:cubicBezTo>
                  <a:pt x="365274" y="93281"/>
                  <a:pt x="381488" y="137817"/>
                  <a:pt x="397613" y="180777"/>
                </a:cubicBezTo>
                <a:cubicBezTo>
                  <a:pt x="400993" y="189785"/>
                  <a:pt x="388239" y="194562"/>
                  <a:pt x="384870" y="185550"/>
                </a:cubicBezTo>
                <a:cubicBezTo>
                  <a:pt x="369453" y="144307"/>
                  <a:pt x="347480" y="108763"/>
                  <a:pt x="315521" y="77955"/>
                </a:cubicBezTo>
                <a:cubicBezTo>
                  <a:pt x="292251" y="59265"/>
                  <a:pt x="268993" y="40038"/>
                  <a:pt x="239081" y="33548"/>
                </a:cubicBezTo>
                <a:cubicBezTo>
                  <a:pt x="218582" y="32127"/>
                  <a:pt x="201759" y="30357"/>
                  <a:pt x="182829" y="41947"/>
                </a:cubicBezTo>
                <a:cubicBezTo>
                  <a:pt x="161363" y="51022"/>
                  <a:pt x="140915" y="61982"/>
                  <a:pt x="121361" y="74791"/>
                </a:cubicBezTo>
                <a:cubicBezTo>
                  <a:pt x="102671" y="89957"/>
                  <a:pt x="84990" y="105898"/>
                  <a:pt x="75082" y="128550"/>
                </a:cubicBezTo>
                <a:cubicBezTo>
                  <a:pt x="63204" y="155524"/>
                  <a:pt x="52099" y="182406"/>
                  <a:pt x="47094" y="211705"/>
                </a:cubicBezTo>
                <a:cubicBezTo>
                  <a:pt x="43530" y="237435"/>
                  <a:pt x="39507" y="263322"/>
                  <a:pt x="39879" y="289399"/>
                </a:cubicBezTo>
                <a:cubicBezTo>
                  <a:pt x="40649" y="305602"/>
                  <a:pt x="40450" y="322607"/>
                  <a:pt x="45951" y="337958"/>
                </a:cubicBezTo>
                <a:cubicBezTo>
                  <a:pt x="56871" y="368431"/>
                  <a:pt x="-5215" y="373939"/>
                  <a:pt x="354" y="34205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id="{506411A2-5055-02AD-B56E-505E883170F5}"/>
              </a:ext>
            </a:extLst>
          </p:cNvPr>
          <p:cNvSpPr/>
          <p:nvPr/>
        </p:nvSpPr>
        <p:spPr>
          <a:xfrm>
            <a:off x="7804231" y="1705313"/>
            <a:ext cx="512132" cy="510196"/>
          </a:xfrm>
          <a:custGeom>
            <a:avLst/>
            <a:gdLst>
              <a:gd name="csX0" fmla="*/ 278 w 512132"/>
              <a:gd name="csY0" fmla="*/ 470114 h 510196"/>
              <a:gd name="csX1" fmla="*/ 6456 w 512132"/>
              <a:gd name="csY1" fmla="*/ 423838 h 510196"/>
              <a:gd name="csX2" fmla="*/ 18179 w 512132"/>
              <a:gd name="csY2" fmla="*/ 329405 h 510196"/>
              <a:gd name="csX3" fmla="*/ 43702 w 512132"/>
              <a:gd name="csY3" fmla="*/ 222497 h 510196"/>
              <a:gd name="csX4" fmla="*/ 69520 w 512132"/>
              <a:gd name="csY4" fmla="*/ 132813 h 510196"/>
              <a:gd name="csX5" fmla="*/ 101688 w 512132"/>
              <a:gd name="csY5" fmla="*/ 67240 h 510196"/>
              <a:gd name="csX6" fmla="*/ 144434 w 512132"/>
              <a:gd name="csY6" fmla="*/ 23579 h 510196"/>
              <a:gd name="csX7" fmla="*/ 199834 w 512132"/>
              <a:gd name="csY7" fmla="*/ 45 h 510196"/>
              <a:gd name="csX8" fmla="*/ 278890 w 512132"/>
              <a:gd name="csY8" fmla="*/ 22437 h 510196"/>
              <a:gd name="csX9" fmla="*/ 355415 w 512132"/>
              <a:gd name="csY9" fmla="*/ 107704 h 510196"/>
              <a:gd name="csX10" fmla="*/ 420589 w 512132"/>
              <a:gd name="csY10" fmla="*/ 234006 h 510196"/>
              <a:gd name="csX11" fmla="*/ 478634 w 512132"/>
              <a:gd name="csY11" fmla="*/ 370251 h 510196"/>
              <a:gd name="csX12" fmla="*/ 511732 w 512132"/>
              <a:gd name="csY12" fmla="*/ 500982 h 510196"/>
              <a:gd name="csX13" fmla="*/ 498726 w 512132"/>
              <a:gd name="csY13" fmla="*/ 504984 h 510196"/>
              <a:gd name="csX14" fmla="*/ 448192 w 512132"/>
              <a:gd name="csY14" fmla="*/ 381550 h 510196"/>
              <a:gd name="csX15" fmla="*/ 391172 w 512132"/>
              <a:gd name="csY15" fmla="*/ 248323 h 510196"/>
              <a:gd name="csX16" fmla="*/ 324684 w 512132"/>
              <a:gd name="csY16" fmla="*/ 129166 h 510196"/>
              <a:gd name="csX17" fmla="*/ 257272 w 512132"/>
              <a:gd name="csY17" fmla="*/ 56051 h 510196"/>
              <a:gd name="csX18" fmla="*/ 202238 w 512132"/>
              <a:gd name="csY18" fmla="*/ 30615 h 510196"/>
              <a:gd name="csX19" fmla="*/ 160740 w 512132"/>
              <a:gd name="csY19" fmla="*/ 44552 h 510196"/>
              <a:gd name="csX20" fmla="*/ 122101 w 512132"/>
              <a:gd name="csY20" fmla="*/ 81544 h 510196"/>
              <a:gd name="csX21" fmla="*/ 88257 w 512132"/>
              <a:gd name="csY21" fmla="*/ 140278 h 510196"/>
              <a:gd name="csX22" fmla="*/ 57457 w 512132"/>
              <a:gd name="csY22" fmla="*/ 226009 h 510196"/>
              <a:gd name="csX23" fmla="*/ 33779 w 512132"/>
              <a:gd name="csY23" fmla="*/ 331889 h 510196"/>
              <a:gd name="csX24" fmla="*/ 25553 w 512132"/>
              <a:gd name="csY24" fmla="*/ 425055 h 510196"/>
              <a:gd name="csX25" fmla="*/ 29146 w 512132"/>
              <a:gd name="csY25" fmla="*/ 470097 h 510196"/>
              <a:gd name="csX26" fmla="*/ 276 w 512132"/>
              <a:gd name="csY26" fmla="*/ 470097 h 5101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512132" h="510196">
                <a:moveTo>
                  <a:pt x="278" y="470114"/>
                </a:moveTo>
                <a:cubicBezTo>
                  <a:pt x="3212" y="454713"/>
                  <a:pt x="4042" y="439346"/>
                  <a:pt x="6456" y="423838"/>
                </a:cubicBezTo>
                <a:cubicBezTo>
                  <a:pt x="8999" y="392079"/>
                  <a:pt x="13043" y="360898"/>
                  <a:pt x="18179" y="329405"/>
                </a:cubicBezTo>
                <a:cubicBezTo>
                  <a:pt x="25647" y="293491"/>
                  <a:pt x="34814" y="258073"/>
                  <a:pt x="43702" y="222497"/>
                </a:cubicBezTo>
                <a:cubicBezTo>
                  <a:pt x="49263" y="191763"/>
                  <a:pt x="58830" y="162031"/>
                  <a:pt x="69520" y="132813"/>
                </a:cubicBezTo>
                <a:cubicBezTo>
                  <a:pt x="77279" y="109377"/>
                  <a:pt x="88397" y="87892"/>
                  <a:pt x="101688" y="67240"/>
                </a:cubicBezTo>
                <a:cubicBezTo>
                  <a:pt x="112444" y="49279"/>
                  <a:pt x="128803" y="36587"/>
                  <a:pt x="144434" y="23579"/>
                </a:cubicBezTo>
                <a:cubicBezTo>
                  <a:pt x="160674" y="7703"/>
                  <a:pt x="178127" y="2983"/>
                  <a:pt x="199834" y="45"/>
                </a:cubicBezTo>
                <a:cubicBezTo>
                  <a:pt x="229044" y="-800"/>
                  <a:pt x="253648" y="10349"/>
                  <a:pt x="278890" y="22437"/>
                </a:cubicBezTo>
                <a:cubicBezTo>
                  <a:pt x="309383" y="46102"/>
                  <a:pt x="334284" y="75494"/>
                  <a:pt x="355415" y="107704"/>
                </a:cubicBezTo>
                <a:cubicBezTo>
                  <a:pt x="383343" y="146509"/>
                  <a:pt x="399786" y="191412"/>
                  <a:pt x="420589" y="234006"/>
                </a:cubicBezTo>
                <a:cubicBezTo>
                  <a:pt x="445466" y="276834"/>
                  <a:pt x="462089" y="323756"/>
                  <a:pt x="478634" y="370251"/>
                </a:cubicBezTo>
                <a:cubicBezTo>
                  <a:pt x="492122" y="413328"/>
                  <a:pt x="498465" y="457873"/>
                  <a:pt x="511732" y="500982"/>
                </a:cubicBezTo>
                <a:cubicBezTo>
                  <a:pt x="514562" y="510178"/>
                  <a:pt x="501556" y="514180"/>
                  <a:pt x="498726" y="504984"/>
                </a:cubicBezTo>
                <a:cubicBezTo>
                  <a:pt x="485569" y="462227"/>
                  <a:pt x="465620" y="422678"/>
                  <a:pt x="448192" y="381550"/>
                </a:cubicBezTo>
                <a:cubicBezTo>
                  <a:pt x="430714" y="336400"/>
                  <a:pt x="410644" y="292603"/>
                  <a:pt x="391172" y="248323"/>
                </a:cubicBezTo>
                <a:cubicBezTo>
                  <a:pt x="371325" y="207435"/>
                  <a:pt x="348460" y="167868"/>
                  <a:pt x="324684" y="129166"/>
                </a:cubicBezTo>
                <a:cubicBezTo>
                  <a:pt x="305079" y="102095"/>
                  <a:pt x="285303" y="74955"/>
                  <a:pt x="257272" y="56051"/>
                </a:cubicBezTo>
                <a:cubicBezTo>
                  <a:pt x="240227" y="43636"/>
                  <a:pt x="224191" y="30853"/>
                  <a:pt x="202238" y="30615"/>
                </a:cubicBezTo>
                <a:cubicBezTo>
                  <a:pt x="188161" y="34100"/>
                  <a:pt x="173180" y="35335"/>
                  <a:pt x="160740" y="44552"/>
                </a:cubicBezTo>
                <a:cubicBezTo>
                  <a:pt x="147367" y="56411"/>
                  <a:pt x="133421" y="67345"/>
                  <a:pt x="122101" y="81544"/>
                </a:cubicBezTo>
                <a:cubicBezTo>
                  <a:pt x="109870" y="100481"/>
                  <a:pt x="96458" y="118998"/>
                  <a:pt x="88257" y="140278"/>
                </a:cubicBezTo>
                <a:cubicBezTo>
                  <a:pt x="77093" y="168596"/>
                  <a:pt x="65801" y="196675"/>
                  <a:pt x="57457" y="226009"/>
                </a:cubicBezTo>
                <a:cubicBezTo>
                  <a:pt x="48123" y="260905"/>
                  <a:pt x="37998" y="295923"/>
                  <a:pt x="33779" y="331889"/>
                </a:cubicBezTo>
                <a:cubicBezTo>
                  <a:pt x="29997" y="362821"/>
                  <a:pt x="25702" y="393793"/>
                  <a:pt x="25553" y="425055"/>
                </a:cubicBezTo>
                <a:cubicBezTo>
                  <a:pt x="26534" y="440124"/>
                  <a:pt x="25772" y="455236"/>
                  <a:pt x="29146" y="470097"/>
                </a:cubicBezTo>
                <a:cubicBezTo>
                  <a:pt x="33666" y="490005"/>
                  <a:pt x="-3545" y="490151"/>
                  <a:pt x="276" y="470097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18483721-3291-AC09-234A-48346AFFC893}"/>
              </a:ext>
            </a:extLst>
          </p:cNvPr>
          <p:cNvSpPr/>
          <p:nvPr/>
        </p:nvSpPr>
        <p:spPr>
          <a:xfrm>
            <a:off x="8139587" y="1242906"/>
            <a:ext cx="515969" cy="474344"/>
          </a:xfrm>
          <a:custGeom>
            <a:avLst/>
            <a:gdLst>
              <a:gd name="csX0" fmla="*/ 2583 w 515969"/>
              <a:gd name="csY0" fmla="*/ 333304 h 474344"/>
              <a:gd name="csX1" fmla="*/ 50856 w 515969"/>
              <a:gd name="csY1" fmla="*/ 254502 h 474344"/>
              <a:gd name="csX2" fmla="*/ 126645 w 515969"/>
              <a:gd name="csY2" fmla="*/ 142240 h 474344"/>
              <a:gd name="csX3" fmla="*/ 196572 w 515969"/>
              <a:gd name="csY3" fmla="*/ 54976 h 474344"/>
              <a:gd name="csX4" fmla="*/ 246209 w 515969"/>
              <a:gd name="csY4" fmla="*/ 6598 h 474344"/>
              <a:gd name="csX5" fmla="*/ 300814 w 515969"/>
              <a:gd name="csY5" fmla="*/ 10685 h 474344"/>
              <a:gd name="csX6" fmla="*/ 352304 w 515969"/>
              <a:gd name="csY6" fmla="*/ 61742 h 474344"/>
              <a:gd name="csX7" fmla="*/ 416678 w 515969"/>
              <a:gd name="csY7" fmla="*/ 165726 h 474344"/>
              <a:gd name="csX8" fmla="*/ 471416 w 515969"/>
              <a:gd name="csY8" fmla="*/ 284265 h 474344"/>
              <a:gd name="csX9" fmla="*/ 507700 w 515969"/>
              <a:gd name="csY9" fmla="*/ 391792 h 474344"/>
              <a:gd name="csX10" fmla="*/ 515969 w 515969"/>
              <a:gd name="csY10" fmla="*/ 465935 h 474344"/>
              <a:gd name="csX11" fmla="*/ 502678 w 515969"/>
              <a:gd name="csY11" fmla="*/ 468851 h 474344"/>
              <a:gd name="csX12" fmla="*/ 474360 w 515969"/>
              <a:gd name="csY12" fmla="*/ 401780 h 474344"/>
              <a:gd name="csX13" fmla="*/ 441229 w 515969"/>
              <a:gd name="csY13" fmla="*/ 295386 h 474344"/>
              <a:gd name="csX14" fmla="*/ 392618 w 515969"/>
              <a:gd name="csY14" fmla="*/ 178333 h 474344"/>
              <a:gd name="csX15" fmla="*/ 330580 w 515969"/>
              <a:gd name="csY15" fmla="*/ 79492 h 474344"/>
              <a:gd name="csX16" fmla="*/ 286765 w 515969"/>
              <a:gd name="csY16" fmla="*/ 33444 h 474344"/>
              <a:gd name="csX17" fmla="*/ 257162 w 515969"/>
              <a:gd name="csY17" fmla="*/ 26497 h 474344"/>
              <a:gd name="csX18" fmla="*/ 206906 w 515969"/>
              <a:gd name="csY18" fmla="*/ 64113 h 474344"/>
              <a:gd name="csX19" fmla="*/ 137631 w 515969"/>
              <a:gd name="csY19" fmla="*/ 150272 h 474344"/>
              <a:gd name="csX20" fmla="*/ 62643 w 515969"/>
              <a:gd name="csY20" fmla="*/ 261305 h 474344"/>
              <a:gd name="csX21" fmla="*/ 21961 w 515969"/>
              <a:gd name="csY21" fmla="*/ 345122 h 474344"/>
              <a:gd name="csX22" fmla="*/ 2583 w 515969"/>
              <a:gd name="csY22" fmla="*/ 333311 h 4743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515969" h="474344">
                <a:moveTo>
                  <a:pt x="2583" y="333304"/>
                </a:moveTo>
                <a:cubicBezTo>
                  <a:pt x="23234" y="310326"/>
                  <a:pt x="35473" y="281186"/>
                  <a:pt x="50856" y="254502"/>
                </a:cubicBezTo>
                <a:cubicBezTo>
                  <a:pt x="73843" y="215586"/>
                  <a:pt x="100005" y="178706"/>
                  <a:pt x="126645" y="142240"/>
                </a:cubicBezTo>
                <a:cubicBezTo>
                  <a:pt x="148103" y="111674"/>
                  <a:pt x="172165" y="83180"/>
                  <a:pt x="196572" y="54976"/>
                </a:cubicBezTo>
                <a:cubicBezTo>
                  <a:pt x="210128" y="35433"/>
                  <a:pt x="227812" y="21019"/>
                  <a:pt x="246209" y="6598"/>
                </a:cubicBezTo>
                <a:cubicBezTo>
                  <a:pt x="268298" y="-5973"/>
                  <a:pt x="280070" y="1708"/>
                  <a:pt x="300814" y="10685"/>
                </a:cubicBezTo>
                <a:cubicBezTo>
                  <a:pt x="318537" y="27171"/>
                  <a:pt x="335531" y="44551"/>
                  <a:pt x="352304" y="61742"/>
                </a:cubicBezTo>
                <a:cubicBezTo>
                  <a:pt x="375378" y="95500"/>
                  <a:pt x="398224" y="129116"/>
                  <a:pt x="416678" y="165726"/>
                </a:cubicBezTo>
                <a:cubicBezTo>
                  <a:pt x="436624" y="204603"/>
                  <a:pt x="456578" y="243031"/>
                  <a:pt x="471416" y="284265"/>
                </a:cubicBezTo>
                <a:cubicBezTo>
                  <a:pt x="485621" y="319376"/>
                  <a:pt x="497015" y="355467"/>
                  <a:pt x="507700" y="391792"/>
                </a:cubicBezTo>
                <a:cubicBezTo>
                  <a:pt x="516784" y="415640"/>
                  <a:pt x="515907" y="441441"/>
                  <a:pt x="515969" y="465935"/>
                </a:cubicBezTo>
                <a:cubicBezTo>
                  <a:pt x="515993" y="475557"/>
                  <a:pt x="506991" y="477451"/>
                  <a:pt x="502678" y="468851"/>
                </a:cubicBezTo>
                <a:cubicBezTo>
                  <a:pt x="492112" y="447781"/>
                  <a:pt x="480612" y="425605"/>
                  <a:pt x="474360" y="401780"/>
                </a:cubicBezTo>
                <a:cubicBezTo>
                  <a:pt x="463032" y="366394"/>
                  <a:pt x="452298" y="330830"/>
                  <a:pt x="441229" y="295386"/>
                </a:cubicBezTo>
                <a:cubicBezTo>
                  <a:pt x="426409" y="255876"/>
                  <a:pt x="412167" y="215709"/>
                  <a:pt x="392618" y="178333"/>
                </a:cubicBezTo>
                <a:cubicBezTo>
                  <a:pt x="374037" y="144211"/>
                  <a:pt x="357240" y="108193"/>
                  <a:pt x="330580" y="79492"/>
                </a:cubicBezTo>
                <a:cubicBezTo>
                  <a:pt x="317783" y="62038"/>
                  <a:pt x="306242" y="44210"/>
                  <a:pt x="286765" y="33444"/>
                </a:cubicBezTo>
                <a:cubicBezTo>
                  <a:pt x="276968" y="30335"/>
                  <a:pt x="268646" y="23043"/>
                  <a:pt x="257162" y="26497"/>
                </a:cubicBezTo>
                <a:cubicBezTo>
                  <a:pt x="239123" y="37184"/>
                  <a:pt x="221190" y="47946"/>
                  <a:pt x="206906" y="64113"/>
                </a:cubicBezTo>
                <a:cubicBezTo>
                  <a:pt x="182611" y="91859"/>
                  <a:pt x="158814" y="120018"/>
                  <a:pt x="137631" y="150272"/>
                </a:cubicBezTo>
                <a:cubicBezTo>
                  <a:pt x="111279" y="186340"/>
                  <a:pt x="85392" y="222816"/>
                  <a:pt x="62643" y="261305"/>
                </a:cubicBezTo>
                <a:cubicBezTo>
                  <a:pt x="47115" y="288234"/>
                  <a:pt x="30185" y="314972"/>
                  <a:pt x="21961" y="345122"/>
                </a:cubicBezTo>
                <a:cubicBezTo>
                  <a:pt x="17738" y="360603"/>
                  <a:pt x="-8144" y="345246"/>
                  <a:pt x="2583" y="3333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76831450-982E-8353-4BEF-D5CA86824653}"/>
              </a:ext>
            </a:extLst>
          </p:cNvPr>
          <p:cNvSpPr/>
          <p:nvPr/>
        </p:nvSpPr>
        <p:spPr>
          <a:xfrm>
            <a:off x="8280736" y="1695034"/>
            <a:ext cx="494143" cy="511476"/>
          </a:xfrm>
          <a:custGeom>
            <a:avLst/>
            <a:gdLst>
              <a:gd name="csX0" fmla="*/ 3928 w 494143"/>
              <a:gd name="csY0" fmla="*/ 464868 h 511476"/>
              <a:gd name="csX1" fmla="*/ 35680 w 494143"/>
              <a:gd name="csY1" fmla="*/ 416016 h 511476"/>
              <a:gd name="csX2" fmla="*/ 111251 w 494143"/>
              <a:gd name="csY2" fmla="*/ 313261 h 511476"/>
              <a:gd name="csX3" fmla="*/ 209216 w 494143"/>
              <a:gd name="csY3" fmla="*/ 198256 h 511476"/>
              <a:gd name="csX4" fmla="*/ 298202 w 494143"/>
              <a:gd name="csY4" fmla="*/ 103473 h 511476"/>
              <a:gd name="csX5" fmla="*/ 366717 w 494143"/>
              <a:gd name="csY5" fmla="*/ 38259 h 511476"/>
              <a:gd name="csX6" fmla="*/ 416251 w 494143"/>
              <a:gd name="csY6" fmla="*/ 2006 h 511476"/>
              <a:gd name="csX7" fmla="*/ 463999 w 494143"/>
              <a:gd name="csY7" fmla="*/ 41412 h 511476"/>
              <a:gd name="csX8" fmla="*/ 480382 w 494143"/>
              <a:gd name="csY8" fmla="*/ 126704 h 511476"/>
              <a:gd name="csX9" fmla="*/ 489779 w 494143"/>
              <a:gd name="csY9" fmla="*/ 251815 h 511476"/>
              <a:gd name="csX10" fmla="*/ 494131 w 494143"/>
              <a:gd name="csY10" fmla="*/ 339361 h 511476"/>
              <a:gd name="csX11" fmla="*/ 480541 w 494143"/>
              <a:gd name="csY11" fmla="*/ 340047 h 511476"/>
              <a:gd name="csX12" fmla="*/ 476184 w 494143"/>
              <a:gd name="csY12" fmla="*/ 252414 h 511476"/>
              <a:gd name="csX13" fmla="*/ 466353 w 494143"/>
              <a:gd name="csY13" fmla="*/ 129123 h 511476"/>
              <a:gd name="csX14" fmla="*/ 440172 w 494143"/>
              <a:gd name="csY14" fmla="*/ 52658 h 511476"/>
              <a:gd name="csX15" fmla="*/ 436956 w 494143"/>
              <a:gd name="csY15" fmla="*/ 53206 h 511476"/>
              <a:gd name="csX16" fmla="*/ 399795 w 494143"/>
              <a:gd name="csY16" fmla="*/ 77817 h 511476"/>
              <a:gd name="csX17" fmla="*/ 326402 w 494143"/>
              <a:gd name="csY17" fmla="*/ 134587 h 511476"/>
              <a:gd name="csX18" fmla="*/ 236428 w 494143"/>
              <a:gd name="csY18" fmla="*/ 221729 h 511476"/>
              <a:gd name="csX19" fmla="*/ 144723 w 494143"/>
              <a:gd name="csY19" fmla="*/ 338553 h 511476"/>
              <a:gd name="csX20" fmla="*/ 84068 w 494143"/>
              <a:gd name="csY20" fmla="*/ 443918 h 511476"/>
              <a:gd name="csX21" fmla="*/ 60570 w 494143"/>
              <a:gd name="csY21" fmla="*/ 492916 h 511476"/>
              <a:gd name="csX22" fmla="*/ 3931 w 494143"/>
              <a:gd name="csY22" fmla="*/ 464872 h 5114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494143" h="511476">
                <a:moveTo>
                  <a:pt x="3928" y="464868"/>
                </a:moveTo>
                <a:cubicBezTo>
                  <a:pt x="11979" y="447096"/>
                  <a:pt x="24967" y="432295"/>
                  <a:pt x="35680" y="416016"/>
                </a:cubicBezTo>
                <a:cubicBezTo>
                  <a:pt x="58904" y="380319"/>
                  <a:pt x="85986" y="347505"/>
                  <a:pt x="111251" y="313261"/>
                </a:cubicBezTo>
                <a:cubicBezTo>
                  <a:pt x="141779" y="273095"/>
                  <a:pt x="177053" y="237033"/>
                  <a:pt x="209216" y="198256"/>
                </a:cubicBezTo>
                <a:cubicBezTo>
                  <a:pt x="236795" y="164700"/>
                  <a:pt x="266967" y="133584"/>
                  <a:pt x="298202" y="103473"/>
                </a:cubicBezTo>
                <a:cubicBezTo>
                  <a:pt x="320661" y="81309"/>
                  <a:pt x="343689" y="59845"/>
                  <a:pt x="366717" y="38259"/>
                </a:cubicBezTo>
                <a:cubicBezTo>
                  <a:pt x="380931" y="23044"/>
                  <a:pt x="398987" y="12783"/>
                  <a:pt x="416251" y="2006"/>
                </a:cubicBezTo>
                <a:cubicBezTo>
                  <a:pt x="448990" y="-6468"/>
                  <a:pt x="459178" y="12902"/>
                  <a:pt x="463999" y="41412"/>
                </a:cubicBezTo>
                <a:cubicBezTo>
                  <a:pt x="473341" y="69044"/>
                  <a:pt x="477209" y="97597"/>
                  <a:pt x="480382" y="126704"/>
                </a:cubicBezTo>
                <a:cubicBezTo>
                  <a:pt x="485918" y="168198"/>
                  <a:pt x="487936" y="210029"/>
                  <a:pt x="489779" y="251815"/>
                </a:cubicBezTo>
                <a:cubicBezTo>
                  <a:pt x="490912" y="281012"/>
                  <a:pt x="492658" y="310180"/>
                  <a:pt x="494131" y="339361"/>
                </a:cubicBezTo>
                <a:cubicBezTo>
                  <a:pt x="494616" y="348971"/>
                  <a:pt x="481027" y="349657"/>
                  <a:pt x="480541" y="340047"/>
                </a:cubicBezTo>
                <a:cubicBezTo>
                  <a:pt x="479067" y="310837"/>
                  <a:pt x="477319" y="281640"/>
                  <a:pt x="476184" y="252414"/>
                </a:cubicBezTo>
                <a:cubicBezTo>
                  <a:pt x="474369" y="211239"/>
                  <a:pt x="472866" y="169874"/>
                  <a:pt x="466353" y="129123"/>
                </a:cubicBezTo>
                <a:cubicBezTo>
                  <a:pt x="459215" y="103389"/>
                  <a:pt x="453408" y="75548"/>
                  <a:pt x="440172" y="52658"/>
                </a:cubicBezTo>
                <a:cubicBezTo>
                  <a:pt x="430494" y="54307"/>
                  <a:pt x="425176" y="51096"/>
                  <a:pt x="436956" y="53206"/>
                </a:cubicBezTo>
                <a:cubicBezTo>
                  <a:pt x="424005" y="60307"/>
                  <a:pt x="410932" y="67231"/>
                  <a:pt x="399795" y="77817"/>
                </a:cubicBezTo>
                <a:cubicBezTo>
                  <a:pt x="374994" y="96384"/>
                  <a:pt x="350587" y="115217"/>
                  <a:pt x="326402" y="134587"/>
                </a:cubicBezTo>
                <a:cubicBezTo>
                  <a:pt x="295126" y="162312"/>
                  <a:pt x="263833" y="190023"/>
                  <a:pt x="236428" y="221729"/>
                </a:cubicBezTo>
                <a:cubicBezTo>
                  <a:pt x="203317" y="258638"/>
                  <a:pt x="174759" y="299140"/>
                  <a:pt x="144723" y="338553"/>
                </a:cubicBezTo>
                <a:cubicBezTo>
                  <a:pt x="119665" y="370911"/>
                  <a:pt x="100918" y="406676"/>
                  <a:pt x="84068" y="443918"/>
                </a:cubicBezTo>
                <a:cubicBezTo>
                  <a:pt x="76062" y="460278"/>
                  <a:pt x="70291" y="477611"/>
                  <a:pt x="60570" y="492916"/>
                </a:cubicBezTo>
                <a:cubicBezTo>
                  <a:pt x="36607" y="530639"/>
                  <a:pt x="-14511" y="505580"/>
                  <a:pt x="3931" y="464872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E0AB8D90-53ED-DD9F-49FE-89DB8B09F2C1}"/>
              </a:ext>
            </a:extLst>
          </p:cNvPr>
          <p:cNvSpPr/>
          <p:nvPr/>
        </p:nvSpPr>
        <p:spPr>
          <a:xfrm>
            <a:off x="8436984" y="2290358"/>
            <a:ext cx="95933" cy="115553"/>
          </a:xfrm>
          <a:custGeom>
            <a:avLst/>
            <a:gdLst>
              <a:gd name="csX0" fmla="*/ 2652 w 95933"/>
              <a:gd name="csY0" fmla="*/ 91476 h 115553"/>
              <a:gd name="csX1" fmla="*/ 37121 w 95933"/>
              <a:gd name="csY1" fmla="*/ 46677 h 115553"/>
              <a:gd name="csX2" fmla="*/ 84939 w 95933"/>
              <a:gd name="csY2" fmla="*/ 1663 h 115553"/>
              <a:gd name="csX3" fmla="*/ 93376 w 95933"/>
              <a:gd name="csY3" fmla="*/ 12338 h 115553"/>
              <a:gd name="csX4" fmla="*/ 52287 w 95933"/>
              <a:gd name="csY4" fmla="*/ 57870 h 115553"/>
              <a:gd name="csX5" fmla="*/ 33505 w 95933"/>
              <a:gd name="csY5" fmla="*/ 104072 h 115553"/>
              <a:gd name="csX6" fmla="*/ 2653 w 95933"/>
              <a:gd name="csY6" fmla="*/ 91476 h 1155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5933" h="115553">
                <a:moveTo>
                  <a:pt x="2652" y="91476"/>
                </a:moveTo>
                <a:cubicBezTo>
                  <a:pt x="13569" y="75945"/>
                  <a:pt x="24463" y="60854"/>
                  <a:pt x="37121" y="46677"/>
                </a:cubicBezTo>
                <a:cubicBezTo>
                  <a:pt x="49214" y="27326"/>
                  <a:pt x="66479" y="14278"/>
                  <a:pt x="84939" y="1663"/>
                </a:cubicBezTo>
                <a:cubicBezTo>
                  <a:pt x="92883" y="-3766"/>
                  <a:pt x="99867" y="5236"/>
                  <a:pt x="93376" y="12338"/>
                </a:cubicBezTo>
                <a:cubicBezTo>
                  <a:pt x="79675" y="27331"/>
                  <a:pt x="65819" y="42521"/>
                  <a:pt x="52287" y="57870"/>
                </a:cubicBezTo>
                <a:cubicBezTo>
                  <a:pt x="44226" y="72616"/>
                  <a:pt x="34749" y="86972"/>
                  <a:pt x="33505" y="104072"/>
                </a:cubicBezTo>
                <a:cubicBezTo>
                  <a:pt x="31796" y="127574"/>
                  <a:pt x="-10899" y="110753"/>
                  <a:pt x="2653" y="9147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9" name="任意多边形: 形状 98">
            <a:extLst>
              <a:ext uri="{FF2B5EF4-FFF2-40B4-BE49-F238E27FC236}">
                <a16:creationId xmlns:a16="http://schemas.microsoft.com/office/drawing/2014/main" id="{6A03C5C3-C9E4-33B4-3B4A-E6C5583DE747}"/>
              </a:ext>
            </a:extLst>
          </p:cNvPr>
          <p:cNvSpPr/>
          <p:nvPr/>
        </p:nvSpPr>
        <p:spPr>
          <a:xfrm>
            <a:off x="8570634" y="2290330"/>
            <a:ext cx="129980" cy="83799"/>
          </a:xfrm>
          <a:custGeom>
            <a:avLst/>
            <a:gdLst>
              <a:gd name="csX0" fmla="*/ 92649 w 129980"/>
              <a:gd name="csY0" fmla="*/ 70740 h 83799"/>
              <a:gd name="csX1" fmla="*/ 75170 w 129980"/>
              <a:gd name="csY1" fmla="*/ 44839 h 83799"/>
              <a:gd name="csX2" fmla="*/ 21000 w 129980"/>
              <a:gd name="csY2" fmla="*/ 14439 h 83799"/>
              <a:gd name="csX3" fmla="*/ 7549 w 129980"/>
              <a:gd name="csY3" fmla="*/ 15157 h 83799"/>
              <a:gd name="csX4" fmla="*/ 6884 w 129980"/>
              <a:gd name="csY4" fmla="*/ 1566 h 83799"/>
              <a:gd name="csX5" fmla="*/ 22138 w 129980"/>
              <a:gd name="csY5" fmla="*/ 880 h 83799"/>
              <a:gd name="csX6" fmla="*/ 98068 w 129980"/>
              <a:gd name="csY6" fmla="*/ 18525 h 83799"/>
              <a:gd name="csX7" fmla="*/ 128427 w 129980"/>
              <a:gd name="csY7" fmla="*/ 54503 h 83799"/>
              <a:gd name="csX8" fmla="*/ 92650 w 129980"/>
              <a:gd name="csY8" fmla="*/ 70741 h 83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9980" h="83799">
                <a:moveTo>
                  <a:pt x="92649" y="70740"/>
                </a:moveTo>
                <a:cubicBezTo>
                  <a:pt x="88545" y="60948"/>
                  <a:pt x="81198" y="53411"/>
                  <a:pt x="75170" y="44839"/>
                </a:cubicBezTo>
                <a:cubicBezTo>
                  <a:pt x="59208" y="30705"/>
                  <a:pt x="40017" y="23180"/>
                  <a:pt x="21000" y="14439"/>
                </a:cubicBezTo>
                <a:cubicBezTo>
                  <a:pt x="16516" y="14679"/>
                  <a:pt x="12032" y="14918"/>
                  <a:pt x="7549" y="15157"/>
                </a:cubicBezTo>
                <a:cubicBezTo>
                  <a:pt x="-2059" y="15670"/>
                  <a:pt x="-2729" y="1998"/>
                  <a:pt x="6884" y="1566"/>
                </a:cubicBezTo>
                <a:cubicBezTo>
                  <a:pt x="11968" y="1337"/>
                  <a:pt x="17054" y="1108"/>
                  <a:pt x="22138" y="880"/>
                </a:cubicBezTo>
                <a:cubicBezTo>
                  <a:pt x="50148" y="-1361"/>
                  <a:pt x="74231" y="-574"/>
                  <a:pt x="98068" y="18525"/>
                </a:cubicBezTo>
                <a:cubicBezTo>
                  <a:pt x="110633" y="28895"/>
                  <a:pt x="122780" y="38424"/>
                  <a:pt x="128427" y="54503"/>
                </a:cubicBezTo>
                <a:cubicBezTo>
                  <a:pt x="137633" y="80715"/>
                  <a:pt x="103388" y="96363"/>
                  <a:pt x="92650" y="7074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10A74A4F-DDAA-148E-B209-40B96BB12BCB}"/>
              </a:ext>
            </a:extLst>
          </p:cNvPr>
          <p:cNvSpPr/>
          <p:nvPr/>
        </p:nvSpPr>
        <p:spPr>
          <a:xfrm>
            <a:off x="8685213" y="2085179"/>
            <a:ext cx="71010" cy="383618"/>
          </a:xfrm>
          <a:custGeom>
            <a:avLst/>
            <a:gdLst>
              <a:gd name="csX0" fmla="*/ 64652 w 71010"/>
              <a:gd name="csY0" fmla="*/ 40147 h 383618"/>
              <a:gd name="csX1" fmla="*/ 35754 w 71010"/>
              <a:gd name="csY1" fmla="*/ 102175 h 383618"/>
              <a:gd name="csX2" fmla="*/ 14715 w 71010"/>
              <a:gd name="csY2" fmla="*/ 281255 h 383618"/>
              <a:gd name="csX3" fmla="*/ 14978 w 71010"/>
              <a:gd name="csY3" fmla="*/ 376147 h 383618"/>
              <a:gd name="csX4" fmla="*/ 1380 w 71010"/>
              <a:gd name="csY4" fmla="*/ 376659 h 383618"/>
              <a:gd name="csX5" fmla="*/ 1134 w 71010"/>
              <a:gd name="csY5" fmla="*/ 280418 h 383618"/>
              <a:gd name="csX6" fmla="*/ 17239 w 71010"/>
              <a:gd name="csY6" fmla="*/ 98795 h 383618"/>
              <a:gd name="csX7" fmla="*/ 29914 w 71010"/>
              <a:gd name="csY7" fmla="*/ 11276 h 383618"/>
              <a:gd name="csX8" fmla="*/ 64652 w 71010"/>
              <a:gd name="csY8" fmla="*/ 40147 h 3836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1010" h="383618">
                <a:moveTo>
                  <a:pt x="64652" y="40147"/>
                </a:moveTo>
                <a:cubicBezTo>
                  <a:pt x="48088" y="55803"/>
                  <a:pt x="41734" y="80258"/>
                  <a:pt x="35754" y="102175"/>
                </a:cubicBezTo>
                <a:cubicBezTo>
                  <a:pt x="21663" y="160506"/>
                  <a:pt x="18400" y="221428"/>
                  <a:pt x="14715" y="281255"/>
                </a:cubicBezTo>
                <a:cubicBezTo>
                  <a:pt x="12724" y="312880"/>
                  <a:pt x="13783" y="344527"/>
                  <a:pt x="14978" y="376147"/>
                </a:cubicBezTo>
                <a:cubicBezTo>
                  <a:pt x="15341" y="385761"/>
                  <a:pt x="1741" y="386274"/>
                  <a:pt x="1380" y="376659"/>
                </a:cubicBezTo>
                <a:cubicBezTo>
                  <a:pt x="177" y="344589"/>
                  <a:pt x="-889" y="312492"/>
                  <a:pt x="1134" y="280418"/>
                </a:cubicBezTo>
                <a:cubicBezTo>
                  <a:pt x="4881" y="219687"/>
                  <a:pt x="12506" y="159365"/>
                  <a:pt x="17239" y="98795"/>
                </a:cubicBezTo>
                <a:cubicBezTo>
                  <a:pt x="20119" y="69533"/>
                  <a:pt x="19728" y="39169"/>
                  <a:pt x="29914" y="11276"/>
                </a:cubicBezTo>
                <a:cubicBezTo>
                  <a:pt x="40871" y="-18726"/>
                  <a:pt x="87865" y="18207"/>
                  <a:pt x="64652" y="40147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1" name="任意多边形: 形状 100">
            <a:extLst>
              <a:ext uri="{FF2B5EF4-FFF2-40B4-BE49-F238E27FC236}">
                <a16:creationId xmlns:a16="http://schemas.microsoft.com/office/drawing/2014/main" id="{0E051A77-35AB-CB19-9E0F-0723CCC6BC7A}"/>
              </a:ext>
            </a:extLst>
          </p:cNvPr>
          <p:cNvSpPr/>
          <p:nvPr/>
        </p:nvSpPr>
        <p:spPr>
          <a:xfrm>
            <a:off x="8767444" y="2108391"/>
            <a:ext cx="30047" cy="51241"/>
          </a:xfrm>
          <a:custGeom>
            <a:avLst/>
            <a:gdLst>
              <a:gd name="csX0" fmla="*/ 29665 w 30047"/>
              <a:gd name="csY0" fmla="*/ 8743 h 51241"/>
              <a:gd name="csX1" fmla="*/ 29424 w 30047"/>
              <a:gd name="csY1" fmla="*/ 43029 h 51241"/>
              <a:gd name="csX2" fmla="*/ 16005 w 30047"/>
              <a:gd name="csY2" fmla="*/ 45284 h 51241"/>
              <a:gd name="csX3" fmla="*/ 3261 w 30047"/>
              <a:gd name="csY3" fmla="*/ 17818 h 51241"/>
              <a:gd name="csX4" fmla="*/ 29665 w 30047"/>
              <a:gd name="csY4" fmla="*/ 8743 h 512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0047" h="51241">
                <a:moveTo>
                  <a:pt x="29665" y="8743"/>
                </a:moveTo>
                <a:cubicBezTo>
                  <a:pt x="26614" y="20219"/>
                  <a:pt x="28989" y="31531"/>
                  <a:pt x="29424" y="43029"/>
                </a:cubicBezTo>
                <a:cubicBezTo>
                  <a:pt x="29787" y="52644"/>
                  <a:pt x="19221" y="54353"/>
                  <a:pt x="16005" y="45284"/>
                </a:cubicBezTo>
                <a:cubicBezTo>
                  <a:pt x="12530" y="35484"/>
                  <a:pt x="12543" y="24712"/>
                  <a:pt x="3261" y="17818"/>
                </a:cubicBezTo>
                <a:cubicBezTo>
                  <a:pt x="-12586" y="6045"/>
                  <a:pt x="34738" y="-10335"/>
                  <a:pt x="29665" y="8743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18DAE944-8169-F51E-ED7B-8D9D5418D140}"/>
              </a:ext>
            </a:extLst>
          </p:cNvPr>
          <p:cNvSpPr/>
          <p:nvPr/>
        </p:nvSpPr>
        <p:spPr>
          <a:xfrm>
            <a:off x="8843276" y="1921961"/>
            <a:ext cx="209426" cy="272205"/>
          </a:xfrm>
          <a:custGeom>
            <a:avLst/>
            <a:gdLst>
              <a:gd name="csX0" fmla="*/ 2315 w 209426"/>
              <a:gd name="csY0" fmla="*/ 258229 h 272205"/>
              <a:gd name="csX1" fmla="*/ 729 w 209426"/>
              <a:gd name="csY1" fmla="*/ 197950 h 272205"/>
              <a:gd name="csX2" fmla="*/ 18639 w 209426"/>
              <a:gd name="csY2" fmla="*/ 112508 h 272205"/>
              <a:gd name="csX3" fmla="*/ 44986 w 209426"/>
              <a:gd name="csY3" fmla="*/ 43031 h 272205"/>
              <a:gd name="csX4" fmla="*/ 86761 w 209426"/>
              <a:gd name="csY4" fmla="*/ 500 h 272205"/>
              <a:gd name="csX5" fmla="*/ 146880 w 209426"/>
              <a:gd name="csY5" fmla="*/ 53373 h 272205"/>
              <a:gd name="csX6" fmla="*/ 199111 w 209426"/>
              <a:gd name="csY6" fmla="*/ 192714 h 272205"/>
              <a:gd name="csX7" fmla="*/ 208998 w 209426"/>
              <a:gd name="csY7" fmla="*/ 223659 h 272205"/>
              <a:gd name="csX8" fmla="*/ 196037 w 209426"/>
              <a:gd name="csY8" fmla="*/ 227800 h 272205"/>
              <a:gd name="csX9" fmla="*/ 186235 w 209426"/>
              <a:gd name="csY9" fmla="*/ 197114 h 272205"/>
              <a:gd name="csX10" fmla="*/ 122790 w 209426"/>
              <a:gd name="csY10" fmla="*/ 68736 h 272205"/>
              <a:gd name="csX11" fmla="*/ 105694 w 209426"/>
              <a:gd name="csY11" fmla="*/ 47430 h 272205"/>
              <a:gd name="csX12" fmla="*/ 83729 w 209426"/>
              <a:gd name="csY12" fmla="*/ 67290 h 272205"/>
              <a:gd name="csX13" fmla="*/ 55830 w 209426"/>
              <a:gd name="csY13" fmla="*/ 123071 h 272205"/>
              <a:gd name="csX14" fmla="*/ 37402 w 209426"/>
              <a:gd name="csY14" fmla="*/ 202347 h 272205"/>
              <a:gd name="csX15" fmla="*/ 28697 w 209426"/>
              <a:gd name="csY15" fmla="*/ 258230 h 272205"/>
              <a:gd name="csX16" fmla="*/ 2314 w 209426"/>
              <a:gd name="csY16" fmla="*/ 258230 h 2722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09426" h="272205">
                <a:moveTo>
                  <a:pt x="2315" y="258229"/>
                </a:moveTo>
                <a:cubicBezTo>
                  <a:pt x="888" y="237534"/>
                  <a:pt x="-1086" y="218693"/>
                  <a:pt x="729" y="197950"/>
                </a:cubicBezTo>
                <a:cubicBezTo>
                  <a:pt x="2958" y="169037"/>
                  <a:pt x="11093" y="140525"/>
                  <a:pt x="18639" y="112508"/>
                </a:cubicBezTo>
                <a:cubicBezTo>
                  <a:pt x="23288" y="87669"/>
                  <a:pt x="33410" y="65193"/>
                  <a:pt x="44986" y="43031"/>
                </a:cubicBezTo>
                <a:cubicBezTo>
                  <a:pt x="55802" y="24570"/>
                  <a:pt x="69191" y="11570"/>
                  <a:pt x="86761" y="500"/>
                </a:cubicBezTo>
                <a:cubicBezTo>
                  <a:pt x="126335" y="-3972"/>
                  <a:pt x="132330" y="22171"/>
                  <a:pt x="146880" y="53373"/>
                </a:cubicBezTo>
                <a:cubicBezTo>
                  <a:pt x="162765" y="100436"/>
                  <a:pt x="183040" y="145708"/>
                  <a:pt x="199111" y="192714"/>
                </a:cubicBezTo>
                <a:cubicBezTo>
                  <a:pt x="202406" y="203030"/>
                  <a:pt x="205702" y="213344"/>
                  <a:pt x="208998" y="223659"/>
                </a:cubicBezTo>
                <a:cubicBezTo>
                  <a:pt x="211927" y="232824"/>
                  <a:pt x="198964" y="236965"/>
                  <a:pt x="196037" y="227800"/>
                </a:cubicBezTo>
                <a:cubicBezTo>
                  <a:pt x="192769" y="217571"/>
                  <a:pt x="189502" y="207342"/>
                  <a:pt x="186235" y="197114"/>
                </a:cubicBezTo>
                <a:cubicBezTo>
                  <a:pt x="170712" y="151663"/>
                  <a:pt x="156165" y="104619"/>
                  <a:pt x="122790" y="68736"/>
                </a:cubicBezTo>
                <a:cubicBezTo>
                  <a:pt x="116403" y="62570"/>
                  <a:pt x="86569" y="46497"/>
                  <a:pt x="105694" y="47430"/>
                </a:cubicBezTo>
                <a:cubicBezTo>
                  <a:pt x="99496" y="52422"/>
                  <a:pt x="87451" y="56701"/>
                  <a:pt x="83729" y="67290"/>
                </a:cubicBezTo>
                <a:cubicBezTo>
                  <a:pt x="72842" y="85071"/>
                  <a:pt x="61525" y="102701"/>
                  <a:pt x="55830" y="123071"/>
                </a:cubicBezTo>
                <a:cubicBezTo>
                  <a:pt x="48935" y="149437"/>
                  <a:pt x="42371" y="175701"/>
                  <a:pt x="37402" y="202347"/>
                </a:cubicBezTo>
                <a:cubicBezTo>
                  <a:pt x="35129" y="221334"/>
                  <a:pt x="28580" y="239229"/>
                  <a:pt x="28697" y="258230"/>
                </a:cubicBezTo>
                <a:cubicBezTo>
                  <a:pt x="28812" y="276886"/>
                  <a:pt x="3598" y="276842"/>
                  <a:pt x="2314" y="25823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3" name="任意多边形: 形状 102">
            <a:extLst>
              <a:ext uri="{FF2B5EF4-FFF2-40B4-BE49-F238E27FC236}">
                <a16:creationId xmlns:a16="http://schemas.microsoft.com/office/drawing/2014/main" id="{A4B8DBF8-0190-F2E7-8905-84C72B773928}"/>
              </a:ext>
            </a:extLst>
          </p:cNvPr>
          <p:cNvSpPr/>
          <p:nvPr/>
        </p:nvSpPr>
        <p:spPr>
          <a:xfrm>
            <a:off x="8722184" y="1205854"/>
            <a:ext cx="432454" cy="531260"/>
          </a:xfrm>
          <a:custGeom>
            <a:avLst/>
            <a:gdLst>
              <a:gd name="csX0" fmla="*/ 2345 w 432454"/>
              <a:gd name="csY0" fmla="*/ 373118 h 531260"/>
              <a:gd name="csX1" fmla="*/ 57926 w 432454"/>
              <a:gd name="csY1" fmla="*/ 293403 h 531260"/>
              <a:gd name="csX2" fmla="*/ 142970 w 432454"/>
              <a:gd name="csY2" fmla="*/ 151833 h 531260"/>
              <a:gd name="csX3" fmla="*/ 207029 w 432454"/>
              <a:gd name="csY3" fmla="*/ 51725 h 531260"/>
              <a:gd name="csX4" fmla="*/ 268334 w 432454"/>
              <a:gd name="csY4" fmla="*/ 264 h 531260"/>
              <a:gd name="csX5" fmla="*/ 338970 w 432454"/>
              <a:gd name="csY5" fmla="*/ 40073 h 531260"/>
              <a:gd name="csX6" fmla="*/ 385693 w 432454"/>
              <a:gd name="csY6" fmla="*/ 139590 h 531260"/>
              <a:gd name="csX7" fmla="*/ 419514 w 432454"/>
              <a:gd name="csY7" fmla="*/ 293648 h 531260"/>
              <a:gd name="csX8" fmla="*/ 432023 w 432454"/>
              <a:gd name="csY8" fmla="*/ 456154 h 531260"/>
              <a:gd name="csX9" fmla="*/ 429780 w 432454"/>
              <a:gd name="csY9" fmla="*/ 524262 h 531260"/>
              <a:gd name="csX10" fmla="*/ 416179 w 432454"/>
              <a:gd name="csY10" fmla="*/ 523827 h 531260"/>
              <a:gd name="csX11" fmla="*/ 416336 w 432454"/>
              <a:gd name="csY11" fmla="*/ 456305 h 531260"/>
              <a:gd name="csX12" fmla="*/ 405581 w 432454"/>
              <a:gd name="csY12" fmla="*/ 295847 h 531260"/>
              <a:gd name="csX13" fmla="*/ 372702 w 432454"/>
              <a:gd name="csY13" fmla="*/ 144104 h 531260"/>
              <a:gd name="csX14" fmla="*/ 320179 w 432454"/>
              <a:gd name="csY14" fmla="*/ 56346 h 531260"/>
              <a:gd name="csX15" fmla="*/ 274787 w 432454"/>
              <a:gd name="csY15" fmla="*/ 27217 h 531260"/>
              <a:gd name="csX16" fmla="*/ 220493 w 432454"/>
              <a:gd name="csY16" fmla="*/ 62063 h 531260"/>
              <a:gd name="csX17" fmla="*/ 154697 w 432454"/>
              <a:gd name="csY17" fmla="*/ 158723 h 531260"/>
              <a:gd name="csX18" fmla="*/ 69494 w 432454"/>
              <a:gd name="csY18" fmla="*/ 300560 h 531260"/>
              <a:gd name="csX19" fmla="*/ 25574 w 432454"/>
              <a:gd name="csY19" fmla="*/ 384613 h 531260"/>
              <a:gd name="csX20" fmla="*/ 2344 w 432454"/>
              <a:gd name="csY20" fmla="*/ 373111 h 531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32454" h="531260">
                <a:moveTo>
                  <a:pt x="2345" y="373118"/>
                </a:moveTo>
                <a:cubicBezTo>
                  <a:pt x="19963" y="346514"/>
                  <a:pt x="40714" y="321201"/>
                  <a:pt x="57926" y="293403"/>
                </a:cubicBezTo>
                <a:cubicBezTo>
                  <a:pt x="87030" y="246671"/>
                  <a:pt x="115060" y="199282"/>
                  <a:pt x="142970" y="151833"/>
                </a:cubicBezTo>
                <a:cubicBezTo>
                  <a:pt x="162818" y="117510"/>
                  <a:pt x="185078" y="84712"/>
                  <a:pt x="207029" y="51725"/>
                </a:cubicBezTo>
                <a:cubicBezTo>
                  <a:pt x="222550" y="26941"/>
                  <a:pt x="242438" y="11842"/>
                  <a:pt x="268334" y="264"/>
                </a:cubicBezTo>
                <a:cubicBezTo>
                  <a:pt x="301306" y="-2473"/>
                  <a:pt x="319211" y="16463"/>
                  <a:pt x="338970" y="40073"/>
                </a:cubicBezTo>
                <a:cubicBezTo>
                  <a:pt x="364881" y="67951"/>
                  <a:pt x="375743" y="103605"/>
                  <a:pt x="385693" y="139590"/>
                </a:cubicBezTo>
                <a:cubicBezTo>
                  <a:pt x="400331" y="190095"/>
                  <a:pt x="412362" y="241546"/>
                  <a:pt x="419514" y="293648"/>
                </a:cubicBezTo>
                <a:cubicBezTo>
                  <a:pt x="428896" y="347382"/>
                  <a:pt x="429627" y="401852"/>
                  <a:pt x="432023" y="456154"/>
                </a:cubicBezTo>
                <a:cubicBezTo>
                  <a:pt x="433572" y="478946"/>
                  <a:pt x="430507" y="501505"/>
                  <a:pt x="429780" y="524262"/>
                </a:cubicBezTo>
                <a:cubicBezTo>
                  <a:pt x="429472" y="533879"/>
                  <a:pt x="415871" y="533444"/>
                  <a:pt x="416179" y="523827"/>
                </a:cubicBezTo>
                <a:cubicBezTo>
                  <a:pt x="416903" y="501230"/>
                  <a:pt x="415126" y="478900"/>
                  <a:pt x="416336" y="456305"/>
                </a:cubicBezTo>
                <a:cubicBezTo>
                  <a:pt x="417698" y="402669"/>
                  <a:pt x="413264" y="348930"/>
                  <a:pt x="405581" y="295847"/>
                </a:cubicBezTo>
                <a:cubicBezTo>
                  <a:pt x="396422" y="244885"/>
                  <a:pt x="389133" y="193453"/>
                  <a:pt x="372702" y="144104"/>
                </a:cubicBezTo>
                <a:cubicBezTo>
                  <a:pt x="359071" y="112178"/>
                  <a:pt x="340304" y="84423"/>
                  <a:pt x="320179" y="56346"/>
                </a:cubicBezTo>
                <a:cubicBezTo>
                  <a:pt x="306054" y="43768"/>
                  <a:pt x="294736" y="29035"/>
                  <a:pt x="274787" y="27217"/>
                </a:cubicBezTo>
                <a:cubicBezTo>
                  <a:pt x="252755" y="34160"/>
                  <a:pt x="235125" y="41646"/>
                  <a:pt x="220493" y="62063"/>
                </a:cubicBezTo>
                <a:cubicBezTo>
                  <a:pt x="195581" y="92256"/>
                  <a:pt x="173867" y="124479"/>
                  <a:pt x="154697" y="158723"/>
                </a:cubicBezTo>
                <a:cubicBezTo>
                  <a:pt x="126735" y="206263"/>
                  <a:pt x="98652" y="253740"/>
                  <a:pt x="69494" y="300560"/>
                </a:cubicBezTo>
                <a:cubicBezTo>
                  <a:pt x="52654" y="327757"/>
                  <a:pt x="38979" y="356555"/>
                  <a:pt x="25574" y="384613"/>
                </a:cubicBezTo>
                <a:cubicBezTo>
                  <a:pt x="17673" y="401152"/>
                  <a:pt x="-7776" y="388393"/>
                  <a:pt x="2344" y="3731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4" name="任意多边形: 形状 103">
            <a:extLst>
              <a:ext uri="{FF2B5EF4-FFF2-40B4-BE49-F238E27FC236}">
                <a16:creationId xmlns:a16="http://schemas.microsoft.com/office/drawing/2014/main" id="{60252827-B8CE-7857-B850-806A01CBB866}"/>
              </a:ext>
            </a:extLst>
          </p:cNvPr>
          <p:cNvSpPr/>
          <p:nvPr/>
        </p:nvSpPr>
        <p:spPr>
          <a:xfrm>
            <a:off x="9105517" y="1597529"/>
            <a:ext cx="249812" cy="945500"/>
          </a:xfrm>
          <a:custGeom>
            <a:avLst/>
            <a:gdLst>
              <a:gd name="csX0" fmla="*/ 4774 w 249812"/>
              <a:gd name="csY0" fmla="*/ 162894 h 945500"/>
              <a:gd name="csX1" fmla="*/ 61552 w 249812"/>
              <a:gd name="csY1" fmla="*/ 108150 h 945500"/>
              <a:gd name="csX2" fmla="*/ 110778 w 249812"/>
              <a:gd name="csY2" fmla="*/ 42955 h 945500"/>
              <a:gd name="csX3" fmla="*/ 150538 w 249812"/>
              <a:gd name="csY3" fmla="*/ 3400 h 945500"/>
              <a:gd name="csX4" fmla="*/ 210645 w 249812"/>
              <a:gd name="csY4" fmla="*/ 18934 h 945500"/>
              <a:gd name="csX5" fmla="*/ 242365 w 249812"/>
              <a:gd name="csY5" fmla="*/ 106978 h 945500"/>
              <a:gd name="csX6" fmla="*/ 249509 w 249812"/>
              <a:gd name="csY6" fmla="*/ 267274 h 945500"/>
              <a:gd name="csX7" fmla="*/ 231397 w 249812"/>
              <a:gd name="csY7" fmla="*/ 458326 h 945500"/>
              <a:gd name="csX8" fmla="*/ 174638 w 249812"/>
              <a:gd name="csY8" fmla="*/ 665848 h 945500"/>
              <a:gd name="csX9" fmla="*/ 99834 w 249812"/>
              <a:gd name="csY9" fmla="*/ 860910 h 945500"/>
              <a:gd name="csX10" fmla="*/ 51506 w 249812"/>
              <a:gd name="csY10" fmla="*/ 940676 h 945500"/>
              <a:gd name="csX11" fmla="*/ 38765 w 249812"/>
              <a:gd name="csY11" fmla="*/ 935901 h 945500"/>
              <a:gd name="csX12" fmla="*/ 54389 w 249812"/>
              <a:gd name="csY12" fmla="*/ 844235 h 945500"/>
              <a:gd name="csX13" fmla="*/ 122869 w 249812"/>
              <a:gd name="csY13" fmla="*/ 648449 h 945500"/>
              <a:gd name="csX14" fmla="*/ 171547 w 249812"/>
              <a:gd name="csY14" fmla="*/ 450329 h 945500"/>
              <a:gd name="csX15" fmla="*/ 185238 w 249812"/>
              <a:gd name="csY15" fmla="*/ 267049 h 945500"/>
              <a:gd name="csX16" fmla="*/ 170808 w 249812"/>
              <a:gd name="csY16" fmla="*/ 120868 h 945500"/>
              <a:gd name="csX17" fmla="*/ 158432 w 249812"/>
              <a:gd name="csY17" fmla="*/ 51925 h 945500"/>
              <a:gd name="csX18" fmla="*/ 167669 w 249812"/>
              <a:gd name="csY18" fmla="*/ 40408 h 945500"/>
              <a:gd name="csX19" fmla="*/ 130700 w 249812"/>
              <a:gd name="csY19" fmla="*/ 62356 h 945500"/>
              <a:gd name="csX20" fmla="*/ 71773 w 249812"/>
              <a:gd name="csY20" fmla="*/ 117133 h 945500"/>
              <a:gd name="csX21" fmla="*/ 29847 w 249812"/>
              <a:gd name="csY21" fmla="*/ 179529 h 945500"/>
              <a:gd name="csX22" fmla="*/ 4773 w 249812"/>
              <a:gd name="csY22" fmla="*/ 162895 h 945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49812" h="945500">
                <a:moveTo>
                  <a:pt x="4774" y="162894"/>
                </a:moveTo>
                <a:cubicBezTo>
                  <a:pt x="27081" y="148645"/>
                  <a:pt x="43753" y="127433"/>
                  <a:pt x="61552" y="108150"/>
                </a:cubicBezTo>
                <a:cubicBezTo>
                  <a:pt x="79157" y="87220"/>
                  <a:pt x="94192" y="64638"/>
                  <a:pt x="110778" y="42955"/>
                </a:cubicBezTo>
                <a:cubicBezTo>
                  <a:pt x="121640" y="27594"/>
                  <a:pt x="136337" y="15600"/>
                  <a:pt x="150538" y="3400"/>
                </a:cubicBezTo>
                <a:cubicBezTo>
                  <a:pt x="177225" y="-4477"/>
                  <a:pt x="191535" y="1589"/>
                  <a:pt x="210645" y="18934"/>
                </a:cubicBezTo>
                <a:cubicBezTo>
                  <a:pt x="227892" y="46235"/>
                  <a:pt x="235833" y="75744"/>
                  <a:pt x="242365" y="106978"/>
                </a:cubicBezTo>
                <a:cubicBezTo>
                  <a:pt x="247850" y="160244"/>
                  <a:pt x="250806" y="213724"/>
                  <a:pt x="249509" y="267274"/>
                </a:cubicBezTo>
                <a:cubicBezTo>
                  <a:pt x="248240" y="331303"/>
                  <a:pt x="239397" y="394861"/>
                  <a:pt x="231397" y="458326"/>
                </a:cubicBezTo>
                <a:cubicBezTo>
                  <a:pt x="216968" y="528756"/>
                  <a:pt x="198495" y="598001"/>
                  <a:pt x="174638" y="665848"/>
                </a:cubicBezTo>
                <a:cubicBezTo>
                  <a:pt x="147304" y="730077"/>
                  <a:pt x="132910" y="799293"/>
                  <a:pt x="99834" y="860910"/>
                </a:cubicBezTo>
                <a:cubicBezTo>
                  <a:pt x="78174" y="885373"/>
                  <a:pt x="62866" y="910366"/>
                  <a:pt x="51506" y="940676"/>
                </a:cubicBezTo>
                <a:cubicBezTo>
                  <a:pt x="48130" y="949686"/>
                  <a:pt x="35388" y="944910"/>
                  <a:pt x="38765" y="935901"/>
                </a:cubicBezTo>
                <a:cubicBezTo>
                  <a:pt x="50109" y="905633"/>
                  <a:pt x="54945" y="876876"/>
                  <a:pt x="54389" y="844235"/>
                </a:cubicBezTo>
                <a:cubicBezTo>
                  <a:pt x="69046" y="776360"/>
                  <a:pt x="104201" y="715314"/>
                  <a:pt x="122869" y="648449"/>
                </a:cubicBezTo>
                <a:cubicBezTo>
                  <a:pt x="143639" y="583636"/>
                  <a:pt x="167725" y="518956"/>
                  <a:pt x="171547" y="450329"/>
                </a:cubicBezTo>
                <a:cubicBezTo>
                  <a:pt x="180160" y="389565"/>
                  <a:pt x="184095" y="328409"/>
                  <a:pt x="185238" y="267049"/>
                </a:cubicBezTo>
                <a:cubicBezTo>
                  <a:pt x="184323" y="217957"/>
                  <a:pt x="183542" y="168674"/>
                  <a:pt x="170808" y="120868"/>
                </a:cubicBezTo>
                <a:cubicBezTo>
                  <a:pt x="165737" y="98032"/>
                  <a:pt x="161403" y="74975"/>
                  <a:pt x="158432" y="51925"/>
                </a:cubicBezTo>
                <a:cubicBezTo>
                  <a:pt x="160214" y="49705"/>
                  <a:pt x="167936" y="44086"/>
                  <a:pt x="167669" y="40408"/>
                </a:cubicBezTo>
                <a:cubicBezTo>
                  <a:pt x="155893" y="45904"/>
                  <a:pt x="141179" y="51118"/>
                  <a:pt x="130700" y="62356"/>
                </a:cubicBezTo>
                <a:cubicBezTo>
                  <a:pt x="110034" y="79420"/>
                  <a:pt x="89406" y="96719"/>
                  <a:pt x="71773" y="117133"/>
                </a:cubicBezTo>
                <a:cubicBezTo>
                  <a:pt x="55664" y="136440"/>
                  <a:pt x="35903" y="154514"/>
                  <a:pt x="29847" y="179529"/>
                </a:cubicBezTo>
                <a:cubicBezTo>
                  <a:pt x="24841" y="200208"/>
                  <a:pt x="-13157" y="174349"/>
                  <a:pt x="4773" y="16289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5" name="任意多边形: 形状 104">
            <a:extLst>
              <a:ext uri="{FF2B5EF4-FFF2-40B4-BE49-F238E27FC236}">
                <a16:creationId xmlns:a16="http://schemas.microsoft.com/office/drawing/2014/main" id="{83100DCE-303F-B3B5-33A7-9823B09465A6}"/>
              </a:ext>
            </a:extLst>
          </p:cNvPr>
          <p:cNvSpPr/>
          <p:nvPr/>
        </p:nvSpPr>
        <p:spPr>
          <a:xfrm>
            <a:off x="7592862" y="1121546"/>
            <a:ext cx="572603" cy="639674"/>
          </a:xfrm>
          <a:custGeom>
            <a:avLst/>
            <a:gdLst>
              <a:gd name="csX0" fmla="*/ 2478 w 572603"/>
              <a:gd name="csY0" fmla="*/ 592681 h 639674"/>
              <a:gd name="csX1" fmla="*/ 40786 w 572603"/>
              <a:gd name="csY1" fmla="*/ 510086 h 639674"/>
              <a:gd name="csX2" fmla="*/ 112609 w 572603"/>
              <a:gd name="csY2" fmla="*/ 331692 h 639674"/>
              <a:gd name="csX3" fmla="*/ 170935 w 572603"/>
              <a:gd name="csY3" fmla="*/ 173406 h 639674"/>
              <a:gd name="csX4" fmla="*/ 210075 w 572603"/>
              <a:gd name="csY4" fmla="*/ 70278 h 639674"/>
              <a:gd name="csX5" fmla="*/ 262589 w 572603"/>
              <a:gd name="csY5" fmla="*/ 8165 h 639674"/>
              <a:gd name="csX6" fmla="*/ 354828 w 572603"/>
              <a:gd name="csY6" fmla="*/ 29882 h 639674"/>
              <a:gd name="csX7" fmla="*/ 437510 w 572603"/>
              <a:gd name="csY7" fmla="*/ 131885 h 639674"/>
              <a:gd name="csX8" fmla="*/ 515481 w 572603"/>
              <a:gd name="csY8" fmla="*/ 262949 h 639674"/>
              <a:gd name="csX9" fmla="*/ 571902 w 572603"/>
              <a:gd name="csY9" fmla="*/ 387584 h 639674"/>
              <a:gd name="csX10" fmla="*/ 559361 w 572603"/>
              <a:gd name="csY10" fmla="*/ 392866 h 639674"/>
              <a:gd name="csX11" fmla="*/ 503540 w 572603"/>
              <a:gd name="csY11" fmla="*/ 269469 h 639674"/>
              <a:gd name="csX12" fmla="*/ 414847 w 572603"/>
              <a:gd name="csY12" fmla="*/ 151598 h 639674"/>
              <a:gd name="csX13" fmla="*/ 322946 w 572603"/>
              <a:gd name="csY13" fmla="*/ 72793 h 639674"/>
              <a:gd name="csX14" fmla="*/ 293688 w 572603"/>
              <a:gd name="csY14" fmla="*/ 57948 h 639674"/>
              <a:gd name="csX15" fmla="*/ 261326 w 572603"/>
              <a:gd name="csY15" fmla="*/ 96527 h 639674"/>
              <a:gd name="csX16" fmla="*/ 212765 w 572603"/>
              <a:gd name="csY16" fmla="*/ 190601 h 639674"/>
              <a:gd name="csX17" fmla="*/ 146510 w 572603"/>
              <a:gd name="csY17" fmla="*/ 345192 h 639674"/>
              <a:gd name="csX18" fmla="*/ 86580 w 572603"/>
              <a:gd name="csY18" fmla="*/ 523862 h 639674"/>
              <a:gd name="csX19" fmla="*/ 77339 w 572603"/>
              <a:gd name="csY19" fmla="*/ 606687 h 639674"/>
              <a:gd name="csX20" fmla="*/ 2479 w 572603"/>
              <a:gd name="csY20" fmla="*/ 592679 h 639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72603" h="639674">
                <a:moveTo>
                  <a:pt x="2478" y="592681"/>
                </a:moveTo>
                <a:cubicBezTo>
                  <a:pt x="12735" y="564440"/>
                  <a:pt x="28305" y="537800"/>
                  <a:pt x="40786" y="510086"/>
                </a:cubicBezTo>
                <a:cubicBezTo>
                  <a:pt x="67241" y="451755"/>
                  <a:pt x="89612" y="391509"/>
                  <a:pt x="112609" y="331692"/>
                </a:cubicBezTo>
                <a:cubicBezTo>
                  <a:pt x="132801" y="279205"/>
                  <a:pt x="149893" y="225584"/>
                  <a:pt x="170935" y="173406"/>
                </a:cubicBezTo>
                <a:cubicBezTo>
                  <a:pt x="181899" y="138189"/>
                  <a:pt x="194882" y="103772"/>
                  <a:pt x="210075" y="70278"/>
                </a:cubicBezTo>
                <a:cubicBezTo>
                  <a:pt x="222038" y="43624"/>
                  <a:pt x="239651" y="24855"/>
                  <a:pt x="262589" y="8165"/>
                </a:cubicBezTo>
                <a:cubicBezTo>
                  <a:pt x="299935" y="-11148"/>
                  <a:pt x="324955" y="6931"/>
                  <a:pt x="354828" y="29882"/>
                </a:cubicBezTo>
                <a:cubicBezTo>
                  <a:pt x="384755" y="61844"/>
                  <a:pt x="414373" y="94624"/>
                  <a:pt x="437510" y="131885"/>
                </a:cubicBezTo>
                <a:cubicBezTo>
                  <a:pt x="465179" y="174392"/>
                  <a:pt x="491128" y="218393"/>
                  <a:pt x="515481" y="262949"/>
                </a:cubicBezTo>
                <a:cubicBezTo>
                  <a:pt x="536647" y="303387"/>
                  <a:pt x="553987" y="345653"/>
                  <a:pt x="571902" y="387584"/>
                </a:cubicBezTo>
                <a:cubicBezTo>
                  <a:pt x="575682" y="396432"/>
                  <a:pt x="563141" y="401714"/>
                  <a:pt x="559361" y="392866"/>
                </a:cubicBezTo>
                <a:cubicBezTo>
                  <a:pt x="541626" y="351355"/>
                  <a:pt x="524468" y="309512"/>
                  <a:pt x="503540" y="269469"/>
                </a:cubicBezTo>
                <a:cubicBezTo>
                  <a:pt x="479626" y="225673"/>
                  <a:pt x="452294" y="185211"/>
                  <a:pt x="414847" y="151598"/>
                </a:cubicBezTo>
                <a:cubicBezTo>
                  <a:pt x="383740" y="125913"/>
                  <a:pt x="357393" y="94338"/>
                  <a:pt x="322946" y="72793"/>
                </a:cubicBezTo>
                <a:cubicBezTo>
                  <a:pt x="313249" y="67876"/>
                  <a:pt x="303462" y="62152"/>
                  <a:pt x="293688" y="57948"/>
                </a:cubicBezTo>
                <a:cubicBezTo>
                  <a:pt x="281291" y="69791"/>
                  <a:pt x="268679" y="80292"/>
                  <a:pt x="261326" y="96527"/>
                </a:cubicBezTo>
                <a:cubicBezTo>
                  <a:pt x="244379" y="127316"/>
                  <a:pt x="227260" y="158374"/>
                  <a:pt x="212765" y="190601"/>
                </a:cubicBezTo>
                <a:cubicBezTo>
                  <a:pt x="191092" y="242309"/>
                  <a:pt x="167105" y="293052"/>
                  <a:pt x="146510" y="345192"/>
                </a:cubicBezTo>
                <a:cubicBezTo>
                  <a:pt x="122629" y="403112"/>
                  <a:pt x="96500" y="461712"/>
                  <a:pt x="86580" y="523862"/>
                </a:cubicBezTo>
                <a:cubicBezTo>
                  <a:pt x="82133" y="551429"/>
                  <a:pt x="79106" y="579097"/>
                  <a:pt x="77339" y="606687"/>
                </a:cubicBezTo>
                <a:cubicBezTo>
                  <a:pt x="73898" y="660430"/>
                  <a:pt x="-15906" y="643297"/>
                  <a:pt x="2479" y="59267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77CF8D35-0775-2EBF-98FA-FFF3F91743A5}"/>
              </a:ext>
            </a:extLst>
          </p:cNvPr>
          <p:cNvSpPr/>
          <p:nvPr/>
        </p:nvSpPr>
        <p:spPr>
          <a:xfrm>
            <a:off x="7149637" y="1376846"/>
            <a:ext cx="130935" cy="194271"/>
          </a:xfrm>
          <a:custGeom>
            <a:avLst/>
            <a:gdLst>
              <a:gd name="csX0" fmla="*/ 5743 w 130935"/>
              <a:gd name="csY0" fmla="*/ 160882 h 194271"/>
              <a:gd name="csX1" fmla="*/ 49349 w 130935"/>
              <a:gd name="csY1" fmla="*/ 114402 h 194271"/>
              <a:gd name="csX2" fmla="*/ 102196 w 130935"/>
              <a:gd name="csY2" fmla="*/ 28262 h 194271"/>
              <a:gd name="csX3" fmla="*/ 118275 w 130935"/>
              <a:gd name="csY3" fmla="*/ 3453 h 194271"/>
              <a:gd name="csX4" fmla="*/ 129586 w 130935"/>
              <a:gd name="csY4" fmla="*/ 11018 h 194271"/>
              <a:gd name="csX5" fmla="*/ 113730 w 130935"/>
              <a:gd name="csY5" fmla="*/ 35481 h 194271"/>
              <a:gd name="csX6" fmla="*/ 62335 w 130935"/>
              <a:gd name="csY6" fmla="*/ 121992 h 194271"/>
              <a:gd name="csX7" fmla="*/ 43434 w 130935"/>
              <a:gd name="csY7" fmla="*/ 181876 h 194271"/>
              <a:gd name="csX8" fmla="*/ 5743 w 130935"/>
              <a:gd name="csY8" fmla="*/ 160881 h 194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0935" h="194271">
                <a:moveTo>
                  <a:pt x="5743" y="160882"/>
                </a:moveTo>
                <a:cubicBezTo>
                  <a:pt x="22279" y="147246"/>
                  <a:pt x="35590" y="130471"/>
                  <a:pt x="49349" y="114402"/>
                </a:cubicBezTo>
                <a:cubicBezTo>
                  <a:pt x="67484" y="86020"/>
                  <a:pt x="84524" y="56943"/>
                  <a:pt x="102196" y="28262"/>
                </a:cubicBezTo>
                <a:cubicBezTo>
                  <a:pt x="107083" y="19690"/>
                  <a:pt x="112918" y="11720"/>
                  <a:pt x="118275" y="3453"/>
                </a:cubicBezTo>
                <a:cubicBezTo>
                  <a:pt x="123508" y="-4621"/>
                  <a:pt x="134819" y="2943"/>
                  <a:pt x="129586" y="11018"/>
                </a:cubicBezTo>
                <a:cubicBezTo>
                  <a:pt x="124303" y="19169"/>
                  <a:pt x="118537" y="27020"/>
                  <a:pt x="113730" y="35481"/>
                </a:cubicBezTo>
                <a:cubicBezTo>
                  <a:pt x="96138" y="64030"/>
                  <a:pt x="78220" y="92449"/>
                  <a:pt x="62335" y="121992"/>
                </a:cubicBezTo>
                <a:cubicBezTo>
                  <a:pt x="55199" y="141544"/>
                  <a:pt x="46992" y="161103"/>
                  <a:pt x="43434" y="181876"/>
                </a:cubicBezTo>
                <a:cubicBezTo>
                  <a:pt x="38284" y="211946"/>
                  <a:pt x="-17794" y="180290"/>
                  <a:pt x="5743" y="16088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7" name="任意多边形: 形状 106">
            <a:extLst>
              <a:ext uri="{FF2B5EF4-FFF2-40B4-BE49-F238E27FC236}">
                <a16:creationId xmlns:a16="http://schemas.microsoft.com/office/drawing/2014/main" id="{DC179826-2698-14E3-585F-2E9C337BB408}"/>
              </a:ext>
            </a:extLst>
          </p:cNvPr>
          <p:cNvSpPr/>
          <p:nvPr/>
        </p:nvSpPr>
        <p:spPr>
          <a:xfrm>
            <a:off x="7458021" y="1282809"/>
            <a:ext cx="263894" cy="209188"/>
          </a:xfrm>
          <a:custGeom>
            <a:avLst/>
            <a:gdLst>
              <a:gd name="csX0" fmla="*/ 25210 w 263894"/>
              <a:gd name="csY0" fmla="*/ 316 h 209188"/>
              <a:gd name="csX1" fmla="*/ 78320 w 263894"/>
              <a:gd name="csY1" fmla="*/ 24771 h 209188"/>
              <a:gd name="csX2" fmla="*/ 146886 w 263894"/>
              <a:gd name="csY2" fmla="*/ 66876 h 209188"/>
              <a:gd name="csX3" fmla="*/ 201486 w 263894"/>
              <a:gd name="csY3" fmla="*/ 110256 h 209188"/>
              <a:gd name="csX4" fmla="*/ 238472 w 263894"/>
              <a:gd name="csY4" fmla="*/ 150923 h 209188"/>
              <a:gd name="csX5" fmla="*/ 263895 w 263894"/>
              <a:gd name="csY5" fmla="*/ 177360 h 209188"/>
              <a:gd name="csX6" fmla="*/ 256267 w 263894"/>
              <a:gd name="csY6" fmla="*/ 190797 h 209188"/>
              <a:gd name="csX7" fmla="*/ 245107 w 263894"/>
              <a:gd name="csY7" fmla="*/ 201530 h 209188"/>
              <a:gd name="csX8" fmla="*/ 231923 w 263894"/>
              <a:gd name="csY8" fmla="*/ 209189 h 209188"/>
              <a:gd name="csX9" fmla="*/ 204864 w 263894"/>
              <a:gd name="csY9" fmla="*/ 181795 h 209188"/>
              <a:gd name="csX10" fmla="*/ 170504 w 263894"/>
              <a:gd name="csY10" fmla="*/ 138652 h 209188"/>
              <a:gd name="csX11" fmla="*/ 125749 w 263894"/>
              <a:gd name="csY11" fmla="*/ 98478 h 209188"/>
              <a:gd name="csX12" fmla="*/ 59687 w 263894"/>
              <a:gd name="csY12" fmla="*/ 58328 h 209188"/>
              <a:gd name="csX13" fmla="*/ 13807 w 263894"/>
              <a:gd name="csY13" fmla="*/ 35812 h 209188"/>
              <a:gd name="csX14" fmla="*/ 25210 w 263894"/>
              <a:gd name="csY14" fmla="*/ 315 h 2091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63894" h="209188">
                <a:moveTo>
                  <a:pt x="25210" y="316"/>
                </a:moveTo>
                <a:cubicBezTo>
                  <a:pt x="45312" y="3069"/>
                  <a:pt x="60857" y="15208"/>
                  <a:pt x="78320" y="24771"/>
                </a:cubicBezTo>
                <a:cubicBezTo>
                  <a:pt x="100797" y="39536"/>
                  <a:pt x="123959" y="52988"/>
                  <a:pt x="146886" y="66876"/>
                </a:cubicBezTo>
                <a:cubicBezTo>
                  <a:pt x="167865" y="78010"/>
                  <a:pt x="185018" y="93456"/>
                  <a:pt x="201486" y="110256"/>
                </a:cubicBezTo>
                <a:cubicBezTo>
                  <a:pt x="213361" y="125090"/>
                  <a:pt x="224632" y="138563"/>
                  <a:pt x="238472" y="150923"/>
                </a:cubicBezTo>
                <a:cubicBezTo>
                  <a:pt x="247778" y="158852"/>
                  <a:pt x="255841" y="168398"/>
                  <a:pt x="263895" y="177360"/>
                </a:cubicBezTo>
                <a:cubicBezTo>
                  <a:pt x="261352" y="181839"/>
                  <a:pt x="258810" y="186318"/>
                  <a:pt x="256267" y="190797"/>
                </a:cubicBezTo>
                <a:cubicBezTo>
                  <a:pt x="250862" y="200319"/>
                  <a:pt x="254574" y="196030"/>
                  <a:pt x="245107" y="201530"/>
                </a:cubicBezTo>
                <a:cubicBezTo>
                  <a:pt x="240712" y="204083"/>
                  <a:pt x="236317" y="206636"/>
                  <a:pt x="231923" y="209189"/>
                </a:cubicBezTo>
                <a:cubicBezTo>
                  <a:pt x="222780" y="200389"/>
                  <a:pt x="213272" y="191458"/>
                  <a:pt x="204864" y="181795"/>
                </a:cubicBezTo>
                <a:cubicBezTo>
                  <a:pt x="194406" y="166396"/>
                  <a:pt x="183183" y="152548"/>
                  <a:pt x="170504" y="138652"/>
                </a:cubicBezTo>
                <a:cubicBezTo>
                  <a:pt x="156191" y="124727"/>
                  <a:pt x="142048" y="110348"/>
                  <a:pt x="125749" y="98478"/>
                </a:cubicBezTo>
                <a:cubicBezTo>
                  <a:pt x="104920" y="83011"/>
                  <a:pt x="84234" y="67749"/>
                  <a:pt x="59687" y="58328"/>
                </a:cubicBezTo>
                <a:cubicBezTo>
                  <a:pt x="44491" y="50060"/>
                  <a:pt x="29128" y="43048"/>
                  <a:pt x="13807" y="35812"/>
                </a:cubicBezTo>
                <a:cubicBezTo>
                  <a:pt x="-10032" y="24554"/>
                  <a:pt x="-910" y="-3262"/>
                  <a:pt x="25210" y="31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8" name="任意多边形: 形状 107">
            <a:extLst>
              <a:ext uri="{FF2B5EF4-FFF2-40B4-BE49-F238E27FC236}">
                <a16:creationId xmlns:a16="http://schemas.microsoft.com/office/drawing/2014/main" id="{E297EE80-A524-61A6-9781-0FEA9AE34523}"/>
              </a:ext>
            </a:extLst>
          </p:cNvPr>
          <p:cNvSpPr/>
          <p:nvPr/>
        </p:nvSpPr>
        <p:spPr>
          <a:xfrm>
            <a:off x="8431425" y="1064301"/>
            <a:ext cx="445019" cy="281435"/>
          </a:xfrm>
          <a:custGeom>
            <a:avLst/>
            <a:gdLst>
              <a:gd name="csX0" fmla="*/ 10211 w 445019"/>
              <a:gd name="csY0" fmla="*/ 186820 h 281435"/>
              <a:gd name="csX1" fmla="*/ 56722 w 445019"/>
              <a:gd name="csY1" fmla="*/ 148896 h 281435"/>
              <a:gd name="csX2" fmla="*/ 129318 w 445019"/>
              <a:gd name="csY2" fmla="*/ 75082 h 281435"/>
              <a:gd name="csX3" fmla="*/ 179984 w 445019"/>
              <a:gd name="csY3" fmla="*/ 18127 h 281435"/>
              <a:gd name="csX4" fmla="*/ 244975 w 445019"/>
              <a:gd name="csY4" fmla="*/ 725 h 281435"/>
              <a:gd name="csX5" fmla="*/ 319183 w 445019"/>
              <a:gd name="csY5" fmla="*/ 62044 h 281435"/>
              <a:gd name="csX6" fmla="*/ 394010 w 445019"/>
              <a:gd name="csY6" fmla="*/ 159351 h 281435"/>
              <a:gd name="csX7" fmla="*/ 442515 w 445019"/>
              <a:gd name="csY7" fmla="*/ 237074 h 281435"/>
              <a:gd name="csX8" fmla="*/ 442226 w 445019"/>
              <a:gd name="csY8" fmla="*/ 273257 h 281435"/>
              <a:gd name="csX9" fmla="*/ 429467 w 445019"/>
              <a:gd name="csY9" fmla="*/ 277984 h 281435"/>
              <a:gd name="csX10" fmla="*/ 404675 w 445019"/>
              <a:gd name="csY10" fmla="*/ 256664 h 281435"/>
              <a:gd name="csX11" fmla="*/ 362919 w 445019"/>
              <a:gd name="csY11" fmla="*/ 179530 h 281435"/>
              <a:gd name="csX12" fmla="*/ 294827 w 445019"/>
              <a:gd name="csY12" fmla="*/ 85175 h 281435"/>
              <a:gd name="csX13" fmla="*/ 235732 w 445019"/>
              <a:gd name="csY13" fmla="*/ 42551 h 281435"/>
              <a:gd name="csX14" fmla="*/ 206237 w 445019"/>
              <a:gd name="csY14" fmla="*/ 48750 h 281435"/>
              <a:gd name="csX15" fmla="*/ 151084 w 445019"/>
              <a:gd name="csY15" fmla="*/ 95610 h 281435"/>
              <a:gd name="csX16" fmla="*/ 82803 w 445019"/>
              <a:gd name="csY16" fmla="*/ 172772 h 281435"/>
              <a:gd name="csX17" fmla="*/ 48667 w 445019"/>
              <a:gd name="csY17" fmla="*/ 223045 h 281435"/>
              <a:gd name="csX18" fmla="*/ 10210 w 445019"/>
              <a:gd name="csY18" fmla="*/ 186821 h 2814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45019" h="281435">
                <a:moveTo>
                  <a:pt x="10211" y="186820"/>
                </a:moveTo>
                <a:cubicBezTo>
                  <a:pt x="27756" y="176936"/>
                  <a:pt x="42005" y="162369"/>
                  <a:pt x="56722" y="148896"/>
                </a:cubicBezTo>
                <a:cubicBezTo>
                  <a:pt x="83991" y="127432"/>
                  <a:pt x="105936" y="100515"/>
                  <a:pt x="129318" y="75082"/>
                </a:cubicBezTo>
                <a:cubicBezTo>
                  <a:pt x="144891" y="54938"/>
                  <a:pt x="162232" y="36318"/>
                  <a:pt x="179984" y="18127"/>
                </a:cubicBezTo>
                <a:cubicBezTo>
                  <a:pt x="199923" y="-961"/>
                  <a:pt x="219390" y="-1061"/>
                  <a:pt x="244975" y="725"/>
                </a:cubicBezTo>
                <a:cubicBezTo>
                  <a:pt x="275506" y="12669"/>
                  <a:pt x="296744" y="39336"/>
                  <a:pt x="319183" y="62044"/>
                </a:cubicBezTo>
                <a:cubicBezTo>
                  <a:pt x="346366" y="92673"/>
                  <a:pt x="369577" y="126513"/>
                  <a:pt x="394010" y="159351"/>
                </a:cubicBezTo>
                <a:cubicBezTo>
                  <a:pt x="411489" y="184673"/>
                  <a:pt x="429014" y="209437"/>
                  <a:pt x="442515" y="237074"/>
                </a:cubicBezTo>
                <a:cubicBezTo>
                  <a:pt x="447381" y="248806"/>
                  <a:pt x="443959" y="261099"/>
                  <a:pt x="442226" y="273257"/>
                </a:cubicBezTo>
                <a:cubicBezTo>
                  <a:pt x="440869" y="282783"/>
                  <a:pt x="437371" y="283470"/>
                  <a:pt x="429467" y="277984"/>
                </a:cubicBezTo>
                <a:cubicBezTo>
                  <a:pt x="420578" y="271816"/>
                  <a:pt x="410840" y="265713"/>
                  <a:pt x="404675" y="256664"/>
                </a:cubicBezTo>
                <a:cubicBezTo>
                  <a:pt x="389857" y="231444"/>
                  <a:pt x="378392" y="204465"/>
                  <a:pt x="362919" y="179530"/>
                </a:cubicBezTo>
                <a:cubicBezTo>
                  <a:pt x="343205" y="145800"/>
                  <a:pt x="322482" y="113177"/>
                  <a:pt x="294827" y="85175"/>
                </a:cubicBezTo>
                <a:cubicBezTo>
                  <a:pt x="277223" y="67612"/>
                  <a:pt x="261129" y="49923"/>
                  <a:pt x="235732" y="42551"/>
                </a:cubicBezTo>
                <a:cubicBezTo>
                  <a:pt x="224772" y="43233"/>
                  <a:pt x="215944" y="37919"/>
                  <a:pt x="206237" y="48750"/>
                </a:cubicBezTo>
                <a:cubicBezTo>
                  <a:pt x="187433" y="63878"/>
                  <a:pt x="168778" y="79138"/>
                  <a:pt x="151084" y="95610"/>
                </a:cubicBezTo>
                <a:cubicBezTo>
                  <a:pt x="126954" y="120152"/>
                  <a:pt x="101637" y="143717"/>
                  <a:pt x="82803" y="172772"/>
                </a:cubicBezTo>
                <a:cubicBezTo>
                  <a:pt x="70721" y="188939"/>
                  <a:pt x="57810" y="204905"/>
                  <a:pt x="48667" y="223045"/>
                </a:cubicBezTo>
                <a:cubicBezTo>
                  <a:pt x="31857" y="256406"/>
                  <a:pt x="-22338" y="205158"/>
                  <a:pt x="10210" y="18682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9" name="任意多边形: 形状 108">
            <a:extLst>
              <a:ext uri="{FF2B5EF4-FFF2-40B4-BE49-F238E27FC236}">
                <a16:creationId xmlns:a16="http://schemas.microsoft.com/office/drawing/2014/main" id="{3B555F25-3B55-1FF6-1A61-F78478F490C1}"/>
              </a:ext>
            </a:extLst>
          </p:cNvPr>
          <p:cNvSpPr/>
          <p:nvPr/>
        </p:nvSpPr>
        <p:spPr>
          <a:xfrm>
            <a:off x="6682906" y="1375979"/>
            <a:ext cx="337008" cy="251072"/>
          </a:xfrm>
          <a:custGeom>
            <a:avLst/>
            <a:gdLst>
              <a:gd name="csX0" fmla="*/ 225 w 337008"/>
              <a:gd name="csY0" fmla="*/ 228711 h 251072"/>
              <a:gd name="csX1" fmla="*/ 8328 w 337008"/>
              <a:gd name="csY1" fmla="*/ 169139 h 251072"/>
              <a:gd name="csX2" fmla="*/ 18822 w 337008"/>
              <a:gd name="csY2" fmla="*/ 84459 h 251072"/>
              <a:gd name="csX3" fmla="*/ 41739 w 337008"/>
              <a:gd name="csY3" fmla="*/ 20603 h 251072"/>
              <a:gd name="csX4" fmla="*/ 116574 w 337008"/>
              <a:gd name="csY4" fmla="*/ 2438 h 251072"/>
              <a:gd name="csX5" fmla="*/ 203925 w 337008"/>
              <a:gd name="csY5" fmla="*/ 43773 h 251072"/>
              <a:gd name="csX6" fmla="*/ 287550 w 337008"/>
              <a:gd name="csY6" fmla="*/ 117553 h 251072"/>
              <a:gd name="csX7" fmla="*/ 335457 w 337008"/>
              <a:gd name="csY7" fmla="*/ 176779 h 251072"/>
              <a:gd name="csX8" fmla="*/ 325029 w 337008"/>
              <a:gd name="csY8" fmla="*/ 185521 h 251072"/>
              <a:gd name="csX9" fmla="*/ 273188 w 337008"/>
              <a:gd name="csY9" fmla="*/ 131914 h 251072"/>
              <a:gd name="csX10" fmla="*/ 192933 w 337008"/>
              <a:gd name="csY10" fmla="*/ 60102 h 251072"/>
              <a:gd name="csX11" fmla="*/ 115266 w 337008"/>
              <a:gd name="csY11" fmla="*/ 30636 h 251072"/>
              <a:gd name="csX12" fmla="*/ 77482 w 337008"/>
              <a:gd name="csY12" fmla="*/ 48194 h 251072"/>
              <a:gd name="csX13" fmla="*/ 58318 w 337008"/>
              <a:gd name="csY13" fmla="*/ 91903 h 251072"/>
              <a:gd name="csX14" fmla="*/ 43994 w 337008"/>
              <a:gd name="csY14" fmla="*/ 173133 h 251072"/>
              <a:gd name="csX15" fmla="*/ 36584 w 337008"/>
              <a:gd name="csY15" fmla="*/ 234331 h 251072"/>
              <a:gd name="csX16" fmla="*/ 227 w 337008"/>
              <a:gd name="csY16" fmla="*/ 228711 h 2510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37008" h="251072">
                <a:moveTo>
                  <a:pt x="225" y="228711"/>
                </a:moveTo>
                <a:cubicBezTo>
                  <a:pt x="2841" y="208922"/>
                  <a:pt x="5020" y="188874"/>
                  <a:pt x="8328" y="169139"/>
                </a:cubicBezTo>
                <a:cubicBezTo>
                  <a:pt x="12861" y="141003"/>
                  <a:pt x="16570" y="112855"/>
                  <a:pt x="18822" y="84459"/>
                </a:cubicBezTo>
                <a:cubicBezTo>
                  <a:pt x="20329" y="60650"/>
                  <a:pt x="29536" y="40563"/>
                  <a:pt x="41739" y="20603"/>
                </a:cubicBezTo>
                <a:cubicBezTo>
                  <a:pt x="64918" y="-3777"/>
                  <a:pt x="86943" y="-1453"/>
                  <a:pt x="116574" y="2438"/>
                </a:cubicBezTo>
                <a:cubicBezTo>
                  <a:pt x="148371" y="11743"/>
                  <a:pt x="176256" y="26044"/>
                  <a:pt x="203925" y="43773"/>
                </a:cubicBezTo>
                <a:cubicBezTo>
                  <a:pt x="232818" y="67450"/>
                  <a:pt x="260645" y="91639"/>
                  <a:pt x="287550" y="117553"/>
                </a:cubicBezTo>
                <a:cubicBezTo>
                  <a:pt x="307817" y="134134"/>
                  <a:pt x="321976" y="154804"/>
                  <a:pt x="335457" y="176779"/>
                </a:cubicBezTo>
                <a:cubicBezTo>
                  <a:pt x="340488" y="184980"/>
                  <a:pt x="332291" y="191834"/>
                  <a:pt x="325029" y="185521"/>
                </a:cubicBezTo>
                <a:cubicBezTo>
                  <a:pt x="306120" y="169081"/>
                  <a:pt x="288444" y="151952"/>
                  <a:pt x="273188" y="131914"/>
                </a:cubicBezTo>
                <a:cubicBezTo>
                  <a:pt x="248031" y="106356"/>
                  <a:pt x="223696" y="79087"/>
                  <a:pt x="192933" y="60102"/>
                </a:cubicBezTo>
                <a:cubicBezTo>
                  <a:pt x="168459" y="44668"/>
                  <a:pt x="145653" y="26404"/>
                  <a:pt x="115266" y="30636"/>
                </a:cubicBezTo>
                <a:cubicBezTo>
                  <a:pt x="101727" y="35501"/>
                  <a:pt x="87636" y="37078"/>
                  <a:pt x="77482" y="48194"/>
                </a:cubicBezTo>
                <a:cubicBezTo>
                  <a:pt x="70268" y="62127"/>
                  <a:pt x="59836" y="74541"/>
                  <a:pt x="58318" y="91903"/>
                </a:cubicBezTo>
                <a:cubicBezTo>
                  <a:pt x="50967" y="118512"/>
                  <a:pt x="46307" y="145489"/>
                  <a:pt x="43994" y="173133"/>
                </a:cubicBezTo>
                <a:cubicBezTo>
                  <a:pt x="42470" y="193676"/>
                  <a:pt x="39514" y="214090"/>
                  <a:pt x="36584" y="234331"/>
                </a:cubicBezTo>
                <a:cubicBezTo>
                  <a:pt x="32857" y="260076"/>
                  <a:pt x="-3182" y="254500"/>
                  <a:pt x="227" y="2287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0" name="任意多边形: 形状 109">
            <a:extLst>
              <a:ext uri="{FF2B5EF4-FFF2-40B4-BE49-F238E27FC236}">
                <a16:creationId xmlns:a16="http://schemas.microsoft.com/office/drawing/2014/main" id="{AC32A6D5-AD12-C94B-9A85-BD5FD6E12F0F}"/>
              </a:ext>
            </a:extLst>
          </p:cNvPr>
          <p:cNvSpPr/>
          <p:nvPr/>
        </p:nvSpPr>
        <p:spPr>
          <a:xfrm>
            <a:off x="7738960" y="2367277"/>
            <a:ext cx="66858" cy="207618"/>
          </a:xfrm>
          <a:custGeom>
            <a:avLst/>
            <a:gdLst>
              <a:gd name="csX0" fmla="*/ 47833 w 66858"/>
              <a:gd name="csY0" fmla="*/ 18177 h 207618"/>
              <a:gd name="csX1" fmla="*/ 62329 w 66858"/>
              <a:gd name="csY1" fmla="*/ 76306 h 207618"/>
              <a:gd name="csX2" fmla="*/ 53745 w 66858"/>
              <a:gd name="csY2" fmla="*/ 179100 h 207618"/>
              <a:gd name="csX3" fmla="*/ 56229 w 66858"/>
              <a:gd name="csY3" fmla="*/ 199583 h 207618"/>
              <a:gd name="csX4" fmla="*/ 42720 w 66858"/>
              <a:gd name="csY4" fmla="*/ 201221 h 207618"/>
              <a:gd name="csX5" fmla="*/ 40242 w 66858"/>
              <a:gd name="csY5" fmla="*/ 180791 h 207618"/>
              <a:gd name="csX6" fmla="*/ 5235 w 66858"/>
              <a:gd name="csY6" fmla="*/ 85939 h 207618"/>
              <a:gd name="csX7" fmla="*/ 3982 w 66858"/>
              <a:gd name="csY7" fmla="*/ 24254 h 207618"/>
              <a:gd name="csX8" fmla="*/ 47832 w 66858"/>
              <a:gd name="csY8" fmla="*/ 18180 h 2076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6858" h="207618">
                <a:moveTo>
                  <a:pt x="47833" y="18177"/>
                </a:moveTo>
                <a:cubicBezTo>
                  <a:pt x="58471" y="35904"/>
                  <a:pt x="60238" y="56043"/>
                  <a:pt x="62329" y="76306"/>
                </a:cubicBezTo>
                <a:cubicBezTo>
                  <a:pt x="68263" y="113464"/>
                  <a:pt x="70948" y="144858"/>
                  <a:pt x="53745" y="179100"/>
                </a:cubicBezTo>
                <a:cubicBezTo>
                  <a:pt x="54572" y="185928"/>
                  <a:pt x="55401" y="192755"/>
                  <a:pt x="56229" y="199583"/>
                </a:cubicBezTo>
                <a:cubicBezTo>
                  <a:pt x="57387" y="209134"/>
                  <a:pt x="43879" y="210773"/>
                  <a:pt x="42720" y="201221"/>
                </a:cubicBezTo>
                <a:cubicBezTo>
                  <a:pt x="41894" y="194411"/>
                  <a:pt x="41068" y="187601"/>
                  <a:pt x="40242" y="180791"/>
                </a:cubicBezTo>
                <a:cubicBezTo>
                  <a:pt x="15935" y="152486"/>
                  <a:pt x="10784" y="122089"/>
                  <a:pt x="5235" y="85939"/>
                </a:cubicBezTo>
                <a:cubicBezTo>
                  <a:pt x="1277" y="65141"/>
                  <a:pt x="-3603" y="44565"/>
                  <a:pt x="3982" y="24254"/>
                </a:cubicBezTo>
                <a:cubicBezTo>
                  <a:pt x="14934" y="-5070"/>
                  <a:pt x="31724" y="-8660"/>
                  <a:pt x="47832" y="1818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1" name="任意多边形: 形状 110">
            <a:extLst>
              <a:ext uri="{FF2B5EF4-FFF2-40B4-BE49-F238E27FC236}">
                <a16:creationId xmlns:a16="http://schemas.microsoft.com/office/drawing/2014/main" id="{8B30B57B-0523-F499-0E35-CC74AF5D9C70}"/>
              </a:ext>
            </a:extLst>
          </p:cNvPr>
          <p:cNvSpPr/>
          <p:nvPr/>
        </p:nvSpPr>
        <p:spPr>
          <a:xfrm>
            <a:off x="7869818" y="2327116"/>
            <a:ext cx="52223" cy="212725"/>
          </a:xfrm>
          <a:custGeom>
            <a:avLst/>
            <a:gdLst>
              <a:gd name="csX0" fmla="*/ 51944 w 52223"/>
              <a:gd name="csY0" fmla="*/ 24714 h 212725"/>
              <a:gd name="csX1" fmla="*/ 49750 w 52223"/>
              <a:gd name="csY1" fmla="*/ 107165 h 212725"/>
              <a:gd name="csX2" fmla="*/ 46608 w 52223"/>
              <a:gd name="csY2" fmla="*/ 204749 h 212725"/>
              <a:gd name="csX3" fmla="*/ 33086 w 52223"/>
              <a:gd name="csY3" fmla="*/ 206273 h 212725"/>
              <a:gd name="csX4" fmla="*/ 12139 w 52223"/>
              <a:gd name="csY4" fmla="*/ 109242 h 212725"/>
              <a:gd name="csX5" fmla="*/ 393 w 52223"/>
              <a:gd name="csY5" fmla="*/ 30267 h 212725"/>
              <a:gd name="csX6" fmla="*/ 51945 w 52223"/>
              <a:gd name="csY6" fmla="*/ 24713 h 212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2223" h="212725">
                <a:moveTo>
                  <a:pt x="51944" y="24714"/>
                </a:moveTo>
                <a:cubicBezTo>
                  <a:pt x="53213" y="50015"/>
                  <a:pt x="49738" y="79953"/>
                  <a:pt x="49750" y="107165"/>
                </a:cubicBezTo>
                <a:cubicBezTo>
                  <a:pt x="51486" y="140498"/>
                  <a:pt x="43242" y="171770"/>
                  <a:pt x="46608" y="204749"/>
                </a:cubicBezTo>
                <a:cubicBezTo>
                  <a:pt x="47585" y="214320"/>
                  <a:pt x="34265" y="215822"/>
                  <a:pt x="33086" y="206273"/>
                </a:cubicBezTo>
                <a:cubicBezTo>
                  <a:pt x="28976" y="172967"/>
                  <a:pt x="14397" y="143176"/>
                  <a:pt x="12139" y="109242"/>
                </a:cubicBezTo>
                <a:cubicBezTo>
                  <a:pt x="9265" y="82998"/>
                  <a:pt x="4107" y="54451"/>
                  <a:pt x="393" y="30267"/>
                </a:cubicBezTo>
                <a:cubicBezTo>
                  <a:pt x="-5171" y="-5971"/>
                  <a:pt x="50107" y="-11904"/>
                  <a:pt x="51945" y="24713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2" name="任意多边形: 形状 111">
            <a:extLst>
              <a:ext uri="{FF2B5EF4-FFF2-40B4-BE49-F238E27FC236}">
                <a16:creationId xmlns:a16="http://schemas.microsoft.com/office/drawing/2014/main" id="{58519FED-F861-8B1F-0F2E-F42612860B5A}"/>
              </a:ext>
            </a:extLst>
          </p:cNvPr>
          <p:cNvSpPr/>
          <p:nvPr/>
        </p:nvSpPr>
        <p:spPr>
          <a:xfrm>
            <a:off x="7979304" y="2182545"/>
            <a:ext cx="88535" cy="275731"/>
          </a:xfrm>
          <a:custGeom>
            <a:avLst/>
            <a:gdLst>
              <a:gd name="csX0" fmla="*/ 88000 w 88535"/>
              <a:gd name="csY0" fmla="*/ 43080 h 275731"/>
              <a:gd name="csX1" fmla="*/ 80173 w 88535"/>
              <a:gd name="csY1" fmla="*/ 123295 h 275731"/>
              <a:gd name="csX2" fmla="*/ 42379 w 88535"/>
              <a:gd name="csY2" fmla="*/ 269018 h 275731"/>
              <a:gd name="csX3" fmla="*/ 28783 w 88535"/>
              <a:gd name="csY3" fmla="*/ 268458 h 275731"/>
              <a:gd name="csX4" fmla="*/ 7331 w 88535"/>
              <a:gd name="csY4" fmla="*/ 120049 h 275731"/>
              <a:gd name="csX5" fmla="*/ 177 w 88535"/>
              <a:gd name="csY5" fmla="*/ 50420 h 275731"/>
              <a:gd name="csX6" fmla="*/ 87999 w 88535"/>
              <a:gd name="csY6" fmla="*/ 43079 h 275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8535" h="275731">
                <a:moveTo>
                  <a:pt x="88000" y="43080"/>
                </a:moveTo>
                <a:cubicBezTo>
                  <a:pt x="90330" y="70310"/>
                  <a:pt x="84570" y="96546"/>
                  <a:pt x="80173" y="123295"/>
                </a:cubicBezTo>
                <a:cubicBezTo>
                  <a:pt x="78611" y="175047"/>
                  <a:pt x="56890" y="220527"/>
                  <a:pt x="42379" y="269018"/>
                </a:cubicBezTo>
                <a:cubicBezTo>
                  <a:pt x="39621" y="278236"/>
                  <a:pt x="30743" y="277878"/>
                  <a:pt x="28783" y="268458"/>
                </a:cubicBezTo>
                <a:cubicBezTo>
                  <a:pt x="18484" y="218922"/>
                  <a:pt x="2919" y="171560"/>
                  <a:pt x="7331" y="120049"/>
                </a:cubicBezTo>
                <a:cubicBezTo>
                  <a:pt x="5453" y="96803"/>
                  <a:pt x="1893" y="73564"/>
                  <a:pt x="177" y="50420"/>
                </a:cubicBezTo>
                <a:cubicBezTo>
                  <a:pt x="-4433" y="-11726"/>
                  <a:pt x="82686" y="-19011"/>
                  <a:pt x="87999" y="4307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3" name="任意多边形: 形状 112">
            <a:extLst>
              <a:ext uri="{FF2B5EF4-FFF2-40B4-BE49-F238E27FC236}">
                <a16:creationId xmlns:a16="http://schemas.microsoft.com/office/drawing/2014/main" id="{3B05B9A7-30B4-94E8-1B07-D1A454042637}"/>
              </a:ext>
            </a:extLst>
          </p:cNvPr>
          <p:cNvSpPr/>
          <p:nvPr/>
        </p:nvSpPr>
        <p:spPr>
          <a:xfrm>
            <a:off x="8118183" y="2329951"/>
            <a:ext cx="45837" cy="178196"/>
          </a:xfrm>
          <a:custGeom>
            <a:avLst/>
            <a:gdLst>
              <a:gd name="csX0" fmla="*/ 45514 w 45837"/>
              <a:gd name="csY0" fmla="*/ 22642 h 178196"/>
              <a:gd name="csX1" fmla="*/ 33145 w 45837"/>
              <a:gd name="csY1" fmla="*/ 92095 h 178196"/>
              <a:gd name="csX2" fmla="*/ 15864 w 45837"/>
              <a:gd name="csY2" fmla="*/ 171596 h 178196"/>
              <a:gd name="csX3" fmla="*/ 2307 w 45837"/>
              <a:gd name="csY3" fmla="*/ 170433 h 178196"/>
              <a:gd name="csX4" fmla="*/ 1615 w 45837"/>
              <a:gd name="csY4" fmla="*/ 88074 h 178196"/>
              <a:gd name="csX5" fmla="*/ 5340 w 45837"/>
              <a:gd name="csY5" fmla="*/ 19908 h 178196"/>
              <a:gd name="csX6" fmla="*/ 45513 w 45837"/>
              <a:gd name="csY6" fmla="*/ 22641 h 1781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5837" h="178196">
                <a:moveTo>
                  <a:pt x="45514" y="22642"/>
                </a:moveTo>
                <a:cubicBezTo>
                  <a:pt x="41815" y="45591"/>
                  <a:pt x="36473" y="68751"/>
                  <a:pt x="33145" y="92095"/>
                </a:cubicBezTo>
                <a:cubicBezTo>
                  <a:pt x="29933" y="119406"/>
                  <a:pt x="20755" y="144694"/>
                  <a:pt x="15864" y="171596"/>
                </a:cubicBezTo>
                <a:cubicBezTo>
                  <a:pt x="14143" y="181063"/>
                  <a:pt x="2382" y="180055"/>
                  <a:pt x="2307" y="170433"/>
                </a:cubicBezTo>
                <a:cubicBezTo>
                  <a:pt x="2091" y="142687"/>
                  <a:pt x="-2292" y="115855"/>
                  <a:pt x="1615" y="88074"/>
                </a:cubicBezTo>
                <a:cubicBezTo>
                  <a:pt x="4022" y="65320"/>
                  <a:pt x="5168" y="42602"/>
                  <a:pt x="5340" y="19908"/>
                </a:cubicBezTo>
                <a:cubicBezTo>
                  <a:pt x="5554" y="-8564"/>
                  <a:pt x="50044" y="-5469"/>
                  <a:pt x="45513" y="2264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4" name="任意多边形: 形状 113">
            <a:extLst>
              <a:ext uri="{FF2B5EF4-FFF2-40B4-BE49-F238E27FC236}">
                <a16:creationId xmlns:a16="http://schemas.microsoft.com/office/drawing/2014/main" id="{F90DD313-B4E5-5F69-8CA1-F2FEFA9255A8}"/>
              </a:ext>
            </a:extLst>
          </p:cNvPr>
          <p:cNvSpPr/>
          <p:nvPr/>
        </p:nvSpPr>
        <p:spPr>
          <a:xfrm>
            <a:off x="8215581" y="2244573"/>
            <a:ext cx="87043" cy="281548"/>
          </a:xfrm>
          <a:custGeom>
            <a:avLst/>
            <a:gdLst>
              <a:gd name="csX0" fmla="*/ 86133 w 87043"/>
              <a:gd name="csY0" fmla="*/ 48394 h 281548"/>
              <a:gd name="csX1" fmla="*/ 57384 w 87043"/>
              <a:gd name="csY1" fmla="*/ 147396 h 281548"/>
              <a:gd name="csX2" fmla="*/ 15961 w 87043"/>
              <a:gd name="csY2" fmla="*/ 275450 h 281548"/>
              <a:gd name="csX3" fmla="*/ 2539 w 87043"/>
              <a:gd name="csY3" fmla="*/ 273214 h 281548"/>
              <a:gd name="csX4" fmla="*/ 5887 w 87043"/>
              <a:gd name="csY4" fmla="*/ 139569 h 281548"/>
              <a:gd name="csX5" fmla="*/ 194 w 87043"/>
              <a:gd name="csY5" fmla="*/ 42261 h 281548"/>
              <a:gd name="csX6" fmla="*/ 86133 w 87043"/>
              <a:gd name="csY6" fmla="*/ 48389 h 2815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7043" h="281548">
                <a:moveTo>
                  <a:pt x="86133" y="48394"/>
                </a:moveTo>
                <a:cubicBezTo>
                  <a:pt x="79801" y="81100"/>
                  <a:pt x="66812" y="114674"/>
                  <a:pt x="57384" y="147396"/>
                </a:cubicBezTo>
                <a:cubicBezTo>
                  <a:pt x="43947" y="191218"/>
                  <a:pt x="23546" y="229929"/>
                  <a:pt x="15961" y="275450"/>
                </a:cubicBezTo>
                <a:cubicBezTo>
                  <a:pt x="14380" y="284941"/>
                  <a:pt x="957" y="282705"/>
                  <a:pt x="2539" y="273214"/>
                </a:cubicBezTo>
                <a:cubicBezTo>
                  <a:pt x="10043" y="228183"/>
                  <a:pt x="4653" y="184950"/>
                  <a:pt x="5887" y="139569"/>
                </a:cubicBezTo>
                <a:cubicBezTo>
                  <a:pt x="6373" y="106894"/>
                  <a:pt x="2924" y="73907"/>
                  <a:pt x="194" y="42261"/>
                </a:cubicBezTo>
                <a:cubicBezTo>
                  <a:pt x="-5044" y="-18436"/>
                  <a:pt x="97711" y="-11423"/>
                  <a:pt x="86133" y="4838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5" name="任意多边形: 形状 114">
            <a:extLst>
              <a:ext uri="{FF2B5EF4-FFF2-40B4-BE49-F238E27FC236}">
                <a16:creationId xmlns:a16="http://schemas.microsoft.com/office/drawing/2014/main" id="{3D0F943C-AF13-F5E9-9A04-7A0AAA3FE255}"/>
              </a:ext>
            </a:extLst>
          </p:cNvPr>
          <p:cNvSpPr/>
          <p:nvPr/>
        </p:nvSpPr>
        <p:spPr>
          <a:xfrm>
            <a:off x="8470186" y="3975045"/>
            <a:ext cx="2147025" cy="630768"/>
          </a:xfrm>
          <a:custGeom>
            <a:avLst/>
            <a:gdLst>
              <a:gd name="csX0" fmla="*/ 49460 w 2147025"/>
              <a:gd name="csY0" fmla="*/ 10609 h 630768"/>
              <a:gd name="csX1" fmla="*/ 106868 w 2147025"/>
              <a:gd name="csY1" fmla="*/ 76467 h 630768"/>
              <a:gd name="csX2" fmla="*/ 245209 w 2147025"/>
              <a:gd name="csY2" fmla="*/ 187376 h 630768"/>
              <a:gd name="csX3" fmla="*/ 392361 w 2147025"/>
              <a:gd name="csY3" fmla="*/ 343881 h 630768"/>
              <a:gd name="csX4" fmla="*/ 530245 w 2147025"/>
              <a:gd name="csY4" fmla="*/ 450133 h 630768"/>
              <a:gd name="csX5" fmla="*/ 681483 w 2147025"/>
              <a:gd name="csY5" fmla="*/ 509009 h 630768"/>
              <a:gd name="csX6" fmla="*/ 901063 w 2147025"/>
              <a:gd name="csY6" fmla="*/ 526990 h 630768"/>
              <a:gd name="csX7" fmla="*/ 1214721 w 2147025"/>
              <a:gd name="csY7" fmla="*/ 495998 h 630768"/>
              <a:gd name="csX8" fmla="*/ 1565546 w 2147025"/>
              <a:gd name="csY8" fmla="*/ 395214 h 630768"/>
              <a:gd name="csX9" fmla="*/ 1843723 w 2147025"/>
              <a:gd name="csY9" fmla="*/ 269218 h 630768"/>
              <a:gd name="csX10" fmla="*/ 1990418 w 2147025"/>
              <a:gd name="csY10" fmla="*/ 191307 h 630768"/>
              <a:gd name="csX11" fmla="*/ 2076938 w 2147025"/>
              <a:gd name="csY11" fmla="*/ 161025 h 630768"/>
              <a:gd name="csX12" fmla="*/ 2136401 w 2147025"/>
              <a:gd name="csY12" fmla="*/ 183899 h 630768"/>
              <a:gd name="csX13" fmla="*/ 2145261 w 2147025"/>
              <a:gd name="csY13" fmla="*/ 200982 h 630768"/>
              <a:gd name="csX14" fmla="*/ 2130465 w 2147025"/>
              <a:gd name="csY14" fmla="*/ 263673 h 630768"/>
              <a:gd name="csX15" fmla="*/ 2038987 w 2147025"/>
              <a:gd name="csY15" fmla="*/ 313142 h 630768"/>
              <a:gd name="csX16" fmla="*/ 1880977 w 2147025"/>
              <a:gd name="csY16" fmla="*/ 360337 h 630768"/>
              <a:gd name="csX17" fmla="*/ 1589436 w 2147025"/>
              <a:gd name="csY17" fmla="*/ 462073 h 630768"/>
              <a:gd name="csX18" fmla="*/ 1229238 w 2147025"/>
              <a:gd name="csY18" fmla="*/ 569591 h 630768"/>
              <a:gd name="csX19" fmla="*/ 905407 w 2147025"/>
              <a:gd name="csY19" fmla="*/ 623267 h 630768"/>
              <a:gd name="csX20" fmla="*/ 653842 w 2147025"/>
              <a:gd name="csY20" fmla="*/ 621384 h 630768"/>
              <a:gd name="csX21" fmla="*/ 467572 w 2147025"/>
              <a:gd name="csY21" fmla="*/ 540003 h 630768"/>
              <a:gd name="csX22" fmla="*/ 324535 w 2147025"/>
              <a:gd name="csY22" fmla="*/ 404643 h 630768"/>
              <a:gd name="csX23" fmla="*/ 188861 w 2147025"/>
              <a:gd name="csY23" fmla="*/ 240108 h 630768"/>
              <a:gd name="csX24" fmla="*/ 78885 w 2147025"/>
              <a:gd name="csY24" fmla="*/ 106158 h 630768"/>
              <a:gd name="csX25" fmla="*/ 9472 w 2147025"/>
              <a:gd name="csY25" fmla="*/ 47048 h 630768"/>
              <a:gd name="csX26" fmla="*/ 49460 w 2147025"/>
              <a:gd name="csY26" fmla="*/ 10599 h 6307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2147025" h="630768">
                <a:moveTo>
                  <a:pt x="49460" y="10609"/>
                </a:moveTo>
                <a:cubicBezTo>
                  <a:pt x="67011" y="33672"/>
                  <a:pt x="87320" y="54897"/>
                  <a:pt x="106868" y="76467"/>
                </a:cubicBezTo>
                <a:cubicBezTo>
                  <a:pt x="155457" y="108607"/>
                  <a:pt x="204061" y="145359"/>
                  <a:pt x="245209" y="187376"/>
                </a:cubicBezTo>
                <a:cubicBezTo>
                  <a:pt x="294503" y="239353"/>
                  <a:pt x="343146" y="291627"/>
                  <a:pt x="392361" y="343881"/>
                </a:cubicBezTo>
                <a:cubicBezTo>
                  <a:pt x="431934" y="386587"/>
                  <a:pt x="482973" y="416498"/>
                  <a:pt x="530245" y="450133"/>
                </a:cubicBezTo>
                <a:cubicBezTo>
                  <a:pt x="577995" y="477808"/>
                  <a:pt x="628848" y="494013"/>
                  <a:pt x="681483" y="509009"/>
                </a:cubicBezTo>
                <a:cubicBezTo>
                  <a:pt x="753364" y="525401"/>
                  <a:pt x="827625" y="526779"/>
                  <a:pt x="901063" y="526990"/>
                </a:cubicBezTo>
                <a:cubicBezTo>
                  <a:pt x="1006276" y="523954"/>
                  <a:pt x="1111080" y="514244"/>
                  <a:pt x="1214721" y="495998"/>
                </a:cubicBezTo>
                <a:cubicBezTo>
                  <a:pt x="1335203" y="475846"/>
                  <a:pt x="1451418" y="437882"/>
                  <a:pt x="1565546" y="395214"/>
                </a:cubicBezTo>
                <a:cubicBezTo>
                  <a:pt x="1660496" y="358357"/>
                  <a:pt x="1752883" y="315206"/>
                  <a:pt x="1843723" y="269218"/>
                </a:cubicBezTo>
                <a:cubicBezTo>
                  <a:pt x="1892290" y="242605"/>
                  <a:pt x="1941774" y="217638"/>
                  <a:pt x="1990418" y="191307"/>
                </a:cubicBezTo>
                <a:cubicBezTo>
                  <a:pt x="2018566" y="175852"/>
                  <a:pt x="2045726" y="165180"/>
                  <a:pt x="2076938" y="161025"/>
                </a:cubicBezTo>
                <a:cubicBezTo>
                  <a:pt x="2096241" y="170754"/>
                  <a:pt x="2116983" y="176303"/>
                  <a:pt x="2136401" y="183899"/>
                </a:cubicBezTo>
                <a:cubicBezTo>
                  <a:pt x="2149073" y="188855"/>
                  <a:pt x="2148041" y="187662"/>
                  <a:pt x="2145261" y="200982"/>
                </a:cubicBezTo>
                <a:cubicBezTo>
                  <a:pt x="2140961" y="221581"/>
                  <a:pt x="2135208" y="242579"/>
                  <a:pt x="2130465" y="263673"/>
                </a:cubicBezTo>
                <a:cubicBezTo>
                  <a:pt x="2103652" y="288580"/>
                  <a:pt x="2075747" y="304484"/>
                  <a:pt x="2038987" y="313142"/>
                </a:cubicBezTo>
                <a:cubicBezTo>
                  <a:pt x="1986044" y="327867"/>
                  <a:pt x="1933840" y="345209"/>
                  <a:pt x="1880977" y="360337"/>
                </a:cubicBezTo>
                <a:cubicBezTo>
                  <a:pt x="1782850" y="391529"/>
                  <a:pt x="1686286" y="427186"/>
                  <a:pt x="1589436" y="462073"/>
                </a:cubicBezTo>
                <a:cubicBezTo>
                  <a:pt x="1470783" y="502569"/>
                  <a:pt x="1351292" y="540580"/>
                  <a:pt x="1229238" y="569591"/>
                </a:cubicBezTo>
                <a:cubicBezTo>
                  <a:pt x="1122273" y="592879"/>
                  <a:pt x="1014897" y="615570"/>
                  <a:pt x="905407" y="623267"/>
                </a:cubicBezTo>
                <a:cubicBezTo>
                  <a:pt x="821623" y="630800"/>
                  <a:pt x="737253" y="636227"/>
                  <a:pt x="653842" y="621384"/>
                </a:cubicBezTo>
                <a:cubicBezTo>
                  <a:pt x="587396" y="607071"/>
                  <a:pt x="521226" y="582693"/>
                  <a:pt x="467572" y="540003"/>
                </a:cubicBezTo>
                <a:cubicBezTo>
                  <a:pt x="413876" y="499871"/>
                  <a:pt x="365978" y="457946"/>
                  <a:pt x="324535" y="404643"/>
                </a:cubicBezTo>
                <a:cubicBezTo>
                  <a:pt x="278321" y="350469"/>
                  <a:pt x="235060" y="294048"/>
                  <a:pt x="188861" y="240108"/>
                </a:cubicBezTo>
                <a:cubicBezTo>
                  <a:pt x="150361" y="196981"/>
                  <a:pt x="115730" y="150084"/>
                  <a:pt x="78885" y="106158"/>
                </a:cubicBezTo>
                <a:cubicBezTo>
                  <a:pt x="55686" y="86517"/>
                  <a:pt x="32658" y="66413"/>
                  <a:pt x="9472" y="47048"/>
                </a:cubicBezTo>
                <a:cubicBezTo>
                  <a:pt x="-19893" y="22523"/>
                  <a:pt x="26292" y="-19846"/>
                  <a:pt x="49460" y="1059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6" name="任意多边形: 形状 115">
            <a:extLst>
              <a:ext uri="{FF2B5EF4-FFF2-40B4-BE49-F238E27FC236}">
                <a16:creationId xmlns:a16="http://schemas.microsoft.com/office/drawing/2014/main" id="{E64170E1-3962-7E77-C8A0-F6A6F5DDAFEE}"/>
              </a:ext>
            </a:extLst>
          </p:cNvPr>
          <p:cNvSpPr/>
          <p:nvPr/>
        </p:nvSpPr>
        <p:spPr>
          <a:xfrm>
            <a:off x="9221283" y="2789271"/>
            <a:ext cx="1618891" cy="886123"/>
          </a:xfrm>
          <a:custGeom>
            <a:avLst/>
            <a:gdLst>
              <a:gd name="csX0" fmla="*/ 48552 w 1618891"/>
              <a:gd name="csY0" fmla="*/ 783760 h 886123"/>
              <a:gd name="csX1" fmla="*/ 207496 w 1618891"/>
              <a:gd name="csY1" fmla="*/ 774590 h 886123"/>
              <a:gd name="csX2" fmla="*/ 582867 w 1618891"/>
              <a:gd name="csY2" fmla="*/ 672948 h 886123"/>
              <a:gd name="csX3" fmla="*/ 985641 w 1618891"/>
              <a:gd name="csY3" fmla="*/ 510290 h 886123"/>
              <a:gd name="csX4" fmla="*/ 1237368 w 1618891"/>
              <a:gd name="csY4" fmla="*/ 352699 h 886123"/>
              <a:gd name="csX5" fmla="*/ 1391349 w 1618891"/>
              <a:gd name="csY5" fmla="*/ 242295 h 886123"/>
              <a:gd name="csX6" fmla="*/ 1491590 w 1618891"/>
              <a:gd name="csY6" fmla="*/ 148969 h 886123"/>
              <a:gd name="csX7" fmla="*/ 1535508 w 1618891"/>
              <a:gd name="csY7" fmla="*/ 89944 h 886123"/>
              <a:gd name="csX8" fmla="*/ 1535859 w 1618891"/>
              <a:gd name="csY8" fmla="*/ 73989 h 886123"/>
              <a:gd name="csX9" fmla="*/ 1492913 w 1618891"/>
              <a:gd name="csY9" fmla="*/ 58640 h 886123"/>
              <a:gd name="csX10" fmla="*/ 1268856 w 1618891"/>
              <a:gd name="csY10" fmla="*/ 53098 h 886123"/>
              <a:gd name="csX11" fmla="*/ 962790 w 1618891"/>
              <a:gd name="csY11" fmla="*/ 87514 h 886123"/>
              <a:gd name="csX12" fmla="*/ 667419 w 1618891"/>
              <a:gd name="csY12" fmla="*/ 135733 h 886123"/>
              <a:gd name="csX13" fmla="*/ 664138 w 1618891"/>
              <a:gd name="csY13" fmla="*/ 116772 h 886123"/>
              <a:gd name="csX14" fmla="*/ 960118 w 1618891"/>
              <a:gd name="csY14" fmla="*/ 68458 h 886123"/>
              <a:gd name="csX15" fmla="*/ 1266804 w 1618891"/>
              <a:gd name="csY15" fmla="*/ 29436 h 886123"/>
              <a:gd name="csX16" fmla="*/ 1498842 w 1618891"/>
              <a:gd name="csY16" fmla="*/ 0 h 886123"/>
              <a:gd name="csX17" fmla="*/ 1614333 w 1618891"/>
              <a:gd name="csY17" fmla="*/ 40216 h 886123"/>
              <a:gd name="csX18" fmla="*/ 1606122 w 1618891"/>
              <a:gd name="csY18" fmla="*/ 121758 h 886123"/>
              <a:gd name="csX19" fmla="*/ 1550863 w 1618891"/>
              <a:gd name="csY19" fmla="*/ 206835 h 886123"/>
              <a:gd name="csX20" fmla="*/ 1433953 w 1618891"/>
              <a:gd name="csY20" fmla="*/ 300841 h 886123"/>
              <a:gd name="csX21" fmla="*/ 1267361 w 1618891"/>
              <a:gd name="csY21" fmla="*/ 402768 h 886123"/>
              <a:gd name="csX22" fmla="*/ 993651 w 1618891"/>
              <a:gd name="csY22" fmla="*/ 527774 h 886123"/>
              <a:gd name="csX23" fmla="*/ 589210 w 1618891"/>
              <a:gd name="csY23" fmla="*/ 691099 h 886123"/>
              <a:gd name="csX24" fmla="*/ 219763 w 1618891"/>
              <a:gd name="csY24" fmla="*/ 825078 h 886123"/>
              <a:gd name="csX25" fmla="*/ 54752 w 1618891"/>
              <a:gd name="csY25" fmla="*/ 883557 h 886123"/>
              <a:gd name="csX26" fmla="*/ 48551 w 1618891"/>
              <a:gd name="csY26" fmla="*/ 783754 h 8861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1618891" h="886123">
                <a:moveTo>
                  <a:pt x="48552" y="783760"/>
                </a:moveTo>
                <a:cubicBezTo>
                  <a:pt x="101861" y="790208"/>
                  <a:pt x="154823" y="783109"/>
                  <a:pt x="207496" y="774590"/>
                </a:cubicBezTo>
                <a:cubicBezTo>
                  <a:pt x="336922" y="758876"/>
                  <a:pt x="460461" y="715779"/>
                  <a:pt x="582867" y="672948"/>
                </a:cubicBezTo>
                <a:cubicBezTo>
                  <a:pt x="719903" y="625696"/>
                  <a:pt x="853949" y="570698"/>
                  <a:pt x="985641" y="510290"/>
                </a:cubicBezTo>
                <a:cubicBezTo>
                  <a:pt x="1073867" y="464802"/>
                  <a:pt x="1156024" y="409239"/>
                  <a:pt x="1237368" y="352699"/>
                </a:cubicBezTo>
                <a:cubicBezTo>
                  <a:pt x="1289216" y="316495"/>
                  <a:pt x="1341343" y="280927"/>
                  <a:pt x="1391349" y="242295"/>
                </a:cubicBezTo>
                <a:cubicBezTo>
                  <a:pt x="1428012" y="214581"/>
                  <a:pt x="1460496" y="182500"/>
                  <a:pt x="1491590" y="148969"/>
                </a:cubicBezTo>
                <a:cubicBezTo>
                  <a:pt x="1509248" y="131025"/>
                  <a:pt x="1522744" y="111281"/>
                  <a:pt x="1535508" y="89944"/>
                </a:cubicBezTo>
                <a:cubicBezTo>
                  <a:pt x="1536922" y="84816"/>
                  <a:pt x="1535742" y="79308"/>
                  <a:pt x="1535859" y="73989"/>
                </a:cubicBezTo>
                <a:cubicBezTo>
                  <a:pt x="1542644" y="75103"/>
                  <a:pt x="1500028" y="60736"/>
                  <a:pt x="1492913" y="58640"/>
                </a:cubicBezTo>
                <a:cubicBezTo>
                  <a:pt x="1419115" y="45610"/>
                  <a:pt x="1343390" y="48466"/>
                  <a:pt x="1268856" y="53098"/>
                </a:cubicBezTo>
                <a:cubicBezTo>
                  <a:pt x="1166225" y="57674"/>
                  <a:pt x="1064422" y="73230"/>
                  <a:pt x="962790" y="87514"/>
                </a:cubicBezTo>
                <a:cubicBezTo>
                  <a:pt x="864311" y="103445"/>
                  <a:pt x="765717" y="118717"/>
                  <a:pt x="667419" y="135733"/>
                </a:cubicBezTo>
                <a:cubicBezTo>
                  <a:pt x="654012" y="138054"/>
                  <a:pt x="650730" y="119092"/>
                  <a:pt x="664138" y="116772"/>
                </a:cubicBezTo>
                <a:cubicBezTo>
                  <a:pt x="762636" y="99724"/>
                  <a:pt x="861429" y="84413"/>
                  <a:pt x="960118" y="68458"/>
                </a:cubicBezTo>
                <a:cubicBezTo>
                  <a:pt x="1062207" y="54110"/>
                  <a:pt x="1164524" y="42001"/>
                  <a:pt x="1266804" y="29436"/>
                </a:cubicBezTo>
                <a:cubicBezTo>
                  <a:pt x="1344374" y="20788"/>
                  <a:pt x="1421223" y="7726"/>
                  <a:pt x="1498842" y="0"/>
                </a:cubicBezTo>
                <a:cubicBezTo>
                  <a:pt x="1543941" y="1865"/>
                  <a:pt x="1586478" y="-785"/>
                  <a:pt x="1614333" y="40216"/>
                </a:cubicBezTo>
                <a:cubicBezTo>
                  <a:pt x="1620097" y="70382"/>
                  <a:pt x="1623163" y="94090"/>
                  <a:pt x="1606122" y="121758"/>
                </a:cubicBezTo>
                <a:cubicBezTo>
                  <a:pt x="1590561" y="151797"/>
                  <a:pt x="1575875" y="183305"/>
                  <a:pt x="1550863" y="206835"/>
                </a:cubicBezTo>
                <a:cubicBezTo>
                  <a:pt x="1513812" y="240126"/>
                  <a:pt x="1475708" y="272966"/>
                  <a:pt x="1433953" y="300841"/>
                </a:cubicBezTo>
                <a:cubicBezTo>
                  <a:pt x="1379322" y="336317"/>
                  <a:pt x="1326035" y="373981"/>
                  <a:pt x="1267361" y="402768"/>
                </a:cubicBezTo>
                <a:cubicBezTo>
                  <a:pt x="1178045" y="448525"/>
                  <a:pt x="1086291" y="489230"/>
                  <a:pt x="993651" y="527774"/>
                </a:cubicBezTo>
                <a:cubicBezTo>
                  <a:pt x="861405" y="588425"/>
                  <a:pt x="726808" y="643655"/>
                  <a:pt x="589210" y="691099"/>
                </a:cubicBezTo>
                <a:cubicBezTo>
                  <a:pt x="465556" y="734369"/>
                  <a:pt x="341931" y="777735"/>
                  <a:pt x="219763" y="825078"/>
                </a:cubicBezTo>
                <a:cubicBezTo>
                  <a:pt x="164133" y="843186"/>
                  <a:pt x="110111" y="865161"/>
                  <a:pt x="54752" y="883557"/>
                </a:cubicBezTo>
                <a:cubicBezTo>
                  <a:pt x="-12350" y="905856"/>
                  <a:pt x="-21648" y="775258"/>
                  <a:pt x="48551" y="78375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8" name="Arc 12+++">
            <a:extLst>
              <a:ext uri="{FF2B5EF4-FFF2-40B4-BE49-F238E27FC236}">
                <a16:creationId xmlns:a16="http://schemas.microsoft.com/office/drawing/2014/main" id="{64511CEC-FFFA-61DD-44F2-8A962B4A1378}"/>
              </a:ext>
            </a:extLst>
          </p:cNvPr>
          <p:cNvSpPr/>
          <p:nvPr/>
        </p:nvSpPr>
        <p:spPr>
          <a:xfrm>
            <a:off x="2365829" y="-301171"/>
            <a:ext cx="7460342" cy="7460342"/>
          </a:xfrm>
          <a:prstGeom prst="arc">
            <a:avLst>
              <a:gd name="adj1" fmla="val 13889976"/>
              <a:gd name="adj2" fmla="val 20987688"/>
            </a:avLst>
          </a:prstGeom>
          <a:ln w="127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9" name="Arc 12+++">
            <a:extLst>
              <a:ext uri="{FF2B5EF4-FFF2-40B4-BE49-F238E27FC236}">
                <a16:creationId xmlns:a16="http://schemas.microsoft.com/office/drawing/2014/main" id="{DFB732D3-E2FE-8D3B-B9FB-CBF4765A97CB}"/>
              </a:ext>
            </a:extLst>
          </p:cNvPr>
          <p:cNvSpPr/>
          <p:nvPr/>
        </p:nvSpPr>
        <p:spPr>
          <a:xfrm>
            <a:off x="2365829" y="-301171"/>
            <a:ext cx="7460342" cy="7460342"/>
          </a:xfrm>
          <a:prstGeom prst="arc">
            <a:avLst>
              <a:gd name="adj1" fmla="val 3318285"/>
              <a:gd name="adj2" fmla="val 8796885"/>
            </a:avLst>
          </a:prstGeom>
          <a:ln w="127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8" name="图片 37" descr="D:\51PPT模板网\51pptmoban.com\图片.jpg">
            <a:extLst>
              <a:ext uri="{FF2B5EF4-FFF2-40B4-BE49-F238E27FC236}">
                <a16:creationId xmlns:a16="http://schemas.microsoft.com/office/drawing/2014/main" id="{418DE79E-6329-CC7D-4024-DE4BE8B0AF32}"/>
              </a:ext>
            </a:extLst>
          </p:cNvPr>
          <p:cNvPicPr>
            <a:picLocks noChangeAspect="1"/>
          </p:cNvPicPr>
          <p:nvPr/>
        </p:nvPicPr>
        <p:blipFill>
          <a:blip r:embed="injBgRid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264372"/>
            <a:ext cx="12192000" cy="4590980"/>
          </a:xfrm>
          <a:prstGeom prst="rect">
            <a:avLst/>
          </a:prstGeom>
        </p:spPr>
      </p:pic>
      <p:pic>
        <p:nvPicPr>
          <p:cNvPr id="117" name="图片 116" descr="D:\51PPT模板网\51pptmoban.com\图片.jpg">
            <a:extLst>
              <a:ext uri="{FF2B5EF4-FFF2-40B4-BE49-F238E27FC236}">
                <a16:creationId xmlns:a16="http://schemas.microsoft.com/office/drawing/2014/main" id="{AC1D7A55-A4EB-26F3-5B7E-D45CA3260521}"/>
              </a:ext>
            </a:extLst>
          </p:cNvPr>
          <p:cNvPicPr>
            <a:picLocks noChangeAspect="1"/>
          </p:cNvPicPr>
          <p:nvPr/>
        </p:nvPicPr>
        <p:blipFill>
          <a:blip r:embed="injBgRid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2766509" flipH="1" flipV="1">
            <a:off x="2111162" y="627448"/>
            <a:ext cx="1810966" cy="138521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D1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2024年是公司高速发展的关键之年。展望2025年，我们将继续深耕核心赛道，扩大市场份额，为客户创造更大价值。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2267712"/>
            <a:ext cx="9966960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C1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持续加大AI技术研发投入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C1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拓展东南亚与中东市场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C1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完成新一轮战略融资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D7553F8F-9F9F-1BEA-7B2F-1832072BF24A}"/>
              </a:ext>
            </a:extLst>
          </p:cNvPr>
          <p:cNvSpPr/>
          <p:nvPr/>
        </p:nvSpPr>
        <p:spPr>
          <a:xfrm>
            <a:off x="499388" y="3447396"/>
            <a:ext cx="3851445" cy="3851459"/>
          </a:xfrm>
          <a:custGeom>
            <a:avLst/>
            <a:gdLst>
              <a:gd name="csX0" fmla="*/ 1925733 w 3851445"/>
              <a:gd name="csY0" fmla="*/ 3851460 h 3851459"/>
              <a:gd name="csX1" fmla="*/ 1672433 w 3851445"/>
              <a:gd name="csY1" fmla="*/ 3834939 h 3851459"/>
              <a:gd name="csX2" fmla="*/ 1658302 w 3851445"/>
              <a:gd name="csY2" fmla="*/ 3818826 h 3851459"/>
              <a:gd name="csX3" fmla="*/ 1658302 w 3851445"/>
              <a:gd name="csY3" fmla="*/ 3713861 h 3851459"/>
              <a:gd name="csX4" fmla="*/ 1674556 w 3851445"/>
              <a:gd name="csY4" fmla="*/ 3697607 h 3851459"/>
              <a:gd name="csX5" fmla="*/ 1851458 w 3851445"/>
              <a:gd name="csY5" fmla="*/ 3697607 h 3851459"/>
              <a:gd name="csX6" fmla="*/ 1851458 w 3851445"/>
              <a:gd name="csY6" fmla="*/ 3583597 h 3851459"/>
              <a:gd name="csX7" fmla="*/ 1359496 w 3851445"/>
              <a:gd name="csY7" fmla="*/ 3486124 h 3851459"/>
              <a:gd name="csX8" fmla="*/ 1315985 w 3851445"/>
              <a:gd name="csY8" fmla="*/ 3591127 h 3851459"/>
              <a:gd name="csX9" fmla="*/ 1479428 w 3851445"/>
              <a:gd name="csY9" fmla="*/ 3658795 h 3851459"/>
              <a:gd name="csX10" fmla="*/ 1488224 w 3851445"/>
              <a:gd name="csY10" fmla="*/ 3667593 h 3851459"/>
              <a:gd name="csX11" fmla="*/ 1488224 w 3851445"/>
              <a:gd name="csY11" fmla="*/ 3680034 h 3851459"/>
              <a:gd name="csX12" fmla="*/ 1447947 w 3851445"/>
              <a:gd name="csY12" fmla="*/ 3777229 h 3851459"/>
              <a:gd name="csX13" fmla="*/ 1428744 w 3851445"/>
              <a:gd name="csY13" fmla="*/ 3786714 h 3851459"/>
              <a:gd name="csX14" fmla="*/ 960768 w 3851445"/>
              <a:gd name="csY14" fmla="*/ 3592560 h 3851459"/>
              <a:gd name="csX15" fmla="*/ 953910 w 3851445"/>
              <a:gd name="csY15" fmla="*/ 3572284 h 3851459"/>
              <a:gd name="csX16" fmla="*/ 994057 w 3851445"/>
              <a:gd name="csY16" fmla="*/ 3475350 h 3851459"/>
              <a:gd name="csX17" fmla="*/ 1002852 w 3851445"/>
              <a:gd name="csY17" fmla="*/ 3466555 h 3851459"/>
              <a:gd name="csX18" fmla="*/ 1015293 w 3851445"/>
              <a:gd name="csY18" fmla="*/ 3466555 h 3851459"/>
              <a:gd name="csX19" fmla="*/ 1178715 w 3851445"/>
              <a:gd name="csY19" fmla="*/ 3534243 h 3851459"/>
              <a:gd name="csX20" fmla="*/ 1222096 w 3851445"/>
              <a:gd name="csY20" fmla="*/ 3429086 h 3851459"/>
              <a:gd name="csX21" fmla="*/ 805599 w 3851445"/>
              <a:gd name="csY21" fmla="*/ 3150143 h 3851459"/>
              <a:gd name="csX22" fmla="*/ 724801 w 3851445"/>
              <a:gd name="csY22" fmla="*/ 3230938 h 3851459"/>
              <a:gd name="csX23" fmla="*/ 849871 w 3851445"/>
              <a:gd name="csY23" fmla="*/ 3356038 h 3851459"/>
              <a:gd name="csX24" fmla="*/ 849871 w 3851445"/>
              <a:gd name="csY24" fmla="*/ 3379023 h 3851459"/>
              <a:gd name="csX25" fmla="*/ 775852 w 3851445"/>
              <a:gd name="csY25" fmla="*/ 3453041 h 3851459"/>
              <a:gd name="csX26" fmla="*/ 754466 w 3851445"/>
              <a:gd name="csY26" fmla="*/ 3454440 h 3851459"/>
              <a:gd name="csX27" fmla="*/ 396358 w 3851445"/>
              <a:gd name="csY27" fmla="*/ 3096102 h 3851459"/>
              <a:gd name="csX28" fmla="*/ 397767 w 3851445"/>
              <a:gd name="csY28" fmla="*/ 3074726 h 3851459"/>
              <a:gd name="csX29" fmla="*/ 471686 w 3851445"/>
              <a:gd name="csY29" fmla="*/ 3000804 h 3851459"/>
              <a:gd name="csX30" fmla="*/ 483180 w 3851445"/>
              <a:gd name="csY30" fmla="*/ 2996041 h 3851459"/>
              <a:gd name="csX31" fmla="*/ 494674 w 3851445"/>
              <a:gd name="csY31" fmla="*/ 3000804 h 3851459"/>
              <a:gd name="csX32" fmla="*/ 619744 w 3851445"/>
              <a:gd name="csY32" fmla="*/ 3125897 h 3851459"/>
              <a:gd name="csX33" fmla="*/ 700575 w 3851445"/>
              <a:gd name="csY33" fmla="*/ 3045069 h 3851459"/>
              <a:gd name="csX34" fmla="*/ 422367 w 3851445"/>
              <a:gd name="csY34" fmla="*/ 2629381 h 3851459"/>
              <a:gd name="csX35" fmla="*/ 316490 w 3851445"/>
              <a:gd name="csY35" fmla="*/ 2672106 h 3851459"/>
              <a:gd name="csX36" fmla="*/ 384130 w 3851445"/>
              <a:gd name="csY36" fmla="*/ 2835379 h 3851459"/>
              <a:gd name="csX37" fmla="*/ 384134 w 3851445"/>
              <a:gd name="csY37" fmla="*/ 2847819 h 3851459"/>
              <a:gd name="csX38" fmla="*/ 375335 w 3851445"/>
              <a:gd name="csY38" fmla="*/ 2856614 h 3851459"/>
              <a:gd name="csX39" fmla="*/ 278661 w 3851445"/>
              <a:gd name="csY39" fmla="*/ 2896662 h 3851459"/>
              <a:gd name="csX40" fmla="*/ 258379 w 3851445"/>
              <a:gd name="csY40" fmla="*/ 2889797 h 3851459"/>
              <a:gd name="csX41" fmla="*/ 64486 w 3851445"/>
              <a:gd name="csY41" fmla="*/ 2421694 h 3851459"/>
              <a:gd name="csX42" fmla="*/ 73974 w 3851445"/>
              <a:gd name="csY42" fmla="*/ 2402502 h 3851459"/>
              <a:gd name="csX43" fmla="*/ 170648 w 3851445"/>
              <a:gd name="csY43" fmla="*/ 2362451 h 3851459"/>
              <a:gd name="csX44" fmla="*/ 183088 w 3851445"/>
              <a:gd name="csY44" fmla="*/ 2362451 h 3851459"/>
              <a:gd name="csX45" fmla="*/ 191883 w 3851445"/>
              <a:gd name="csY45" fmla="*/ 2371246 h 3851459"/>
              <a:gd name="csX46" fmla="*/ 259586 w 3851445"/>
              <a:gd name="csY46" fmla="*/ 2534696 h 3851459"/>
              <a:gd name="csX47" fmla="*/ 365014 w 3851445"/>
              <a:gd name="csY47" fmla="*/ 2491038 h 3851459"/>
              <a:gd name="csX48" fmla="*/ 267826 w 3851445"/>
              <a:gd name="csY48" fmla="*/ 1999255 h 3851459"/>
              <a:gd name="csX49" fmla="*/ 153077 w 3851445"/>
              <a:gd name="csY49" fmla="*/ 1999255 h 3851459"/>
              <a:gd name="csX50" fmla="*/ 153077 w 3851445"/>
              <a:gd name="csY50" fmla="*/ 2176126 h 3851459"/>
              <a:gd name="csX51" fmla="*/ 136824 w 3851445"/>
              <a:gd name="csY51" fmla="*/ 2192379 h 3851459"/>
              <a:gd name="csX52" fmla="*/ 32541 w 3851445"/>
              <a:gd name="csY52" fmla="*/ 2192379 h 3851459"/>
              <a:gd name="csX53" fmla="*/ 16425 w 3851445"/>
              <a:gd name="csY53" fmla="*/ 2178242 h 3851459"/>
              <a:gd name="csX54" fmla="*/ 0 w 3851445"/>
              <a:gd name="csY54" fmla="*/ 1925723 h 3851459"/>
              <a:gd name="csX55" fmla="*/ 16620 w 3851445"/>
              <a:gd name="csY55" fmla="*/ 1671641 h 3851459"/>
              <a:gd name="csX56" fmla="*/ 32733 w 3851445"/>
              <a:gd name="csY56" fmla="*/ 1657510 h 3851459"/>
              <a:gd name="csX57" fmla="*/ 136824 w 3851445"/>
              <a:gd name="csY57" fmla="*/ 1657510 h 3851459"/>
              <a:gd name="csX58" fmla="*/ 153077 w 3851445"/>
              <a:gd name="csY58" fmla="*/ 1673764 h 3851459"/>
              <a:gd name="csX59" fmla="*/ 153077 w 3851445"/>
              <a:gd name="csY59" fmla="*/ 1850666 h 3851459"/>
              <a:gd name="csX60" fmla="*/ 267939 w 3851445"/>
              <a:gd name="csY60" fmla="*/ 1850666 h 3851459"/>
              <a:gd name="csX61" fmla="*/ 365494 w 3851445"/>
              <a:gd name="csY61" fmla="*/ 1359077 h 3851459"/>
              <a:gd name="csX62" fmla="*/ 259589 w 3851445"/>
              <a:gd name="csY62" fmla="*/ 1315220 h 3851459"/>
              <a:gd name="csX63" fmla="*/ 191887 w 3851445"/>
              <a:gd name="csY63" fmla="*/ 1478636 h 3851459"/>
              <a:gd name="csX64" fmla="*/ 170654 w 3851445"/>
              <a:gd name="csY64" fmla="*/ 1487432 h 3851459"/>
              <a:gd name="csX65" fmla="*/ 74337 w 3851445"/>
              <a:gd name="csY65" fmla="*/ 1447545 h 3851459"/>
              <a:gd name="csX66" fmla="*/ 64849 w 3851445"/>
              <a:gd name="csY66" fmla="*/ 1428340 h 3851459"/>
              <a:gd name="csX67" fmla="*/ 259099 w 3851445"/>
              <a:gd name="csY67" fmla="*/ 960398 h 3851459"/>
              <a:gd name="csX68" fmla="*/ 279374 w 3851445"/>
              <a:gd name="csY68" fmla="*/ 953543 h 3851459"/>
              <a:gd name="csX69" fmla="*/ 375335 w 3851445"/>
              <a:gd name="csY69" fmla="*/ 993299 h 3851459"/>
              <a:gd name="csX70" fmla="*/ 384127 w 3851445"/>
              <a:gd name="csY70" fmla="*/ 1014535 h 3851459"/>
              <a:gd name="csX71" fmla="*/ 316428 w 3851445"/>
              <a:gd name="csY71" fmla="*/ 1177947 h 3851459"/>
              <a:gd name="csX72" fmla="*/ 422460 w 3851445"/>
              <a:gd name="csY72" fmla="*/ 1221880 h 3851459"/>
              <a:gd name="csX73" fmla="*/ 701316 w 3851445"/>
              <a:gd name="csY73" fmla="*/ 805589 h 3851459"/>
              <a:gd name="csX74" fmla="*/ 619740 w 3851445"/>
              <a:gd name="csY74" fmla="*/ 724013 h 3851459"/>
              <a:gd name="csX75" fmla="*/ 494671 w 3851445"/>
              <a:gd name="csY75" fmla="*/ 849110 h 3851459"/>
              <a:gd name="csX76" fmla="*/ 483177 w 3851445"/>
              <a:gd name="csY76" fmla="*/ 853872 h 3851459"/>
              <a:gd name="csX77" fmla="*/ 471683 w 3851445"/>
              <a:gd name="csY77" fmla="*/ 849113 h 3851459"/>
              <a:gd name="csX78" fmla="*/ 398412 w 3851445"/>
              <a:gd name="csY78" fmla="*/ 775842 h 3851459"/>
              <a:gd name="csX79" fmla="*/ 397010 w 3851445"/>
              <a:gd name="csY79" fmla="*/ 754455 h 3851459"/>
              <a:gd name="csX80" fmla="*/ 755347 w 3851445"/>
              <a:gd name="csY80" fmla="*/ 396344 h 3851459"/>
              <a:gd name="csX81" fmla="*/ 776723 w 3851445"/>
              <a:gd name="csY81" fmla="*/ 397754 h 3851459"/>
              <a:gd name="csX82" fmla="*/ 849864 w 3851445"/>
              <a:gd name="csY82" fmla="*/ 470894 h 3851459"/>
              <a:gd name="csX83" fmla="*/ 849864 w 3851445"/>
              <a:gd name="csY83" fmla="*/ 493879 h 3851459"/>
              <a:gd name="csX84" fmla="*/ 724795 w 3851445"/>
              <a:gd name="csY84" fmla="*/ 618976 h 3851459"/>
              <a:gd name="csX85" fmla="*/ 806408 w 3851445"/>
              <a:gd name="csY85" fmla="*/ 700565 h 3851459"/>
              <a:gd name="csX86" fmla="*/ 1222788 w 3851445"/>
              <a:gd name="csY86" fmla="*/ 422048 h 3851459"/>
              <a:gd name="csX87" fmla="*/ 1178726 w 3851445"/>
              <a:gd name="csY87" fmla="*/ 315667 h 3851459"/>
              <a:gd name="csX88" fmla="*/ 1015275 w 3851445"/>
              <a:gd name="csY88" fmla="*/ 383338 h 3851459"/>
              <a:gd name="csX89" fmla="*/ 994043 w 3851445"/>
              <a:gd name="csY89" fmla="*/ 374539 h 3851459"/>
              <a:gd name="csX90" fmla="*/ 954418 w 3851445"/>
              <a:gd name="csY90" fmla="*/ 278839 h 3851459"/>
              <a:gd name="csX91" fmla="*/ 961282 w 3851445"/>
              <a:gd name="csY91" fmla="*/ 258560 h 3851459"/>
              <a:gd name="csX92" fmla="*/ 1429327 w 3851445"/>
              <a:gd name="csY92" fmla="*/ 64602 h 3851459"/>
              <a:gd name="csX93" fmla="*/ 1448519 w 3851445"/>
              <a:gd name="csY93" fmla="*/ 74087 h 3851459"/>
              <a:gd name="csX94" fmla="*/ 1488210 w 3851445"/>
              <a:gd name="csY94" fmla="*/ 169852 h 3851459"/>
              <a:gd name="csX95" fmla="*/ 1488210 w 3851445"/>
              <a:gd name="csY95" fmla="*/ 182292 h 3851459"/>
              <a:gd name="csX96" fmla="*/ 1479415 w 3851445"/>
              <a:gd name="csY96" fmla="*/ 191088 h 3851459"/>
              <a:gd name="csX97" fmla="*/ 1315971 w 3851445"/>
              <a:gd name="csY97" fmla="*/ 258787 h 3851459"/>
              <a:gd name="csX98" fmla="*/ 1360044 w 3851445"/>
              <a:gd name="csY98" fmla="*/ 365158 h 3851459"/>
              <a:gd name="csX99" fmla="*/ 1851444 w 3851445"/>
              <a:gd name="csY99" fmla="*/ 267880 h 3851459"/>
              <a:gd name="csX100" fmla="*/ 1851444 w 3851445"/>
              <a:gd name="csY100" fmla="*/ 152278 h 3851459"/>
              <a:gd name="csX101" fmla="*/ 1674542 w 3851445"/>
              <a:gd name="csY101" fmla="*/ 152278 h 3851459"/>
              <a:gd name="csX102" fmla="*/ 1658288 w 3851445"/>
              <a:gd name="csY102" fmla="*/ 136025 h 3851459"/>
              <a:gd name="csX103" fmla="*/ 1658288 w 3851445"/>
              <a:gd name="csY103" fmla="*/ 32634 h 3851459"/>
              <a:gd name="csX104" fmla="*/ 1672419 w 3851445"/>
              <a:gd name="csY104" fmla="*/ 16521 h 3851459"/>
              <a:gd name="csX105" fmla="*/ 1925723 w 3851445"/>
              <a:gd name="csY105" fmla="*/ 0 h 3851459"/>
              <a:gd name="csX106" fmla="*/ 2179027 w 3851445"/>
              <a:gd name="csY106" fmla="*/ 16521 h 3851459"/>
              <a:gd name="csX107" fmla="*/ 2193158 w 3851445"/>
              <a:gd name="csY107" fmla="*/ 32634 h 3851459"/>
              <a:gd name="csX108" fmla="*/ 2193158 w 3851445"/>
              <a:gd name="csY108" fmla="*/ 136039 h 3851459"/>
              <a:gd name="csX109" fmla="*/ 2176904 w 3851445"/>
              <a:gd name="csY109" fmla="*/ 152292 h 3851459"/>
              <a:gd name="csX110" fmla="*/ 2000002 w 3851445"/>
              <a:gd name="csY110" fmla="*/ 152292 h 3851459"/>
              <a:gd name="csX111" fmla="*/ 2000002 w 3851445"/>
              <a:gd name="csY111" fmla="*/ 267894 h 3851459"/>
              <a:gd name="csX112" fmla="*/ 2491402 w 3851445"/>
              <a:gd name="csY112" fmla="*/ 365171 h 3851459"/>
              <a:gd name="csX113" fmla="*/ 2535475 w 3851445"/>
              <a:gd name="csY113" fmla="*/ 258800 h 3851459"/>
              <a:gd name="csX114" fmla="*/ 2372035 w 3851445"/>
              <a:gd name="csY114" fmla="*/ 191102 h 3851459"/>
              <a:gd name="csX115" fmla="*/ 2363239 w 3851445"/>
              <a:gd name="csY115" fmla="*/ 182306 h 3851459"/>
              <a:gd name="csX116" fmla="*/ 2363239 w 3851445"/>
              <a:gd name="csY116" fmla="*/ 169866 h 3851459"/>
              <a:gd name="csX117" fmla="*/ 2402926 w 3851445"/>
              <a:gd name="csY117" fmla="*/ 74101 h 3851459"/>
              <a:gd name="csX118" fmla="*/ 2422119 w 3851445"/>
              <a:gd name="csY118" fmla="*/ 64613 h 3851459"/>
              <a:gd name="csX119" fmla="*/ 2890163 w 3851445"/>
              <a:gd name="csY119" fmla="*/ 258571 h 3851459"/>
              <a:gd name="csX120" fmla="*/ 2897029 w 3851445"/>
              <a:gd name="csY120" fmla="*/ 278850 h 3851459"/>
              <a:gd name="csX121" fmla="*/ 2857403 w 3851445"/>
              <a:gd name="csY121" fmla="*/ 374550 h 3851459"/>
              <a:gd name="csX122" fmla="*/ 2836167 w 3851445"/>
              <a:gd name="csY122" fmla="*/ 383348 h 3851459"/>
              <a:gd name="csX123" fmla="*/ 2672720 w 3851445"/>
              <a:gd name="csY123" fmla="*/ 315677 h 3851459"/>
              <a:gd name="csX124" fmla="*/ 2628658 w 3851445"/>
              <a:gd name="csY124" fmla="*/ 422048 h 3851459"/>
              <a:gd name="csX125" fmla="*/ 3045038 w 3851445"/>
              <a:gd name="csY125" fmla="*/ 700576 h 3851459"/>
              <a:gd name="csX126" fmla="*/ 3126655 w 3851445"/>
              <a:gd name="csY126" fmla="*/ 618986 h 3851459"/>
              <a:gd name="csX127" fmla="*/ 3001585 w 3851445"/>
              <a:gd name="csY127" fmla="*/ 493889 h 3851459"/>
              <a:gd name="csX128" fmla="*/ 3001585 w 3851445"/>
              <a:gd name="csY128" fmla="*/ 470905 h 3851459"/>
              <a:gd name="csX129" fmla="*/ 3074723 w 3851445"/>
              <a:gd name="csY129" fmla="*/ 397764 h 3851459"/>
              <a:gd name="csX130" fmla="*/ 3096099 w 3851445"/>
              <a:gd name="csY130" fmla="*/ 396355 h 3851459"/>
              <a:gd name="csX131" fmla="*/ 3454440 w 3851445"/>
              <a:gd name="csY131" fmla="*/ 754466 h 3851459"/>
              <a:gd name="csX132" fmla="*/ 3453041 w 3851445"/>
              <a:gd name="csY132" fmla="*/ 775852 h 3851459"/>
              <a:gd name="csX133" fmla="*/ 3379770 w 3851445"/>
              <a:gd name="csY133" fmla="*/ 849123 h 3851459"/>
              <a:gd name="csX134" fmla="*/ 3368276 w 3851445"/>
              <a:gd name="csY134" fmla="*/ 853883 h 3851459"/>
              <a:gd name="csX135" fmla="*/ 3368276 w 3851445"/>
              <a:gd name="csY135" fmla="*/ 853883 h 3851459"/>
              <a:gd name="csX136" fmla="*/ 3356782 w 3851445"/>
              <a:gd name="csY136" fmla="*/ 849120 h 3851459"/>
              <a:gd name="csX137" fmla="*/ 3231713 w 3851445"/>
              <a:gd name="csY137" fmla="*/ 724023 h 3851459"/>
              <a:gd name="csX138" fmla="*/ 3150140 w 3851445"/>
              <a:gd name="csY138" fmla="*/ 805596 h 3851459"/>
              <a:gd name="csX139" fmla="*/ 3428962 w 3851445"/>
              <a:gd name="csY139" fmla="*/ 1221904 h 3851459"/>
              <a:gd name="csX140" fmla="*/ 3535021 w 3851445"/>
              <a:gd name="csY140" fmla="*/ 1177958 h 3851459"/>
              <a:gd name="csX141" fmla="*/ 3467323 w 3851445"/>
              <a:gd name="csY141" fmla="*/ 1014542 h 3851459"/>
              <a:gd name="csX142" fmla="*/ 3476114 w 3851445"/>
              <a:gd name="csY142" fmla="*/ 993306 h 3851459"/>
              <a:gd name="csX143" fmla="*/ 3572075 w 3851445"/>
              <a:gd name="csY143" fmla="*/ 953550 h 3851459"/>
              <a:gd name="csX144" fmla="*/ 3592351 w 3851445"/>
              <a:gd name="csY144" fmla="*/ 960405 h 3851459"/>
              <a:gd name="csX145" fmla="*/ 3786604 w 3851445"/>
              <a:gd name="csY145" fmla="*/ 1428347 h 3851459"/>
              <a:gd name="csX146" fmla="*/ 3777115 w 3851445"/>
              <a:gd name="csY146" fmla="*/ 1447552 h 3851459"/>
              <a:gd name="csX147" fmla="*/ 3680795 w 3851445"/>
              <a:gd name="csY147" fmla="*/ 1487439 h 3851459"/>
              <a:gd name="csX148" fmla="*/ 3659562 w 3851445"/>
              <a:gd name="csY148" fmla="*/ 1478643 h 3851459"/>
              <a:gd name="csX149" fmla="*/ 3591864 w 3851445"/>
              <a:gd name="csY149" fmla="*/ 1315231 h 3851459"/>
              <a:gd name="csX150" fmla="*/ 3485956 w 3851445"/>
              <a:gd name="csY150" fmla="*/ 1359105 h 3851459"/>
              <a:gd name="csX151" fmla="*/ 3583511 w 3851445"/>
              <a:gd name="csY151" fmla="*/ 1850669 h 3851459"/>
              <a:gd name="csX152" fmla="*/ 3698372 w 3851445"/>
              <a:gd name="csY152" fmla="*/ 1850669 h 3851459"/>
              <a:gd name="csX153" fmla="*/ 3698372 w 3851445"/>
              <a:gd name="csY153" fmla="*/ 1673767 h 3851459"/>
              <a:gd name="csX154" fmla="*/ 3714625 w 3851445"/>
              <a:gd name="csY154" fmla="*/ 1657514 h 3851459"/>
              <a:gd name="csX155" fmla="*/ 3818709 w 3851445"/>
              <a:gd name="csY155" fmla="*/ 1657514 h 3851459"/>
              <a:gd name="csX156" fmla="*/ 3834822 w 3851445"/>
              <a:gd name="csY156" fmla="*/ 1671644 h 3851459"/>
              <a:gd name="csX157" fmla="*/ 3851446 w 3851445"/>
              <a:gd name="csY157" fmla="*/ 1925726 h 3851459"/>
              <a:gd name="csX158" fmla="*/ 3835018 w 3851445"/>
              <a:gd name="csY158" fmla="*/ 2178245 h 3851459"/>
              <a:gd name="csX159" fmla="*/ 3818905 w 3851445"/>
              <a:gd name="csY159" fmla="*/ 2192383 h 3851459"/>
              <a:gd name="csX160" fmla="*/ 3714642 w 3851445"/>
              <a:gd name="csY160" fmla="*/ 2192383 h 3851459"/>
              <a:gd name="csX161" fmla="*/ 3698389 w 3851445"/>
              <a:gd name="csY161" fmla="*/ 2176129 h 3851459"/>
              <a:gd name="csX162" fmla="*/ 3698389 w 3851445"/>
              <a:gd name="csY162" fmla="*/ 1999258 h 3851459"/>
              <a:gd name="csX163" fmla="*/ 3583638 w 3851445"/>
              <a:gd name="csY163" fmla="*/ 1999258 h 3851459"/>
              <a:gd name="csX164" fmla="*/ 3486446 w 3851445"/>
              <a:gd name="csY164" fmla="*/ 2491042 h 3851459"/>
              <a:gd name="csX165" fmla="*/ 3591877 w 3851445"/>
              <a:gd name="csY165" fmla="*/ 2534700 h 3851459"/>
              <a:gd name="csX166" fmla="*/ 3659576 w 3851445"/>
              <a:gd name="csY166" fmla="*/ 2371250 h 3851459"/>
              <a:gd name="csX167" fmla="*/ 3668372 w 3851445"/>
              <a:gd name="csY167" fmla="*/ 2362454 h 3851459"/>
              <a:gd name="csX168" fmla="*/ 3680812 w 3851445"/>
              <a:gd name="csY168" fmla="*/ 2362454 h 3851459"/>
              <a:gd name="csX169" fmla="*/ 3777486 w 3851445"/>
              <a:gd name="csY169" fmla="*/ 2402505 h 3851459"/>
              <a:gd name="csX170" fmla="*/ 3786974 w 3851445"/>
              <a:gd name="csY170" fmla="*/ 2421697 h 3851459"/>
              <a:gd name="csX171" fmla="*/ 3593081 w 3851445"/>
              <a:gd name="csY171" fmla="*/ 2889804 h 3851459"/>
              <a:gd name="csX172" fmla="*/ 3572799 w 3851445"/>
              <a:gd name="csY172" fmla="*/ 2896665 h 3851459"/>
              <a:gd name="csX173" fmla="*/ 3476125 w 3851445"/>
              <a:gd name="csY173" fmla="*/ 2856618 h 3851459"/>
              <a:gd name="csX174" fmla="*/ 3467333 w 3851445"/>
              <a:gd name="csY174" fmla="*/ 2847822 h 3851459"/>
              <a:gd name="csX175" fmla="*/ 3467333 w 3851445"/>
              <a:gd name="csY175" fmla="*/ 2835382 h 3851459"/>
              <a:gd name="csX176" fmla="*/ 3535031 w 3851445"/>
              <a:gd name="csY176" fmla="*/ 2671970 h 3851459"/>
              <a:gd name="csX177" fmla="*/ 3429604 w 3851445"/>
              <a:gd name="csY177" fmla="*/ 2628291 h 3851459"/>
              <a:gd name="csX178" fmla="*/ 3150884 w 3851445"/>
              <a:gd name="csY178" fmla="*/ 3045069 h 3851459"/>
              <a:gd name="csX179" fmla="*/ 3231723 w 3851445"/>
              <a:gd name="csY179" fmla="*/ 3125901 h 3851459"/>
              <a:gd name="csX180" fmla="*/ 3356792 w 3851445"/>
              <a:gd name="csY180" fmla="*/ 3000807 h 3851459"/>
              <a:gd name="csX181" fmla="*/ 3368286 w 3851445"/>
              <a:gd name="csY181" fmla="*/ 2996044 h 3851459"/>
              <a:gd name="csX182" fmla="*/ 3379780 w 3851445"/>
              <a:gd name="csY182" fmla="*/ 3000807 h 3851459"/>
              <a:gd name="csX183" fmla="*/ 3453703 w 3851445"/>
              <a:gd name="csY183" fmla="*/ 3074730 h 3851459"/>
              <a:gd name="csX184" fmla="*/ 3455112 w 3851445"/>
              <a:gd name="csY184" fmla="*/ 3096106 h 3851459"/>
              <a:gd name="csX185" fmla="*/ 3096998 w 3851445"/>
              <a:gd name="csY185" fmla="*/ 3454443 h 3851459"/>
              <a:gd name="csX186" fmla="*/ 3075611 w 3851445"/>
              <a:gd name="csY186" fmla="*/ 3453044 h 3851459"/>
              <a:gd name="csX187" fmla="*/ 3001596 w 3851445"/>
              <a:gd name="csY187" fmla="*/ 3379026 h 3851459"/>
              <a:gd name="csX188" fmla="*/ 3001596 w 3851445"/>
              <a:gd name="csY188" fmla="*/ 3356041 h 3851459"/>
              <a:gd name="csX189" fmla="*/ 3126665 w 3851445"/>
              <a:gd name="csY189" fmla="*/ 3230941 h 3851459"/>
              <a:gd name="csX190" fmla="*/ 3045868 w 3851445"/>
              <a:gd name="csY190" fmla="*/ 3150147 h 3851459"/>
              <a:gd name="csX191" fmla="*/ 2629203 w 3851445"/>
              <a:gd name="csY191" fmla="*/ 3429172 h 3851459"/>
              <a:gd name="csX192" fmla="*/ 2672731 w 3851445"/>
              <a:gd name="csY192" fmla="*/ 3534253 h 3851459"/>
              <a:gd name="csX193" fmla="*/ 2836177 w 3851445"/>
              <a:gd name="csY193" fmla="*/ 3466558 h 3851459"/>
              <a:gd name="csX194" fmla="*/ 2848618 w 3851445"/>
              <a:gd name="csY194" fmla="*/ 3466558 h 3851459"/>
              <a:gd name="csX195" fmla="*/ 2857410 w 3851445"/>
              <a:gd name="csY195" fmla="*/ 3475353 h 3851459"/>
              <a:gd name="csX196" fmla="*/ 2897553 w 3851445"/>
              <a:gd name="csY196" fmla="*/ 3572288 h 3851459"/>
              <a:gd name="csX197" fmla="*/ 2890698 w 3851445"/>
              <a:gd name="csY197" fmla="*/ 3592564 h 3851459"/>
              <a:gd name="csX198" fmla="*/ 2422722 w 3851445"/>
              <a:gd name="csY198" fmla="*/ 3786717 h 3851459"/>
              <a:gd name="csX199" fmla="*/ 2403520 w 3851445"/>
              <a:gd name="csY199" fmla="*/ 3777232 h 3851459"/>
              <a:gd name="csX200" fmla="*/ 2363246 w 3851445"/>
              <a:gd name="csY200" fmla="*/ 3680037 h 3851459"/>
              <a:gd name="csX201" fmla="*/ 2363246 w 3851445"/>
              <a:gd name="csY201" fmla="*/ 3667597 h 3851459"/>
              <a:gd name="csX202" fmla="*/ 2372042 w 3851445"/>
              <a:gd name="csY202" fmla="*/ 3658798 h 3851459"/>
              <a:gd name="csX203" fmla="*/ 2535478 w 3851445"/>
              <a:gd name="csY203" fmla="*/ 3591130 h 3851459"/>
              <a:gd name="csX204" fmla="*/ 2491967 w 3851445"/>
              <a:gd name="csY204" fmla="*/ 3486131 h 3851459"/>
              <a:gd name="csX205" fmla="*/ 2000012 w 3851445"/>
              <a:gd name="csY205" fmla="*/ 3583600 h 3851459"/>
              <a:gd name="csX206" fmla="*/ 2000012 w 3851445"/>
              <a:gd name="csY206" fmla="*/ 3697611 h 3851459"/>
              <a:gd name="csX207" fmla="*/ 2176914 w 3851445"/>
              <a:gd name="csY207" fmla="*/ 3697611 h 3851459"/>
              <a:gd name="csX208" fmla="*/ 2193168 w 3851445"/>
              <a:gd name="csY208" fmla="*/ 3713864 h 3851459"/>
              <a:gd name="csX209" fmla="*/ 2193168 w 3851445"/>
              <a:gd name="csY209" fmla="*/ 3818829 h 3851459"/>
              <a:gd name="csX210" fmla="*/ 2179037 w 3851445"/>
              <a:gd name="csY210" fmla="*/ 3834942 h 3851459"/>
              <a:gd name="csX211" fmla="*/ 1925733 w 3851445"/>
              <a:gd name="csY211" fmla="*/ 3851460 h 3851459"/>
              <a:gd name="csX212" fmla="*/ 1690806 w 3851445"/>
              <a:gd name="csY212" fmla="*/ 3804517 h 3851459"/>
              <a:gd name="csX213" fmla="*/ 1925733 w 3851445"/>
              <a:gd name="csY213" fmla="*/ 3818953 h 3851459"/>
              <a:gd name="csX214" fmla="*/ 2160661 w 3851445"/>
              <a:gd name="csY214" fmla="*/ 3804517 h 3851459"/>
              <a:gd name="csX215" fmla="*/ 2160661 w 3851445"/>
              <a:gd name="csY215" fmla="*/ 3730115 h 3851459"/>
              <a:gd name="csX216" fmla="*/ 1983759 w 3851445"/>
              <a:gd name="csY216" fmla="*/ 3730115 h 3851459"/>
              <a:gd name="csX217" fmla="*/ 1967505 w 3851445"/>
              <a:gd name="csY217" fmla="*/ 3713861 h 3851459"/>
              <a:gd name="csX218" fmla="*/ 1967505 w 3851445"/>
              <a:gd name="csY218" fmla="*/ 3567971 h 3851459"/>
              <a:gd name="csX219" fmla="*/ 1983193 w 3851445"/>
              <a:gd name="csY219" fmla="*/ 3551727 h 3851459"/>
              <a:gd name="csX220" fmla="*/ 2494642 w 3851445"/>
              <a:gd name="csY220" fmla="*/ 3450500 h 3851459"/>
              <a:gd name="csX221" fmla="*/ 2501003 w 3851445"/>
              <a:gd name="csY221" fmla="*/ 3449207 h 3851459"/>
              <a:gd name="csX222" fmla="*/ 2516276 w 3851445"/>
              <a:gd name="csY222" fmla="*/ 3459875 h 3851459"/>
              <a:gd name="csX223" fmla="*/ 2571733 w 3851445"/>
              <a:gd name="csY223" fmla="*/ 3593698 h 3851459"/>
              <a:gd name="csX224" fmla="*/ 2571733 w 3851445"/>
              <a:gd name="csY224" fmla="*/ 3606139 h 3851459"/>
              <a:gd name="csX225" fmla="*/ 2562938 w 3851445"/>
              <a:gd name="csY225" fmla="*/ 3614934 h 3851459"/>
              <a:gd name="csX226" fmla="*/ 2399501 w 3851445"/>
              <a:gd name="csY226" fmla="*/ 3682605 h 3851459"/>
              <a:gd name="csX227" fmla="*/ 2428082 w 3851445"/>
              <a:gd name="csY227" fmla="*/ 3751583 h 3851459"/>
              <a:gd name="csX228" fmla="*/ 2862060 w 3851445"/>
              <a:gd name="csY228" fmla="*/ 3571527 h 3851459"/>
              <a:gd name="csX229" fmla="*/ 2833595 w 3851445"/>
              <a:gd name="csY229" fmla="*/ 3502799 h 3851459"/>
              <a:gd name="csX230" fmla="*/ 2670149 w 3851445"/>
              <a:gd name="csY230" fmla="*/ 3570494 h 3851459"/>
              <a:gd name="csX231" fmla="*/ 2648916 w 3851445"/>
              <a:gd name="csY231" fmla="*/ 3561699 h 3851459"/>
              <a:gd name="csX232" fmla="*/ 2593233 w 3851445"/>
              <a:gd name="csY232" fmla="*/ 3427268 h 3851459"/>
              <a:gd name="csX233" fmla="*/ 2592886 w 3851445"/>
              <a:gd name="csY233" fmla="*/ 3415565 h 3851459"/>
              <a:gd name="csX234" fmla="*/ 2601452 w 3851445"/>
              <a:gd name="csY234" fmla="*/ 3406190 h 3851459"/>
              <a:gd name="csX235" fmla="*/ 3035221 w 3851445"/>
              <a:gd name="csY235" fmla="*/ 3115713 h 3851459"/>
              <a:gd name="csX236" fmla="*/ 3057801 w 3851445"/>
              <a:gd name="csY236" fmla="*/ 3116104 h 3851459"/>
              <a:gd name="csX237" fmla="*/ 3161140 w 3851445"/>
              <a:gd name="csY237" fmla="*/ 3219444 h 3851459"/>
              <a:gd name="csX238" fmla="*/ 3161140 w 3851445"/>
              <a:gd name="csY238" fmla="*/ 3242428 h 3851459"/>
              <a:gd name="csX239" fmla="*/ 3036071 w 3851445"/>
              <a:gd name="csY239" fmla="*/ 3367528 h 3851459"/>
              <a:gd name="csX240" fmla="*/ 3088476 w 3851445"/>
              <a:gd name="csY240" fmla="*/ 3419934 h 3851459"/>
              <a:gd name="csX241" fmla="*/ 3420602 w 3851445"/>
              <a:gd name="csY241" fmla="*/ 3087599 h 3851459"/>
              <a:gd name="csX242" fmla="*/ 3368283 w 3851445"/>
              <a:gd name="csY242" fmla="*/ 3035282 h 3851459"/>
              <a:gd name="csX243" fmla="*/ 3243217 w 3851445"/>
              <a:gd name="csY243" fmla="*/ 3160376 h 3851459"/>
              <a:gd name="csX244" fmla="*/ 3231719 w 3851445"/>
              <a:gd name="csY244" fmla="*/ 3165139 h 3851459"/>
              <a:gd name="csX245" fmla="*/ 3220225 w 3851445"/>
              <a:gd name="csY245" fmla="*/ 3160376 h 3851459"/>
              <a:gd name="csX246" fmla="*/ 3116855 w 3851445"/>
              <a:gd name="csY246" fmla="*/ 3057008 h 3851459"/>
              <a:gd name="csX247" fmla="*/ 3116454 w 3851445"/>
              <a:gd name="csY247" fmla="*/ 3034439 h 3851459"/>
              <a:gd name="csX248" fmla="*/ 3406605 w 3851445"/>
              <a:gd name="csY248" fmla="*/ 2600543 h 3851459"/>
              <a:gd name="csX249" fmla="*/ 3427615 w 3851445"/>
              <a:gd name="csY249" fmla="*/ 2592276 h 3851459"/>
              <a:gd name="csX250" fmla="*/ 3562484 w 3851445"/>
              <a:gd name="csY250" fmla="*/ 2648155 h 3851459"/>
              <a:gd name="csX251" fmla="*/ 3571276 w 3851445"/>
              <a:gd name="csY251" fmla="*/ 2669391 h 3851459"/>
              <a:gd name="csX252" fmla="*/ 3503577 w 3851445"/>
              <a:gd name="csY252" fmla="*/ 2832800 h 3851459"/>
              <a:gd name="csX253" fmla="*/ 3572041 w 3851445"/>
              <a:gd name="csY253" fmla="*/ 2861161 h 3851459"/>
              <a:gd name="csX254" fmla="*/ 3751851 w 3851445"/>
              <a:gd name="csY254" fmla="*/ 2427067 h 3851459"/>
              <a:gd name="csX255" fmla="*/ 3683384 w 3851445"/>
              <a:gd name="csY255" fmla="*/ 2398706 h 3851459"/>
              <a:gd name="csX256" fmla="*/ 3615685 w 3851445"/>
              <a:gd name="csY256" fmla="*/ 2562149 h 3851459"/>
              <a:gd name="csX257" fmla="*/ 3594453 w 3851445"/>
              <a:gd name="csY257" fmla="*/ 2570944 h 3851459"/>
              <a:gd name="csX258" fmla="*/ 3459580 w 3851445"/>
              <a:gd name="csY258" fmla="*/ 2515096 h 3851459"/>
              <a:gd name="csX259" fmla="*/ 3450572 w 3851445"/>
              <a:gd name="csY259" fmla="*/ 2494399 h 3851459"/>
              <a:gd name="csX260" fmla="*/ 3551758 w 3851445"/>
              <a:gd name="csY260" fmla="*/ 1982442 h 3851459"/>
              <a:gd name="csX261" fmla="*/ 3568002 w 3851445"/>
              <a:gd name="csY261" fmla="*/ 1966744 h 3851459"/>
              <a:gd name="csX262" fmla="*/ 3714639 w 3851445"/>
              <a:gd name="csY262" fmla="*/ 1966744 h 3851459"/>
              <a:gd name="csX263" fmla="*/ 3730893 w 3851445"/>
              <a:gd name="csY263" fmla="*/ 1982998 h 3851459"/>
              <a:gd name="csX264" fmla="*/ 3730893 w 3851445"/>
              <a:gd name="csY264" fmla="*/ 2159869 h 3851459"/>
              <a:gd name="csX265" fmla="*/ 3804606 w 3851445"/>
              <a:gd name="csY265" fmla="*/ 2159869 h 3851459"/>
              <a:gd name="csX266" fmla="*/ 3818953 w 3851445"/>
              <a:gd name="csY266" fmla="*/ 1925720 h 3851459"/>
              <a:gd name="csX267" fmla="*/ 3804417 w 3851445"/>
              <a:gd name="csY267" fmla="*/ 1690013 h 3851459"/>
              <a:gd name="csX268" fmla="*/ 3730896 w 3851445"/>
              <a:gd name="csY268" fmla="*/ 1690013 h 3851459"/>
              <a:gd name="csX269" fmla="*/ 3730896 w 3851445"/>
              <a:gd name="csY269" fmla="*/ 1866916 h 3851459"/>
              <a:gd name="csX270" fmla="*/ 3714642 w 3851445"/>
              <a:gd name="csY270" fmla="*/ 1883169 h 3851459"/>
              <a:gd name="csX271" fmla="*/ 3567905 w 3851445"/>
              <a:gd name="csY271" fmla="*/ 1883169 h 3851459"/>
              <a:gd name="csX272" fmla="*/ 3551662 w 3851445"/>
              <a:gd name="csY272" fmla="*/ 1867481 h 3851459"/>
              <a:gd name="csX273" fmla="*/ 3450095 w 3851445"/>
              <a:gd name="csY273" fmla="*/ 1355751 h 3851459"/>
              <a:gd name="csX274" fmla="*/ 3459097 w 3851445"/>
              <a:gd name="csY274" fmla="*/ 1335044 h 3851459"/>
              <a:gd name="csX275" fmla="*/ 3594456 w 3851445"/>
              <a:gd name="csY275" fmla="*/ 1278969 h 3851459"/>
              <a:gd name="csX276" fmla="*/ 3615692 w 3851445"/>
              <a:gd name="csY276" fmla="*/ 1287764 h 3851459"/>
              <a:gd name="csX277" fmla="*/ 3683391 w 3851445"/>
              <a:gd name="csY277" fmla="*/ 1451180 h 3851459"/>
              <a:gd name="csX278" fmla="*/ 3751491 w 3851445"/>
              <a:gd name="csY278" fmla="*/ 1422980 h 3851459"/>
              <a:gd name="csX279" fmla="*/ 3571345 w 3851445"/>
              <a:gd name="csY279" fmla="*/ 989040 h 3851459"/>
              <a:gd name="csX280" fmla="*/ 3503584 w 3851445"/>
              <a:gd name="csY280" fmla="*/ 1017113 h 3851459"/>
              <a:gd name="csX281" fmla="*/ 3571283 w 3851445"/>
              <a:gd name="csY281" fmla="*/ 1180526 h 3851459"/>
              <a:gd name="csX282" fmla="*/ 3562491 w 3851445"/>
              <a:gd name="csY282" fmla="*/ 1201762 h 3851459"/>
              <a:gd name="csX283" fmla="*/ 3427001 w 3851445"/>
              <a:gd name="csY283" fmla="*/ 1257901 h 3851459"/>
              <a:gd name="csX284" fmla="*/ 3405998 w 3851445"/>
              <a:gd name="csY284" fmla="*/ 1249644 h 3851459"/>
              <a:gd name="csX285" fmla="*/ 3115720 w 3851445"/>
              <a:gd name="csY285" fmla="*/ 816236 h 3851459"/>
              <a:gd name="csX286" fmla="*/ 3116111 w 3851445"/>
              <a:gd name="csY286" fmla="*/ 793656 h 3851459"/>
              <a:gd name="csX287" fmla="*/ 3220229 w 3851445"/>
              <a:gd name="csY287" fmla="*/ 689538 h 3851459"/>
              <a:gd name="csX288" fmla="*/ 3231723 w 3851445"/>
              <a:gd name="csY288" fmla="*/ 684775 h 3851459"/>
              <a:gd name="csX289" fmla="*/ 3243220 w 3851445"/>
              <a:gd name="csY289" fmla="*/ 689538 h 3851459"/>
              <a:gd name="csX290" fmla="*/ 3368290 w 3851445"/>
              <a:gd name="csY290" fmla="*/ 814638 h 3851459"/>
              <a:gd name="csX291" fmla="*/ 3419944 w 3851445"/>
              <a:gd name="csY291" fmla="*/ 762980 h 3851459"/>
              <a:gd name="csX292" fmla="*/ 3087606 w 3851445"/>
              <a:gd name="csY292" fmla="*/ 430854 h 3851459"/>
              <a:gd name="csX293" fmla="*/ 3036071 w 3851445"/>
              <a:gd name="csY293" fmla="*/ 482395 h 3851459"/>
              <a:gd name="csX294" fmla="*/ 3161140 w 3851445"/>
              <a:gd name="csY294" fmla="*/ 607495 h 3851459"/>
              <a:gd name="csX295" fmla="*/ 3165903 w 3851445"/>
              <a:gd name="csY295" fmla="*/ 618989 h 3851459"/>
              <a:gd name="csX296" fmla="*/ 3161140 w 3851445"/>
              <a:gd name="csY296" fmla="*/ 630483 h 3851459"/>
              <a:gd name="csX297" fmla="*/ 3056998 w 3851445"/>
              <a:gd name="csY297" fmla="*/ 734591 h 3851459"/>
              <a:gd name="csX298" fmla="*/ 3046413 w 3851445"/>
              <a:gd name="csY298" fmla="*/ 739330 h 3851459"/>
              <a:gd name="csX299" fmla="*/ 3034415 w 3851445"/>
              <a:gd name="csY299" fmla="*/ 734999 h 3851459"/>
              <a:gd name="csX300" fmla="*/ 2600989 w 3851445"/>
              <a:gd name="csY300" fmla="*/ 445057 h 3851459"/>
              <a:gd name="csX301" fmla="*/ 2592712 w 3851445"/>
              <a:gd name="csY301" fmla="*/ 436560 h 3851459"/>
              <a:gd name="csX302" fmla="*/ 2592663 w 3851445"/>
              <a:gd name="csY302" fmla="*/ 424027 h 3851459"/>
              <a:gd name="csX303" fmla="*/ 2648916 w 3851445"/>
              <a:gd name="csY303" fmla="*/ 288221 h 3851459"/>
              <a:gd name="csX304" fmla="*/ 2670149 w 3851445"/>
              <a:gd name="csY304" fmla="*/ 279426 h 3851459"/>
              <a:gd name="csX305" fmla="*/ 2833592 w 3851445"/>
              <a:gd name="csY305" fmla="*/ 347094 h 3851459"/>
              <a:gd name="csX306" fmla="*/ 2861535 w 3851445"/>
              <a:gd name="csY306" fmla="*/ 279604 h 3851459"/>
              <a:gd name="csX307" fmla="*/ 2427499 w 3851445"/>
              <a:gd name="csY307" fmla="*/ 99729 h 3851459"/>
              <a:gd name="csX308" fmla="*/ 2399501 w 3851445"/>
              <a:gd name="csY308" fmla="*/ 167287 h 3851459"/>
              <a:gd name="csX309" fmla="*/ 2562941 w 3851445"/>
              <a:gd name="csY309" fmla="*/ 234986 h 3851459"/>
              <a:gd name="csX310" fmla="*/ 2571733 w 3851445"/>
              <a:gd name="csY310" fmla="*/ 243785 h 3851459"/>
              <a:gd name="csX311" fmla="*/ 2571733 w 3851445"/>
              <a:gd name="csY311" fmla="*/ 256225 h 3851459"/>
              <a:gd name="csX312" fmla="*/ 2515521 w 3851445"/>
              <a:gd name="csY312" fmla="*/ 391904 h 3851459"/>
              <a:gd name="csX313" fmla="*/ 2509719 w 3851445"/>
              <a:gd name="csY313" fmla="*/ 399170 h 3851459"/>
              <a:gd name="csX314" fmla="*/ 2494769 w 3851445"/>
              <a:gd name="csY314" fmla="*/ 401049 h 3851459"/>
              <a:gd name="csX315" fmla="*/ 1983200 w 3851445"/>
              <a:gd name="csY315" fmla="*/ 299767 h 3851459"/>
              <a:gd name="csX316" fmla="*/ 1967509 w 3851445"/>
              <a:gd name="csY316" fmla="*/ 283523 h 3851459"/>
              <a:gd name="csX317" fmla="*/ 1967509 w 3851445"/>
              <a:gd name="csY317" fmla="*/ 136042 h 3851459"/>
              <a:gd name="csX318" fmla="*/ 1983762 w 3851445"/>
              <a:gd name="csY318" fmla="*/ 119789 h 3851459"/>
              <a:gd name="csX319" fmla="*/ 2160664 w 3851445"/>
              <a:gd name="csY319" fmla="*/ 119789 h 3851459"/>
              <a:gd name="csX320" fmla="*/ 2160664 w 3851445"/>
              <a:gd name="csY320" fmla="*/ 46946 h 3851459"/>
              <a:gd name="csX321" fmla="*/ 1925737 w 3851445"/>
              <a:gd name="csY321" fmla="*/ 32507 h 3851459"/>
              <a:gd name="csX322" fmla="*/ 1690809 w 3851445"/>
              <a:gd name="csY322" fmla="*/ 46946 h 3851459"/>
              <a:gd name="csX323" fmla="*/ 1690809 w 3851445"/>
              <a:gd name="csY323" fmla="*/ 119789 h 3851459"/>
              <a:gd name="csX324" fmla="*/ 1867711 w 3851445"/>
              <a:gd name="csY324" fmla="*/ 119789 h 3851459"/>
              <a:gd name="csX325" fmla="*/ 1883965 w 3851445"/>
              <a:gd name="csY325" fmla="*/ 136042 h 3851459"/>
              <a:gd name="csX326" fmla="*/ 1883965 w 3851445"/>
              <a:gd name="csY326" fmla="*/ 283523 h 3851459"/>
              <a:gd name="csX327" fmla="*/ 1868273 w 3851445"/>
              <a:gd name="csY327" fmla="*/ 299767 h 3851459"/>
              <a:gd name="csX328" fmla="*/ 1356701 w 3851445"/>
              <a:gd name="csY328" fmla="*/ 401049 h 3851459"/>
              <a:gd name="csX329" fmla="*/ 1336000 w 3851445"/>
              <a:gd name="csY329" fmla="*/ 392044 h 3851459"/>
              <a:gd name="csX330" fmla="*/ 1279730 w 3851445"/>
              <a:gd name="csY330" fmla="*/ 256232 h 3851459"/>
              <a:gd name="csX331" fmla="*/ 1279727 w 3851445"/>
              <a:gd name="csY331" fmla="*/ 243792 h 3851459"/>
              <a:gd name="csX332" fmla="*/ 1288522 w 3851445"/>
              <a:gd name="csY332" fmla="*/ 234993 h 3851459"/>
              <a:gd name="csX333" fmla="*/ 1451966 w 3851445"/>
              <a:gd name="csY333" fmla="*/ 167294 h 3851459"/>
              <a:gd name="csX334" fmla="*/ 1423964 w 3851445"/>
              <a:gd name="csY334" fmla="*/ 99736 h 3851459"/>
              <a:gd name="csX335" fmla="*/ 989925 w 3851445"/>
              <a:gd name="csY335" fmla="*/ 279611 h 3851459"/>
              <a:gd name="csX336" fmla="*/ 1017871 w 3851445"/>
              <a:gd name="csY336" fmla="*/ 347104 h 3851459"/>
              <a:gd name="csX337" fmla="*/ 1181318 w 3851445"/>
              <a:gd name="csY337" fmla="*/ 279433 h 3851459"/>
              <a:gd name="csX338" fmla="*/ 1202550 w 3851445"/>
              <a:gd name="csY338" fmla="*/ 288228 h 3851459"/>
              <a:gd name="csX339" fmla="*/ 1258604 w 3851445"/>
              <a:gd name="csY339" fmla="*/ 423560 h 3851459"/>
              <a:gd name="csX340" fmla="*/ 1259674 w 3851445"/>
              <a:gd name="csY340" fmla="*/ 426804 h 3851459"/>
              <a:gd name="csX341" fmla="*/ 1250553 w 3851445"/>
              <a:gd name="csY341" fmla="*/ 445043 h 3851459"/>
              <a:gd name="csX342" fmla="*/ 817045 w 3851445"/>
              <a:gd name="csY342" fmla="*/ 735003 h 3851459"/>
              <a:gd name="csX343" fmla="*/ 804779 w 3851445"/>
              <a:gd name="csY343" fmla="*/ 739320 h 3851459"/>
              <a:gd name="csX344" fmla="*/ 794328 w 3851445"/>
              <a:gd name="csY344" fmla="*/ 734457 h 3851459"/>
              <a:gd name="csX345" fmla="*/ 690323 w 3851445"/>
              <a:gd name="csY345" fmla="*/ 630487 h 3851459"/>
              <a:gd name="csX346" fmla="*/ 685560 w 3851445"/>
              <a:gd name="csY346" fmla="*/ 618993 h 3851459"/>
              <a:gd name="csX347" fmla="*/ 690319 w 3851445"/>
              <a:gd name="csY347" fmla="*/ 607499 h 3851459"/>
              <a:gd name="csX348" fmla="*/ 815389 w 3851445"/>
              <a:gd name="csY348" fmla="*/ 482399 h 3851459"/>
              <a:gd name="csX349" fmla="*/ 763851 w 3851445"/>
              <a:gd name="csY349" fmla="*/ 430857 h 3851459"/>
              <a:gd name="csX350" fmla="*/ 431516 w 3851445"/>
              <a:gd name="csY350" fmla="*/ 762983 h 3851459"/>
              <a:gd name="csX351" fmla="*/ 483174 w 3851445"/>
              <a:gd name="csY351" fmla="*/ 814641 h 3851459"/>
              <a:gd name="csX352" fmla="*/ 608243 w 3851445"/>
              <a:gd name="csY352" fmla="*/ 689541 h 3851459"/>
              <a:gd name="csX353" fmla="*/ 619737 w 3851445"/>
              <a:gd name="csY353" fmla="*/ 684778 h 3851459"/>
              <a:gd name="csX354" fmla="*/ 631231 w 3851445"/>
              <a:gd name="csY354" fmla="*/ 689541 h 3851459"/>
              <a:gd name="csX355" fmla="*/ 735346 w 3851445"/>
              <a:gd name="csY355" fmla="*/ 793656 h 3851459"/>
              <a:gd name="csX356" fmla="*/ 735743 w 3851445"/>
              <a:gd name="csY356" fmla="*/ 816239 h 3851459"/>
              <a:gd name="csX357" fmla="*/ 445431 w 3851445"/>
              <a:gd name="csY357" fmla="*/ 1249648 h 3851459"/>
              <a:gd name="csX358" fmla="*/ 427192 w 3851445"/>
              <a:gd name="csY358" fmla="*/ 1258769 h 3851459"/>
              <a:gd name="csX359" fmla="*/ 423780 w 3851445"/>
              <a:gd name="csY359" fmla="*/ 1257620 h 3851459"/>
              <a:gd name="csX360" fmla="*/ 288972 w 3851445"/>
              <a:gd name="csY360" fmla="*/ 1201765 h 3851459"/>
              <a:gd name="csX361" fmla="*/ 280177 w 3851445"/>
              <a:gd name="csY361" fmla="*/ 1180529 h 3851459"/>
              <a:gd name="csX362" fmla="*/ 347875 w 3851445"/>
              <a:gd name="csY362" fmla="*/ 1017117 h 3851459"/>
              <a:gd name="csX363" fmla="*/ 280118 w 3851445"/>
              <a:gd name="csY363" fmla="*/ 989044 h 3851459"/>
              <a:gd name="csX364" fmla="*/ 99976 w 3851445"/>
              <a:gd name="csY364" fmla="*/ 1422984 h 3851459"/>
              <a:gd name="csX365" fmla="*/ 168072 w 3851445"/>
              <a:gd name="csY365" fmla="*/ 1451184 h 3851459"/>
              <a:gd name="csX366" fmla="*/ 235775 w 3851445"/>
              <a:gd name="csY366" fmla="*/ 1287768 h 3851459"/>
              <a:gd name="csX367" fmla="*/ 257007 w 3851445"/>
              <a:gd name="csY367" fmla="*/ 1278969 h 3851459"/>
              <a:gd name="csX368" fmla="*/ 391818 w 3851445"/>
              <a:gd name="csY368" fmla="*/ 1334793 h 3851459"/>
              <a:gd name="csX369" fmla="*/ 401776 w 3851445"/>
              <a:gd name="csY369" fmla="*/ 1345560 h 3851459"/>
              <a:gd name="csX370" fmla="*/ 401282 w 3851445"/>
              <a:gd name="csY370" fmla="*/ 1355960 h 3851459"/>
              <a:gd name="csX371" fmla="*/ 299801 w 3851445"/>
              <a:gd name="csY371" fmla="*/ 1867481 h 3851459"/>
              <a:gd name="csX372" fmla="*/ 283558 w 3851445"/>
              <a:gd name="csY372" fmla="*/ 1883169 h 3851459"/>
              <a:gd name="csX373" fmla="*/ 136824 w 3851445"/>
              <a:gd name="csY373" fmla="*/ 1883169 h 3851459"/>
              <a:gd name="csX374" fmla="*/ 120570 w 3851445"/>
              <a:gd name="csY374" fmla="*/ 1866916 h 3851459"/>
              <a:gd name="csX375" fmla="*/ 120570 w 3851445"/>
              <a:gd name="csY375" fmla="*/ 1690013 h 3851459"/>
              <a:gd name="csX376" fmla="*/ 47046 w 3851445"/>
              <a:gd name="csY376" fmla="*/ 1690013 h 3851459"/>
              <a:gd name="csX377" fmla="*/ 32510 w 3851445"/>
              <a:gd name="csY377" fmla="*/ 1925720 h 3851459"/>
              <a:gd name="csX378" fmla="*/ 46857 w 3851445"/>
              <a:gd name="csY378" fmla="*/ 2159869 h 3851459"/>
              <a:gd name="csX379" fmla="*/ 120574 w 3851445"/>
              <a:gd name="csY379" fmla="*/ 2159869 h 3851459"/>
              <a:gd name="csX380" fmla="*/ 120574 w 3851445"/>
              <a:gd name="csY380" fmla="*/ 1982998 h 3851459"/>
              <a:gd name="csX381" fmla="*/ 136827 w 3851445"/>
              <a:gd name="csY381" fmla="*/ 1966744 h 3851459"/>
              <a:gd name="csX382" fmla="*/ 283465 w 3851445"/>
              <a:gd name="csY382" fmla="*/ 1966744 h 3851459"/>
              <a:gd name="csX383" fmla="*/ 299708 w 3851445"/>
              <a:gd name="csY383" fmla="*/ 1982442 h 3851459"/>
              <a:gd name="csX384" fmla="*/ 400891 w 3851445"/>
              <a:gd name="csY384" fmla="*/ 2494399 h 3851459"/>
              <a:gd name="csX385" fmla="*/ 399016 w 3851445"/>
              <a:gd name="csY385" fmla="*/ 2509349 h 3851459"/>
              <a:gd name="csX386" fmla="*/ 391581 w 3851445"/>
              <a:gd name="csY386" fmla="*/ 2515216 h 3851459"/>
              <a:gd name="csX387" fmla="*/ 257010 w 3851445"/>
              <a:gd name="csY387" fmla="*/ 2570944 h 3851459"/>
              <a:gd name="csX388" fmla="*/ 235775 w 3851445"/>
              <a:gd name="csY388" fmla="*/ 2562149 h 3851459"/>
              <a:gd name="csX389" fmla="*/ 168076 w 3851445"/>
              <a:gd name="csY389" fmla="*/ 2398706 h 3851459"/>
              <a:gd name="csX390" fmla="*/ 99609 w 3851445"/>
              <a:gd name="csY390" fmla="*/ 2427067 h 3851459"/>
              <a:gd name="csX391" fmla="*/ 279419 w 3851445"/>
              <a:gd name="csY391" fmla="*/ 2861164 h 3851459"/>
              <a:gd name="csX392" fmla="*/ 347882 w 3851445"/>
              <a:gd name="csY392" fmla="*/ 2832803 h 3851459"/>
              <a:gd name="csX393" fmla="*/ 280183 w 3851445"/>
              <a:gd name="csY393" fmla="*/ 2669394 h 3851459"/>
              <a:gd name="csX394" fmla="*/ 280211 w 3851445"/>
              <a:gd name="csY394" fmla="*/ 2656885 h 3851459"/>
              <a:gd name="csX395" fmla="*/ 289116 w 3851445"/>
              <a:gd name="csY395" fmla="*/ 2648100 h 3851459"/>
              <a:gd name="csX396" fmla="*/ 424541 w 3851445"/>
              <a:gd name="csY396" fmla="*/ 2593452 h 3851459"/>
              <a:gd name="csX397" fmla="*/ 445403 w 3851445"/>
              <a:gd name="csY397" fmla="*/ 2601761 h 3851459"/>
              <a:gd name="csX398" fmla="*/ 735010 w 3851445"/>
              <a:gd name="csY398" fmla="*/ 3034439 h 3851459"/>
              <a:gd name="csX399" fmla="*/ 734608 w 3851445"/>
              <a:gd name="csY399" fmla="*/ 3057008 h 3851459"/>
              <a:gd name="csX400" fmla="*/ 631238 w 3851445"/>
              <a:gd name="csY400" fmla="*/ 3160379 h 3851459"/>
              <a:gd name="csX401" fmla="*/ 619744 w 3851445"/>
              <a:gd name="csY401" fmla="*/ 3165142 h 3851459"/>
              <a:gd name="csX402" fmla="*/ 608250 w 3851445"/>
              <a:gd name="csY402" fmla="*/ 3160379 h 3851459"/>
              <a:gd name="csX403" fmla="*/ 483180 w 3851445"/>
              <a:gd name="csY403" fmla="*/ 3035286 h 3851459"/>
              <a:gd name="csX404" fmla="*/ 430864 w 3851445"/>
              <a:gd name="csY404" fmla="*/ 3087602 h 3851459"/>
              <a:gd name="csX405" fmla="*/ 762990 w 3851445"/>
              <a:gd name="csY405" fmla="*/ 3419937 h 3851459"/>
              <a:gd name="csX406" fmla="*/ 815399 w 3851445"/>
              <a:gd name="csY406" fmla="*/ 3367532 h 3851459"/>
              <a:gd name="csX407" fmla="*/ 690330 w 3851445"/>
              <a:gd name="csY407" fmla="*/ 3242432 h 3851459"/>
              <a:gd name="csX408" fmla="*/ 690330 w 3851445"/>
              <a:gd name="csY408" fmla="*/ 3219447 h 3851459"/>
              <a:gd name="csX409" fmla="*/ 793611 w 3851445"/>
              <a:gd name="csY409" fmla="*/ 3116166 h 3851459"/>
              <a:gd name="csX410" fmla="*/ 816249 w 3851445"/>
              <a:gd name="csY410" fmla="*/ 3115717 h 3851459"/>
              <a:gd name="csX411" fmla="*/ 1249819 w 3851445"/>
              <a:gd name="csY411" fmla="*/ 3406098 h 3851459"/>
              <a:gd name="csX412" fmla="*/ 1258278 w 3851445"/>
              <a:gd name="csY412" fmla="*/ 3415171 h 3851459"/>
              <a:gd name="csX413" fmla="*/ 1258090 w 3851445"/>
              <a:gd name="csY413" fmla="*/ 3427090 h 3851459"/>
              <a:gd name="csX414" fmla="*/ 1202564 w 3851445"/>
              <a:gd name="csY414" fmla="*/ 3561685 h 3851459"/>
              <a:gd name="csX415" fmla="*/ 1193769 w 3851445"/>
              <a:gd name="csY415" fmla="*/ 3570498 h 3851459"/>
              <a:gd name="csX416" fmla="*/ 1181318 w 3851445"/>
              <a:gd name="csY416" fmla="*/ 3570501 h 3851459"/>
              <a:gd name="csX417" fmla="*/ 1017871 w 3851445"/>
              <a:gd name="csY417" fmla="*/ 3502806 h 3851459"/>
              <a:gd name="csX418" fmla="*/ 989407 w 3851445"/>
              <a:gd name="csY418" fmla="*/ 3571533 h 3851459"/>
              <a:gd name="csX419" fmla="*/ 1423385 w 3851445"/>
              <a:gd name="csY419" fmla="*/ 3751590 h 3851459"/>
              <a:gd name="csX420" fmla="*/ 1451969 w 3851445"/>
              <a:gd name="csY420" fmla="*/ 3682612 h 3851459"/>
              <a:gd name="csX421" fmla="*/ 1288529 w 3851445"/>
              <a:gd name="csY421" fmla="*/ 3614945 h 3851459"/>
              <a:gd name="csX422" fmla="*/ 1279730 w 3851445"/>
              <a:gd name="csY422" fmla="*/ 3606146 h 3851459"/>
              <a:gd name="csX423" fmla="*/ 1279734 w 3851445"/>
              <a:gd name="csY423" fmla="*/ 3593705 h 3851459"/>
              <a:gd name="csX424" fmla="*/ 1335448 w 3851445"/>
              <a:gd name="csY424" fmla="*/ 3459240 h 3851459"/>
              <a:gd name="csX425" fmla="*/ 1353635 w 3851445"/>
              <a:gd name="csY425" fmla="*/ 3449523 h 3851459"/>
              <a:gd name="csX426" fmla="*/ 1356845 w 3851445"/>
              <a:gd name="csY426" fmla="*/ 3450514 h 3851459"/>
              <a:gd name="csX427" fmla="*/ 1868273 w 3851445"/>
              <a:gd name="csY427" fmla="*/ 3551731 h 3851459"/>
              <a:gd name="csX428" fmla="*/ 1883965 w 3851445"/>
              <a:gd name="csY428" fmla="*/ 3567974 h 3851459"/>
              <a:gd name="csX429" fmla="*/ 1883965 w 3851445"/>
              <a:gd name="csY429" fmla="*/ 3713864 h 3851459"/>
              <a:gd name="csX430" fmla="*/ 1867711 w 3851445"/>
              <a:gd name="csY430" fmla="*/ 3730118 h 3851459"/>
              <a:gd name="csX431" fmla="*/ 1690809 w 3851445"/>
              <a:gd name="csY431" fmla="*/ 3730118 h 3851459"/>
              <a:gd name="csX432" fmla="*/ 1690809 w 3851445"/>
              <a:gd name="csY432" fmla="*/ 3804517 h 38514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</a:cxnLst>
            <a:rect l="l" t="t" r="r" b="b"/>
            <a:pathLst>
              <a:path w="3851445" h="3851459">
                <a:moveTo>
                  <a:pt x="1925733" y="3851460"/>
                </a:moveTo>
                <a:cubicBezTo>
                  <a:pt x="1840890" y="3851460"/>
                  <a:pt x="1755669" y="3845901"/>
                  <a:pt x="1672433" y="3834939"/>
                </a:cubicBezTo>
                <a:cubicBezTo>
                  <a:pt x="1664347" y="3833872"/>
                  <a:pt x="1658302" y="3826984"/>
                  <a:pt x="1658302" y="3818826"/>
                </a:cubicBezTo>
                <a:lnTo>
                  <a:pt x="1658302" y="3713861"/>
                </a:lnTo>
                <a:cubicBezTo>
                  <a:pt x="1658302" y="3704884"/>
                  <a:pt x="1665578" y="3697607"/>
                  <a:pt x="1674556" y="3697607"/>
                </a:cubicBezTo>
                <a:lnTo>
                  <a:pt x="1851458" y="3697607"/>
                </a:lnTo>
                <a:lnTo>
                  <a:pt x="1851458" y="3583597"/>
                </a:lnTo>
                <a:cubicBezTo>
                  <a:pt x="1682614" y="3576156"/>
                  <a:pt x="1517271" y="3543391"/>
                  <a:pt x="1359496" y="3486124"/>
                </a:cubicBezTo>
                <a:lnTo>
                  <a:pt x="1315985" y="3591127"/>
                </a:lnTo>
                <a:lnTo>
                  <a:pt x="1479428" y="3658795"/>
                </a:lnTo>
                <a:cubicBezTo>
                  <a:pt x="1483413" y="3660444"/>
                  <a:pt x="1486574" y="3663609"/>
                  <a:pt x="1488224" y="3667593"/>
                </a:cubicBezTo>
                <a:cubicBezTo>
                  <a:pt x="1489873" y="3671575"/>
                  <a:pt x="1489873" y="3676053"/>
                  <a:pt x="1488224" y="3680034"/>
                </a:cubicBezTo>
                <a:lnTo>
                  <a:pt x="1447947" y="3777229"/>
                </a:lnTo>
                <a:cubicBezTo>
                  <a:pt x="1444826" y="3784755"/>
                  <a:pt x="1436614" y="3788812"/>
                  <a:pt x="1428744" y="3786714"/>
                </a:cubicBezTo>
                <a:cubicBezTo>
                  <a:pt x="1264992" y="3743079"/>
                  <a:pt x="1107543" y="3677757"/>
                  <a:pt x="960768" y="3592560"/>
                </a:cubicBezTo>
                <a:cubicBezTo>
                  <a:pt x="953725" y="3588473"/>
                  <a:pt x="950797" y="3579804"/>
                  <a:pt x="953910" y="3572284"/>
                </a:cubicBezTo>
                <a:lnTo>
                  <a:pt x="994057" y="3475350"/>
                </a:lnTo>
                <a:cubicBezTo>
                  <a:pt x="995706" y="3471365"/>
                  <a:pt x="998871" y="3468200"/>
                  <a:pt x="1002852" y="3466555"/>
                </a:cubicBezTo>
                <a:cubicBezTo>
                  <a:pt x="1006833" y="3464902"/>
                  <a:pt x="1011308" y="3464902"/>
                  <a:pt x="1015293" y="3466555"/>
                </a:cubicBezTo>
                <a:lnTo>
                  <a:pt x="1178715" y="3534243"/>
                </a:lnTo>
                <a:lnTo>
                  <a:pt x="1222096" y="3429086"/>
                </a:lnTo>
                <a:cubicBezTo>
                  <a:pt x="1069961" y="3357776"/>
                  <a:pt x="929965" y="3264014"/>
                  <a:pt x="805599" y="3150143"/>
                </a:cubicBezTo>
                <a:lnTo>
                  <a:pt x="724801" y="3230938"/>
                </a:lnTo>
                <a:lnTo>
                  <a:pt x="849871" y="3356038"/>
                </a:lnTo>
                <a:cubicBezTo>
                  <a:pt x="856218" y="3362388"/>
                  <a:pt x="856218" y="3372679"/>
                  <a:pt x="849871" y="3379023"/>
                </a:cubicBezTo>
                <a:lnTo>
                  <a:pt x="775852" y="3453041"/>
                </a:lnTo>
                <a:cubicBezTo>
                  <a:pt x="770085" y="3458805"/>
                  <a:pt x="760933" y="3459409"/>
                  <a:pt x="754466" y="3454440"/>
                </a:cubicBezTo>
                <a:cubicBezTo>
                  <a:pt x="619867" y="3351138"/>
                  <a:pt x="499382" y="3230574"/>
                  <a:pt x="396358" y="3096102"/>
                </a:cubicBezTo>
                <a:cubicBezTo>
                  <a:pt x="391400" y="3089629"/>
                  <a:pt x="392003" y="3080487"/>
                  <a:pt x="397767" y="3074726"/>
                </a:cubicBezTo>
                <a:lnTo>
                  <a:pt x="471686" y="3000804"/>
                </a:lnTo>
                <a:cubicBezTo>
                  <a:pt x="474735" y="2997756"/>
                  <a:pt x="478870" y="2996041"/>
                  <a:pt x="483180" y="2996041"/>
                </a:cubicBezTo>
                <a:cubicBezTo>
                  <a:pt x="487491" y="2996041"/>
                  <a:pt x="491626" y="2997756"/>
                  <a:pt x="494674" y="3000804"/>
                </a:cubicBezTo>
                <a:lnTo>
                  <a:pt x="619744" y="3125897"/>
                </a:lnTo>
                <a:lnTo>
                  <a:pt x="700575" y="3045069"/>
                </a:lnTo>
                <a:cubicBezTo>
                  <a:pt x="587055" y="2920898"/>
                  <a:pt x="493560" y="2781200"/>
                  <a:pt x="422367" y="2629381"/>
                </a:cubicBezTo>
                <a:lnTo>
                  <a:pt x="316490" y="2672106"/>
                </a:lnTo>
                <a:lnTo>
                  <a:pt x="384130" y="2835379"/>
                </a:lnTo>
                <a:cubicBezTo>
                  <a:pt x="385780" y="2839363"/>
                  <a:pt x="385780" y="2843838"/>
                  <a:pt x="384134" y="2847819"/>
                </a:cubicBezTo>
                <a:cubicBezTo>
                  <a:pt x="382484" y="2851803"/>
                  <a:pt x="379319" y="2854968"/>
                  <a:pt x="375335" y="2856614"/>
                </a:cubicBezTo>
                <a:lnTo>
                  <a:pt x="278661" y="2896662"/>
                </a:lnTo>
                <a:cubicBezTo>
                  <a:pt x="271141" y="2899785"/>
                  <a:pt x="262466" y="2896843"/>
                  <a:pt x="258379" y="2889797"/>
                </a:cubicBezTo>
                <a:cubicBezTo>
                  <a:pt x="173257" y="2742977"/>
                  <a:pt x="108024" y="2585483"/>
                  <a:pt x="64486" y="2421694"/>
                </a:cubicBezTo>
                <a:cubicBezTo>
                  <a:pt x="62394" y="2413824"/>
                  <a:pt x="66451" y="2405618"/>
                  <a:pt x="73974" y="2402502"/>
                </a:cubicBezTo>
                <a:lnTo>
                  <a:pt x="170648" y="2362451"/>
                </a:lnTo>
                <a:cubicBezTo>
                  <a:pt x="174629" y="2360801"/>
                  <a:pt x="179104" y="2360801"/>
                  <a:pt x="183088" y="2362451"/>
                </a:cubicBezTo>
                <a:cubicBezTo>
                  <a:pt x="187069" y="2364104"/>
                  <a:pt x="190234" y="2367265"/>
                  <a:pt x="191883" y="2371246"/>
                </a:cubicBezTo>
                <a:lnTo>
                  <a:pt x="259586" y="2534696"/>
                </a:lnTo>
                <a:lnTo>
                  <a:pt x="365014" y="2491038"/>
                </a:lnTo>
                <a:cubicBezTo>
                  <a:pt x="307845" y="2333304"/>
                  <a:pt x="275181" y="2168013"/>
                  <a:pt x="267826" y="1999255"/>
                </a:cubicBezTo>
                <a:lnTo>
                  <a:pt x="153077" y="1999255"/>
                </a:lnTo>
                <a:lnTo>
                  <a:pt x="153077" y="2176126"/>
                </a:lnTo>
                <a:cubicBezTo>
                  <a:pt x="153077" y="2185103"/>
                  <a:pt x="145798" y="2192379"/>
                  <a:pt x="136824" y="2192379"/>
                </a:cubicBezTo>
                <a:lnTo>
                  <a:pt x="32541" y="2192379"/>
                </a:lnTo>
                <a:cubicBezTo>
                  <a:pt x="24384" y="2192379"/>
                  <a:pt x="17488" y="2186331"/>
                  <a:pt x="16425" y="2178242"/>
                </a:cubicBezTo>
                <a:cubicBezTo>
                  <a:pt x="5528" y="2095232"/>
                  <a:pt x="0" y="2010272"/>
                  <a:pt x="0" y="1925723"/>
                </a:cubicBezTo>
                <a:cubicBezTo>
                  <a:pt x="0" y="1840866"/>
                  <a:pt x="5589" y="1755377"/>
                  <a:pt x="16620" y="1671641"/>
                </a:cubicBezTo>
                <a:cubicBezTo>
                  <a:pt x="17683" y="1663555"/>
                  <a:pt x="24579" y="1657510"/>
                  <a:pt x="32733" y="1657510"/>
                </a:cubicBezTo>
                <a:lnTo>
                  <a:pt x="136824" y="1657510"/>
                </a:lnTo>
                <a:cubicBezTo>
                  <a:pt x="145801" y="1657510"/>
                  <a:pt x="153077" y="1664786"/>
                  <a:pt x="153077" y="1673764"/>
                </a:cubicBezTo>
                <a:lnTo>
                  <a:pt x="153077" y="1850666"/>
                </a:lnTo>
                <a:lnTo>
                  <a:pt x="267939" y="1850666"/>
                </a:lnTo>
                <a:cubicBezTo>
                  <a:pt x="275410" y="1682048"/>
                  <a:pt x="308199" y="1516832"/>
                  <a:pt x="365494" y="1359077"/>
                </a:cubicBezTo>
                <a:lnTo>
                  <a:pt x="259589" y="1315220"/>
                </a:lnTo>
                <a:lnTo>
                  <a:pt x="191887" y="1478636"/>
                </a:lnTo>
                <a:cubicBezTo>
                  <a:pt x="188454" y="1486924"/>
                  <a:pt x="178949" y="1490864"/>
                  <a:pt x="170654" y="1487432"/>
                </a:cubicBezTo>
                <a:lnTo>
                  <a:pt x="74337" y="1447545"/>
                </a:lnTo>
                <a:cubicBezTo>
                  <a:pt x="66807" y="1444429"/>
                  <a:pt x="62751" y="1436216"/>
                  <a:pt x="64849" y="1428340"/>
                </a:cubicBezTo>
                <a:cubicBezTo>
                  <a:pt x="108504" y="1264626"/>
                  <a:pt x="173861" y="1107186"/>
                  <a:pt x="259099" y="960398"/>
                </a:cubicBezTo>
                <a:cubicBezTo>
                  <a:pt x="263186" y="953358"/>
                  <a:pt x="271858" y="950426"/>
                  <a:pt x="279374" y="953543"/>
                </a:cubicBezTo>
                <a:lnTo>
                  <a:pt x="375335" y="993299"/>
                </a:lnTo>
                <a:cubicBezTo>
                  <a:pt x="383626" y="996735"/>
                  <a:pt x="387563" y="1006240"/>
                  <a:pt x="384127" y="1014535"/>
                </a:cubicBezTo>
                <a:lnTo>
                  <a:pt x="316428" y="1177947"/>
                </a:lnTo>
                <a:lnTo>
                  <a:pt x="422460" y="1221880"/>
                </a:lnTo>
                <a:cubicBezTo>
                  <a:pt x="493711" y="1069886"/>
                  <a:pt x="587443" y="929955"/>
                  <a:pt x="701316" y="805589"/>
                </a:cubicBezTo>
                <a:lnTo>
                  <a:pt x="619740" y="724013"/>
                </a:lnTo>
                <a:lnTo>
                  <a:pt x="494671" y="849110"/>
                </a:lnTo>
                <a:cubicBezTo>
                  <a:pt x="491623" y="852158"/>
                  <a:pt x="487487" y="853872"/>
                  <a:pt x="483177" y="853872"/>
                </a:cubicBezTo>
                <a:cubicBezTo>
                  <a:pt x="478867" y="853872"/>
                  <a:pt x="474731" y="852161"/>
                  <a:pt x="471683" y="849113"/>
                </a:cubicBezTo>
                <a:lnTo>
                  <a:pt x="398412" y="775842"/>
                </a:lnTo>
                <a:cubicBezTo>
                  <a:pt x="392645" y="770075"/>
                  <a:pt x="392044" y="760926"/>
                  <a:pt x="397010" y="754455"/>
                </a:cubicBezTo>
                <a:cubicBezTo>
                  <a:pt x="500312" y="619854"/>
                  <a:pt x="620875" y="499369"/>
                  <a:pt x="755347" y="396344"/>
                </a:cubicBezTo>
                <a:cubicBezTo>
                  <a:pt x="761818" y="391386"/>
                  <a:pt x="770959" y="391990"/>
                  <a:pt x="776723" y="397754"/>
                </a:cubicBezTo>
                <a:lnTo>
                  <a:pt x="849864" y="470894"/>
                </a:lnTo>
                <a:cubicBezTo>
                  <a:pt x="856211" y="477241"/>
                  <a:pt x="856211" y="487532"/>
                  <a:pt x="849864" y="493879"/>
                </a:cubicBezTo>
                <a:lnTo>
                  <a:pt x="724795" y="618976"/>
                </a:lnTo>
                <a:lnTo>
                  <a:pt x="806408" y="700565"/>
                </a:lnTo>
                <a:cubicBezTo>
                  <a:pt x="930764" y="586856"/>
                  <a:pt x="1070726" y="493241"/>
                  <a:pt x="1222788" y="422048"/>
                </a:cubicBezTo>
                <a:lnTo>
                  <a:pt x="1178726" y="315667"/>
                </a:lnTo>
                <a:lnTo>
                  <a:pt x="1015275" y="383338"/>
                </a:lnTo>
                <a:cubicBezTo>
                  <a:pt x="1006981" y="386774"/>
                  <a:pt x="997475" y="382834"/>
                  <a:pt x="994043" y="374539"/>
                </a:cubicBezTo>
                <a:lnTo>
                  <a:pt x="954418" y="278839"/>
                </a:lnTo>
                <a:cubicBezTo>
                  <a:pt x="951301" y="271316"/>
                  <a:pt x="954236" y="262644"/>
                  <a:pt x="961282" y="258560"/>
                </a:cubicBezTo>
                <a:cubicBezTo>
                  <a:pt x="1108208" y="173360"/>
                  <a:pt x="1265678" y="108103"/>
                  <a:pt x="1429327" y="64602"/>
                </a:cubicBezTo>
                <a:cubicBezTo>
                  <a:pt x="1437190" y="62507"/>
                  <a:pt x="1445399" y="66564"/>
                  <a:pt x="1448519" y="74087"/>
                </a:cubicBezTo>
                <a:lnTo>
                  <a:pt x="1488210" y="169852"/>
                </a:lnTo>
                <a:cubicBezTo>
                  <a:pt x="1489859" y="173837"/>
                  <a:pt x="1489859" y="178311"/>
                  <a:pt x="1488210" y="182292"/>
                </a:cubicBezTo>
                <a:cubicBezTo>
                  <a:pt x="1486561" y="186277"/>
                  <a:pt x="1483396" y="189439"/>
                  <a:pt x="1479415" y="191088"/>
                </a:cubicBezTo>
                <a:lnTo>
                  <a:pt x="1315971" y="258787"/>
                </a:lnTo>
                <a:lnTo>
                  <a:pt x="1360044" y="365158"/>
                </a:lnTo>
                <a:cubicBezTo>
                  <a:pt x="1517775" y="307986"/>
                  <a:pt x="1682926" y="275287"/>
                  <a:pt x="1851444" y="267880"/>
                </a:cubicBezTo>
                <a:lnTo>
                  <a:pt x="1851444" y="152278"/>
                </a:lnTo>
                <a:lnTo>
                  <a:pt x="1674542" y="152278"/>
                </a:lnTo>
                <a:cubicBezTo>
                  <a:pt x="1665565" y="152278"/>
                  <a:pt x="1658288" y="145002"/>
                  <a:pt x="1658288" y="136025"/>
                </a:cubicBezTo>
                <a:lnTo>
                  <a:pt x="1658288" y="32634"/>
                </a:lnTo>
                <a:cubicBezTo>
                  <a:pt x="1658288" y="24480"/>
                  <a:pt x="1664334" y="17584"/>
                  <a:pt x="1672419" y="16521"/>
                </a:cubicBezTo>
                <a:cubicBezTo>
                  <a:pt x="1755651" y="5558"/>
                  <a:pt x="1840876" y="0"/>
                  <a:pt x="1925723" y="0"/>
                </a:cubicBezTo>
                <a:cubicBezTo>
                  <a:pt x="2010570" y="0"/>
                  <a:pt x="2095794" y="5558"/>
                  <a:pt x="2179027" y="16521"/>
                </a:cubicBezTo>
                <a:cubicBezTo>
                  <a:pt x="2187112" y="17587"/>
                  <a:pt x="2193158" y="24480"/>
                  <a:pt x="2193158" y="32634"/>
                </a:cubicBezTo>
                <a:lnTo>
                  <a:pt x="2193158" y="136039"/>
                </a:lnTo>
                <a:cubicBezTo>
                  <a:pt x="2193158" y="145016"/>
                  <a:pt x="2185881" y="152292"/>
                  <a:pt x="2176904" y="152292"/>
                </a:cubicBezTo>
                <a:lnTo>
                  <a:pt x="2000002" y="152292"/>
                </a:lnTo>
                <a:lnTo>
                  <a:pt x="2000002" y="267894"/>
                </a:lnTo>
                <a:cubicBezTo>
                  <a:pt x="2168603" y="275304"/>
                  <a:pt x="2333753" y="308000"/>
                  <a:pt x="2491402" y="365171"/>
                </a:cubicBezTo>
                <a:lnTo>
                  <a:pt x="2535475" y="258800"/>
                </a:lnTo>
                <a:lnTo>
                  <a:pt x="2372035" y="191102"/>
                </a:lnTo>
                <a:cubicBezTo>
                  <a:pt x="2368050" y="189452"/>
                  <a:pt x="2364885" y="186287"/>
                  <a:pt x="2363239" y="182306"/>
                </a:cubicBezTo>
                <a:cubicBezTo>
                  <a:pt x="2361590" y="178322"/>
                  <a:pt x="2361590" y="173847"/>
                  <a:pt x="2363239" y="169866"/>
                </a:cubicBezTo>
                <a:lnTo>
                  <a:pt x="2402926" y="74101"/>
                </a:lnTo>
                <a:cubicBezTo>
                  <a:pt x="2406044" y="66577"/>
                  <a:pt x="2414242" y="62528"/>
                  <a:pt x="2422119" y="64613"/>
                </a:cubicBezTo>
                <a:cubicBezTo>
                  <a:pt x="2585768" y="108113"/>
                  <a:pt x="2743241" y="173370"/>
                  <a:pt x="2890163" y="258571"/>
                </a:cubicBezTo>
                <a:cubicBezTo>
                  <a:pt x="2897210" y="262655"/>
                  <a:pt x="2900142" y="271326"/>
                  <a:pt x="2897029" y="278850"/>
                </a:cubicBezTo>
                <a:lnTo>
                  <a:pt x="2857403" y="374550"/>
                </a:lnTo>
                <a:cubicBezTo>
                  <a:pt x="2853971" y="382844"/>
                  <a:pt x="2844469" y="386784"/>
                  <a:pt x="2836167" y="383348"/>
                </a:cubicBezTo>
                <a:lnTo>
                  <a:pt x="2672720" y="315677"/>
                </a:lnTo>
                <a:lnTo>
                  <a:pt x="2628658" y="422048"/>
                </a:lnTo>
                <a:cubicBezTo>
                  <a:pt x="2780710" y="493231"/>
                  <a:pt x="2920647" y="586839"/>
                  <a:pt x="3045038" y="700576"/>
                </a:cubicBezTo>
                <a:lnTo>
                  <a:pt x="3126655" y="618986"/>
                </a:lnTo>
                <a:lnTo>
                  <a:pt x="3001585" y="493889"/>
                </a:lnTo>
                <a:cubicBezTo>
                  <a:pt x="2995235" y="487542"/>
                  <a:pt x="2995235" y="477252"/>
                  <a:pt x="3001585" y="470905"/>
                </a:cubicBezTo>
                <a:lnTo>
                  <a:pt x="3074723" y="397764"/>
                </a:lnTo>
                <a:cubicBezTo>
                  <a:pt x="3080490" y="391996"/>
                  <a:pt x="3089629" y="391396"/>
                  <a:pt x="3096099" y="396355"/>
                </a:cubicBezTo>
                <a:cubicBezTo>
                  <a:pt x="3230578" y="499386"/>
                  <a:pt x="3351141" y="619871"/>
                  <a:pt x="3454440" y="754466"/>
                </a:cubicBezTo>
                <a:cubicBezTo>
                  <a:pt x="3459408" y="760936"/>
                  <a:pt x="3458808" y="770085"/>
                  <a:pt x="3453041" y="775852"/>
                </a:cubicBezTo>
                <a:lnTo>
                  <a:pt x="3379770" y="849123"/>
                </a:lnTo>
                <a:cubicBezTo>
                  <a:pt x="3376721" y="852172"/>
                  <a:pt x="3372586" y="853883"/>
                  <a:pt x="3368276" y="853883"/>
                </a:cubicBezTo>
                <a:lnTo>
                  <a:pt x="3368276" y="853883"/>
                </a:lnTo>
                <a:cubicBezTo>
                  <a:pt x="3363962" y="853883"/>
                  <a:pt x="3359830" y="852168"/>
                  <a:pt x="3356782" y="849120"/>
                </a:cubicBezTo>
                <a:lnTo>
                  <a:pt x="3231713" y="724023"/>
                </a:lnTo>
                <a:lnTo>
                  <a:pt x="3150140" y="805596"/>
                </a:lnTo>
                <a:cubicBezTo>
                  <a:pt x="3263979" y="929941"/>
                  <a:pt x="3357697" y="1069865"/>
                  <a:pt x="3428962" y="1221904"/>
                </a:cubicBezTo>
                <a:lnTo>
                  <a:pt x="3535021" y="1177958"/>
                </a:lnTo>
                <a:lnTo>
                  <a:pt x="3467323" y="1014542"/>
                </a:lnTo>
                <a:cubicBezTo>
                  <a:pt x="3463887" y="1006250"/>
                  <a:pt x="3467823" y="996742"/>
                  <a:pt x="3476114" y="993306"/>
                </a:cubicBezTo>
                <a:lnTo>
                  <a:pt x="3572075" y="953550"/>
                </a:lnTo>
                <a:cubicBezTo>
                  <a:pt x="3579598" y="950433"/>
                  <a:pt x="3588263" y="953362"/>
                  <a:pt x="3592351" y="960405"/>
                </a:cubicBezTo>
                <a:cubicBezTo>
                  <a:pt x="3677592" y="1107200"/>
                  <a:pt x="3742949" y="1264639"/>
                  <a:pt x="3786604" y="1428347"/>
                </a:cubicBezTo>
                <a:cubicBezTo>
                  <a:pt x="3788702" y="1436220"/>
                  <a:pt x="3784649" y="1444432"/>
                  <a:pt x="3777115" y="1447552"/>
                </a:cubicBezTo>
                <a:lnTo>
                  <a:pt x="3680795" y="1487439"/>
                </a:lnTo>
                <a:cubicBezTo>
                  <a:pt x="3672504" y="1490874"/>
                  <a:pt x="3662995" y="1486938"/>
                  <a:pt x="3659562" y="1478643"/>
                </a:cubicBezTo>
                <a:lnTo>
                  <a:pt x="3591864" y="1315231"/>
                </a:lnTo>
                <a:lnTo>
                  <a:pt x="3485956" y="1359105"/>
                </a:lnTo>
                <a:cubicBezTo>
                  <a:pt x="3543251" y="1516832"/>
                  <a:pt x="3576039" y="1682045"/>
                  <a:pt x="3583511" y="1850669"/>
                </a:cubicBezTo>
                <a:lnTo>
                  <a:pt x="3698372" y="1850669"/>
                </a:lnTo>
                <a:lnTo>
                  <a:pt x="3698372" y="1673767"/>
                </a:lnTo>
                <a:cubicBezTo>
                  <a:pt x="3698372" y="1664790"/>
                  <a:pt x="3705648" y="1657514"/>
                  <a:pt x="3714625" y="1657514"/>
                </a:cubicBezTo>
                <a:lnTo>
                  <a:pt x="3818709" y="1657514"/>
                </a:lnTo>
                <a:cubicBezTo>
                  <a:pt x="3826867" y="1657514"/>
                  <a:pt x="3833759" y="1663559"/>
                  <a:pt x="3834822" y="1671644"/>
                </a:cubicBezTo>
                <a:cubicBezTo>
                  <a:pt x="3845853" y="1755394"/>
                  <a:pt x="3851446" y="1840879"/>
                  <a:pt x="3851446" y="1925726"/>
                </a:cubicBezTo>
                <a:cubicBezTo>
                  <a:pt x="3851446" y="2010292"/>
                  <a:pt x="3845919" y="2095253"/>
                  <a:pt x="3835018" y="2178245"/>
                </a:cubicBezTo>
                <a:cubicBezTo>
                  <a:pt x="3833955" y="2186334"/>
                  <a:pt x="3827062" y="2192383"/>
                  <a:pt x="3818905" y="2192383"/>
                </a:cubicBezTo>
                <a:lnTo>
                  <a:pt x="3714642" y="2192383"/>
                </a:lnTo>
                <a:cubicBezTo>
                  <a:pt x="3705666" y="2192383"/>
                  <a:pt x="3698389" y="2185106"/>
                  <a:pt x="3698389" y="2176129"/>
                </a:cubicBezTo>
                <a:lnTo>
                  <a:pt x="3698389" y="1999258"/>
                </a:lnTo>
                <a:lnTo>
                  <a:pt x="3583638" y="1999258"/>
                </a:lnTo>
                <a:cubicBezTo>
                  <a:pt x="3576279" y="2168027"/>
                  <a:pt x="3543614" y="2333318"/>
                  <a:pt x="3486446" y="2491042"/>
                </a:cubicBezTo>
                <a:lnTo>
                  <a:pt x="3591877" y="2534700"/>
                </a:lnTo>
                <a:lnTo>
                  <a:pt x="3659576" y="2371250"/>
                </a:lnTo>
                <a:cubicBezTo>
                  <a:pt x="3661222" y="2367268"/>
                  <a:pt x="3664387" y="2364104"/>
                  <a:pt x="3668372" y="2362454"/>
                </a:cubicBezTo>
                <a:cubicBezTo>
                  <a:pt x="3672353" y="2360805"/>
                  <a:pt x="3676831" y="2360808"/>
                  <a:pt x="3680812" y="2362454"/>
                </a:cubicBezTo>
                <a:lnTo>
                  <a:pt x="3777486" y="2402505"/>
                </a:lnTo>
                <a:cubicBezTo>
                  <a:pt x="3785006" y="2405622"/>
                  <a:pt x="3789066" y="2413824"/>
                  <a:pt x="3786974" y="2421697"/>
                </a:cubicBezTo>
                <a:cubicBezTo>
                  <a:pt x="3743436" y="2585494"/>
                  <a:pt x="3678199" y="2742987"/>
                  <a:pt x="3593081" y="2889804"/>
                </a:cubicBezTo>
                <a:cubicBezTo>
                  <a:pt x="3588997" y="2896847"/>
                  <a:pt x="3580329" y="2899792"/>
                  <a:pt x="3572799" y="2896665"/>
                </a:cubicBezTo>
                <a:lnTo>
                  <a:pt x="3476125" y="2856618"/>
                </a:lnTo>
                <a:cubicBezTo>
                  <a:pt x="3472144" y="2854972"/>
                  <a:pt x="3468979" y="2851807"/>
                  <a:pt x="3467333" y="2847822"/>
                </a:cubicBezTo>
                <a:cubicBezTo>
                  <a:pt x="3465683" y="2843841"/>
                  <a:pt x="3465683" y="2839366"/>
                  <a:pt x="3467333" y="2835382"/>
                </a:cubicBezTo>
                <a:lnTo>
                  <a:pt x="3535031" y="2671970"/>
                </a:lnTo>
                <a:lnTo>
                  <a:pt x="3429604" y="2628291"/>
                </a:lnTo>
                <a:cubicBezTo>
                  <a:pt x="3358400" y="2780470"/>
                  <a:pt x="3264727" y="2920541"/>
                  <a:pt x="3150884" y="3045069"/>
                </a:cubicBezTo>
                <a:lnTo>
                  <a:pt x="3231723" y="3125901"/>
                </a:lnTo>
                <a:lnTo>
                  <a:pt x="3356792" y="3000807"/>
                </a:lnTo>
                <a:cubicBezTo>
                  <a:pt x="3359841" y="2997759"/>
                  <a:pt x="3363972" y="2996044"/>
                  <a:pt x="3368286" y="2996044"/>
                </a:cubicBezTo>
                <a:cubicBezTo>
                  <a:pt x="3372596" y="2996044"/>
                  <a:pt x="3376732" y="2997759"/>
                  <a:pt x="3379780" y="3000807"/>
                </a:cubicBezTo>
                <a:lnTo>
                  <a:pt x="3453703" y="3074730"/>
                </a:lnTo>
                <a:cubicBezTo>
                  <a:pt x="3459467" y="3080494"/>
                  <a:pt x="3460067" y="3089635"/>
                  <a:pt x="3455112" y="3096106"/>
                </a:cubicBezTo>
                <a:cubicBezTo>
                  <a:pt x="3352088" y="3230578"/>
                  <a:pt x="3231599" y="3351141"/>
                  <a:pt x="3096998" y="3454443"/>
                </a:cubicBezTo>
                <a:cubicBezTo>
                  <a:pt x="3090534" y="3459415"/>
                  <a:pt x="3081375" y="3458812"/>
                  <a:pt x="3075611" y="3453044"/>
                </a:cubicBezTo>
                <a:lnTo>
                  <a:pt x="3001596" y="3379026"/>
                </a:lnTo>
                <a:cubicBezTo>
                  <a:pt x="2995245" y="3372679"/>
                  <a:pt x="2995245" y="3362388"/>
                  <a:pt x="3001596" y="3356041"/>
                </a:cubicBezTo>
                <a:lnTo>
                  <a:pt x="3126665" y="3230941"/>
                </a:lnTo>
                <a:lnTo>
                  <a:pt x="3045868" y="3150147"/>
                </a:lnTo>
                <a:cubicBezTo>
                  <a:pt x="2921495" y="3264024"/>
                  <a:pt x="2781461" y="3357804"/>
                  <a:pt x="2629203" y="3429172"/>
                </a:cubicBezTo>
                <a:lnTo>
                  <a:pt x="2672731" y="3534253"/>
                </a:lnTo>
                <a:lnTo>
                  <a:pt x="2836177" y="3466558"/>
                </a:lnTo>
                <a:cubicBezTo>
                  <a:pt x="2840155" y="3464905"/>
                  <a:pt x="2844633" y="3464905"/>
                  <a:pt x="2848618" y="3466558"/>
                </a:cubicBezTo>
                <a:cubicBezTo>
                  <a:pt x="2852599" y="3468204"/>
                  <a:pt x="2855764" y="3471369"/>
                  <a:pt x="2857410" y="3475353"/>
                </a:cubicBezTo>
                <a:lnTo>
                  <a:pt x="2897553" y="3572288"/>
                </a:lnTo>
                <a:cubicBezTo>
                  <a:pt x="2900670" y="3579807"/>
                  <a:pt x="2897738" y="3588476"/>
                  <a:pt x="2890698" y="3592564"/>
                </a:cubicBezTo>
                <a:cubicBezTo>
                  <a:pt x="2743930" y="3677760"/>
                  <a:pt x="2586481" y="3743083"/>
                  <a:pt x="2422722" y="3786717"/>
                </a:cubicBezTo>
                <a:cubicBezTo>
                  <a:pt x="2414843" y="3788812"/>
                  <a:pt x="2406640" y="3784759"/>
                  <a:pt x="2403520" y="3777232"/>
                </a:cubicBezTo>
                <a:lnTo>
                  <a:pt x="2363246" y="3680037"/>
                </a:lnTo>
                <a:cubicBezTo>
                  <a:pt x="2361597" y="3676056"/>
                  <a:pt x="2361597" y="3671578"/>
                  <a:pt x="2363246" y="3667597"/>
                </a:cubicBezTo>
                <a:cubicBezTo>
                  <a:pt x="2364896" y="3663612"/>
                  <a:pt x="2368061" y="3660447"/>
                  <a:pt x="2372042" y="3658798"/>
                </a:cubicBezTo>
                <a:lnTo>
                  <a:pt x="2535478" y="3591130"/>
                </a:lnTo>
                <a:lnTo>
                  <a:pt x="2491967" y="3486131"/>
                </a:lnTo>
                <a:cubicBezTo>
                  <a:pt x="2334203" y="3543391"/>
                  <a:pt x="2168842" y="3576156"/>
                  <a:pt x="2000012" y="3583600"/>
                </a:cubicBezTo>
                <a:lnTo>
                  <a:pt x="2000012" y="3697611"/>
                </a:lnTo>
                <a:lnTo>
                  <a:pt x="2176914" y="3697611"/>
                </a:lnTo>
                <a:cubicBezTo>
                  <a:pt x="2185892" y="3697611"/>
                  <a:pt x="2193168" y="3704887"/>
                  <a:pt x="2193168" y="3713864"/>
                </a:cubicBezTo>
                <a:lnTo>
                  <a:pt x="2193168" y="3818829"/>
                </a:lnTo>
                <a:cubicBezTo>
                  <a:pt x="2193168" y="3826987"/>
                  <a:pt x="2187123" y="3833879"/>
                  <a:pt x="2179037" y="3834942"/>
                </a:cubicBezTo>
                <a:cubicBezTo>
                  <a:pt x="2095798" y="3845901"/>
                  <a:pt x="2010573" y="3851460"/>
                  <a:pt x="1925733" y="3851460"/>
                </a:cubicBezTo>
                <a:close/>
                <a:moveTo>
                  <a:pt x="1690806" y="3804517"/>
                </a:moveTo>
                <a:cubicBezTo>
                  <a:pt x="1768140" y="3814097"/>
                  <a:pt x="1847103" y="3818953"/>
                  <a:pt x="1925733" y="3818953"/>
                </a:cubicBezTo>
                <a:cubicBezTo>
                  <a:pt x="2004364" y="3818953"/>
                  <a:pt x="2083327" y="3814097"/>
                  <a:pt x="2160661" y="3804517"/>
                </a:cubicBezTo>
                <a:lnTo>
                  <a:pt x="2160661" y="3730115"/>
                </a:lnTo>
                <a:lnTo>
                  <a:pt x="1983759" y="3730115"/>
                </a:lnTo>
                <a:cubicBezTo>
                  <a:pt x="1974782" y="3730115"/>
                  <a:pt x="1967505" y="3722838"/>
                  <a:pt x="1967505" y="3713861"/>
                </a:cubicBezTo>
                <a:lnTo>
                  <a:pt x="1967505" y="3567971"/>
                </a:lnTo>
                <a:cubicBezTo>
                  <a:pt x="1967505" y="3559213"/>
                  <a:pt x="1974442" y="3552033"/>
                  <a:pt x="1983193" y="3551727"/>
                </a:cubicBezTo>
                <a:cubicBezTo>
                  <a:pt x="2159001" y="3545617"/>
                  <a:pt x="2331062" y="3511563"/>
                  <a:pt x="2494642" y="3450500"/>
                </a:cubicBezTo>
                <a:cubicBezTo>
                  <a:pt x="2496593" y="3449667"/>
                  <a:pt x="2498747" y="3449207"/>
                  <a:pt x="2501003" y="3449207"/>
                </a:cubicBezTo>
                <a:cubicBezTo>
                  <a:pt x="2508022" y="3449207"/>
                  <a:pt x="2514002" y="3453648"/>
                  <a:pt x="2516276" y="3459875"/>
                </a:cubicBezTo>
                <a:lnTo>
                  <a:pt x="2571733" y="3593698"/>
                </a:lnTo>
                <a:cubicBezTo>
                  <a:pt x="2573382" y="3597679"/>
                  <a:pt x="2573382" y="3602158"/>
                  <a:pt x="2571733" y="3606139"/>
                </a:cubicBezTo>
                <a:cubicBezTo>
                  <a:pt x="2570087" y="3610123"/>
                  <a:pt x="2566919" y="3613288"/>
                  <a:pt x="2562938" y="3614934"/>
                </a:cubicBezTo>
                <a:lnTo>
                  <a:pt x="2399501" y="3682605"/>
                </a:lnTo>
                <a:lnTo>
                  <a:pt x="2428082" y="3751583"/>
                </a:lnTo>
                <a:cubicBezTo>
                  <a:pt x="2579575" y="3709983"/>
                  <a:pt x="2725421" y="3649471"/>
                  <a:pt x="2862060" y="3571527"/>
                </a:cubicBezTo>
                <a:lnTo>
                  <a:pt x="2833595" y="3502799"/>
                </a:lnTo>
                <a:lnTo>
                  <a:pt x="2670149" y="3570494"/>
                </a:lnTo>
                <a:cubicBezTo>
                  <a:pt x="2661861" y="3573933"/>
                  <a:pt x="2652349" y="3569994"/>
                  <a:pt x="2648916" y="3561699"/>
                </a:cubicBezTo>
                <a:lnTo>
                  <a:pt x="2593233" y="3427268"/>
                </a:lnTo>
                <a:cubicBezTo>
                  <a:pt x="2591673" y="3423558"/>
                  <a:pt x="2591542" y="3419385"/>
                  <a:pt x="2592886" y="3415565"/>
                </a:cubicBezTo>
                <a:cubicBezTo>
                  <a:pt x="2594354" y="3411409"/>
                  <a:pt x="2597444" y="3408025"/>
                  <a:pt x="2601452" y="3406190"/>
                </a:cubicBezTo>
                <a:cubicBezTo>
                  <a:pt x="2760781" y="3333327"/>
                  <a:pt x="2906719" y="3235598"/>
                  <a:pt x="3035221" y="3115713"/>
                </a:cubicBezTo>
                <a:cubicBezTo>
                  <a:pt x="3041619" y="3109743"/>
                  <a:pt x="3051604" y="3109911"/>
                  <a:pt x="3057801" y="3116104"/>
                </a:cubicBezTo>
                <a:lnTo>
                  <a:pt x="3161140" y="3219444"/>
                </a:lnTo>
                <a:cubicBezTo>
                  <a:pt x="3167488" y="3225791"/>
                  <a:pt x="3167491" y="3236081"/>
                  <a:pt x="3161140" y="3242428"/>
                </a:cubicBezTo>
                <a:lnTo>
                  <a:pt x="3036071" y="3367528"/>
                </a:lnTo>
                <a:lnTo>
                  <a:pt x="3088476" y="3419934"/>
                </a:lnTo>
                <a:cubicBezTo>
                  <a:pt x="3212527" y="3323246"/>
                  <a:pt x="3324162" y="3211536"/>
                  <a:pt x="3420602" y="3087599"/>
                </a:cubicBezTo>
                <a:lnTo>
                  <a:pt x="3368283" y="3035282"/>
                </a:lnTo>
                <a:lnTo>
                  <a:pt x="3243217" y="3160376"/>
                </a:lnTo>
                <a:cubicBezTo>
                  <a:pt x="3240165" y="3163424"/>
                  <a:pt x="3236033" y="3165139"/>
                  <a:pt x="3231719" y="3165139"/>
                </a:cubicBezTo>
                <a:cubicBezTo>
                  <a:pt x="3227409" y="3165139"/>
                  <a:pt x="3223274" y="3163424"/>
                  <a:pt x="3220225" y="3160376"/>
                </a:cubicBezTo>
                <a:lnTo>
                  <a:pt x="3116855" y="3057008"/>
                </a:lnTo>
                <a:cubicBezTo>
                  <a:pt x="3110665" y="3050819"/>
                  <a:pt x="3110491" y="3040841"/>
                  <a:pt x="3116454" y="3034439"/>
                </a:cubicBezTo>
                <a:cubicBezTo>
                  <a:pt x="3236307" y="2905762"/>
                  <a:pt x="3333928" y="2759776"/>
                  <a:pt x="3406605" y="2600543"/>
                </a:cubicBezTo>
                <a:cubicBezTo>
                  <a:pt x="3410243" y="2592578"/>
                  <a:pt x="3419529" y="2588916"/>
                  <a:pt x="3427615" y="2592276"/>
                </a:cubicBezTo>
                <a:lnTo>
                  <a:pt x="3562484" y="2648155"/>
                </a:lnTo>
                <a:cubicBezTo>
                  <a:pt x="3570776" y="2651591"/>
                  <a:pt x="3574712" y="2661096"/>
                  <a:pt x="3571276" y="2669391"/>
                </a:cubicBezTo>
                <a:lnTo>
                  <a:pt x="3503577" y="2832800"/>
                </a:lnTo>
                <a:lnTo>
                  <a:pt x="3572041" y="2861161"/>
                </a:lnTo>
                <a:cubicBezTo>
                  <a:pt x="3649907" y="2724492"/>
                  <a:pt x="3710343" y="2578584"/>
                  <a:pt x="3751851" y="2427067"/>
                </a:cubicBezTo>
                <a:lnTo>
                  <a:pt x="3683384" y="2398706"/>
                </a:lnTo>
                <a:lnTo>
                  <a:pt x="3615685" y="2562149"/>
                </a:lnTo>
                <a:cubicBezTo>
                  <a:pt x="3612253" y="2570440"/>
                  <a:pt x="3602741" y="2574384"/>
                  <a:pt x="3594453" y="2570944"/>
                </a:cubicBezTo>
                <a:lnTo>
                  <a:pt x="3459580" y="2515096"/>
                </a:lnTo>
                <a:cubicBezTo>
                  <a:pt x="3451494" y="2511746"/>
                  <a:pt x="3447510" y="2502597"/>
                  <a:pt x="3450572" y="2494399"/>
                </a:cubicBezTo>
                <a:cubicBezTo>
                  <a:pt x="3511687" y="2330664"/>
                  <a:pt x="3545730" y="2158415"/>
                  <a:pt x="3551758" y="1982442"/>
                </a:cubicBezTo>
                <a:cubicBezTo>
                  <a:pt x="3552060" y="1973688"/>
                  <a:pt x="3559244" y="1966744"/>
                  <a:pt x="3568002" y="1966744"/>
                </a:cubicBezTo>
                <a:lnTo>
                  <a:pt x="3714639" y="1966744"/>
                </a:lnTo>
                <a:cubicBezTo>
                  <a:pt x="3723616" y="1966744"/>
                  <a:pt x="3730893" y="1974020"/>
                  <a:pt x="3730893" y="1982998"/>
                </a:cubicBezTo>
                <a:lnTo>
                  <a:pt x="3730893" y="2159869"/>
                </a:lnTo>
                <a:lnTo>
                  <a:pt x="3804606" y="2159869"/>
                </a:lnTo>
                <a:cubicBezTo>
                  <a:pt x="3814125" y="2082778"/>
                  <a:pt x="3818953" y="2004079"/>
                  <a:pt x="3818953" y="1925720"/>
                </a:cubicBezTo>
                <a:cubicBezTo>
                  <a:pt x="3818953" y="1847055"/>
                  <a:pt x="3814066" y="1767835"/>
                  <a:pt x="3804417" y="1690013"/>
                </a:cubicBezTo>
                <a:lnTo>
                  <a:pt x="3730896" y="1690013"/>
                </a:lnTo>
                <a:lnTo>
                  <a:pt x="3730896" y="1866916"/>
                </a:lnTo>
                <a:cubicBezTo>
                  <a:pt x="3730896" y="1875893"/>
                  <a:pt x="3723620" y="1883169"/>
                  <a:pt x="3714642" y="1883169"/>
                </a:cubicBezTo>
                <a:lnTo>
                  <a:pt x="3567905" y="1883169"/>
                </a:lnTo>
                <a:cubicBezTo>
                  <a:pt x="3559148" y="1883169"/>
                  <a:pt x="3551971" y="1876232"/>
                  <a:pt x="3551662" y="1867481"/>
                </a:cubicBezTo>
                <a:cubicBezTo>
                  <a:pt x="3545514" y="1691663"/>
                  <a:pt x="3511341" y="1519493"/>
                  <a:pt x="3450095" y="1355751"/>
                </a:cubicBezTo>
                <a:cubicBezTo>
                  <a:pt x="3447026" y="1347549"/>
                  <a:pt x="3451011" y="1338394"/>
                  <a:pt x="3459097" y="1335044"/>
                </a:cubicBezTo>
                <a:lnTo>
                  <a:pt x="3594456" y="1278969"/>
                </a:lnTo>
                <a:cubicBezTo>
                  <a:pt x="3602758" y="1275523"/>
                  <a:pt x="3612256" y="1279470"/>
                  <a:pt x="3615692" y="1287764"/>
                </a:cubicBezTo>
                <a:lnTo>
                  <a:pt x="3683391" y="1451180"/>
                </a:lnTo>
                <a:lnTo>
                  <a:pt x="3751491" y="1422980"/>
                </a:lnTo>
                <a:cubicBezTo>
                  <a:pt x="3709869" y="1271542"/>
                  <a:pt x="3649324" y="1125689"/>
                  <a:pt x="3571345" y="989040"/>
                </a:cubicBezTo>
                <a:lnTo>
                  <a:pt x="3503584" y="1017113"/>
                </a:lnTo>
                <a:lnTo>
                  <a:pt x="3571283" y="1180526"/>
                </a:lnTo>
                <a:cubicBezTo>
                  <a:pt x="3574719" y="1188817"/>
                  <a:pt x="3570782" y="1198326"/>
                  <a:pt x="3562491" y="1201762"/>
                </a:cubicBezTo>
                <a:lnTo>
                  <a:pt x="3427001" y="1257901"/>
                </a:lnTo>
                <a:cubicBezTo>
                  <a:pt x="3418919" y="1261251"/>
                  <a:pt x="3409636" y="1257603"/>
                  <a:pt x="3405998" y="1249644"/>
                </a:cubicBezTo>
                <a:cubicBezTo>
                  <a:pt x="3333238" y="1090532"/>
                  <a:pt x="3235577" y="944713"/>
                  <a:pt x="3115720" y="816236"/>
                </a:cubicBezTo>
                <a:cubicBezTo>
                  <a:pt x="3109746" y="809834"/>
                  <a:pt x="3109921" y="799849"/>
                  <a:pt x="3116111" y="793656"/>
                </a:cubicBezTo>
                <a:lnTo>
                  <a:pt x="3220229" y="689538"/>
                </a:lnTo>
                <a:cubicBezTo>
                  <a:pt x="3223277" y="686489"/>
                  <a:pt x="3227413" y="684775"/>
                  <a:pt x="3231723" y="684775"/>
                </a:cubicBezTo>
                <a:cubicBezTo>
                  <a:pt x="3236037" y="684778"/>
                  <a:pt x="3240168" y="686489"/>
                  <a:pt x="3243220" y="689538"/>
                </a:cubicBezTo>
                <a:lnTo>
                  <a:pt x="3368290" y="814638"/>
                </a:lnTo>
                <a:lnTo>
                  <a:pt x="3419944" y="762980"/>
                </a:lnTo>
                <a:cubicBezTo>
                  <a:pt x="3323260" y="638936"/>
                  <a:pt x="3211550" y="527298"/>
                  <a:pt x="3087606" y="430854"/>
                </a:cubicBezTo>
                <a:lnTo>
                  <a:pt x="3036071" y="482395"/>
                </a:lnTo>
                <a:lnTo>
                  <a:pt x="3161140" y="607495"/>
                </a:lnTo>
                <a:cubicBezTo>
                  <a:pt x="3164192" y="610544"/>
                  <a:pt x="3165903" y="614679"/>
                  <a:pt x="3165903" y="618989"/>
                </a:cubicBezTo>
                <a:cubicBezTo>
                  <a:pt x="3165903" y="623300"/>
                  <a:pt x="3164189" y="627435"/>
                  <a:pt x="3161140" y="630483"/>
                </a:cubicBezTo>
                <a:lnTo>
                  <a:pt x="3056998" y="734591"/>
                </a:lnTo>
                <a:cubicBezTo>
                  <a:pt x="3054183" y="737407"/>
                  <a:pt x="3050414" y="739107"/>
                  <a:pt x="3046413" y="739330"/>
                </a:cubicBezTo>
                <a:cubicBezTo>
                  <a:pt x="3041928" y="739577"/>
                  <a:pt x="3037652" y="738017"/>
                  <a:pt x="3034415" y="734999"/>
                </a:cubicBezTo>
                <a:cubicBezTo>
                  <a:pt x="2905906" y="615276"/>
                  <a:pt x="2760074" y="517721"/>
                  <a:pt x="2600989" y="445057"/>
                </a:cubicBezTo>
                <a:cubicBezTo>
                  <a:pt x="2597269" y="443373"/>
                  <a:pt x="2594303" y="440338"/>
                  <a:pt x="2592712" y="436560"/>
                </a:cubicBezTo>
                <a:cubicBezTo>
                  <a:pt x="2591025" y="432555"/>
                  <a:pt x="2591000" y="428042"/>
                  <a:pt x="2592663" y="424027"/>
                </a:cubicBezTo>
                <a:lnTo>
                  <a:pt x="2648916" y="288221"/>
                </a:lnTo>
                <a:cubicBezTo>
                  <a:pt x="2652352" y="279930"/>
                  <a:pt x="2661850" y="275990"/>
                  <a:pt x="2670149" y="279426"/>
                </a:cubicBezTo>
                <a:lnTo>
                  <a:pt x="2833592" y="347094"/>
                </a:lnTo>
                <a:lnTo>
                  <a:pt x="2861535" y="279604"/>
                </a:lnTo>
                <a:cubicBezTo>
                  <a:pt x="2724762" y="201659"/>
                  <a:pt x="2578889" y="141206"/>
                  <a:pt x="2427499" y="99729"/>
                </a:cubicBezTo>
                <a:lnTo>
                  <a:pt x="2399501" y="167287"/>
                </a:lnTo>
                <a:lnTo>
                  <a:pt x="2562941" y="234986"/>
                </a:lnTo>
                <a:cubicBezTo>
                  <a:pt x="2566922" y="236639"/>
                  <a:pt x="2570087" y="239800"/>
                  <a:pt x="2571733" y="243785"/>
                </a:cubicBezTo>
                <a:cubicBezTo>
                  <a:pt x="2573382" y="247766"/>
                  <a:pt x="2573382" y="252241"/>
                  <a:pt x="2571733" y="256225"/>
                </a:cubicBezTo>
                <a:lnTo>
                  <a:pt x="2515521" y="391904"/>
                </a:lnTo>
                <a:cubicBezTo>
                  <a:pt x="2514352" y="394798"/>
                  <a:pt x="2512356" y="397339"/>
                  <a:pt x="2509719" y="399170"/>
                </a:cubicBezTo>
                <a:cubicBezTo>
                  <a:pt x="2505347" y="402201"/>
                  <a:pt x="2499758" y="402911"/>
                  <a:pt x="2494769" y="401049"/>
                </a:cubicBezTo>
                <a:cubicBezTo>
                  <a:pt x="2331110" y="339931"/>
                  <a:pt x="2158995" y="305853"/>
                  <a:pt x="1983200" y="299767"/>
                </a:cubicBezTo>
                <a:cubicBezTo>
                  <a:pt x="1974446" y="299465"/>
                  <a:pt x="1967509" y="292278"/>
                  <a:pt x="1967509" y="283523"/>
                </a:cubicBezTo>
                <a:lnTo>
                  <a:pt x="1967509" y="136042"/>
                </a:lnTo>
                <a:cubicBezTo>
                  <a:pt x="1967509" y="127065"/>
                  <a:pt x="1974785" y="119789"/>
                  <a:pt x="1983762" y="119789"/>
                </a:cubicBezTo>
                <a:lnTo>
                  <a:pt x="2160664" y="119789"/>
                </a:lnTo>
                <a:lnTo>
                  <a:pt x="2160664" y="46946"/>
                </a:lnTo>
                <a:cubicBezTo>
                  <a:pt x="2083334" y="37362"/>
                  <a:pt x="2004374" y="32507"/>
                  <a:pt x="1925737" y="32507"/>
                </a:cubicBezTo>
                <a:cubicBezTo>
                  <a:pt x="1847103" y="32507"/>
                  <a:pt x="1768140" y="37362"/>
                  <a:pt x="1690809" y="46946"/>
                </a:cubicBezTo>
                <a:lnTo>
                  <a:pt x="1690809" y="119789"/>
                </a:lnTo>
                <a:lnTo>
                  <a:pt x="1867711" y="119789"/>
                </a:lnTo>
                <a:cubicBezTo>
                  <a:pt x="1876688" y="119789"/>
                  <a:pt x="1883965" y="127065"/>
                  <a:pt x="1883965" y="136042"/>
                </a:cubicBezTo>
                <a:lnTo>
                  <a:pt x="1883965" y="283523"/>
                </a:lnTo>
                <a:cubicBezTo>
                  <a:pt x="1883965" y="292281"/>
                  <a:pt x="1877024" y="299465"/>
                  <a:pt x="1868273" y="299767"/>
                </a:cubicBezTo>
                <a:cubicBezTo>
                  <a:pt x="1692568" y="305850"/>
                  <a:pt x="1520450" y="339924"/>
                  <a:pt x="1356701" y="401049"/>
                </a:cubicBezTo>
                <a:cubicBezTo>
                  <a:pt x="1348502" y="404118"/>
                  <a:pt x="1339350" y="400127"/>
                  <a:pt x="1336000" y="392044"/>
                </a:cubicBezTo>
                <a:lnTo>
                  <a:pt x="1279730" y="256232"/>
                </a:lnTo>
                <a:cubicBezTo>
                  <a:pt x="1278078" y="252247"/>
                  <a:pt x="1278078" y="247773"/>
                  <a:pt x="1279727" y="243792"/>
                </a:cubicBezTo>
                <a:cubicBezTo>
                  <a:pt x="1281376" y="239807"/>
                  <a:pt x="1284541" y="236642"/>
                  <a:pt x="1288522" y="234993"/>
                </a:cubicBezTo>
                <a:lnTo>
                  <a:pt x="1451966" y="167294"/>
                </a:lnTo>
                <a:lnTo>
                  <a:pt x="1423964" y="99736"/>
                </a:lnTo>
                <a:cubicBezTo>
                  <a:pt x="1272574" y="141213"/>
                  <a:pt x="1126704" y="201666"/>
                  <a:pt x="989925" y="279611"/>
                </a:cubicBezTo>
                <a:lnTo>
                  <a:pt x="1017871" y="347104"/>
                </a:lnTo>
                <a:lnTo>
                  <a:pt x="1181318" y="279433"/>
                </a:lnTo>
                <a:cubicBezTo>
                  <a:pt x="1189613" y="275993"/>
                  <a:pt x="1199114" y="279937"/>
                  <a:pt x="1202550" y="288228"/>
                </a:cubicBezTo>
                <a:lnTo>
                  <a:pt x="1258604" y="423560"/>
                </a:lnTo>
                <a:cubicBezTo>
                  <a:pt x="1259067" y="424586"/>
                  <a:pt x="1259430" y="425669"/>
                  <a:pt x="1259674" y="426804"/>
                </a:cubicBezTo>
                <a:cubicBezTo>
                  <a:pt x="1261299" y="434273"/>
                  <a:pt x="1257507" y="441868"/>
                  <a:pt x="1250553" y="445043"/>
                </a:cubicBezTo>
                <a:cubicBezTo>
                  <a:pt x="1091406" y="517724"/>
                  <a:pt x="945554" y="615279"/>
                  <a:pt x="817045" y="735003"/>
                </a:cubicBezTo>
                <a:cubicBezTo>
                  <a:pt x="813739" y="738085"/>
                  <a:pt x="809292" y="739663"/>
                  <a:pt x="804779" y="739320"/>
                </a:cubicBezTo>
                <a:cubicBezTo>
                  <a:pt x="800798" y="739028"/>
                  <a:pt x="797088" y="737286"/>
                  <a:pt x="794328" y="734457"/>
                </a:cubicBezTo>
                <a:lnTo>
                  <a:pt x="690323" y="630487"/>
                </a:lnTo>
                <a:cubicBezTo>
                  <a:pt x="687274" y="627438"/>
                  <a:pt x="685560" y="623306"/>
                  <a:pt x="685560" y="618993"/>
                </a:cubicBezTo>
                <a:cubicBezTo>
                  <a:pt x="685560" y="614683"/>
                  <a:pt x="687274" y="610547"/>
                  <a:pt x="690319" y="607499"/>
                </a:cubicBezTo>
                <a:lnTo>
                  <a:pt x="815389" y="482399"/>
                </a:lnTo>
                <a:lnTo>
                  <a:pt x="763851" y="430857"/>
                </a:lnTo>
                <a:cubicBezTo>
                  <a:pt x="639910" y="527298"/>
                  <a:pt x="528203" y="638936"/>
                  <a:pt x="431516" y="762983"/>
                </a:cubicBezTo>
                <a:lnTo>
                  <a:pt x="483174" y="814641"/>
                </a:lnTo>
                <a:lnTo>
                  <a:pt x="608243" y="689541"/>
                </a:lnTo>
                <a:cubicBezTo>
                  <a:pt x="611291" y="686493"/>
                  <a:pt x="615427" y="684778"/>
                  <a:pt x="619737" y="684778"/>
                </a:cubicBezTo>
                <a:cubicBezTo>
                  <a:pt x="624047" y="684778"/>
                  <a:pt x="628182" y="686493"/>
                  <a:pt x="631231" y="689541"/>
                </a:cubicBezTo>
                <a:lnTo>
                  <a:pt x="735346" y="793656"/>
                </a:lnTo>
                <a:cubicBezTo>
                  <a:pt x="741538" y="799849"/>
                  <a:pt x="741717" y="809837"/>
                  <a:pt x="735743" y="816239"/>
                </a:cubicBezTo>
                <a:cubicBezTo>
                  <a:pt x="615845" y="944758"/>
                  <a:pt x="518170" y="1090580"/>
                  <a:pt x="445431" y="1249648"/>
                </a:cubicBezTo>
                <a:cubicBezTo>
                  <a:pt x="442252" y="1256598"/>
                  <a:pt x="434663" y="1260401"/>
                  <a:pt x="427192" y="1258769"/>
                </a:cubicBezTo>
                <a:cubicBezTo>
                  <a:pt x="425995" y="1258508"/>
                  <a:pt x="424853" y="1258121"/>
                  <a:pt x="423780" y="1257620"/>
                </a:cubicBezTo>
                <a:lnTo>
                  <a:pt x="288972" y="1201765"/>
                </a:lnTo>
                <a:cubicBezTo>
                  <a:pt x="280677" y="1198329"/>
                  <a:pt x="276744" y="1188821"/>
                  <a:pt x="280177" y="1180529"/>
                </a:cubicBezTo>
                <a:lnTo>
                  <a:pt x="347875" y="1017117"/>
                </a:lnTo>
                <a:lnTo>
                  <a:pt x="280118" y="989044"/>
                </a:lnTo>
                <a:cubicBezTo>
                  <a:pt x="202139" y="1125693"/>
                  <a:pt x="141594" y="1271542"/>
                  <a:pt x="99976" y="1422984"/>
                </a:cubicBezTo>
                <a:lnTo>
                  <a:pt x="168072" y="1451184"/>
                </a:lnTo>
                <a:lnTo>
                  <a:pt x="235775" y="1287768"/>
                </a:lnTo>
                <a:cubicBezTo>
                  <a:pt x="239207" y="1279473"/>
                  <a:pt x="248712" y="1275540"/>
                  <a:pt x="257007" y="1278969"/>
                </a:cubicBezTo>
                <a:lnTo>
                  <a:pt x="391818" y="1334793"/>
                </a:lnTo>
                <a:cubicBezTo>
                  <a:pt x="396567" y="1336563"/>
                  <a:pt x="400329" y="1340499"/>
                  <a:pt x="401776" y="1345560"/>
                </a:cubicBezTo>
                <a:cubicBezTo>
                  <a:pt x="402774" y="1349054"/>
                  <a:pt x="402558" y="1352703"/>
                  <a:pt x="401282" y="1355960"/>
                </a:cubicBezTo>
                <a:cubicBezTo>
                  <a:pt x="340085" y="1519661"/>
                  <a:pt x="305942" y="1691759"/>
                  <a:pt x="299801" y="1867481"/>
                </a:cubicBezTo>
                <a:cubicBezTo>
                  <a:pt x="299496" y="1876232"/>
                  <a:pt x="292312" y="1883169"/>
                  <a:pt x="283558" y="1883169"/>
                </a:cubicBezTo>
                <a:lnTo>
                  <a:pt x="136824" y="1883169"/>
                </a:lnTo>
                <a:cubicBezTo>
                  <a:pt x="127847" y="1883169"/>
                  <a:pt x="120570" y="1875889"/>
                  <a:pt x="120570" y="1866916"/>
                </a:cubicBezTo>
                <a:lnTo>
                  <a:pt x="120570" y="1690013"/>
                </a:lnTo>
                <a:lnTo>
                  <a:pt x="47046" y="1690013"/>
                </a:lnTo>
                <a:cubicBezTo>
                  <a:pt x="37400" y="1767824"/>
                  <a:pt x="32510" y="1847041"/>
                  <a:pt x="32510" y="1925720"/>
                </a:cubicBezTo>
                <a:cubicBezTo>
                  <a:pt x="32510" y="2004062"/>
                  <a:pt x="37335" y="2082761"/>
                  <a:pt x="46857" y="2159869"/>
                </a:cubicBezTo>
                <a:lnTo>
                  <a:pt x="120574" y="2159869"/>
                </a:lnTo>
                <a:lnTo>
                  <a:pt x="120574" y="1982998"/>
                </a:lnTo>
                <a:cubicBezTo>
                  <a:pt x="120574" y="1974020"/>
                  <a:pt x="127850" y="1966744"/>
                  <a:pt x="136827" y="1966744"/>
                </a:cubicBezTo>
                <a:lnTo>
                  <a:pt x="283465" y="1966744"/>
                </a:lnTo>
                <a:cubicBezTo>
                  <a:pt x="292226" y="1966744"/>
                  <a:pt x="299410" y="1973684"/>
                  <a:pt x="299708" y="1982442"/>
                </a:cubicBezTo>
                <a:cubicBezTo>
                  <a:pt x="305730" y="2158405"/>
                  <a:pt x="339776" y="2330654"/>
                  <a:pt x="400891" y="2494399"/>
                </a:cubicBezTo>
                <a:cubicBezTo>
                  <a:pt x="402753" y="2499388"/>
                  <a:pt x="402050" y="2504974"/>
                  <a:pt x="399016" y="2509349"/>
                </a:cubicBezTo>
                <a:cubicBezTo>
                  <a:pt x="397150" y="2512038"/>
                  <a:pt x="394548" y="2514057"/>
                  <a:pt x="391581" y="2515216"/>
                </a:cubicBezTo>
                <a:lnTo>
                  <a:pt x="257010" y="2570944"/>
                </a:lnTo>
                <a:cubicBezTo>
                  <a:pt x="248716" y="2574387"/>
                  <a:pt x="239210" y="2570444"/>
                  <a:pt x="235775" y="2562149"/>
                </a:cubicBezTo>
                <a:lnTo>
                  <a:pt x="168076" y="2398706"/>
                </a:lnTo>
                <a:lnTo>
                  <a:pt x="99609" y="2427067"/>
                </a:lnTo>
                <a:cubicBezTo>
                  <a:pt x="141117" y="2578577"/>
                  <a:pt x="201553" y="2724481"/>
                  <a:pt x="279419" y="2861164"/>
                </a:cubicBezTo>
                <a:lnTo>
                  <a:pt x="347882" y="2832803"/>
                </a:lnTo>
                <a:lnTo>
                  <a:pt x="280183" y="2669394"/>
                </a:lnTo>
                <a:cubicBezTo>
                  <a:pt x="278524" y="2665386"/>
                  <a:pt x="278534" y="2660884"/>
                  <a:pt x="280211" y="2656885"/>
                </a:cubicBezTo>
                <a:cubicBezTo>
                  <a:pt x="281888" y="2652887"/>
                  <a:pt x="285094" y="2649725"/>
                  <a:pt x="289116" y="2648100"/>
                </a:cubicBezTo>
                <a:lnTo>
                  <a:pt x="424541" y="2593452"/>
                </a:lnTo>
                <a:cubicBezTo>
                  <a:pt x="432606" y="2590198"/>
                  <a:pt x="441789" y="2593864"/>
                  <a:pt x="445403" y="2601761"/>
                </a:cubicBezTo>
                <a:cubicBezTo>
                  <a:pt x="518084" y="2760595"/>
                  <a:pt x="615519" y="2906167"/>
                  <a:pt x="735010" y="3034439"/>
                </a:cubicBezTo>
                <a:cubicBezTo>
                  <a:pt x="740976" y="3040841"/>
                  <a:pt x="740801" y="3050819"/>
                  <a:pt x="734608" y="3057008"/>
                </a:cubicBezTo>
                <a:lnTo>
                  <a:pt x="631238" y="3160379"/>
                </a:lnTo>
                <a:cubicBezTo>
                  <a:pt x="628189" y="3163427"/>
                  <a:pt x="624054" y="3165142"/>
                  <a:pt x="619744" y="3165142"/>
                </a:cubicBezTo>
                <a:cubicBezTo>
                  <a:pt x="615434" y="3165142"/>
                  <a:pt x="611298" y="3163427"/>
                  <a:pt x="608250" y="3160379"/>
                </a:cubicBezTo>
                <a:lnTo>
                  <a:pt x="483180" y="3035286"/>
                </a:lnTo>
                <a:lnTo>
                  <a:pt x="430864" y="3087602"/>
                </a:lnTo>
                <a:cubicBezTo>
                  <a:pt x="527305" y="3211543"/>
                  <a:pt x="638943" y="3323250"/>
                  <a:pt x="762990" y="3419937"/>
                </a:cubicBezTo>
                <a:lnTo>
                  <a:pt x="815399" y="3367532"/>
                </a:lnTo>
                <a:lnTo>
                  <a:pt x="690330" y="3242432"/>
                </a:lnTo>
                <a:cubicBezTo>
                  <a:pt x="683983" y="3236081"/>
                  <a:pt x="683983" y="3225791"/>
                  <a:pt x="690330" y="3219447"/>
                </a:cubicBezTo>
                <a:lnTo>
                  <a:pt x="793611" y="3116166"/>
                </a:lnTo>
                <a:cubicBezTo>
                  <a:pt x="799770" y="3109939"/>
                  <a:pt x="809803" y="3109702"/>
                  <a:pt x="816249" y="3115717"/>
                </a:cubicBezTo>
                <a:cubicBezTo>
                  <a:pt x="944748" y="3235598"/>
                  <a:pt x="1090621" y="3333293"/>
                  <a:pt x="1249819" y="3406098"/>
                </a:cubicBezTo>
                <a:cubicBezTo>
                  <a:pt x="1253728" y="3407884"/>
                  <a:pt x="1256770" y="3411149"/>
                  <a:pt x="1258278" y="3415171"/>
                </a:cubicBezTo>
                <a:cubicBezTo>
                  <a:pt x="1259722" y="3419018"/>
                  <a:pt x="1259657" y="3423287"/>
                  <a:pt x="1258090" y="3427090"/>
                </a:cubicBezTo>
                <a:lnTo>
                  <a:pt x="1202564" y="3561685"/>
                </a:lnTo>
                <a:cubicBezTo>
                  <a:pt x="1200918" y="3565673"/>
                  <a:pt x="1197753" y="3568845"/>
                  <a:pt x="1193769" y="3570498"/>
                </a:cubicBezTo>
                <a:cubicBezTo>
                  <a:pt x="1189784" y="3572151"/>
                  <a:pt x="1185309" y="3572157"/>
                  <a:pt x="1181318" y="3570501"/>
                </a:cubicBezTo>
                <a:lnTo>
                  <a:pt x="1017871" y="3502806"/>
                </a:lnTo>
                <a:lnTo>
                  <a:pt x="989407" y="3571533"/>
                </a:lnTo>
                <a:cubicBezTo>
                  <a:pt x="1126049" y="3649478"/>
                  <a:pt x="1271895" y="3709990"/>
                  <a:pt x="1423385" y="3751590"/>
                </a:cubicBezTo>
                <a:lnTo>
                  <a:pt x="1451969" y="3682612"/>
                </a:lnTo>
                <a:lnTo>
                  <a:pt x="1288529" y="3614945"/>
                </a:lnTo>
                <a:cubicBezTo>
                  <a:pt x="1284545" y="3613295"/>
                  <a:pt x="1281380" y="3610130"/>
                  <a:pt x="1279730" y="3606146"/>
                </a:cubicBezTo>
                <a:cubicBezTo>
                  <a:pt x="1278081" y="3602165"/>
                  <a:pt x="1278081" y="3597690"/>
                  <a:pt x="1279734" y="3593705"/>
                </a:cubicBezTo>
                <a:lnTo>
                  <a:pt x="1335448" y="3459240"/>
                </a:lnTo>
                <a:cubicBezTo>
                  <a:pt x="1338414" y="3452074"/>
                  <a:pt x="1346037" y="3448000"/>
                  <a:pt x="1353635" y="3449523"/>
                </a:cubicBezTo>
                <a:cubicBezTo>
                  <a:pt x="1354753" y="3449742"/>
                  <a:pt x="1355830" y="3450078"/>
                  <a:pt x="1356845" y="3450514"/>
                </a:cubicBezTo>
                <a:cubicBezTo>
                  <a:pt x="1520415" y="3511567"/>
                  <a:pt x="1692479" y="3545620"/>
                  <a:pt x="1868273" y="3551731"/>
                </a:cubicBezTo>
                <a:cubicBezTo>
                  <a:pt x="1877024" y="3552036"/>
                  <a:pt x="1883965" y="3559220"/>
                  <a:pt x="1883965" y="3567974"/>
                </a:cubicBezTo>
                <a:lnTo>
                  <a:pt x="1883965" y="3713864"/>
                </a:lnTo>
                <a:cubicBezTo>
                  <a:pt x="1883965" y="3722841"/>
                  <a:pt x="1876685" y="3730118"/>
                  <a:pt x="1867711" y="3730118"/>
                </a:cubicBezTo>
                <a:lnTo>
                  <a:pt x="1690809" y="3730118"/>
                </a:lnTo>
                <a:lnTo>
                  <a:pt x="1690809" y="3804517"/>
                </a:lnTo>
                <a:close/>
              </a:path>
            </a:pathLst>
          </a:custGeom>
          <a:grpFill/>
          <a:ln w="342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85459943-0E9B-A486-D5CF-66A12E668F92}"/>
              </a:ext>
            </a:extLst>
          </p:cNvPr>
          <p:cNvSpPr/>
          <p:nvPr/>
        </p:nvSpPr>
        <p:spPr>
          <a:xfrm>
            <a:off x="379250" y="3327254"/>
            <a:ext cx="4091739" cy="4091740"/>
          </a:xfrm>
          <a:custGeom>
            <a:avLst/>
            <a:gdLst>
              <a:gd name="csX0" fmla="*/ 2045872 w 4091739"/>
              <a:gd name="csY0" fmla="*/ 32507 h 4091740"/>
              <a:gd name="csX1" fmla="*/ 2829553 w 4091739"/>
              <a:gd name="csY1" fmla="*/ 190714 h 4091740"/>
              <a:gd name="csX2" fmla="*/ 3171541 w 4091739"/>
              <a:gd name="csY2" fmla="*/ 376340 h 4091740"/>
              <a:gd name="csX3" fmla="*/ 3469534 w 4091739"/>
              <a:gd name="csY3" fmla="*/ 622209 h 4091740"/>
              <a:gd name="csX4" fmla="*/ 3715404 w 4091739"/>
              <a:gd name="csY4" fmla="*/ 920203 h 4091740"/>
              <a:gd name="csX5" fmla="*/ 3901029 w 4091739"/>
              <a:gd name="csY5" fmla="*/ 1262188 h 4091740"/>
              <a:gd name="csX6" fmla="*/ 4059236 w 4091739"/>
              <a:gd name="csY6" fmla="*/ 2045868 h 4091740"/>
              <a:gd name="csX7" fmla="*/ 3901029 w 4091739"/>
              <a:gd name="csY7" fmla="*/ 2829549 h 4091740"/>
              <a:gd name="csX8" fmla="*/ 3715404 w 4091739"/>
              <a:gd name="csY8" fmla="*/ 3171537 h 4091740"/>
              <a:gd name="csX9" fmla="*/ 3469534 w 4091739"/>
              <a:gd name="csY9" fmla="*/ 3469531 h 4091740"/>
              <a:gd name="csX10" fmla="*/ 3171541 w 4091739"/>
              <a:gd name="csY10" fmla="*/ 3715401 h 4091740"/>
              <a:gd name="csX11" fmla="*/ 2829553 w 4091739"/>
              <a:gd name="csY11" fmla="*/ 3901026 h 4091740"/>
              <a:gd name="csX12" fmla="*/ 2045872 w 4091739"/>
              <a:gd name="csY12" fmla="*/ 4059233 h 4091740"/>
              <a:gd name="csX13" fmla="*/ 1262191 w 4091739"/>
              <a:gd name="csY13" fmla="*/ 3901026 h 4091740"/>
              <a:gd name="csX14" fmla="*/ 920206 w 4091739"/>
              <a:gd name="csY14" fmla="*/ 3715401 h 4091740"/>
              <a:gd name="csX15" fmla="*/ 622213 w 4091739"/>
              <a:gd name="csY15" fmla="*/ 3469531 h 4091740"/>
              <a:gd name="csX16" fmla="*/ 376343 w 4091739"/>
              <a:gd name="csY16" fmla="*/ 3171537 h 4091740"/>
              <a:gd name="csX17" fmla="*/ 190718 w 4091739"/>
              <a:gd name="csY17" fmla="*/ 2829549 h 4091740"/>
              <a:gd name="csX18" fmla="*/ 32510 w 4091739"/>
              <a:gd name="csY18" fmla="*/ 2045868 h 4091740"/>
              <a:gd name="csX19" fmla="*/ 190718 w 4091739"/>
              <a:gd name="csY19" fmla="*/ 1262188 h 4091740"/>
              <a:gd name="csX20" fmla="*/ 376343 w 4091739"/>
              <a:gd name="csY20" fmla="*/ 920203 h 4091740"/>
              <a:gd name="csX21" fmla="*/ 622213 w 4091739"/>
              <a:gd name="csY21" fmla="*/ 622209 h 4091740"/>
              <a:gd name="csX22" fmla="*/ 920206 w 4091739"/>
              <a:gd name="csY22" fmla="*/ 376340 h 4091740"/>
              <a:gd name="csX23" fmla="*/ 1262191 w 4091739"/>
              <a:gd name="csY23" fmla="*/ 190714 h 4091740"/>
              <a:gd name="csX24" fmla="*/ 2045872 w 4091739"/>
              <a:gd name="csY24" fmla="*/ 32507 h 4091740"/>
              <a:gd name="csX25" fmla="*/ 2045872 w 4091739"/>
              <a:gd name="csY25" fmla="*/ 0 h 4091740"/>
              <a:gd name="csX26" fmla="*/ 0 w 4091739"/>
              <a:gd name="csY26" fmla="*/ 2045872 h 4091740"/>
              <a:gd name="csX27" fmla="*/ 2045872 w 4091739"/>
              <a:gd name="csY27" fmla="*/ 4091740 h 4091740"/>
              <a:gd name="csX28" fmla="*/ 4091740 w 4091739"/>
              <a:gd name="csY28" fmla="*/ 2045868 h 4091740"/>
              <a:gd name="csX29" fmla="*/ 2045872 w 4091739"/>
              <a:gd name="csY29" fmla="*/ 0 h 4091740"/>
              <a:gd name="csX30" fmla="*/ 2045872 w 4091739"/>
              <a:gd name="csY30" fmla="*/ 0 h 40917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4091739" h="4091740">
                <a:moveTo>
                  <a:pt x="2045872" y="32507"/>
                </a:moveTo>
                <a:cubicBezTo>
                  <a:pt x="2317689" y="32507"/>
                  <a:pt x="2581358" y="85735"/>
                  <a:pt x="2829553" y="190714"/>
                </a:cubicBezTo>
                <a:cubicBezTo>
                  <a:pt x="2948847" y="241172"/>
                  <a:pt x="3063908" y="303624"/>
                  <a:pt x="3171541" y="376340"/>
                </a:cubicBezTo>
                <a:cubicBezTo>
                  <a:pt x="3278158" y="448369"/>
                  <a:pt x="3378419" y="531090"/>
                  <a:pt x="3469534" y="622209"/>
                </a:cubicBezTo>
                <a:cubicBezTo>
                  <a:pt x="3560650" y="713325"/>
                  <a:pt x="3643374" y="813585"/>
                  <a:pt x="3715404" y="920203"/>
                </a:cubicBezTo>
                <a:cubicBezTo>
                  <a:pt x="3788119" y="1027836"/>
                  <a:pt x="3850572" y="1142896"/>
                  <a:pt x="3901029" y="1262188"/>
                </a:cubicBezTo>
                <a:cubicBezTo>
                  <a:pt x="4006008" y="1510385"/>
                  <a:pt x="4059236" y="1774052"/>
                  <a:pt x="4059236" y="2045868"/>
                </a:cubicBezTo>
                <a:cubicBezTo>
                  <a:pt x="4059236" y="2317685"/>
                  <a:pt x="4006008" y="2581355"/>
                  <a:pt x="3901029" y="2829549"/>
                </a:cubicBezTo>
                <a:cubicBezTo>
                  <a:pt x="3850572" y="2948841"/>
                  <a:pt x="3788119" y="3063904"/>
                  <a:pt x="3715404" y="3171537"/>
                </a:cubicBezTo>
                <a:cubicBezTo>
                  <a:pt x="3643374" y="3278155"/>
                  <a:pt x="3560653" y="3378416"/>
                  <a:pt x="3469534" y="3469531"/>
                </a:cubicBezTo>
                <a:cubicBezTo>
                  <a:pt x="3378415" y="3560646"/>
                  <a:pt x="3278158" y="3643371"/>
                  <a:pt x="3171541" y="3715401"/>
                </a:cubicBezTo>
                <a:cubicBezTo>
                  <a:pt x="3063908" y="3788116"/>
                  <a:pt x="2948847" y="3850568"/>
                  <a:pt x="2829553" y="3901026"/>
                </a:cubicBezTo>
                <a:cubicBezTo>
                  <a:pt x="2581355" y="4006005"/>
                  <a:pt x="2317689" y="4059233"/>
                  <a:pt x="2045872" y="4059233"/>
                </a:cubicBezTo>
                <a:cubicBezTo>
                  <a:pt x="1774055" y="4059233"/>
                  <a:pt x="1510385" y="4006005"/>
                  <a:pt x="1262191" y="3901026"/>
                </a:cubicBezTo>
                <a:cubicBezTo>
                  <a:pt x="1142900" y="3850568"/>
                  <a:pt x="1027836" y="3788116"/>
                  <a:pt x="920206" y="3715401"/>
                </a:cubicBezTo>
                <a:cubicBezTo>
                  <a:pt x="813589" y="3643371"/>
                  <a:pt x="713328" y="3560650"/>
                  <a:pt x="622213" y="3469531"/>
                </a:cubicBezTo>
                <a:cubicBezTo>
                  <a:pt x="531097" y="3378412"/>
                  <a:pt x="448373" y="3278155"/>
                  <a:pt x="376343" y="3171537"/>
                </a:cubicBezTo>
                <a:cubicBezTo>
                  <a:pt x="303628" y="3063904"/>
                  <a:pt x="241175" y="2948844"/>
                  <a:pt x="190718" y="2829549"/>
                </a:cubicBezTo>
                <a:cubicBezTo>
                  <a:pt x="85739" y="2581351"/>
                  <a:pt x="32510" y="2317685"/>
                  <a:pt x="32510" y="2045868"/>
                </a:cubicBezTo>
                <a:cubicBezTo>
                  <a:pt x="32510" y="1774052"/>
                  <a:pt x="85739" y="1510382"/>
                  <a:pt x="190718" y="1262188"/>
                </a:cubicBezTo>
                <a:cubicBezTo>
                  <a:pt x="241175" y="1142896"/>
                  <a:pt x="303628" y="1027833"/>
                  <a:pt x="376343" y="920203"/>
                </a:cubicBezTo>
                <a:cubicBezTo>
                  <a:pt x="448373" y="813585"/>
                  <a:pt x="531094" y="713325"/>
                  <a:pt x="622213" y="622209"/>
                </a:cubicBezTo>
                <a:cubicBezTo>
                  <a:pt x="713331" y="531094"/>
                  <a:pt x="813589" y="448369"/>
                  <a:pt x="920206" y="376340"/>
                </a:cubicBezTo>
                <a:cubicBezTo>
                  <a:pt x="1027839" y="303624"/>
                  <a:pt x="1142900" y="241172"/>
                  <a:pt x="1262191" y="190714"/>
                </a:cubicBezTo>
                <a:cubicBezTo>
                  <a:pt x="1510385" y="85735"/>
                  <a:pt x="1774055" y="32507"/>
                  <a:pt x="2045872" y="32507"/>
                </a:cubicBezTo>
                <a:moveTo>
                  <a:pt x="2045872" y="0"/>
                </a:moveTo>
                <a:cubicBezTo>
                  <a:pt x="915968" y="0"/>
                  <a:pt x="0" y="915968"/>
                  <a:pt x="0" y="2045872"/>
                </a:cubicBezTo>
                <a:cubicBezTo>
                  <a:pt x="0" y="3175775"/>
                  <a:pt x="915968" y="4091740"/>
                  <a:pt x="2045872" y="4091740"/>
                </a:cubicBezTo>
                <a:cubicBezTo>
                  <a:pt x="3175775" y="4091740"/>
                  <a:pt x="4091740" y="3175772"/>
                  <a:pt x="4091740" y="2045868"/>
                </a:cubicBezTo>
                <a:cubicBezTo>
                  <a:pt x="4091740" y="915965"/>
                  <a:pt x="3175775" y="0"/>
                  <a:pt x="2045872" y="0"/>
                </a:cubicBezTo>
                <a:lnTo>
                  <a:pt x="2045872" y="0"/>
                </a:lnTo>
                <a:close/>
              </a:path>
            </a:pathLst>
          </a:custGeom>
          <a:grpFill/>
          <a:ln w="3429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5F4563A1-39D2-4FA8-1DA0-3B894F1594DB}"/>
              </a:ext>
            </a:extLst>
          </p:cNvPr>
          <p:cNvSpPr/>
          <p:nvPr/>
        </p:nvSpPr>
        <p:spPr>
          <a:xfrm>
            <a:off x="4744981" y="2035700"/>
            <a:ext cx="352961" cy="277210"/>
          </a:xfrm>
          <a:custGeom>
            <a:avLst/>
            <a:gdLst>
              <a:gd name="csX0" fmla="*/ 122137 w 247663"/>
              <a:gd name="csY0" fmla="*/ 2071 h 194510"/>
              <a:gd name="csX1" fmla="*/ 245106 w 247663"/>
              <a:gd name="csY1" fmla="*/ 125099 h 194510"/>
              <a:gd name="csX2" fmla="*/ 168032 w 247663"/>
              <a:gd name="csY2" fmla="*/ 160428 h 194510"/>
              <a:gd name="csX3" fmla="*/ 0 w 247663"/>
              <a:gd name="csY3" fmla="*/ 194510 h 194510"/>
              <a:gd name="csX4" fmla="*/ 70755 w 247663"/>
              <a:gd name="csY4" fmla="*/ 115124 h 194510"/>
              <a:gd name="csX5" fmla="*/ 122137 w 247663"/>
              <a:gd name="csY5" fmla="*/ 2071 h 1945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7663" h="194510">
                <a:moveTo>
                  <a:pt x="122137" y="2071"/>
                </a:moveTo>
                <a:cubicBezTo>
                  <a:pt x="188735" y="-13059"/>
                  <a:pt x="262400" y="57433"/>
                  <a:pt x="245106" y="125099"/>
                </a:cubicBezTo>
                <a:cubicBezTo>
                  <a:pt x="229475" y="151617"/>
                  <a:pt x="197465" y="162340"/>
                  <a:pt x="168032" y="160428"/>
                </a:cubicBezTo>
                <a:cubicBezTo>
                  <a:pt x="109998" y="158184"/>
                  <a:pt x="53295" y="172731"/>
                  <a:pt x="0" y="194510"/>
                </a:cubicBezTo>
                <a:cubicBezTo>
                  <a:pt x="27686" y="172232"/>
                  <a:pt x="57618" y="149705"/>
                  <a:pt x="70755" y="115124"/>
                </a:cubicBezTo>
                <a:cubicBezTo>
                  <a:pt x="89711" y="78631"/>
                  <a:pt x="85804" y="27757"/>
                  <a:pt x="122137" y="2071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任意多边形: 形状 4" descr="D:\51PPT模板网\51pptmoban.com\图片.jpg">
            <a:extLst>
              <a:ext uri="{FF2B5EF4-FFF2-40B4-BE49-F238E27FC236}">
                <a16:creationId xmlns:a16="http://schemas.microsoft.com/office/drawing/2014/main" id="{2B831BFC-5C5A-0B9F-D4AF-92AD1A1CA055}"/>
              </a:ext>
            </a:extLst>
          </p:cNvPr>
          <p:cNvSpPr/>
          <p:nvPr/>
        </p:nvSpPr>
        <p:spPr>
          <a:xfrm>
            <a:off x="4369335" y="2279878"/>
            <a:ext cx="987405" cy="646269"/>
          </a:xfrm>
          <a:custGeom>
            <a:avLst/>
            <a:gdLst>
              <a:gd name="csX0" fmla="*/ 110846 w 692834"/>
              <a:gd name="csY0" fmla="*/ 95606 h 453468"/>
              <a:gd name="csX1" fmla="*/ 557076 w 692834"/>
              <a:gd name="csY1" fmla="*/ 4083 h 453468"/>
              <a:gd name="csX2" fmla="*/ 691934 w 692834"/>
              <a:gd name="csY2" fmla="*/ 79895 h 453468"/>
              <a:gd name="csX3" fmla="*/ 664746 w 692834"/>
              <a:gd name="csY3" fmla="*/ 122124 h 453468"/>
              <a:gd name="csX4" fmla="*/ 505028 w 692834"/>
              <a:gd name="csY4" fmla="*/ 167012 h 453468"/>
              <a:gd name="csX5" fmla="*/ 592661 w 692834"/>
              <a:gd name="csY5" fmla="*/ 262609 h 453468"/>
              <a:gd name="csX6" fmla="*/ 546101 w 692834"/>
              <a:gd name="csY6" fmla="*/ 344821 h 453468"/>
              <a:gd name="csX7" fmla="*/ 321448 w 692834"/>
              <a:gd name="csY7" fmla="*/ 419470 h 453468"/>
              <a:gd name="csX8" fmla="*/ 248282 w 692834"/>
              <a:gd name="csY8" fmla="*/ 453469 h 453468"/>
              <a:gd name="csX9" fmla="*/ 271063 w 692834"/>
              <a:gd name="csY9" fmla="*/ 432271 h 453468"/>
              <a:gd name="csX10" fmla="*/ 213528 w 692834"/>
              <a:gd name="csY10" fmla="*/ 345237 h 453468"/>
              <a:gd name="csX11" fmla="*/ 306482 w 692834"/>
              <a:gd name="csY11" fmla="*/ 216805 h 453468"/>
              <a:gd name="csX12" fmla="*/ 75843 w 692834"/>
              <a:gd name="csY12" fmla="*/ 200928 h 453468"/>
              <a:gd name="csX13" fmla="*/ 1596 w 692834"/>
              <a:gd name="csY13" fmla="*/ 89787 h 453468"/>
              <a:gd name="csX14" fmla="*/ 110846 w 692834"/>
              <a:gd name="csY14" fmla="*/ 95606 h 453468"/>
              <a:gd name="csX15" fmla="*/ 392202 w 692834"/>
              <a:gd name="csY15" fmla="*/ 223871 h 453468"/>
              <a:gd name="csX16" fmla="*/ 332506 w 692834"/>
              <a:gd name="csY16" fmla="*/ 364190 h 453468"/>
              <a:gd name="csX17" fmla="*/ 413072 w 692834"/>
              <a:gd name="csY17" fmla="*/ 244570 h 453468"/>
              <a:gd name="csX18" fmla="*/ 462542 w 692834"/>
              <a:gd name="csY18" fmla="*/ 177320 h 453468"/>
              <a:gd name="csX19" fmla="*/ 392202 w 692834"/>
              <a:gd name="csY19" fmla="*/ 223871 h 453468"/>
              <a:gd name="csX0" fmla="*/ 110846 w 692834"/>
              <a:gd name="csY0" fmla="*/ 95606 h 453469"/>
              <a:gd name="csX1" fmla="*/ 557076 w 692834"/>
              <a:gd name="csY1" fmla="*/ 4083 h 453469"/>
              <a:gd name="csX2" fmla="*/ 691934 w 692834"/>
              <a:gd name="csY2" fmla="*/ 79895 h 453469"/>
              <a:gd name="csX3" fmla="*/ 664746 w 692834"/>
              <a:gd name="csY3" fmla="*/ 122124 h 453469"/>
              <a:gd name="csX4" fmla="*/ 505028 w 692834"/>
              <a:gd name="csY4" fmla="*/ 167012 h 453469"/>
              <a:gd name="csX5" fmla="*/ 592661 w 692834"/>
              <a:gd name="csY5" fmla="*/ 262609 h 453469"/>
              <a:gd name="csX6" fmla="*/ 546101 w 692834"/>
              <a:gd name="csY6" fmla="*/ 344821 h 453469"/>
              <a:gd name="csX7" fmla="*/ 321448 w 692834"/>
              <a:gd name="csY7" fmla="*/ 419470 h 453469"/>
              <a:gd name="csX8" fmla="*/ 248282 w 692834"/>
              <a:gd name="csY8" fmla="*/ 453469 h 453469"/>
              <a:gd name="csX9" fmla="*/ 271063 w 692834"/>
              <a:gd name="csY9" fmla="*/ 432271 h 453469"/>
              <a:gd name="csX10" fmla="*/ 213528 w 692834"/>
              <a:gd name="csY10" fmla="*/ 345237 h 453469"/>
              <a:gd name="csX11" fmla="*/ 306482 w 692834"/>
              <a:gd name="csY11" fmla="*/ 216805 h 453469"/>
              <a:gd name="csX12" fmla="*/ 75843 w 692834"/>
              <a:gd name="csY12" fmla="*/ 200928 h 453469"/>
              <a:gd name="csX13" fmla="*/ 1596 w 692834"/>
              <a:gd name="csY13" fmla="*/ 89787 h 453469"/>
              <a:gd name="csX14" fmla="*/ 110846 w 692834"/>
              <a:gd name="csY14" fmla="*/ 95606 h 453469"/>
              <a:gd name="csX15" fmla="*/ 392202 w 692834"/>
              <a:gd name="csY15" fmla="*/ 223871 h 453469"/>
              <a:gd name="csX16" fmla="*/ 332506 w 692834"/>
              <a:gd name="csY16" fmla="*/ 364190 h 453469"/>
              <a:gd name="csX17" fmla="*/ 462542 w 692834"/>
              <a:gd name="csY17" fmla="*/ 177320 h 453469"/>
              <a:gd name="csX18" fmla="*/ 392202 w 692834"/>
              <a:gd name="csY18" fmla="*/ 223871 h 453469"/>
              <a:gd name="csX0" fmla="*/ 110846 w 692834"/>
              <a:gd name="csY0" fmla="*/ 95606 h 453469"/>
              <a:gd name="csX1" fmla="*/ 557076 w 692834"/>
              <a:gd name="csY1" fmla="*/ 4083 h 453469"/>
              <a:gd name="csX2" fmla="*/ 691934 w 692834"/>
              <a:gd name="csY2" fmla="*/ 79895 h 453469"/>
              <a:gd name="csX3" fmla="*/ 664746 w 692834"/>
              <a:gd name="csY3" fmla="*/ 122124 h 453469"/>
              <a:gd name="csX4" fmla="*/ 505028 w 692834"/>
              <a:gd name="csY4" fmla="*/ 167012 h 453469"/>
              <a:gd name="csX5" fmla="*/ 592661 w 692834"/>
              <a:gd name="csY5" fmla="*/ 262609 h 453469"/>
              <a:gd name="csX6" fmla="*/ 546101 w 692834"/>
              <a:gd name="csY6" fmla="*/ 344821 h 453469"/>
              <a:gd name="csX7" fmla="*/ 321448 w 692834"/>
              <a:gd name="csY7" fmla="*/ 419470 h 453469"/>
              <a:gd name="csX8" fmla="*/ 248282 w 692834"/>
              <a:gd name="csY8" fmla="*/ 453469 h 453469"/>
              <a:gd name="csX9" fmla="*/ 271063 w 692834"/>
              <a:gd name="csY9" fmla="*/ 432271 h 453469"/>
              <a:gd name="csX10" fmla="*/ 213528 w 692834"/>
              <a:gd name="csY10" fmla="*/ 345237 h 453469"/>
              <a:gd name="csX11" fmla="*/ 306482 w 692834"/>
              <a:gd name="csY11" fmla="*/ 216805 h 453469"/>
              <a:gd name="csX12" fmla="*/ 75843 w 692834"/>
              <a:gd name="csY12" fmla="*/ 200928 h 453469"/>
              <a:gd name="csX13" fmla="*/ 1596 w 692834"/>
              <a:gd name="csY13" fmla="*/ 89787 h 453469"/>
              <a:gd name="csX14" fmla="*/ 110846 w 692834"/>
              <a:gd name="csY14" fmla="*/ 95606 h 453469"/>
              <a:gd name="csX15" fmla="*/ 392202 w 692834"/>
              <a:gd name="csY15" fmla="*/ 223871 h 453469"/>
              <a:gd name="csX16" fmla="*/ 332506 w 692834"/>
              <a:gd name="csY16" fmla="*/ 364190 h 453469"/>
              <a:gd name="csX17" fmla="*/ 462542 w 692834"/>
              <a:gd name="csY17" fmla="*/ 177320 h 453469"/>
              <a:gd name="csX18" fmla="*/ 392202 w 692834"/>
              <a:gd name="csY18" fmla="*/ 223871 h 4534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692834" h="453469">
                <a:moveTo>
                  <a:pt x="110846" y="95606"/>
                </a:moveTo>
                <a:cubicBezTo>
                  <a:pt x="263165" y="85714"/>
                  <a:pt x="409663" y="39911"/>
                  <a:pt x="557076" y="4083"/>
                </a:cubicBezTo>
                <a:cubicBezTo>
                  <a:pt x="613114" y="-12709"/>
                  <a:pt x="676719" y="24200"/>
                  <a:pt x="691934" y="79895"/>
                </a:cubicBezTo>
                <a:cubicBezTo>
                  <a:pt x="696424" y="98682"/>
                  <a:pt x="683619" y="118466"/>
                  <a:pt x="664746" y="122124"/>
                </a:cubicBezTo>
                <a:cubicBezTo>
                  <a:pt x="612283" y="139580"/>
                  <a:pt x="558240" y="151966"/>
                  <a:pt x="505028" y="167012"/>
                </a:cubicBezTo>
                <a:cubicBezTo>
                  <a:pt x="545934" y="184635"/>
                  <a:pt x="584264" y="216889"/>
                  <a:pt x="592661" y="262609"/>
                </a:cubicBezTo>
                <a:cubicBezTo>
                  <a:pt x="600476" y="297938"/>
                  <a:pt x="572041" y="325952"/>
                  <a:pt x="546101" y="344821"/>
                </a:cubicBezTo>
                <a:cubicBezTo>
                  <a:pt x="479669" y="391955"/>
                  <a:pt x="391787" y="381065"/>
                  <a:pt x="321448" y="419470"/>
                </a:cubicBezTo>
                <a:cubicBezTo>
                  <a:pt x="298251" y="433269"/>
                  <a:pt x="272643" y="442080"/>
                  <a:pt x="248282" y="453469"/>
                </a:cubicBezTo>
                <a:cubicBezTo>
                  <a:pt x="255765" y="446237"/>
                  <a:pt x="263414" y="439254"/>
                  <a:pt x="271063" y="432271"/>
                </a:cubicBezTo>
                <a:cubicBezTo>
                  <a:pt x="240217" y="415064"/>
                  <a:pt x="207874" y="383476"/>
                  <a:pt x="213528" y="345237"/>
                </a:cubicBezTo>
                <a:cubicBezTo>
                  <a:pt x="227995" y="292285"/>
                  <a:pt x="279793" y="262525"/>
                  <a:pt x="306482" y="216805"/>
                </a:cubicBezTo>
                <a:cubicBezTo>
                  <a:pt x="229824" y="213480"/>
                  <a:pt x="147845" y="239665"/>
                  <a:pt x="75843" y="200928"/>
                </a:cubicBezTo>
                <a:cubicBezTo>
                  <a:pt x="37015" y="178484"/>
                  <a:pt x="-9213" y="139996"/>
                  <a:pt x="1596" y="89787"/>
                </a:cubicBezTo>
                <a:cubicBezTo>
                  <a:pt x="37930" y="93029"/>
                  <a:pt x="74180" y="103337"/>
                  <a:pt x="110846" y="95606"/>
                </a:cubicBezTo>
                <a:moveTo>
                  <a:pt x="392202" y="223871"/>
                </a:moveTo>
                <a:cubicBezTo>
                  <a:pt x="365763" y="267513"/>
                  <a:pt x="345310" y="314813"/>
                  <a:pt x="332506" y="364190"/>
                </a:cubicBezTo>
                <a:cubicBezTo>
                  <a:pt x="444480" y="289598"/>
                  <a:pt x="452593" y="200707"/>
                  <a:pt x="462542" y="177320"/>
                </a:cubicBezTo>
                <a:cubicBezTo>
                  <a:pt x="435271" y="185134"/>
                  <a:pt x="406919" y="198268"/>
                  <a:pt x="392202" y="223871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2808182F-C186-3553-531E-AC05F0440FED}"/>
              </a:ext>
            </a:extLst>
          </p:cNvPr>
          <p:cNvSpPr/>
          <p:nvPr/>
        </p:nvSpPr>
        <p:spPr>
          <a:xfrm>
            <a:off x="4406090" y="2859340"/>
            <a:ext cx="973276" cy="310985"/>
          </a:xfrm>
          <a:custGeom>
            <a:avLst/>
            <a:gdLst>
              <a:gd name="csX0" fmla="*/ 171192 w 682920"/>
              <a:gd name="csY0" fmla="*/ 63730 h 218209"/>
              <a:gd name="csX1" fmla="*/ 560053 w 682920"/>
              <a:gd name="csY1" fmla="*/ 2465 h 218209"/>
              <a:gd name="csX2" fmla="*/ 682771 w 682920"/>
              <a:gd name="csY2" fmla="*/ 131811 h 218209"/>
              <a:gd name="csX3" fmla="*/ 588072 w 682920"/>
              <a:gd name="csY3" fmla="*/ 174871 h 218209"/>
              <a:gd name="csX4" fmla="*/ 404159 w 682920"/>
              <a:gd name="csY4" fmla="*/ 213026 h 218209"/>
              <a:gd name="csX5" fmla="*/ 475579 w 682920"/>
              <a:gd name="csY5" fmla="*/ 158495 h 218209"/>
              <a:gd name="csX6" fmla="*/ 433508 w 682920"/>
              <a:gd name="csY6" fmla="*/ 161238 h 218209"/>
              <a:gd name="csX7" fmla="*/ 164125 w 682920"/>
              <a:gd name="csY7" fmla="*/ 217183 h 218209"/>
              <a:gd name="csX8" fmla="*/ 0 w 682920"/>
              <a:gd name="csY8" fmla="*/ 106208 h 218209"/>
              <a:gd name="csX9" fmla="*/ 171192 w 682920"/>
              <a:gd name="csY9" fmla="*/ 63730 h 2182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82920" h="218209">
                <a:moveTo>
                  <a:pt x="171192" y="63730"/>
                </a:moveTo>
                <a:cubicBezTo>
                  <a:pt x="298650" y="33721"/>
                  <a:pt x="427106" y="-11002"/>
                  <a:pt x="560053" y="2465"/>
                </a:cubicBezTo>
                <a:cubicBezTo>
                  <a:pt x="622077" y="11526"/>
                  <a:pt x="686430" y="65226"/>
                  <a:pt x="682771" y="131811"/>
                </a:cubicBezTo>
                <a:cubicBezTo>
                  <a:pt x="674125" y="174954"/>
                  <a:pt x="622659" y="174705"/>
                  <a:pt x="588072" y="174871"/>
                </a:cubicBezTo>
                <a:cubicBezTo>
                  <a:pt x="524384" y="172211"/>
                  <a:pt x="463773" y="193491"/>
                  <a:pt x="404159" y="213026"/>
                </a:cubicBezTo>
                <a:cubicBezTo>
                  <a:pt x="428852" y="196151"/>
                  <a:pt x="461694" y="187340"/>
                  <a:pt x="475579" y="158495"/>
                </a:cubicBezTo>
                <a:cubicBezTo>
                  <a:pt x="461444" y="158744"/>
                  <a:pt x="447310" y="158744"/>
                  <a:pt x="433508" y="161238"/>
                </a:cubicBezTo>
                <a:cubicBezTo>
                  <a:pt x="343547" y="178944"/>
                  <a:pt x="255333" y="206376"/>
                  <a:pt x="164125" y="217183"/>
                </a:cubicBezTo>
                <a:cubicBezTo>
                  <a:pt x="93869" y="225662"/>
                  <a:pt x="9478" y="181022"/>
                  <a:pt x="0" y="106208"/>
                </a:cubicBezTo>
                <a:cubicBezTo>
                  <a:pt x="55955" y="87670"/>
                  <a:pt x="114322" y="78609"/>
                  <a:pt x="171192" y="63730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D04F0C6C-EF11-0C17-E3B8-8859EDA64553}"/>
              </a:ext>
            </a:extLst>
          </p:cNvPr>
          <p:cNvSpPr/>
          <p:nvPr/>
        </p:nvSpPr>
        <p:spPr>
          <a:xfrm>
            <a:off x="4281656" y="3351837"/>
            <a:ext cx="1257307" cy="1530799"/>
          </a:xfrm>
          <a:custGeom>
            <a:avLst/>
            <a:gdLst>
              <a:gd name="csX0" fmla="*/ 661337 w 1275374"/>
              <a:gd name="csY0" fmla="*/ 26102 h 1612801"/>
              <a:gd name="csX1" fmla="*/ 778236 w 1275374"/>
              <a:gd name="csY1" fmla="*/ 0 h 1612801"/>
              <a:gd name="csX2" fmla="*/ 852649 w 1275374"/>
              <a:gd name="csY2" fmla="*/ 70908 h 1612801"/>
              <a:gd name="csX3" fmla="*/ 825628 w 1275374"/>
              <a:gd name="csY3" fmla="*/ 133752 h 1612801"/>
              <a:gd name="csX4" fmla="*/ 638306 w 1275374"/>
              <a:gd name="csY4" fmla="*/ 212224 h 1612801"/>
              <a:gd name="csX5" fmla="*/ 569879 w 1275374"/>
              <a:gd name="csY5" fmla="*/ 279640 h 1612801"/>
              <a:gd name="csX6" fmla="*/ 753127 w 1275374"/>
              <a:gd name="csY6" fmla="*/ 241651 h 1612801"/>
              <a:gd name="csX7" fmla="*/ 872105 w 1275374"/>
              <a:gd name="csY7" fmla="*/ 324280 h 1612801"/>
              <a:gd name="csX8" fmla="*/ 931385 w 1275374"/>
              <a:gd name="csY8" fmla="*/ 525946 h 1612801"/>
              <a:gd name="csX9" fmla="*/ 932716 w 1275374"/>
              <a:gd name="csY9" fmla="*/ 776160 h 1612801"/>
              <a:gd name="csX10" fmla="*/ 883661 w 1275374"/>
              <a:gd name="csY10" fmla="*/ 906005 h 1612801"/>
              <a:gd name="csX11" fmla="*/ 762689 w 1275374"/>
              <a:gd name="csY11" fmla="*/ 934434 h 1612801"/>
              <a:gd name="csX12" fmla="*/ 669236 w 1275374"/>
              <a:gd name="csY12" fmla="*/ 871091 h 1612801"/>
              <a:gd name="csX13" fmla="*/ 469859 w 1275374"/>
              <a:gd name="csY13" fmla="*/ 918972 h 1612801"/>
              <a:gd name="csX14" fmla="*/ 517333 w 1275374"/>
              <a:gd name="csY14" fmla="*/ 995865 h 1612801"/>
              <a:gd name="csX15" fmla="*/ 523153 w 1275374"/>
              <a:gd name="csY15" fmla="*/ 1098860 h 1612801"/>
              <a:gd name="csX16" fmla="*/ 640967 w 1275374"/>
              <a:gd name="csY16" fmla="*/ 1055634 h 1612801"/>
              <a:gd name="csX17" fmla="*/ 871856 w 1275374"/>
              <a:gd name="csY17" fmla="*/ 970012 h 1612801"/>
              <a:gd name="csX18" fmla="*/ 972043 w 1275374"/>
              <a:gd name="csY18" fmla="*/ 1086640 h 1612801"/>
              <a:gd name="csX19" fmla="*/ 819225 w 1275374"/>
              <a:gd name="csY19" fmla="*/ 1216568 h 1612801"/>
              <a:gd name="csX20" fmla="*/ 1109479 w 1275374"/>
              <a:gd name="csY20" fmla="*/ 1317401 h 1612801"/>
              <a:gd name="csX21" fmla="*/ 1257307 w 1275374"/>
              <a:gd name="csY21" fmla="*/ 1445085 h 1612801"/>
              <a:gd name="csX22" fmla="*/ 1271441 w 1275374"/>
              <a:gd name="csY22" fmla="*/ 1565869 h 1612801"/>
              <a:gd name="csX23" fmla="*/ 1202848 w 1275374"/>
              <a:gd name="csY23" fmla="*/ 1612254 h 1612801"/>
              <a:gd name="csX24" fmla="*/ 995323 w 1275374"/>
              <a:gd name="csY24" fmla="*/ 1529126 h 1612801"/>
              <a:gd name="csX25" fmla="*/ 619682 w 1275374"/>
              <a:gd name="csY25" fmla="*/ 1369605 h 1612801"/>
              <a:gd name="csX26" fmla="*/ 446245 w 1275374"/>
              <a:gd name="csY26" fmla="*/ 1448244 h 1612801"/>
              <a:gd name="csX27" fmla="*/ 178192 w 1275374"/>
              <a:gd name="csY27" fmla="*/ 1496125 h 1612801"/>
              <a:gd name="csX28" fmla="*/ 380480 w 1275374"/>
              <a:gd name="csY28" fmla="*/ 1400695 h 1612801"/>
              <a:gd name="csX29" fmla="*/ 516419 w 1275374"/>
              <a:gd name="csY29" fmla="*/ 1311582 h 1612801"/>
              <a:gd name="csX30" fmla="*/ 426956 w 1275374"/>
              <a:gd name="csY30" fmla="*/ 1242670 h 1612801"/>
              <a:gd name="csX31" fmla="*/ 244706 w 1275374"/>
              <a:gd name="csY31" fmla="*/ 1405766 h 1612801"/>
              <a:gd name="csX32" fmla="*/ 121239 w 1275374"/>
              <a:gd name="csY32" fmla="*/ 1444503 h 1612801"/>
              <a:gd name="csX33" fmla="*/ 1929 w 1275374"/>
              <a:gd name="csY33" fmla="*/ 1282238 h 1612801"/>
              <a:gd name="csX34" fmla="*/ 78919 w 1275374"/>
              <a:gd name="csY34" fmla="*/ 1208588 h 1612801"/>
              <a:gd name="csX35" fmla="*/ 328266 w 1275374"/>
              <a:gd name="csY35" fmla="*/ 967269 h 1612801"/>
              <a:gd name="csX36" fmla="*/ 365514 w 1275374"/>
              <a:gd name="csY36" fmla="*/ 875497 h 1612801"/>
              <a:gd name="csX37" fmla="*/ 463124 w 1275374"/>
              <a:gd name="csY37" fmla="*/ 915730 h 1612801"/>
              <a:gd name="csX38" fmla="*/ 450569 w 1275374"/>
              <a:gd name="csY38" fmla="*/ 850226 h 1612801"/>
              <a:gd name="csX39" fmla="*/ 557990 w 1275374"/>
              <a:gd name="csY39" fmla="*/ 785886 h 1612801"/>
              <a:gd name="csX40" fmla="*/ 704239 w 1275374"/>
              <a:gd name="csY40" fmla="*/ 727115 h 1612801"/>
              <a:gd name="csX41" fmla="*/ 733339 w 1275374"/>
              <a:gd name="csY41" fmla="*/ 626281 h 1612801"/>
              <a:gd name="csX42" fmla="*/ 749968 w 1275374"/>
              <a:gd name="csY42" fmla="*/ 476070 h 1612801"/>
              <a:gd name="csX43" fmla="*/ 736082 w 1275374"/>
              <a:gd name="csY43" fmla="*/ 435421 h 1612801"/>
              <a:gd name="csX44" fmla="*/ 613945 w 1275374"/>
              <a:gd name="csY44" fmla="*/ 443733 h 1612801"/>
              <a:gd name="csX45" fmla="*/ 521573 w 1275374"/>
              <a:gd name="csY45" fmla="*/ 349633 h 1612801"/>
              <a:gd name="csX46" fmla="*/ 455973 w 1275374"/>
              <a:gd name="csY46" fmla="*/ 808330 h 1612801"/>
              <a:gd name="csX47" fmla="*/ 412656 w 1275374"/>
              <a:gd name="csY47" fmla="*/ 847898 h 1612801"/>
              <a:gd name="csX48" fmla="*/ 332090 w 1275374"/>
              <a:gd name="csY48" fmla="*/ 806085 h 1612801"/>
              <a:gd name="csX49" fmla="*/ 296006 w 1275374"/>
              <a:gd name="csY49" fmla="*/ 645567 h 1612801"/>
              <a:gd name="csX50" fmla="*/ 376654 w 1275374"/>
              <a:gd name="csY50" fmla="*/ 416135 h 1612801"/>
              <a:gd name="csX51" fmla="*/ 478588 w 1275374"/>
              <a:gd name="csY51" fmla="*/ 301087 h 1612801"/>
              <a:gd name="csX52" fmla="*/ 544438 w 1275374"/>
              <a:gd name="csY52" fmla="*/ 225940 h 1612801"/>
              <a:gd name="csX53" fmla="*/ 336830 w 1275374"/>
              <a:gd name="csY53" fmla="*/ 278809 h 1612801"/>
              <a:gd name="csX54" fmla="*/ 243542 w 1275374"/>
              <a:gd name="csY54" fmla="*/ 160768 h 1612801"/>
              <a:gd name="csX55" fmla="*/ 264827 w 1275374"/>
              <a:gd name="csY55" fmla="*/ 131674 h 1612801"/>
              <a:gd name="csX56" fmla="*/ 425211 w 1275374"/>
              <a:gd name="csY56" fmla="*/ 96594 h 1612801"/>
              <a:gd name="csX57" fmla="*/ 661337 w 1275374"/>
              <a:gd name="csY57" fmla="*/ 26102 h 1612801"/>
              <a:gd name="csX58" fmla="*/ 674307 w 1275374"/>
              <a:gd name="csY58" fmla="*/ 1103931 h 1612801"/>
              <a:gd name="csX59" fmla="*/ 495716 w 1275374"/>
              <a:gd name="csY59" fmla="*/ 1153391 h 1612801"/>
              <a:gd name="csX60" fmla="*/ 677467 w 1275374"/>
              <a:gd name="csY60" fmla="*/ 1177914 h 1612801"/>
              <a:gd name="csX61" fmla="*/ 754374 w 1275374"/>
              <a:gd name="csY61" fmla="*/ 1106175 h 1612801"/>
              <a:gd name="csX62" fmla="*/ 674307 w 1275374"/>
              <a:gd name="csY62" fmla="*/ 1103931 h 1612801"/>
              <a:gd name="csX0" fmla="*/ 661337 w 1275374"/>
              <a:gd name="csY0" fmla="*/ 26102 h 1570660"/>
              <a:gd name="csX1" fmla="*/ 778236 w 1275374"/>
              <a:gd name="csY1" fmla="*/ 0 h 1570660"/>
              <a:gd name="csX2" fmla="*/ 852649 w 1275374"/>
              <a:gd name="csY2" fmla="*/ 70908 h 1570660"/>
              <a:gd name="csX3" fmla="*/ 825628 w 1275374"/>
              <a:gd name="csY3" fmla="*/ 133752 h 1570660"/>
              <a:gd name="csX4" fmla="*/ 638306 w 1275374"/>
              <a:gd name="csY4" fmla="*/ 212224 h 1570660"/>
              <a:gd name="csX5" fmla="*/ 569879 w 1275374"/>
              <a:gd name="csY5" fmla="*/ 279640 h 1570660"/>
              <a:gd name="csX6" fmla="*/ 753127 w 1275374"/>
              <a:gd name="csY6" fmla="*/ 241651 h 1570660"/>
              <a:gd name="csX7" fmla="*/ 872105 w 1275374"/>
              <a:gd name="csY7" fmla="*/ 324280 h 1570660"/>
              <a:gd name="csX8" fmla="*/ 931385 w 1275374"/>
              <a:gd name="csY8" fmla="*/ 525946 h 1570660"/>
              <a:gd name="csX9" fmla="*/ 932716 w 1275374"/>
              <a:gd name="csY9" fmla="*/ 776160 h 1570660"/>
              <a:gd name="csX10" fmla="*/ 883661 w 1275374"/>
              <a:gd name="csY10" fmla="*/ 906005 h 1570660"/>
              <a:gd name="csX11" fmla="*/ 762689 w 1275374"/>
              <a:gd name="csY11" fmla="*/ 934434 h 1570660"/>
              <a:gd name="csX12" fmla="*/ 669236 w 1275374"/>
              <a:gd name="csY12" fmla="*/ 871091 h 1570660"/>
              <a:gd name="csX13" fmla="*/ 469859 w 1275374"/>
              <a:gd name="csY13" fmla="*/ 918972 h 1570660"/>
              <a:gd name="csX14" fmla="*/ 517333 w 1275374"/>
              <a:gd name="csY14" fmla="*/ 995865 h 1570660"/>
              <a:gd name="csX15" fmla="*/ 523153 w 1275374"/>
              <a:gd name="csY15" fmla="*/ 1098860 h 1570660"/>
              <a:gd name="csX16" fmla="*/ 640967 w 1275374"/>
              <a:gd name="csY16" fmla="*/ 1055634 h 1570660"/>
              <a:gd name="csX17" fmla="*/ 871856 w 1275374"/>
              <a:gd name="csY17" fmla="*/ 970012 h 1570660"/>
              <a:gd name="csX18" fmla="*/ 972043 w 1275374"/>
              <a:gd name="csY18" fmla="*/ 1086640 h 1570660"/>
              <a:gd name="csX19" fmla="*/ 819225 w 1275374"/>
              <a:gd name="csY19" fmla="*/ 1216568 h 1570660"/>
              <a:gd name="csX20" fmla="*/ 1109479 w 1275374"/>
              <a:gd name="csY20" fmla="*/ 1317401 h 1570660"/>
              <a:gd name="csX21" fmla="*/ 1257307 w 1275374"/>
              <a:gd name="csY21" fmla="*/ 1445085 h 1570660"/>
              <a:gd name="csX22" fmla="*/ 1271441 w 1275374"/>
              <a:gd name="csY22" fmla="*/ 1565869 h 1570660"/>
              <a:gd name="csX23" fmla="*/ 995323 w 1275374"/>
              <a:gd name="csY23" fmla="*/ 1529126 h 1570660"/>
              <a:gd name="csX24" fmla="*/ 619682 w 1275374"/>
              <a:gd name="csY24" fmla="*/ 1369605 h 1570660"/>
              <a:gd name="csX25" fmla="*/ 446245 w 1275374"/>
              <a:gd name="csY25" fmla="*/ 1448244 h 1570660"/>
              <a:gd name="csX26" fmla="*/ 178192 w 1275374"/>
              <a:gd name="csY26" fmla="*/ 1496125 h 1570660"/>
              <a:gd name="csX27" fmla="*/ 380480 w 1275374"/>
              <a:gd name="csY27" fmla="*/ 1400695 h 1570660"/>
              <a:gd name="csX28" fmla="*/ 516419 w 1275374"/>
              <a:gd name="csY28" fmla="*/ 1311582 h 1570660"/>
              <a:gd name="csX29" fmla="*/ 426956 w 1275374"/>
              <a:gd name="csY29" fmla="*/ 1242670 h 1570660"/>
              <a:gd name="csX30" fmla="*/ 244706 w 1275374"/>
              <a:gd name="csY30" fmla="*/ 1405766 h 1570660"/>
              <a:gd name="csX31" fmla="*/ 121239 w 1275374"/>
              <a:gd name="csY31" fmla="*/ 1444503 h 1570660"/>
              <a:gd name="csX32" fmla="*/ 1929 w 1275374"/>
              <a:gd name="csY32" fmla="*/ 1282238 h 1570660"/>
              <a:gd name="csX33" fmla="*/ 78919 w 1275374"/>
              <a:gd name="csY33" fmla="*/ 1208588 h 1570660"/>
              <a:gd name="csX34" fmla="*/ 328266 w 1275374"/>
              <a:gd name="csY34" fmla="*/ 967269 h 1570660"/>
              <a:gd name="csX35" fmla="*/ 365514 w 1275374"/>
              <a:gd name="csY35" fmla="*/ 875497 h 1570660"/>
              <a:gd name="csX36" fmla="*/ 463124 w 1275374"/>
              <a:gd name="csY36" fmla="*/ 915730 h 1570660"/>
              <a:gd name="csX37" fmla="*/ 450569 w 1275374"/>
              <a:gd name="csY37" fmla="*/ 850226 h 1570660"/>
              <a:gd name="csX38" fmla="*/ 557990 w 1275374"/>
              <a:gd name="csY38" fmla="*/ 785886 h 1570660"/>
              <a:gd name="csX39" fmla="*/ 704239 w 1275374"/>
              <a:gd name="csY39" fmla="*/ 727115 h 1570660"/>
              <a:gd name="csX40" fmla="*/ 733339 w 1275374"/>
              <a:gd name="csY40" fmla="*/ 626281 h 1570660"/>
              <a:gd name="csX41" fmla="*/ 749968 w 1275374"/>
              <a:gd name="csY41" fmla="*/ 476070 h 1570660"/>
              <a:gd name="csX42" fmla="*/ 736082 w 1275374"/>
              <a:gd name="csY42" fmla="*/ 435421 h 1570660"/>
              <a:gd name="csX43" fmla="*/ 613945 w 1275374"/>
              <a:gd name="csY43" fmla="*/ 443733 h 1570660"/>
              <a:gd name="csX44" fmla="*/ 521573 w 1275374"/>
              <a:gd name="csY44" fmla="*/ 349633 h 1570660"/>
              <a:gd name="csX45" fmla="*/ 455973 w 1275374"/>
              <a:gd name="csY45" fmla="*/ 808330 h 1570660"/>
              <a:gd name="csX46" fmla="*/ 412656 w 1275374"/>
              <a:gd name="csY46" fmla="*/ 847898 h 1570660"/>
              <a:gd name="csX47" fmla="*/ 332090 w 1275374"/>
              <a:gd name="csY47" fmla="*/ 806085 h 1570660"/>
              <a:gd name="csX48" fmla="*/ 296006 w 1275374"/>
              <a:gd name="csY48" fmla="*/ 645567 h 1570660"/>
              <a:gd name="csX49" fmla="*/ 376654 w 1275374"/>
              <a:gd name="csY49" fmla="*/ 416135 h 1570660"/>
              <a:gd name="csX50" fmla="*/ 478588 w 1275374"/>
              <a:gd name="csY50" fmla="*/ 301087 h 1570660"/>
              <a:gd name="csX51" fmla="*/ 544438 w 1275374"/>
              <a:gd name="csY51" fmla="*/ 225940 h 1570660"/>
              <a:gd name="csX52" fmla="*/ 336830 w 1275374"/>
              <a:gd name="csY52" fmla="*/ 278809 h 1570660"/>
              <a:gd name="csX53" fmla="*/ 243542 w 1275374"/>
              <a:gd name="csY53" fmla="*/ 160768 h 1570660"/>
              <a:gd name="csX54" fmla="*/ 264827 w 1275374"/>
              <a:gd name="csY54" fmla="*/ 131674 h 1570660"/>
              <a:gd name="csX55" fmla="*/ 425211 w 1275374"/>
              <a:gd name="csY55" fmla="*/ 96594 h 1570660"/>
              <a:gd name="csX56" fmla="*/ 661337 w 1275374"/>
              <a:gd name="csY56" fmla="*/ 26102 h 1570660"/>
              <a:gd name="csX57" fmla="*/ 674307 w 1275374"/>
              <a:gd name="csY57" fmla="*/ 1103931 h 1570660"/>
              <a:gd name="csX58" fmla="*/ 495716 w 1275374"/>
              <a:gd name="csY58" fmla="*/ 1153391 h 1570660"/>
              <a:gd name="csX59" fmla="*/ 677467 w 1275374"/>
              <a:gd name="csY59" fmla="*/ 1177914 h 1570660"/>
              <a:gd name="csX60" fmla="*/ 754374 w 1275374"/>
              <a:gd name="csY60" fmla="*/ 1106175 h 1570660"/>
              <a:gd name="csX61" fmla="*/ 674307 w 1275374"/>
              <a:gd name="csY61" fmla="*/ 1103931 h 1570660"/>
              <a:gd name="csX0" fmla="*/ 661337 w 1257307"/>
              <a:gd name="csY0" fmla="*/ 26102 h 1530799"/>
              <a:gd name="csX1" fmla="*/ 778236 w 1257307"/>
              <a:gd name="csY1" fmla="*/ 0 h 1530799"/>
              <a:gd name="csX2" fmla="*/ 852649 w 1257307"/>
              <a:gd name="csY2" fmla="*/ 70908 h 1530799"/>
              <a:gd name="csX3" fmla="*/ 825628 w 1257307"/>
              <a:gd name="csY3" fmla="*/ 133752 h 1530799"/>
              <a:gd name="csX4" fmla="*/ 638306 w 1257307"/>
              <a:gd name="csY4" fmla="*/ 212224 h 1530799"/>
              <a:gd name="csX5" fmla="*/ 569879 w 1257307"/>
              <a:gd name="csY5" fmla="*/ 279640 h 1530799"/>
              <a:gd name="csX6" fmla="*/ 753127 w 1257307"/>
              <a:gd name="csY6" fmla="*/ 241651 h 1530799"/>
              <a:gd name="csX7" fmla="*/ 872105 w 1257307"/>
              <a:gd name="csY7" fmla="*/ 324280 h 1530799"/>
              <a:gd name="csX8" fmla="*/ 931385 w 1257307"/>
              <a:gd name="csY8" fmla="*/ 525946 h 1530799"/>
              <a:gd name="csX9" fmla="*/ 932716 w 1257307"/>
              <a:gd name="csY9" fmla="*/ 776160 h 1530799"/>
              <a:gd name="csX10" fmla="*/ 883661 w 1257307"/>
              <a:gd name="csY10" fmla="*/ 906005 h 1530799"/>
              <a:gd name="csX11" fmla="*/ 762689 w 1257307"/>
              <a:gd name="csY11" fmla="*/ 934434 h 1530799"/>
              <a:gd name="csX12" fmla="*/ 669236 w 1257307"/>
              <a:gd name="csY12" fmla="*/ 871091 h 1530799"/>
              <a:gd name="csX13" fmla="*/ 469859 w 1257307"/>
              <a:gd name="csY13" fmla="*/ 918972 h 1530799"/>
              <a:gd name="csX14" fmla="*/ 517333 w 1257307"/>
              <a:gd name="csY14" fmla="*/ 995865 h 1530799"/>
              <a:gd name="csX15" fmla="*/ 523153 w 1257307"/>
              <a:gd name="csY15" fmla="*/ 1098860 h 1530799"/>
              <a:gd name="csX16" fmla="*/ 640967 w 1257307"/>
              <a:gd name="csY16" fmla="*/ 1055634 h 1530799"/>
              <a:gd name="csX17" fmla="*/ 871856 w 1257307"/>
              <a:gd name="csY17" fmla="*/ 970012 h 1530799"/>
              <a:gd name="csX18" fmla="*/ 972043 w 1257307"/>
              <a:gd name="csY18" fmla="*/ 1086640 h 1530799"/>
              <a:gd name="csX19" fmla="*/ 819225 w 1257307"/>
              <a:gd name="csY19" fmla="*/ 1216568 h 1530799"/>
              <a:gd name="csX20" fmla="*/ 1109479 w 1257307"/>
              <a:gd name="csY20" fmla="*/ 1317401 h 1530799"/>
              <a:gd name="csX21" fmla="*/ 1257307 w 1257307"/>
              <a:gd name="csY21" fmla="*/ 1445085 h 1530799"/>
              <a:gd name="csX22" fmla="*/ 995323 w 1257307"/>
              <a:gd name="csY22" fmla="*/ 1529126 h 1530799"/>
              <a:gd name="csX23" fmla="*/ 619682 w 1257307"/>
              <a:gd name="csY23" fmla="*/ 1369605 h 1530799"/>
              <a:gd name="csX24" fmla="*/ 446245 w 1257307"/>
              <a:gd name="csY24" fmla="*/ 1448244 h 1530799"/>
              <a:gd name="csX25" fmla="*/ 178192 w 1257307"/>
              <a:gd name="csY25" fmla="*/ 1496125 h 1530799"/>
              <a:gd name="csX26" fmla="*/ 380480 w 1257307"/>
              <a:gd name="csY26" fmla="*/ 1400695 h 1530799"/>
              <a:gd name="csX27" fmla="*/ 516419 w 1257307"/>
              <a:gd name="csY27" fmla="*/ 1311582 h 1530799"/>
              <a:gd name="csX28" fmla="*/ 426956 w 1257307"/>
              <a:gd name="csY28" fmla="*/ 1242670 h 1530799"/>
              <a:gd name="csX29" fmla="*/ 244706 w 1257307"/>
              <a:gd name="csY29" fmla="*/ 1405766 h 1530799"/>
              <a:gd name="csX30" fmla="*/ 121239 w 1257307"/>
              <a:gd name="csY30" fmla="*/ 1444503 h 1530799"/>
              <a:gd name="csX31" fmla="*/ 1929 w 1257307"/>
              <a:gd name="csY31" fmla="*/ 1282238 h 1530799"/>
              <a:gd name="csX32" fmla="*/ 78919 w 1257307"/>
              <a:gd name="csY32" fmla="*/ 1208588 h 1530799"/>
              <a:gd name="csX33" fmla="*/ 328266 w 1257307"/>
              <a:gd name="csY33" fmla="*/ 967269 h 1530799"/>
              <a:gd name="csX34" fmla="*/ 365514 w 1257307"/>
              <a:gd name="csY34" fmla="*/ 875497 h 1530799"/>
              <a:gd name="csX35" fmla="*/ 463124 w 1257307"/>
              <a:gd name="csY35" fmla="*/ 915730 h 1530799"/>
              <a:gd name="csX36" fmla="*/ 450569 w 1257307"/>
              <a:gd name="csY36" fmla="*/ 850226 h 1530799"/>
              <a:gd name="csX37" fmla="*/ 557990 w 1257307"/>
              <a:gd name="csY37" fmla="*/ 785886 h 1530799"/>
              <a:gd name="csX38" fmla="*/ 704239 w 1257307"/>
              <a:gd name="csY38" fmla="*/ 727115 h 1530799"/>
              <a:gd name="csX39" fmla="*/ 733339 w 1257307"/>
              <a:gd name="csY39" fmla="*/ 626281 h 1530799"/>
              <a:gd name="csX40" fmla="*/ 749968 w 1257307"/>
              <a:gd name="csY40" fmla="*/ 476070 h 1530799"/>
              <a:gd name="csX41" fmla="*/ 736082 w 1257307"/>
              <a:gd name="csY41" fmla="*/ 435421 h 1530799"/>
              <a:gd name="csX42" fmla="*/ 613945 w 1257307"/>
              <a:gd name="csY42" fmla="*/ 443733 h 1530799"/>
              <a:gd name="csX43" fmla="*/ 521573 w 1257307"/>
              <a:gd name="csY43" fmla="*/ 349633 h 1530799"/>
              <a:gd name="csX44" fmla="*/ 455973 w 1257307"/>
              <a:gd name="csY44" fmla="*/ 808330 h 1530799"/>
              <a:gd name="csX45" fmla="*/ 412656 w 1257307"/>
              <a:gd name="csY45" fmla="*/ 847898 h 1530799"/>
              <a:gd name="csX46" fmla="*/ 332090 w 1257307"/>
              <a:gd name="csY46" fmla="*/ 806085 h 1530799"/>
              <a:gd name="csX47" fmla="*/ 296006 w 1257307"/>
              <a:gd name="csY47" fmla="*/ 645567 h 1530799"/>
              <a:gd name="csX48" fmla="*/ 376654 w 1257307"/>
              <a:gd name="csY48" fmla="*/ 416135 h 1530799"/>
              <a:gd name="csX49" fmla="*/ 478588 w 1257307"/>
              <a:gd name="csY49" fmla="*/ 301087 h 1530799"/>
              <a:gd name="csX50" fmla="*/ 544438 w 1257307"/>
              <a:gd name="csY50" fmla="*/ 225940 h 1530799"/>
              <a:gd name="csX51" fmla="*/ 336830 w 1257307"/>
              <a:gd name="csY51" fmla="*/ 278809 h 1530799"/>
              <a:gd name="csX52" fmla="*/ 243542 w 1257307"/>
              <a:gd name="csY52" fmla="*/ 160768 h 1530799"/>
              <a:gd name="csX53" fmla="*/ 264827 w 1257307"/>
              <a:gd name="csY53" fmla="*/ 131674 h 1530799"/>
              <a:gd name="csX54" fmla="*/ 425211 w 1257307"/>
              <a:gd name="csY54" fmla="*/ 96594 h 1530799"/>
              <a:gd name="csX55" fmla="*/ 661337 w 1257307"/>
              <a:gd name="csY55" fmla="*/ 26102 h 1530799"/>
              <a:gd name="csX56" fmla="*/ 674307 w 1257307"/>
              <a:gd name="csY56" fmla="*/ 1103931 h 1530799"/>
              <a:gd name="csX57" fmla="*/ 495716 w 1257307"/>
              <a:gd name="csY57" fmla="*/ 1153391 h 1530799"/>
              <a:gd name="csX58" fmla="*/ 677467 w 1257307"/>
              <a:gd name="csY58" fmla="*/ 1177914 h 1530799"/>
              <a:gd name="csX59" fmla="*/ 754374 w 1257307"/>
              <a:gd name="csY59" fmla="*/ 1106175 h 1530799"/>
              <a:gd name="csX60" fmla="*/ 674307 w 1257307"/>
              <a:gd name="csY60" fmla="*/ 1103931 h 153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</a:cxnLst>
            <a:rect l="l" t="t" r="r" b="b"/>
            <a:pathLst>
              <a:path w="1257307" h="1530799">
                <a:moveTo>
                  <a:pt x="661337" y="26102"/>
                </a:moveTo>
                <a:cubicBezTo>
                  <a:pt x="699417" y="14381"/>
                  <a:pt x="738078" y="2078"/>
                  <a:pt x="778236" y="0"/>
                </a:cubicBezTo>
                <a:cubicBezTo>
                  <a:pt x="813489" y="6983"/>
                  <a:pt x="841175" y="37823"/>
                  <a:pt x="852649" y="70908"/>
                </a:cubicBezTo>
                <a:cubicBezTo>
                  <a:pt x="862876" y="95763"/>
                  <a:pt x="842090" y="117709"/>
                  <a:pt x="825628" y="133752"/>
                </a:cubicBezTo>
                <a:cubicBezTo>
                  <a:pt x="772499" y="179389"/>
                  <a:pt x="696174" y="175565"/>
                  <a:pt x="638306" y="212224"/>
                </a:cubicBezTo>
                <a:cubicBezTo>
                  <a:pt x="611036" y="229515"/>
                  <a:pt x="586924" y="252208"/>
                  <a:pt x="569879" y="279640"/>
                </a:cubicBezTo>
                <a:cubicBezTo>
                  <a:pt x="630491" y="265343"/>
                  <a:pt x="689273" y="235500"/>
                  <a:pt x="753127" y="241651"/>
                </a:cubicBezTo>
                <a:cubicBezTo>
                  <a:pt x="802680" y="250213"/>
                  <a:pt x="842589" y="285293"/>
                  <a:pt x="872105" y="324280"/>
                </a:cubicBezTo>
                <a:cubicBezTo>
                  <a:pt x="913677" y="382718"/>
                  <a:pt x="927644" y="455621"/>
                  <a:pt x="931385" y="525946"/>
                </a:cubicBezTo>
                <a:cubicBezTo>
                  <a:pt x="934628" y="609323"/>
                  <a:pt x="934795" y="692783"/>
                  <a:pt x="932716" y="776160"/>
                </a:cubicBezTo>
                <a:cubicBezTo>
                  <a:pt x="929973" y="822711"/>
                  <a:pt x="919995" y="873502"/>
                  <a:pt x="883661" y="906005"/>
                </a:cubicBezTo>
                <a:cubicBezTo>
                  <a:pt x="853480" y="939256"/>
                  <a:pt x="804177" y="945324"/>
                  <a:pt x="762689" y="934434"/>
                </a:cubicBezTo>
                <a:cubicBezTo>
                  <a:pt x="725689" y="923212"/>
                  <a:pt x="696257" y="897442"/>
                  <a:pt x="669236" y="871091"/>
                </a:cubicBezTo>
                <a:cubicBezTo>
                  <a:pt x="607959" y="900851"/>
                  <a:pt x="540031" y="937343"/>
                  <a:pt x="469859" y="918972"/>
                </a:cubicBezTo>
                <a:cubicBezTo>
                  <a:pt x="489729" y="941666"/>
                  <a:pt x="508104" y="966687"/>
                  <a:pt x="517333" y="995865"/>
                </a:cubicBezTo>
                <a:cubicBezTo>
                  <a:pt x="528890" y="1028950"/>
                  <a:pt x="523402" y="1064528"/>
                  <a:pt x="523153" y="1098860"/>
                </a:cubicBezTo>
                <a:cubicBezTo>
                  <a:pt x="565140" y="1092708"/>
                  <a:pt x="601307" y="1069184"/>
                  <a:pt x="640967" y="1055634"/>
                </a:cubicBezTo>
                <a:cubicBezTo>
                  <a:pt x="718124" y="1027786"/>
                  <a:pt x="793368" y="994286"/>
                  <a:pt x="871856" y="970012"/>
                </a:cubicBezTo>
                <a:cubicBezTo>
                  <a:pt x="929723" y="964360"/>
                  <a:pt x="985845" y="1030778"/>
                  <a:pt x="972043" y="1086640"/>
                </a:cubicBezTo>
                <a:cubicBezTo>
                  <a:pt x="933049" y="1142335"/>
                  <a:pt x="870442" y="1173757"/>
                  <a:pt x="819225" y="1216568"/>
                </a:cubicBezTo>
                <a:cubicBezTo>
                  <a:pt x="917252" y="1246161"/>
                  <a:pt x="1016026" y="1274757"/>
                  <a:pt x="1109479" y="1317401"/>
                </a:cubicBezTo>
                <a:cubicBezTo>
                  <a:pt x="1168926" y="1345332"/>
                  <a:pt x="1227459" y="1384319"/>
                  <a:pt x="1257307" y="1445085"/>
                </a:cubicBezTo>
                <a:cubicBezTo>
                  <a:pt x="1238281" y="1480372"/>
                  <a:pt x="1101594" y="1541706"/>
                  <a:pt x="995323" y="1529126"/>
                </a:cubicBezTo>
                <a:cubicBezTo>
                  <a:pt x="889052" y="1516546"/>
                  <a:pt x="741320" y="1430870"/>
                  <a:pt x="619682" y="1369605"/>
                </a:cubicBezTo>
                <a:cubicBezTo>
                  <a:pt x="568133" y="1407844"/>
                  <a:pt x="509019" y="1434777"/>
                  <a:pt x="446245" y="1448244"/>
                </a:cubicBezTo>
                <a:cubicBezTo>
                  <a:pt x="357615" y="1467778"/>
                  <a:pt x="269899" y="1497705"/>
                  <a:pt x="178192" y="1496125"/>
                </a:cubicBezTo>
                <a:cubicBezTo>
                  <a:pt x="249944" y="1474512"/>
                  <a:pt x="315877" y="1438102"/>
                  <a:pt x="380480" y="1400695"/>
                </a:cubicBezTo>
                <a:cubicBezTo>
                  <a:pt x="426291" y="1371766"/>
                  <a:pt x="474016" y="1345582"/>
                  <a:pt x="516419" y="1311582"/>
                </a:cubicBezTo>
                <a:cubicBezTo>
                  <a:pt x="484990" y="1290634"/>
                  <a:pt x="456306" y="1266195"/>
                  <a:pt x="426956" y="1242670"/>
                </a:cubicBezTo>
                <a:cubicBezTo>
                  <a:pt x="371333" y="1302355"/>
                  <a:pt x="312967" y="1360461"/>
                  <a:pt x="244706" y="1405766"/>
                </a:cubicBezTo>
                <a:cubicBezTo>
                  <a:pt x="208539" y="1430205"/>
                  <a:pt x="165970" y="1450155"/>
                  <a:pt x="121239" y="1444503"/>
                </a:cubicBezTo>
                <a:cubicBezTo>
                  <a:pt x="49736" y="1430454"/>
                  <a:pt x="-11790" y="1356637"/>
                  <a:pt x="1929" y="1282238"/>
                </a:cubicBezTo>
                <a:cubicBezTo>
                  <a:pt x="8912" y="1242420"/>
                  <a:pt x="52064" y="1231863"/>
                  <a:pt x="78919" y="1208588"/>
                </a:cubicBezTo>
                <a:cubicBezTo>
                  <a:pt x="170626" y="1138262"/>
                  <a:pt x="264161" y="1064944"/>
                  <a:pt x="328266" y="967269"/>
                </a:cubicBezTo>
                <a:cubicBezTo>
                  <a:pt x="352709" y="940253"/>
                  <a:pt x="324607" y="889795"/>
                  <a:pt x="365514" y="875497"/>
                </a:cubicBezTo>
                <a:cubicBezTo>
                  <a:pt x="401764" y="866353"/>
                  <a:pt x="438513" y="890127"/>
                  <a:pt x="463124" y="915730"/>
                </a:cubicBezTo>
                <a:cubicBezTo>
                  <a:pt x="453147" y="895530"/>
                  <a:pt x="441090" y="873003"/>
                  <a:pt x="450569" y="850226"/>
                </a:cubicBezTo>
                <a:cubicBezTo>
                  <a:pt x="468861" y="809493"/>
                  <a:pt x="515254" y="788463"/>
                  <a:pt x="557990" y="785886"/>
                </a:cubicBezTo>
                <a:cubicBezTo>
                  <a:pt x="610703" y="780981"/>
                  <a:pt x="665827" y="765519"/>
                  <a:pt x="704239" y="727115"/>
                </a:cubicBezTo>
                <a:cubicBezTo>
                  <a:pt x="727270" y="699267"/>
                  <a:pt x="730179" y="660862"/>
                  <a:pt x="733339" y="626281"/>
                </a:cubicBezTo>
                <a:cubicBezTo>
                  <a:pt x="739491" y="576238"/>
                  <a:pt x="745229" y="526196"/>
                  <a:pt x="749968" y="476070"/>
                </a:cubicBezTo>
                <a:cubicBezTo>
                  <a:pt x="753543" y="460359"/>
                  <a:pt x="742734" y="448223"/>
                  <a:pt x="736082" y="435421"/>
                </a:cubicBezTo>
                <a:cubicBezTo>
                  <a:pt x="696091" y="442986"/>
                  <a:pt x="654270" y="458115"/>
                  <a:pt x="613945" y="443733"/>
                </a:cubicBezTo>
                <a:cubicBezTo>
                  <a:pt x="570711" y="427524"/>
                  <a:pt x="543107" y="388288"/>
                  <a:pt x="521573" y="349633"/>
                </a:cubicBezTo>
                <a:cubicBezTo>
                  <a:pt x="453562" y="492696"/>
                  <a:pt x="471438" y="655292"/>
                  <a:pt x="455973" y="808330"/>
                </a:cubicBezTo>
                <a:cubicBezTo>
                  <a:pt x="446911" y="825537"/>
                  <a:pt x="436102" y="851140"/>
                  <a:pt x="412656" y="847898"/>
                </a:cubicBezTo>
                <a:cubicBezTo>
                  <a:pt x="379731" y="851473"/>
                  <a:pt x="352543" y="828945"/>
                  <a:pt x="332090" y="806085"/>
                </a:cubicBezTo>
                <a:cubicBezTo>
                  <a:pt x="293927" y="762942"/>
                  <a:pt x="283618" y="700680"/>
                  <a:pt x="296006" y="645567"/>
                </a:cubicBezTo>
                <a:cubicBezTo>
                  <a:pt x="310806" y="565598"/>
                  <a:pt x="334501" y="486212"/>
                  <a:pt x="376654" y="416135"/>
                </a:cubicBezTo>
                <a:cubicBezTo>
                  <a:pt x="404590" y="372909"/>
                  <a:pt x="441174" y="336084"/>
                  <a:pt x="478588" y="301087"/>
                </a:cubicBezTo>
                <a:cubicBezTo>
                  <a:pt x="503531" y="278892"/>
                  <a:pt x="524234" y="252458"/>
                  <a:pt x="544438" y="225940"/>
                </a:cubicBezTo>
                <a:cubicBezTo>
                  <a:pt x="476177" y="247138"/>
                  <a:pt x="411409" y="289865"/>
                  <a:pt x="336830" y="278809"/>
                </a:cubicBezTo>
                <a:cubicBezTo>
                  <a:pt x="289937" y="257113"/>
                  <a:pt x="248614" y="213720"/>
                  <a:pt x="243542" y="160768"/>
                </a:cubicBezTo>
                <a:cubicBezTo>
                  <a:pt x="247367" y="149214"/>
                  <a:pt x="248448" y="130760"/>
                  <a:pt x="264827" y="131674"/>
                </a:cubicBezTo>
                <a:cubicBezTo>
                  <a:pt x="319702" y="127601"/>
                  <a:pt x="371832" y="108647"/>
                  <a:pt x="425211" y="96594"/>
                </a:cubicBezTo>
                <a:cubicBezTo>
                  <a:pt x="505277" y="77641"/>
                  <a:pt x="582600" y="49461"/>
                  <a:pt x="661337" y="26102"/>
                </a:cubicBezTo>
                <a:moveTo>
                  <a:pt x="674307" y="1103931"/>
                </a:moveTo>
                <a:cubicBezTo>
                  <a:pt x="614362" y="1118893"/>
                  <a:pt x="551588" y="1125294"/>
                  <a:pt x="495716" y="1153391"/>
                </a:cubicBezTo>
                <a:cubicBezTo>
                  <a:pt x="557574" y="1149484"/>
                  <a:pt x="617188" y="1168188"/>
                  <a:pt x="677467" y="1177914"/>
                </a:cubicBezTo>
                <a:cubicBezTo>
                  <a:pt x="706234" y="1157631"/>
                  <a:pt x="729930" y="1131196"/>
                  <a:pt x="754374" y="1106175"/>
                </a:cubicBezTo>
                <a:cubicBezTo>
                  <a:pt x="731344" y="1085726"/>
                  <a:pt x="700414" y="1099857"/>
                  <a:pt x="674307" y="1103931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5E6E37E-9F59-2B0F-46EE-69DAB0492B19}"/>
              </a:ext>
            </a:extLst>
          </p:cNvPr>
          <p:cNvSpPr/>
          <p:nvPr/>
        </p:nvSpPr>
        <p:spPr>
          <a:xfrm>
            <a:off x="4779019" y="3824423"/>
            <a:ext cx="190664" cy="298438"/>
          </a:xfrm>
          <a:custGeom>
            <a:avLst/>
            <a:gdLst>
              <a:gd name="csX0" fmla="*/ 13985 w 190664"/>
              <a:gd name="csY0" fmla="*/ 28007 h 298438"/>
              <a:gd name="csX1" fmla="*/ 150339 w 190664"/>
              <a:gd name="csY1" fmla="*/ 26262 h 298438"/>
              <a:gd name="csX2" fmla="*/ 183348 w 190664"/>
              <a:gd name="csY2" fmla="*/ 94343 h 298438"/>
              <a:gd name="csX3" fmla="*/ 121988 w 190664"/>
              <a:gd name="csY3" fmla="*/ 181543 h 298438"/>
              <a:gd name="csX4" fmla="*/ 190664 w 190664"/>
              <a:gd name="csY4" fmla="*/ 183455 h 298438"/>
              <a:gd name="csX5" fmla="*/ 101119 w 190664"/>
              <a:gd name="csY5" fmla="*/ 289609 h 298438"/>
              <a:gd name="csX6" fmla="*/ 2095 w 190664"/>
              <a:gd name="csY6" fmla="*/ 207978 h 298438"/>
              <a:gd name="csX7" fmla="*/ 88398 w 190664"/>
              <a:gd name="csY7" fmla="*/ 118283 h 298438"/>
              <a:gd name="csX8" fmla="*/ 19721 w 190664"/>
              <a:gd name="csY8" fmla="*/ 90935 h 298438"/>
              <a:gd name="csX9" fmla="*/ 13985 w 190664"/>
              <a:gd name="csY9" fmla="*/ 28007 h 2984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90664" h="298438">
                <a:moveTo>
                  <a:pt x="13985" y="28007"/>
                </a:moveTo>
                <a:cubicBezTo>
                  <a:pt x="48905" y="-8236"/>
                  <a:pt x="114422" y="-9815"/>
                  <a:pt x="150339" y="26262"/>
                </a:cubicBezTo>
                <a:cubicBezTo>
                  <a:pt x="168132" y="43802"/>
                  <a:pt x="186839" y="68075"/>
                  <a:pt x="183348" y="94343"/>
                </a:cubicBezTo>
                <a:cubicBezTo>
                  <a:pt x="164224" y="124352"/>
                  <a:pt x="136538" y="148625"/>
                  <a:pt x="121988" y="181543"/>
                </a:cubicBezTo>
                <a:cubicBezTo>
                  <a:pt x="144519" y="187279"/>
                  <a:pt x="167800" y="187030"/>
                  <a:pt x="190664" y="183455"/>
                </a:cubicBezTo>
                <a:cubicBezTo>
                  <a:pt x="164724" y="221777"/>
                  <a:pt x="149009" y="272651"/>
                  <a:pt x="101119" y="289609"/>
                </a:cubicBezTo>
                <a:cubicBezTo>
                  <a:pt x="51814" y="322029"/>
                  <a:pt x="-12455" y="258436"/>
                  <a:pt x="2095" y="207978"/>
                </a:cubicBezTo>
                <a:cubicBezTo>
                  <a:pt x="30862" y="178135"/>
                  <a:pt x="66947" y="154860"/>
                  <a:pt x="88398" y="118283"/>
                </a:cubicBezTo>
                <a:cubicBezTo>
                  <a:pt x="65200" y="110469"/>
                  <a:pt x="36683" y="110885"/>
                  <a:pt x="19721" y="90935"/>
                </a:cubicBezTo>
                <a:cubicBezTo>
                  <a:pt x="4174" y="74475"/>
                  <a:pt x="-4805" y="45547"/>
                  <a:pt x="13985" y="28007"/>
                </a:cubicBezTo>
                <a:close/>
              </a:path>
            </a:pathLst>
          </a:custGeom>
          <a:grpFill/>
          <a:ln w="8308" cap="flat">
            <a:noFill/>
            <a:prstDash val="solid"/>
            <a:miter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弧形 12">
            <a:extLst>
              <a:ext uri="{FF2B5EF4-FFF2-40B4-BE49-F238E27FC236}">
                <a16:creationId xmlns:a16="http://schemas.microsoft.com/office/drawing/2014/main" id="{E3B45EA6-DA64-2CEA-C7D2-3EDCE88CE025}"/>
              </a:ext>
            </a:extLst>
          </p:cNvPr>
          <p:cNvSpPr/>
          <p:nvPr/>
        </p:nvSpPr>
        <p:spPr>
          <a:xfrm>
            <a:off x="3652108" y="985108"/>
            <a:ext cx="4887784" cy="4887784"/>
          </a:xfrm>
          <a:prstGeom prst="arc">
            <a:avLst>
              <a:gd name="adj1" fmla="val 1922915"/>
              <a:gd name="adj2" fmla="val 20921739"/>
            </a:avLst>
          </a:prstGeom>
          <a:ln w="635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Arc 12+">
            <a:extLst>
              <a:ext uri="{FF2B5EF4-FFF2-40B4-BE49-F238E27FC236}">
                <a16:creationId xmlns:a16="http://schemas.microsoft.com/office/drawing/2014/main" id="{8E4942DE-7A03-2E98-3A93-690A5C754C8B}"/>
              </a:ext>
            </a:extLst>
          </p:cNvPr>
          <p:cNvSpPr/>
          <p:nvPr/>
        </p:nvSpPr>
        <p:spPr>
          <a:xfrm>
            <a:off x="3067050" y="400050"/>
            <a:ext cx="6057900" cy="6057900"/>
          </a:xfrm>
          <a:prstGeom prst="arc">
            <a:avLst>
              <a:gd name="adj1" fmla="val 3600716"/>
              <a:gd name="adj2" fmla="val 12203539"/>
            </a:avLst>
          </a:prstGeom>
          <a:ln w="1016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Arc 12++">
            <a:extLst>
              <a:ext uri="{FF2B5EF4-FFF2-40B4-BE49-F238E27FC236}">
                <a16:creationId xmlns:a16="http://schemas.microsoft.com/office/drawing/2014/main" id="{19A7C068-A406-AFFA-76BC-16FC13024AF1}"/>
              </a:ext>
            </a:extLst>
          </p:cNvPr>
          <p:cNvSpPr/>
          <p:nvPr/>
        </p:nvSpPr>
        <p:spPr>
          <a:xfrm>
            <a:off x="2365829" y="-301171"/>
            <a:ext cx="7460342" cy="7460342"/>
          </a:xfrm>
          <a:prstGeom prst="arc">
            <a:avLst>
              <a:gd name="adj1" fmla="val 9606023"/>
              <a:gd name="adj2" fmla="val 12159905"/>
            </a:avLst>
          </a:prstGeom>
          <a:ln w="127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CA791A6C-EE1E-2683-3A8D-C70F5DE8AA8C}"/>
              </a:ext>
            </a:extLst>
          </p:cNvPr>
          <p:cNvSpPr/>
          <p:nvPr/>
        </p:nvSpPr>
        <p:spPr>
          <a:xfrm>
            <a:off x="4575916" y="1466437"/>
            <a:ext cx="307995" cy="872068"/>
          </a:xfrm>
          <a:custGeom>
            <a:avLst/>
            <a:gdLst>
              <a:gd name="connsiteX0" fmla="*/ 372617 w 380184"/>
              <a:gd name="connsiteY0" fmla="*/ 806419 h 1076464"/>
              <a:gd name="connsiteX1" fmla="*/ 374694 w 380184"/>
              <a:gd name="connsiteY1" fmla="*/ 890781 h 1076464"/>
              <a:gd name="connsiteX2" fmla="*/ 372617 w 380184"/>
              <a:gd name="connsiteY2" fmla="*/ 806419 h 1076464"/>
              <a:gd name="connsiteX3" fmla="*/ 370799 w 380184"/>
              <a:gd name="connsiteY3" fmla="*/ 751214 h 1076464"/>
              <a:gd name="connsiteX4" fmla="*/ 370885 w 380184"/>
              <a:gd name="connsiteY4" fmla="*/ 788592 h 1076464"/>
              <a:gd name="connsiteX5" fmla="*/ 370799 w 380184"/>
              <a:gd name="connsiteY5" fmla="*/ 751214 h 1076464"/>
              <a:gd name="connsiteX6" fmla="*/ 373051 w 380184"/>
              <a:gd name="connsiteY6" fmla="*/ 513789 h 1076464"/>
              <a:gd name="connsiteX7" fmla="*/ 372877 w 380184"/>
              <a:gd name="connsiteY7" fmla="*/ 743514 h 1076464"/>
              <a:gd name="connsiteX8" fmla="*/ 373051 w 380184"/>
              <a:gd name="connsiteY8" fmla="*/ 513789 h 1076464"/>
              <a:gd name="connsiteX9" fmla="*/ 373309 w 380184"/>
              <a:gd name="connsiteY9" fmla="*/ 374914 h 1076464"/>
              <a:gd name="connsiteX10" fmla="*/ 372963 w 380184"/>
              <a:gd name="connsiteY10" fmla="*/ 490598 h 1076464"/>
              <a:gd name="connsiteX11" fmla="*/ 373309 w 380184"/>
              <a:gd name="connsiteY11" fmla="*/ 374914 h 1076464"/>
              <a:gd name="connsiteX12" fmla="*/ 3495 w 380184"/>
              <a:gd name="connsiteY12" fmla="*/ 359600 h 1076464"/>
              <a:gd name="connsiteX13" fmla="*/ 12068 w 380184"/>
              <a:gd name="connsiteY13" fmla="*/ 361158 h 1076464"/>
              <a:gd name="connsiteX14" fmla="*/ 19864 w 380184"/>
              <a:gd name="connsiteY14" fmla="*/ 485927 h 1076464"/>
              <a:gd name="connsiteX15" fmla="*/ 18998 w 380184"/>
              <a:gd name="connsiteY15" fmla="*/ 617272 h 1076464"/>
              <a:gd name="connsiteX16" fmla="*/ 23675 w 380184"/>
              <a:gd name="connsiteY16" fmla="*/ 775529 h 1076464"/>
              <a:gd name="connsiteX17" fmla="*/ 13109 w 380184"/>
              <a:gd name="connsiteY17" fmla="*/ 834972 h 1076464"/>
              <a:gd name="connsiteX18" fmla="*/ 8864 w 380184"/>
              <a:gd name="connsiteY18" fmla="*/ 933956 h 1076464"/>
              <a:gd name="connsiteX19" fmla="*/ 8952 w 380184"/>
              <a:gd name="connsiteY19" fmla="*/ 800794 h 1076464"/>
              <a:gd name="connsiteX20" fmla="*/ 1502 w 380184"/>
              <a:gd name="connsiteY20" fmla="*/ 724478 h 1076464"/>
              <a:gd name="connsiteX21" fmla="*/ 7652 w 380184"/>
              <a:gd name="connsiteY21" fmla="*/ 593480 h 1076464"/>
              <a:gd name="connsiteX22" fmla="*/ 2022 w 380184"/>
              <a:gd name="connsiteY22" fmla="*/ 522009 h 1076464"/>
              <a:gd name="connsiteX23" fmla="*/ 3495 w 380184"/>
              <a:gd name="connsiteY23" fmla="*/ 359600 h 1076464"/>
              <a:gd name="connsiteX24" fmla="*/ 371665 w 380184"/>
              <a:gd name="connsiteY24" fmla="*/ 278005 h 1076464"/>
              <a:gd name="connsiteX25" fmla="*/ 372097 w 380184"/>
              <a:gd name="connsiteY25" fmla="*/ 360638 h 1076464"/>
              <a:gd name="connsiteX26" fmla="*/ 371665 w 380184"/>
              <a:gd name="connsiteY26" fmla="*/ 278005 h 1076464"/>
              <a:gd name="connsiteX27" fmla="*/ 369585 w 380184"/>
              <a:gd name="connsiteY27" fmla="*/ 192087 h 1076464"/>
              <a:gd name="connsiteX28" fmla="*/ 375908 w 380184"/>
              <a:gd name="connsiteY28" fmla="*/ 210171 h 1076464"/>
              <a:gd name="connsiteX29" fmla="*/ 369585 w 380184"/>
              <a:gd name="connsiteY29" fmla="*/ 192087 h 1076464"/>
              <a:gd name="connsiteX30" fmla="*/ 221052 w 380184"/>
              <a:gd name="connsiteY30" fmla="*/ 65931 h 1076464"/>
              <a:gd name="connsiteX31" fmla="*/ 221052 w 380184"/>
              <a:gd name="connsiteY31" fmla="*/ 73807 h 1076464"/>
              <a:gd name="connsiteX32" fmla="*/ 268687 w 380184"/>
              <a:gd name="connsiteY32" fmla="*/ 71471 h 1076464"/>
              <a:gd name="connsiteX33" fmla="*/ 324202 w 380184"/>
              <a:gd name="connsiteY33" fmla="*/ 75104 h 1076464"/>
              <a:gd name="connsiteX34" fmla="*/ 328879 w 380184"/>
              <a:gd name="connsiteY34" fmla="*/ 290641 h 1076464"/>
              <a:gd name="connsiteX35" fmla="*/ 325502 w 380184"/>
              <a:gd name="connsiteY35" fmla="*/ 618484 h 1076464"/>
              <a:gd name="connsiteX36" fmla="*/ 325070 w 380184"/>
              <a:gd name="connsiteY36" fmla="*/ 877976 h 1076464"/>
              <a:gd name="connsiteX37" fmla="*/ 332432 w 380184"/>
              <a:gd name="connsiteY37" fmla="*/ 1022820 h 1076464"/>
              <a:gd name="connsiteX38" fmla="*/ 348625 w 380184"/>
              <a:gd name="connsiteY38" fmla="*/ 1028357 h 1076464"/>
              <a:gd name="connsiteX39" fmla="*/ 373917 w 380184"/>
              <a:gd name="connsiteY39" fmla="*/ 929112 h 1076464"/>
              <a:gd name="connsiteX40" fmla="*/ 365428 w 380184"/>
              <a:gd name="connsiteY40" fmla="*/ 1066948 h 1076464"/>
              <a:gd name="connsiteX41" fmla="*/ 334421 w 380184"/>
              <a:gd name="connsiteY41" fmla="*/ 1073524 h 1076464"/>
              <a:gd name="connsiteX42" fmla="*/ 112879 w 380184"/>
              <a:gd name="connsiteY42" fmla="*/ 1076464 h 1076464"/>
              <a:gd name="connsiteX43" fmla="*/ 195071 w 380184"/>
              <a:gd name="connsiteY43" fmla="*/ 1063485 h 1076464"/>
              <a:gd name="connsiteX44" fmla="*/ 316494 w 380184"/>
              <a:gd name="connsiteY44" fmla="*/ 1056219 h 1076464"/>
              <a:gd name="connsiteX45" fmla="*/ 347933 w 380184"/>
              <a:gd name="connsiteY45" fmla="*/ 1043240 h 1076464"/>
              <a:gd name="connsiteX46" fmla="*/ 237248 w 380184"/>
              <a:gd name="connsiteY46" fmla="*/ 1025760 h 1076464"/>
              <a:gd name="connsiteX47" fmla="*/ 132453 w 380184"/>
              <a:gd name="connsiteY47" fmla="*/ 1023339 h 1076464"/>
              <a:gd name="connsiteX48" fmla="*/ 38657 w 380184"/>
              <a:gd name="connsiteY48" fmla="*/ 1012177 h 1076464"/>
              <a:gd name="connsiteX49" fmla="*/ 50956 w 380184"/>
              <a:gd name="connsiteY49" fmla="*/ 929892 h 1076464"/>
              <a:gd name="connsiteX50" fmla="*/ 53034 w 380184"/>
              <a:gd name="connsiteY50" fmla="*/ 811265 h 1076464"/>
              <a:gd name="connsiteX51" fmla="*/ 37099 w 380184"/>
              <a:gd name="connsiteY51" fmla="*/ 814639 h 1076464"/>
              <a:gd name="connsiteX52" fmla="*/ 52599 w 380184"/>
              <a:gd name="connsiteY52" fmla="*/ 794218 h 1076464"/>
              <a:gd name="connsiteX53" fmla="*/ 52341 w 380184"/>
              <a:gd name="connsiteY53" fmla="*/ 772932 h 1076464"/>
              <a:gd name="connsiteX54" fmla="*/ 35538 w 380184"/>
              <a:gd name="connsiteY54" fmla="*/ 772327 h 1076464"/>
              <a:gd name="connsiteX55" fmla="*/ 52253 w 380184"/>
              <a:gd name="connsiteY55" fmla="*/ 768434 h 1076464"/>
              <a:gd name="connsiteX56" fmla="*/ 53034 w 380184"/>
              <a:gd name="connsiteY56" fmla="*/ 724479 h 1076464"/>
              <a:gd name="connsiteX57" fmla="*/ 41429 w 380184"/>
              <a:gd name="connsiteY57" fmla="*/ 729758 h 1076464"/>
              <a:gd name="connsiteX58" fmla="*/ 49222 w 380184"/>
              <a:gd name="connsiteY58" fmla="*/ 558522 h 1076464"/>
              <a:gd name="connsiteX59" fmla="*/ 44026 w 380184"/>
              <a:gd name="connsiteY59" fmla="*/ 402862 h 1076464"/>
              <a:gd name="connsiteX60" fmla="*/ 50176 w 380184"/>
              <a:gd name="connsiteY60" fmla="*/ 318154 h 1076464"/>
              <a:gd name="connsiteX61" fmla="*/ 52426 w 380184"/>
              <a:gd name="connsiteY61" fmla="*/ 260528 h 1076464"/>
              <a:gd name="connsiteX62" fmla="*/ 11895 w 380184"/>
              <a:gd name="connsiteY62" fmla="*/ 343073 h 1076464"/>
              <a:gd name="connsiteX63" fmla="*/ 376 w 380184"/>
              <a:gd name="connsiteY63" fmla="*/ 308203 h 1076464"/>
              <a:gd name="connsiteX64" fmla="*/ 3407 w 380184"/>
              <a:gd name="connsiteY64" fmla="*/ 241407 h 1076464"/>
              <a:gd name="connsiteX65" fmla="*/ 9730 w 380184"/>
              <a:gd name="connsiteY65" fmla="*/ 96649 h 1076464"/>
              <a:gd name="connsiteX66" fmla="*/ 23326 w 380184"/>
              <a:gd name="connsiteY66" fmla="*/ 256461 h 1076464"/>
              <a:gd name="connsiteX67" fmla="*/ 51907 w 380184"/>
              <a:gd name="connsiteY67" fmla="*/ 258884 h 1076464"/>
              <a:gd name="connsiteX68" fmla="*/ 52168 w 380184"/>
              <a:gd name="connsiteY68" fmla="*/ 69306 h 1076464"/>
              <a:gd name="connsiteX69" fmla="*/ 126391 w 380184"/>
              <a:gd name="connsiteY69" fmla="*/ 67750 h 1076464"/>
              <a:gd name="connsiteX70" fmla="*/ 221052 w 380184"/>
              <a:gd name="connsiteY70" fmla="*/ 65931 h 1076464"/>
              <a:gd name="connsiteX71" fmla="*/ 218886 w 380184"/>
              <a:gd name="connsiteY71" fmla="*/ 0 h 1076464"/>
              <a:gd name="connsiteX72" fmla="*/ 321344 w 380184"/>
              <a:gd name="connsiteY72" fmla="*/ 15057 h 1076464"/>
              <a:gd name="connsiteX73" fmla="*/ 320739 w 380184"/>
              <a:gd name="connsiteY73" fmla="*/ 26217 h 1076464"/>
              <a:gd name="connsiteX74" fmla="*/ 194724 w 380184"/>
              <a:gd name="connsiteY74" fmla="*/ 21979 h 1076464"/>
              <a:gd name="connsiteX75" fmla="*/ 78756 w 380184"/>
              <a:gd name="connsiteY75" fmla="*/ 17046 h 1076464"/>
              <a:gd name="connsiteX76" fmla="*/ 195678 w 380184"/>
              <a:gd name="connsiteY76" fmla="*/ 4240 h 1076464"/>
              <a:gd name="connsiteX77" fmla="*/ 218886 w 380184"/>
              <a:gd name="connsiteY77" fmla="*/ 0 h 1076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80184" h="1076464">
                <a:moveTo>
                  <a:pt x="372617" y="806419"/>
                </a:moveTo>
                <a:cubicBezTo>
                  <a:pt x="375908" y="834282"/>
                  <a:pt x="379024" y="862661"/>
                  <a:pt x="374694" y="890781"/>
                </a:cubicBezTo>
                <a:cubicBezTo>
                  <a:pt x="362743" y="864046"/>
                  <a:pt x="369844" y="834194"/>
                  <a:pt x="372617" y="806419"/>
                </a:cubicBezTo>
                <a:close/>
                <a:moveTo>
                  <a:pt x="370799" y="751214"/>
                </a:moveTo>
                <a:cubicBezTo>
                  <a:pt x="382923" y="753376"/>
                  <a:pt x="382665" y="785825"/>
                  <a:pt x="370885" y="788592"/>
                </a:cubicBezTo>
                <a:cubicBezTo>
                  <a:pt x="364562" y="777603"/>
                  <a:pt x="364215" y="761769"/>
                  <a:pt x="370799" y="751214"/>
                </a:cubicBezTo>
                <a:close/>
                <a:moveTo>
                  <a:pt x="373051" y="513789"/>
                </a:moveTo>
                <a:cubicBezTo>
                  <a:pt x="379459" y="590105"/>
                  <a:pt x="378159" y="667027"/>
                  <a:pt x="372877" y="743514"/>
                </a:cubicBezTo>
                <a:cubicBezTo>
                  <a:pt x="366381" y="667198"/>
                  <a:pt x="365254" y="589931"/>
                  <a:pt x="373051" y="513789"/>
                </a:cubicBezTo>
                <a:close/>
                <a:moveTo>
                  <a:pt x="373309" y="374914"/>
                </a:moveTo>
                <a:cubicBezTo>
                  <a:pt x="379890" y="413070"/>
                  <a:pt x="377813" y="452180"/>
                  <a:pt x="372963" y="490598"/>
                </a:cubicBezTo>
                <a:cubicBezTo>
                  <a:pt x="367505" y="452353"/>
                  <a:pt x="364213" y="412727"/>
                  <a:pt x="373309" y="374914"/>
                </a:cubicBezTo>
                <a:close/>
                <a:moveTo>
                  <a:pt x="3495" y="359600"/>
                </a:moveTo>
                <a:cubicBezTo>
                  <a:pt x="5660" y="360031"/>
                  <a:pt x="9903" y="360812"/>
                  <a:pt x="12068" y="361158"/>
                </a:cubicBezTo>
                <a:cubicBezTo>
                  <a:pt x="32509" y="399834"/>
                  <a:pt x="15621" y="444481"/>
                  <a:pt x="19864" y="485927"/>
                </a:cubicBezTo>
                <a:cubicBezTo>
                  <a:pt x="24802" y="529623"/>
                  <a:pt x="12417" y="573405"/>
                  <a:pt x="18998" y="617272"/>
                </a:cubicBezTo>
                <a:cubicBezTo>
                  <a:pt x="26445" y="669793"/>
                  <a:pt x="21337" y="722835"/>
                  <a:pt x="23675" y="775529"/>
                </a:cubicBezTo>
                <a:cubicBezTo>
                  <a:pt x="29305" y="796293"/>
                  <a:pt x="17440" y="815071"/>
                  <a:pt x="13109" y="834972"/>
                </a:cubicBezTo>
                <a:cubicBezTo>
                  <a:pt x="8345" y="867679"/>
                  <a:pt x="13802" y="901076"/>
                  <a:pt x="8864" y="933956"/>
                </a:cubicBezTo>
                <a:cubicBezTo>
                  <a:pt x="3148" y="889655"/>
                  <a:pt x="9037" y="845096"/>
                  <a:pt x="8952" y="800794"/>
                </a:cubicBezTo>
                <a:cubicBezTo>
                  <a:pt x="9903" y="774921"/>
                  <a:pt x="-3606" y="750175"/>
                  <a:pt x="1502" y="724478"/>
                </a:cubicBezTo>
                <a:cubicBezTo>
                  <a:pt x="11117" y="681474"/>
                  <a:pt x="10425" y="637000"/>
                  <a:pt x="7652" y="593480"/>
                </a:cubicBezTo>
                <a:cubicBezTo>
                  <a:pt x="1071" y="570031"/>
                  <a:pt x="-1702" y="545977"/>
                  <a:pt x="2022" y="522009"/>
                </a:cubicBezTo>
                <a:cubicBezTo>
                  <a:pt x="2802" y="467842"/>
                  <a:pt x="2629" y="413764"/>
                  <a:pt x="3495" y="359600"/>
                </a:cubicBezTo>
                <a:close/>
                <a:moveTo>
                  <a:pt x="371665" y="278005"/>
                </a:moveTo>
                <a:cubicBezTo>
                  <a:pt x="379458" y="305002"/>
                  <a:pt x="377207" y="333208"/>
                  <a:pt x="372097" y="360638"/>
                </a:cubicBezTo>
                <a:cubicBezTo>
                  <a:pt x="368115" y="333208"/>
                  <a:pt x="366642" y="305260"/>
                  <a:pt x="371665" y="278005"/>
                </a:cubicBezTo>
                <a:close/>
                <a:moveTo>
                  <a:pt x="369585" y="192087"/>
                </a:moveTo>
                <a:cubicBezTo>
                  <a:pt x="381104" y="193384"/>
                  <a:pt x="383269" y="199355"/>
                  <a:pt x="375908" y="210171"/>
                </a:cubicBezTo>
                <a:cubicBezTo>
                  <a:pt x="364130" y="208613"/>
                  <a:pt x="362050" y="202557"/>
                  <a:pt x="369585" y="192087"/>
                </a:cubicBezTo>
                <a:close/>
                <a:moveTo>
                  <a:pt x="221052" y="65931"/>
                </a:moveTo>
                <a:lnTo>
                  <a:pt x="221052" y="73807"/>
                </a:lnTo>
                <a:cubicBezTo>
                  <a:pt x="236729" y="70432"/>
                  <a:pt x="253271" y="62644"/>
                  <a:pt x="268687" y="71471"/>
                </a:cubicBezTo>
                <a:cubicBezTo>
                  <a:pt x="286963" y="73546"/>
                  <a:pt x="307660" y="64722"/>
                  <a:pt x="324202" y="75104"/>
                </a:cubicBezTo>
                <a:cubicBezTo>
                  <a:pt x="326801" y="146921"/>
                  <a:pt x="322037" y="218909"/>
                  <a:pt x="328879" y="290641"/>
                </a:cubicBezTo>
                <a:cubicBezTo>
                  <a:pt x="317448" y="399749"/>
                  <a:pt x="338579" y="509288"/>
                  <a:pt x="325502" y="618484"/>
                </a:cubicBezTo>
                <a:cubicBezTo>
                  <a:pt x="330613" y="704665"/>
                  <a:pt x="331910" y="791622"/>
                  <a:pt x="325070" y="877976"/>
                </a:cubicBezTo>
                <a:cubicBezTo>
                  <a:pt x="332778" y="925910"/>
                  <a:pt x="325070" y="975056"/>
                  <a:pt x="332432" y="1022820"/>
                </a:cubicBezTo>
                <a:cubicBezTo>
                  <a:pt x="336413" y="1024202"/>
                  <a:pt x="344555" y="1026972"/>
                  <a:pt x="348625" y="1028357"/>
                </a:cubicBezTo>
                <a:cubicBezTo>
                  <a:pt x="357720" y="995392"/>
                  <a:pt x="368721" y="962943"/>
                  <a:pt x="373917" y="929112"/>
                </a:cubicBezTo>
                <a:cubicBezTo>
                  <a:pt x="371578" y="974971"/>
                  <a:pt x="376860" y="1021869"/>
                  <a:pt x="365428" y="1066948"/>
                </a:cubicBezTo>
                <a:cubicBezTo>
                  <a:pt x="357201" y="1075252"/>
                  <a:pt x="344902" y="1072573"/>
                  <a:pt x="334421" y="1073524"/>
                </a:cubicBezTo>
                <a:cubicBezTo>
                  <a:pt x="260547" y="1073870"/>
                  <a:pt x="186671" y="1069284"/>
                  <a:pt x="112879" y="1076464"/>
                </a:cubicBezTo>
                <a:cubicBezTo>
                  <a:pt x="137822" y="1062881"/>
                  <a:pt x="167617" y="1064785"/>
                  <a:pt x="195071" y="1063485"/>
                </a:cubicBezTo>
                <a:cubicBezTo>
                  <a:pt x="235775" y="1068764"/>
                  <a:pt x="275790" y="1057170"/>
                  <a:pt x="316494" y="1056219"/>
                </a:cubicBezTo>
                <a:cubicBezTo>
                  <a:pt x="328620" y="1056909"/>
                  <a:pt x="338840" y="1050248"/>
                  <a:pt x="347933" y="1043240"/>
                </a:cubicBezTo>
                <a:cubicBezTo>
                  <a:pt x="314502" y="1021435"/>
                  <a:pt x="273883" y="1034933"/>
                  <a:pt x="237248" y="1025760"/>
                </a:cubicBezTo>
                <a:cubicBezTo>
                  <a:pt x="202518" y="1018321"/>
                  <a:pt x="167268" y="1030434"/>
                  <a:pt x="132453" y="1023339"/>
                </a:cubicBezTo>
                <a:cubicBezTo>
                  <a:pt x="101621" y="1016244"/>
                  <a:pt x="66111" y="1030693"/>
                  <a:pt x="38657" y="1012177"/>
                </a:cubicBezTo>
                <a:cubicBezTo>
                  <a:pt x="43334" y="984661"/>
                  <a:pt x="44026" y="956801"/>
                  <a:pt x="50956" y="929892"/>
                </a:cubicBezTo>
                <a:cubicBezTo>
                  <a:pt x="54160" y="890348"/>
                  <a:pt x="50607" y="850721"/>
                  <a:pt x="53034" y="811265"/>
                </a:cubicBezTo>
                <a:lnTo>
                  <a:pt x="37099" y="814639"/>
                </a:lnTo>
                <a:cubicBezTo>
                  <a:pt x="42207" y="807632"/>
                  <a:pt x="47403" y="800794"/>
                  <a:pt x="52599" y="794218"/>
                </a:cubicBezTo>
                <a:cubicBezTo>
                  <a:pt x="52514" y="788854"/>
                  <a:pt x="52426" y="778211"/>
                  <a:pt x="52341" y="772932"/>
                </a:cubicBezTo>
                <a:lnTo>
                  <a:pt x="35538" y="772327"/>
                </a:lnTo>
                <a:cubicBezTo>
                  <a:pt x="39695" y="771377"/>
                  <a:pt x="48096" y="769384"/>
                  <a:pt x="52253" y="768434"/>
                </a:cubicBezTo>
                <a:cubicBezTo>
                  <a:pt x="52341" y="753638"/>
                  <a:pt x="52599" y="739016"/>
                  <a:pt x="53034" y="724479"/>
                </a:cubicBezTo>
                <a:lnTo>
                  <a:pt x="41429" y="729758"/>
                </a:lnTo>
                <a:cubicBezTo>
                  <a:pt x="52860" y="672909"/>
                  <a:pt x="35106" y="614936"/>
                  <a:pt x="49222" y="558522"/>
                </a:cubicBezTo>
                <a:cubicBezTo>
                  <a:pt x="52514" y="506694"/>
                  <a:pt x="57623" y="453393"/>
                  <a:pt x="44026" y="402862"/>
                </a:cubicBezTo>
                <a:cubicBezTo>
                  <a:pt x="41514" y="374395"/>
                  <a:pt x="42987" y="345670"/>
                  <a:pt x="50176" y="318154"/>
                </a:cubicBezTo>
                <a:cubicBezTo>
                  <a:pt x="50607" y="298772"/>
                  <a:pt x="51907" y="279563"/>
                  <a:pt x="52426" y="260528"/>
                </a:cubicBezTo>
                <a:cubicBezTo>
                  <a:pt x="2368" y="252569"/>
                  <a:pt x="28349" y="319885"/>
                  <a:pt x="11895" y="343073"/>
                </a:cubicBezTo>
                <a:cubicBezTo>
                  <a:pt x="-5427" y="341084"/>
                  <a:pt x="1676" y="319712"/>
                  <a:pt x="376" y="308203"/>
                </a:cubicBezTo>
                <a:cubicBezTo>
                  <a:pt x="2022" y="285881"/>
                  <a:pt x="4965" y="263644"/>
                  <a:pt x="3407" y="241407"/>
                </a:cubicBezTo>
                <a:cubicBezTo>
                  <a:pt x="5311" y="193039"/>
                  <a:pt x="-1962" y="144239"/>
                  <a:pt x="9730" y="96649"/>
                </a:cubicBezTo>
                <a:cubicBezTo>
                  <a:pt x="15706" y="149776"/>
                  <a:pt x="10942" y="203767"/>
                  <a:pt x="23326" y="256461"/>
                </a:cubicBezTo>
                <a:cubicBezTo>
                  <a:pt x="30515" y="257068"/>
                  <a:pt x="44806" y="258280"/>
                  <a:pt x="51907" y="258884"/>
                </a:cubicBezTo>
                <a:cubicBezTo>
                  <a:pt x="52426" y="195633"/>
                  <a:pt x="51995" y="132472"/>
                  <a:pt x="52168" y="69306"/>
                </a:cubicBezTo>
                <a:cubicBezTo>
                  <a:pt x="76937" y="67143"/>
                  <a:pt x="102053" y="73892"/>
                  <a:pt x="126391" y="67750"/>
                </a:cubicBezTo>
                <a:cubicBezTo>
                  <a:pt x="157741" y="58404"/>
                  <a:pt x="190394" y="78910"/>
                  <a:pt x="221052" y="65931"/>
                </a:cubicBezTo>
                <a:close/>
                <a:moveTo>
                  <a:pt x="218886" y="0"/>
                </a:moveTo>
                <a:cubicBezTo>
                  <a:pt x="252751" y="7183"/>
                  <a:pt x="288608" y="1470"/>
                  <a:pt x="321344" y="15057"/>
                </a:cubicBezTo>
                <a:lnTo>
                  <a:pt x="320739" y="26217"/>
                </a:lnTo>
                <a:cubicBezTo>
                  <a:pt x="278732" y="25354"/>
                  <a:pt x="236297" y="29418"/>
                  <a:pt x="194724" y="21979"/>
                </a:cubicBezTo>
                <a:cubicBezTo>
                  <a:pt x="156444" y="15315"/>
                  <a:pt x="117471" y="14883"/>
                  <a:pt x="78756" y="17046"/>
                </a:cubicBezTo>
                <a:cubicBezTo>
                  <a:pt x="114525" y="-9432"/>
                  <a:pt x="156790" y="16961"/>
                  <a:pt x="195678" y="4240"/>
                </a:cubicBezTo>
                <a:cubicBezTo>
                  <a:pt x="201479" y="3201"/>
                  <a:pt x="213086" y="1039"/>
                  <a:pt x="218886" y="0"/>
                </a:cubicBezTo>
                <a:close/>
              </a:path>
            </a:pathLst>
          </a:custGeom>
          <a:solidFill>
            <a:srgbClr val="FF0000"/>
          </a:solidFill>
          <a:ln w="331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2400" dirty="0">
              <a:cs typeface="+mn-ea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EE06D71-494D-87F3-D931-012048CB0F6B}"/>
              </a:ext>
            </a:extLst>
          </p:cNvPr>
          <p:cNvSpPr txBox="1"/>
          <p:nvPr/>
        </p:nvSpPr>
        <p:spPr>
          <a:xfrm>
            <a:off x="4664605" y="1619348"/>
            <a:ext cx="140642" cy="137963"/>
          </a:xfrm>
          <a:custGeom>
            <a:avLst/>
            <a:gdLst/>
            <a:ahLst/>
            <a:cxnLst/>
            <a:rect l="l" t="t" r="r" b="b"/>
            <a:pathLst>
              <a:path w="140642" h="137963">
                <a:moveTo>
                  <a:pt x="52834" y="31402"/>
                </a:moveTo>
                <a:lnTo>
                  <a:pt x="55512" y="31402"/>
                </a:lnTo>
                <a:lnTo>
                  <a:pt x="55512" y="32295"/>
                </a:lnTo>
                <a:lnTo>
                  <a:pt x="61763" y="32295"/>
                </a:lnTo>
                <a:lnTo>
                  <a:pt x="61763" y="33188"/>
                </a:lnTo>
                <a:lnTo>
                  <a:pt x="62656" y="33188"/>
                </a:lnTo>
                <a:lnTo>
                  <a:pt x="62656" y="32295"/>
                </a:lnTo>
                <a:lnTo>
                  <a:pt x="65335" y="32295"/>
                </a:lnTo>
                <a:lnTo>
                  <a:pt x="65335" y="33188"/>
                </a:lnTo>
                <a:lnTo>
                  <a:pt x="73521" y="33188"/>
                </a:lnTo>
                <a:lnTo>
                  <a:pt x="73521" y="34081"/>
                </a:lnTo>
                <a:lnTo>
                  <a:pt x="72628" y="34081"/>
                </a:lnTo>
                <a:lnTo>
                  <a:pt x="72628" y="34974"/>
                </a:lnTo>
                <a:lnTo>
                  <a:pt x="71735" y="34974"/>
                </a:lnTo>
                <a:lnTo>
                  <a:pt x="71735" y="35867"/>
                </a:lnTo>
                <a:lnTo>
                  <a:pt x="70842" y="35867"/>
                </a:lnTo>
                <a:lnTo>
                  <a:pt x="70842" y="36760"/>
                </a:lnTo>
                <a:lnTo>
                  <a:pt x="67121" y="36760"/>
                </a:lnTo>
                <a:lnTo>
                  <a:pt x="67121" y="35867"/>
                </a:lnTo>
                <a:lnTo>
                  <a:pt x="65335" y="35867"/>
                </a:lnTo>
                <a:lnTo>
                  <a:pt x="65335" y="36760"/>
                </a:lnTo>
                <a:lnTo>
                  <a:pt x="63549" y="36760"/>
                </a:lnTo>
                <a:lnTo>
                  <a:pt x="63549" y="35867"/>
                </a:lnTo>
                <a:lnTo>
                  <a:pt x="53726" y="35867"/>
                </a:lnTo>
                <a:lnTo>
                  <a:pt x="53726" y="36760"/>
                </a:lnTo>
                <a:lnTo>
                  <a:pt x="52834" y="36760"/>
                </a:lnTo>
                <a:lnTo>
                  <a:pt x="52834" y="35867"/>
                </a:lnTo>
                <a:lnTo>
                  <a:pt x="51941" y="35867"/>
                </a:lnTo>
                <a:lnTo>
                  <a:pt x="51941" y="34974"/>
                </a:lnTo>
                <a:lnTo>
                  <a:pt x="49262" y="34974"/>
                </a:lnTo>
                <a:lnTo>
                  <a:pt x="49262" y="35867"/>
                </a:lnTo>
                <a:lnTo>
                  <a:pt x="43011" y="35867"/>
                </a:lnTo>
                <a:lnTo>
                  <a:pt x="43011" y="34974"/>
                </a:lnTo>
                <a:lnTo>
                  <a:pt x="42118" y="34974"/>
                </a:lnTo>
                <a:lnTo>
                  <a:pt x="42118" y="33188"/>
                </a:lnTo>
                <a:lnTo>
                  <a:pt x="51048" y="33188"/>
                </a:lnTo>
                <a:lnTo>
                  <a:pt x="51048" y="32295"/>
                </a:lnTo>
                <a:lnTo>
                  <a:pt x="52834" y="32295"/>
                </a:lnTo>
                <a:close/>
                <a:moveTo>
                  <a:pt x="120997" y="21431"/>
                </a:moveTo>
                <a:lnTo>
                  <a:pt x="124569" y="21431"/>
                </a:lnTo>
                <a:lnTo>
                  <a:pt x="124569" y="22324"/>
                </a:lnTo>
                <a:lnTo>
                  <a:pt x="127248" y="22324"/>
                </a:lnTo>
                <a:lnTo>
                  <a:pt x="127248" y="23366"/>
                </a:lnTo>
                <a:lnTo>
                  <a:pt x="128141" y="23366"/>
                </a:lnTo>
                <a:lnTo>
                  <a:pt x="128141" y="24259"/>
                </a:lnTo>
                <a:lnTo>
                  <a:pt x="129034" y="24259"/>
                </a:lnTo>
                <a:lnTo>
                  <a:pt x="129034" y="25152"/>
                </a:lnTo>
                <a:lnTo>
                  <a:pt x="129926" y="25152"/>
                </a:lnTo>
                <a:lnTo>
                  <a:pt x="129926" y="26045"/>
                </a:lnTo>
                <a:lnTo>
                  <a:pt x="130819" y="26045"/>
                </a:lnTo>
                <a:lnTo>
                  <a:pt x="130819" y="27831"/>
                </a:lnTo>
                <a:lnTo>
                  <a:pt x="131712" y="27831"/>
                </a:lnTo>
                <a:lnTo>
                  <a:pt x="131712" y="28724"/>
                </a:lnTo>
                <a:lnTo>
                  <a:pt x="132605" y="28724"/>
                </a:lnTo>
                <a:lnTo>
                  <a:pt x="132605" y="29617"/>
                </a:lnTo>
                <a:lnTo>
                  <a:pt x="133498" y="29617"/>
                </a:lnTo>
                <a:lnTo>
                  <a:pt x="133498" y="30509"/>
                </a:lnTo>
                <a:lnTo>
                  <a:pt x="135284" y="30509"/>
                </a:lnTo>
                <a:lnTo>
                  <a:pt x="135284" y="31402"/>
                </a:lnTo>
                <a:lnTo>
                  <a:pt x="136177" y="31402"/>
                </a:lnTo>
                <a:lnTo>
                  <a:pt x="136177" y="34974"/>
                </a:lnTo>
                <a:lnTo>
                  <a:pt x="135284" y="34974"/>
                </a:lnTo>
                <a:lnTo>
                  <a:pt x="135284" y="35867"/>
                </a:lnTo>
                <a:lnTo>
                  <a:pt x="129926" y="35867"/>
                </a:lnTo>
                <a:lnTo>
                  <a:pt x="129926" y="37653"/>
                </a:lnTo>
                <a:lnTo>
                  <a:pt x="129034" y="37653"/>
                </a:lnTo>
                <a:lnTo>
                  <a:pt x="129034" y="38546"/>
                </a:lnTo>
                <a:lnTo>
                  <a:pt x="125462" y="38546"/>
                </a:lnTo>
                <a:lnTo>
                  <a:pt x="125462" y="36760"/>
                </a:lnTo>
                <a:lnTo>
                  <a:pt x="122783" y="36760"/>
                </a:lnTo>
                <a:lnTo>
                  <a:pt x="122783" y="37653"/>
                </a:lnTo>
                <a:lnTo>
                  <a:pt x="120997" y="37653"/>
                </a:lnTo>
                <a:lnTo>
                  <a:pt x="120997" y="36760"/>
                </a:lnTo>
                <a:lnTo>
                  <a:pt x="115639" y="36760"/>
                </a:lnTo>
                <a:lnTo>
                  <a:pt x="115639" y="35867"/>
                </a:lnTo>
                <a:lnTo>
                  <a:pt x="111918" y="35867"/>
                </a:lnTo>
                <a:lnTo>
                  <a:pt x="111918" y="36760"/>
                </a:lnTo>
                <a:lnTo>
                  <a:pt x="110132" y="36760"/>
                </a:lnTo>
                <a:lnTo>
                  <a:pt x="110132" y="37653"/>
                </a:lnTo>
                <a:lnTo>
                  <a:pt x="107453" y="37653"/>
                </a:lnTo>
                <a:lnTo>
                  <a:pt x="107453" y="36760"/>
                </a:lnTo>
                <a:lnTo>
                  <a:pt x="102989" y="36760"/>
                </a:lnTo>
                <a:lnTo>
                  <a:pt x="102989" y="35867"/>
                </a:lnTo>
                <a:lnTo>
                  <a:pt x="100310" y="35867"/>
                </a:lnTo>
                <a:lnTo>
                  <a:pt x="100310" y="34974"/>
                </a:lnTo>
                <a:lnTo>
                  <a:pt x="97631" y="34974"/>
                </a:lnTo>
                <a:lnTo>
                  <a:pt x="97631" y="35867"/>
                </a:lnTo>
                <a:lnTo>
                  <a:pt x="94952" y="35867"/>
                </a:lnTo>
                <a:lnTo>
                  <a:pt x="94952" y="36760"/>
                </a:lnTo>
                <a:lnTo>
                  <a:pt x="91380" y="36760"/>
                </a:lnTo>
                <a:lnTo>
                  <a:pt x="91380" y="35867"/>
                </a:lnTo>
                <a:lnTo>
                  <a:pt x="90487" y="35867"/>
                </a:lnTo>
                <a:lnTo>
                  <a:pt x="90487" y="34974"/>
                </a:lnTo>
                <a:lnTo>
                  <a:pt x="89594" y="34974"/>
                </a:lnTo>
                <a:lnTo>
                  <a:pt x="89594" y="34081"/>
                </a:lnTo>
                <a:lnTo>
                  <a:pt x="90487" y="34081"/>
                </a:lnTo>
                <a:lnTo>
                  <a:pt x="90487" y="33188"/>
                </a:lnTo>
                <a:lnTo>
                  <a:pt x="95845" y="33188"/>
                </a:lnTo>
                <a:lnTo>
                  <a:pt x="95845" y="32295"/>
                </a:lnTo>
                <a:lnTo>
                  <a:pt x="100310" y="32295"/>
                </a:lnTo>
                <a:lnTo>
                  <a:pt x="100310" y="33188"/>
                </a:lnTo>
                <a:lnTo>
                  <a:pt x="103882" y="33188"/>
                </a:lnTo>
                <a:lnTo>
                  <a:pt x="103882" y="32295"/>
                </a:lnTo>
                <a:lnTo>
                  <a:pt x="105667" y="32295"/>
                </a:lnTo>
                <a:lnTo>
                  <a:pt x="105667" y="33188"/>
                </a:lnTo>
                <a:lnTo>
                  <a:pt x="109239" y="33188"/>
                </a:lnTo>
                <a:lnTo>
                  <a:pt x="109239" y="32295"/>
                </a:lnTo>
                <a:lnTo>
                  <a:pt x="111025" y="32295"/>
                </a:lnTo>
                <a:lnTo>
                  <a:pt x="111025" y="31402"/>
                </a:lnTo>
                <a:lnTo>
                  <a:pt x="111918" y="31402"/>
                </a:lnTo>
                <a:lnTo>
                  <a:pt x="111918" y="29617"/>
                </a:lnTo>
                <a:lnTo>
                  <a:pt x="112811" y="29617"/>
                </a:lnTo>
                <a:lnTo>
                  <a:pt x="112811" y="28724"/>
                </a:lnTo>
                <a:lnTo>
                  <a:pt x="115639" y="28724"/>
                </a:lnTo>
                <a:lnTo>
                  <a:pt x="115639" y="27831"/>
                </a:lnTo>
                <a:lnTo>
                  <a:pt x="116532" y="27831"/>
                </a:lnTo>
                <a:lnTo>
                  <a:pt x="116532" y="25152"/>
                </a:lnTo>
                <a:lnTo>
                  <a:pt x="117425" y="25152"/>
                </a:lnTo>
                <a:lnTo>
                  <a:pt x="117425" y="24259"/>
                </a:lnTo>
                <a:lnTo>
                  <a:pt x="118318" y="24259"/>
                </a:lnTo>
                <a:lnTo>
                  <a:pt x="118318" y="23366"/>
                </a:lnTo>
                <a:lnTo>
                  <a:pt x="119211" y="23366"/>
                </a:lnTo>
                <a:lnTo>
                  <a:pt x="119211" y="22324"/>
                </a:lnTo>
                <a:lnTo>
                  <a:pt x="120997" y="22324"/>
                </a:lnTo>
                <a:close/>
                <a:moveTo>
                  <a:pt x="37653" y="893"/>
                </a:moveTo>
                <a:lnTo>
                  <a:pt x="44797" y="893"/>
                </a:lnTo>
                <a:lnTo>
                  <a:pt x="44797" y="1786"/>
                </a:lnTo>
                <a:lnTo>
                  <a:pt x="45690" y="1786"/>
                </a:lnTo>
                <a:lnTo>
                  <a:pt x="45690" y="2679"/>
                </a:lnTo>
                <a:lnTo>
                  <a:pt x="46583" y="2679"/>
                </a:lnTo>
                <a:lnTo>
                  <a:pt x="46583" y="3572"/>
                </a:lnTo>
                <a:lnTo>
                  <a:pt x="47476" y="3572"/>
                </a:lnTo>
                <a:lnTo>
                  <a:pt x="47476" y="4465"/>
                </a:lnTo>
                <a:lnTo>
                  <a:pt x="48369" y="4465"/>
                </a:lnTo>
                <a:lnTo>
                  <a:pt x="48369" y="5358"/>
                </a:lnTo>
                <a:lnTo>
                  <a:pt x="49262" y="5358"/>
                </a:lnTo>
                <a:lnTo>
                  <a:pt x="49262" y="6251"/>
                </a:lnTo>
                <a:lnTo>
                  <a:pt x="50155" y="6251"/>
                </a:lnTo>
                <a:lnTo>
                  <a:pt x="50155" y="7143"/>
                </a:lnTo>
                <a:lnTo>
                  <a:pt x="51048" y="7143"/>
                </a:lnTo>
                <a:lnTo>
                  <a:pt x="51048" y="8036"/>
                </a:lnTo>
                <a:lnTo>
                  <a:pt x="51941" y="8036"/>
                </a:lnTo>
                <a:lnTo>
                  <a:pt x="51941" y="8929"/>
                </a:lnTo>
                <a:lnTo>
                  <a:pt x="52834" y="8929"/>
                </a:lnTo>
                <a:lnTo>
                  <a:pt x="52834" y="14287"/>
                </a:lnTo>
                <a:lnTo>
                  <a:pt x="51941" y="14287"/>
                </a:lnTo>
                <a:lnTo>
                  <a:pt x="51941" y="15180"/>
                </a:lnTo>
                <a:lnTo>
                  <a:pt x="51048" y="15180"/>
                </a:lnTo>
                <a:lnTo>
                  <a:pt x="51048" y="16073"/>
                </a:lnTo>
                <a:lnTo>
                  <a:pt x="50155" y="16073"/>
                </a:lnTo>
                <a:lnTo>
                  <a:pt x="50155" y="16966"/>
                </a:lnTo>
                <a:lnTo>
                  <a:pt x="49262" y="16966"/>
                </a:lnTo>
                <a:lnTo>
                  <a:pt x="49262" y="17859"/>
                </a:lnTo>
                <a:lnTo>
                  <a:pt x="48369" y="17859"/>
                </a:lnTo>
                <a:lnTo>
                  <a:pt x="48369" y="18752"/>
                </a:lnTo>
                <a:lnTo>
                  <a:pt x="47476" y="18752"/>
                </a:lnTo>
                <a:lnTo>
                  <a:pt x="47476" y="19645"/>
                </a:lnTo>
                <a:lnTo>
                  <a:pt x="46583" y="19645"/>
                </a:lnTo>
                <a:lnTo>
                  <a:pt x="46583" y="20538"/>
                </a:lnTo>
                <a:lnTo>
                  <a:pt x="45690" y="20538"/>
                </a:lnTo>
                <a:lnTo>
                  <a:pt x="45690" y="21431"/>
                </a:lnTo>
                <a:lnTo>
                  <a:pt x="44797" y="21431"/>
                </a:lnTo>
                <a:lnTo>
                  <a:pt x="44797" y="22324"/>
                </a:lnTo>
                <a:lnTo>
                  <a:pt x="43011" y="22324"/>
                </a:lnTo>
                <a:lnTo>
                  <a:pt x="43011" y="23366"/>
                </a:lnTo>
                <a:lnTo>
                  <a:pt x="42118" y="23366"/>
                </a:lnTo>
                <a:lnTo>
                  <a:pt x="42118" y="25152"/>
                </a:lnTo>
                <a:lnTo>
                  <a:pt x="41225" y="25152"/>
                </a:lnTo>
                <a:lnTo>
                  <a:pt x="41225" y="27831"/>
                </a:lnTo>
                <a:lnTo>
                  <a:pt x="40332" y="27831"/>
                </a:lnTo>
                <a:lnTo>
                  <a:pt x="40332" y="29617"/>
                </a:lnTo>
                <a:lnTo>
                  <a:pt x="39439" y="29617"/>
                </a:lnTo>
                <a:lnTo>
                  <a:pt x="39439" y="30509"/>
                </a:lnTo>
                <a:lnTo>
                  <a:pt x="38546" y="30509"/>
                </a:lnTo>
                <a:lnTo>
                  <a:pt x="38546" y="31402"/>
                </a:lnTo>
                <a:lnTo>
                  <a:pt x="37653" y="31402"/>
                </a:lnTo>
                <a:lnTo>
                  <a:pt x="37653" y="32295"/>
                </a:lnTo>
                <a:lnTo>
                  <a:pt x="36760" y="32295"/>
                </a:lnTo>
                <a:lnTo>
                  <a:pt x="36760" y="34081"/>
                </a:lnTo>
                <a:lnTo>
                  <a:pt x="35867" y="34081"/>
                </a:lnTo>
                <a:lnTo>
                  <a:pt x="35867" y="36760"/>
                </a:lnTo>
                <a:lnTo>
                  <a:pt x="36760" y="36760"/>
                </a:lnTo>
                <a:lnTo>
                  <a:pt x="36760" y="37653"/>
                </a:lnTo>
                <a:lnTo>
                  <a:pt x="37653" y="37653"/>
                </a:lnTo>
                <a:lnTo>
                  <a:pt x="37653" y="38546"/>
                </a:lnTo>
                <a:lnTo>
                  <a:pt x="38546" y="38546"/>
                </a:lnTo>
                <a:lnTo>
                  <a:pt x="38546" y="43904"/>
                </a:lnTo>
                <a:lnTo>
                  <a:pt x="37653" y="43904"/>
                </a:lnTo>
                <a:lnTo>
                  <a:pt x="37653" y="46583"/>
                </a:lnTo>
                <a:lnTo>
                  <a:pt x="36760" y="46583"/>
                </a:lnTo>
                <a:lnTo>
                  <a:pt x="36760" y="48369"/>
                </a:lnTo>
                <a:lnTo>
                  <a:pt x="35867" y="48369"/>
                </a:lnTo>
                <a:lnTo>
                  <a:pt x="35867" y="51048"/>
                </a:lnTo>
                <a:lnTo>
                  <a:pt x="36760" y="51048"/>
                </a:lnTo>
                <a:lnTo>
                  <a:pt x="36760" y="53727"/>
                </a:lnTo>
                <a:lnTo>
                  <a:pt x="35867" y="53727"/>
                </a:lnTo>
                <a:lnTo>
                  <a:pt x="35867" y="56406"/>
                </a:lnTo>
                <a:lnTo>
                  <a:pt x="34974" y="56406"/>
                </a:lnTo>
                <a:lnTo>
                  <a:pt x="34974" y="60870"/>
                </a:lnTo>
                <a:lnTo>
                  <a:pt x="35867" y="60870"/>
                </a:lnTo>
                <a:lnTo>
                  <a:pt x="35867" y="63549"/>
                </a:lnTo>
                <a:lnTo>
                  <a:pt x="36760" y="63549"/>
                </a:lnTo>
                <a:lnTo>
                  <a:pt x="36760" y="70842"/>
                </a:lnTo>
                <a:lnTo>
                  <a:pt x="35867" y="70842"/>
                </a:lnTo>
                <a:lnTo>
                  <a:pt x="35867" y="89594"/>
                </a:lnTo>
                <a:lnTo>
                  <a:pt x="36760" y="89594"/>
                </a:lnTo>
                <a:lnTo>
                  <a:pt x="36760" y="92273"/>
                </a:lnTo>
                <a:lnTo>
                  <a:pt x="37653" y="92273"/>
                </a:lnTo>
                <a:lnTo>
                  <a:pt x="37653" y="94952"/>
                </a:lnTo>
                <a:lnTo>
                  <a:pt x="36760" y="94952"/>
                </a:lnTo>
                <a:lnTo>
                  <a:pt x="36760" y="102989"/>
                </a:lnTo>
                <a:lnTo>
                  <a:pt x="37653" y="102989"/>
                </a:lnTo>
                <a:lnTo>
                  <a:pt x="37653" y="106561"/>
                </a:lnTo>
                <a:lnTo>
                  <a:pt x="38546" y="106561"/>
                </a:lnTo>
                <a:lnTo>
                  <a:pt x="38546" y="107454"/>
                </a:lnTo>
                <a:lnTo>
                  <a:pt x="39439" y="107454"/>
                </a:lnTo>
                <a:lnTo>
                  <a:pt x="39439" y="108347"/>
                </a:lnTo>
                <a:lnTo>
                  <a:pt x="40332" y="108347"/>
                </a:lnTo>
                <a:lnTo>
                  <a:pt x="40332" y="111026"/>
                </a:lnTo>
                <a:lnTo>
                  <a:pt x="38546" y="111026"/>
                </a:lnTo>
                <a:lnTo>
                  <a:pt x="38546" y="111918"/>
                </a:lnTo>
                <a:lnTo>
                  <a:pt x="37653" y="111918"/>
                </a:lnTo>
                <a:lnTo>
                  <a:pt x="37653" y="124569"/>
                </a:lnTo>
                <a:lnTo>
                  <a:pt x="36760" y="124569"/>
                </a:lnTo>
                <a:lnTo>
                  <a:pt x="36760" y="126355"/>
                </a:lnTo>
                <a:lnTo>
                  <a:pt x="37653" y="126355"/>
                </a:lnTo>
                <a:lnTo>
                  <a:pt x="37653" y="130820"/>
                </a:lnTo>
                <a:lnTo>
                  <a:pt x="38546" y="130820"/>
                </a:lnTo>
                <a:lnTo>
                  <a:pt x="38546" y="134392"/>
                </a:lnTo>
                <a:lnTo>
                  <a:pt x="37653" y="134392"/>
                </a:lnTo>
                <a:lnTo>
                  <a:pt x="37653" y="135285"/>
                </a:lnTo>
                <a:lnTo>
                  <a:pt x="35867" y="135285"/>
                </a:lnTo>
                <a:lnTo>
                  <a:pt x="35867" y="136177"/>
                </a:lnTo>
                <a:lnTo>
                  <a:pt x="34081" y="136177"/>
                </a:lnTo>
                <a:lnTo>
                  <a:pt x="34081" y="137070"/>
                </a:lnTo>
                <a:lnTo>
                  <a:pt x="31402" y="137070"/>
                </a:lnTo>
                <a:lnTo>
                  <a:pt x="31402" y="137963"/>
                </a:lnTo>
                <a:lnTo>
                  <a:pt x="28723" y="137963"/>
                </a:lnTo>
                <a:lnTo>
                  <a:pt x="28723" y="137070"/>
                </a:lnTo>
                <a:lnTo>
                  <a:pt x="25151" y="137070"/>
                </a:lnTo>
                <a:lnTo>
                  <a:pt x="25151" y="136177"/>
                </a:lnTo>
                <a:lnTo>
                  <a:pt x="24259" y="136177"/>
                </a:lnTo>
                <a:lnTo>
                  <a:pt x="24259" y="135285"/>
                </a:lnTo>
                <a:lnTo>
                  <a:pt x="22324" y="135285"/>
                </a:lnTo>
                <a:lnTo>
                  <a:pt x="22324" y="133499"/>
                </a:lnTo>
                <a:lnTo>
                  <a:pt x="21431" y="133499"/>
                </a:lnTo>
                <a:lnTo>
                  <a:pt x="21431" y="129034"/>
                </a:lnTo>
                <a:lnTo>
                  <a:pt x="22324" y="129034"/>
                </a:lnTo>
                <a:lnTo>
                  <a:pt x="22324" y="121890"/>
                </a:lnTo>
                <a:lnTo>
                  <a:pt x="23366" y="121890"/>
                </a:lnTo>
                <a:lnTo>
                  <a:pt x="23366" y="120104"/>
                </a:lnTo>
                <a:lnTo>
                  <a:pt x="24259" y="120104"/>
                </a:lnTo>
                <a:lnTo>
                  <a:pt x="24259" y="119211"/>
                </a:lnTo>
                <a:lnTo>
                  <a:pt x="25151" y="119211"/>
                </a:lnTo>
                <a:lnTo>
                  <a:pt x="25151" y="114597"/>
                </a:lnTo>
                <a:lnTo>
                  <a:pt x="24259" y="114597"/>
                </a:lnTo>
                <a:lnTo>
                  <a:pt x="24259" y="111918"/>
                </a:lnTo>
                <a:lnTo>
                  <a:pt x="25151" y="111918"/>
                </a:lnTo>
                <a:lnTo>
                  <a:pt x="25151" y="107454"/>
                </a:lnTo>
                <a:lnTo>
                  <a:pt x="24259" y="107454"/>
                </a:lnTo>
                <a:lnTo>
                  <a:pt x="24259" y="100310"/>
                </a:lnTo>
                <a:lnTo>
                  <a:pt x="23366" y="100310"/>
                </a:lnTo>
                <a:lnTo>
                  <a:pt x="23366" y="98524"/>
                </a:lnTo>
                <a:lnTo>
                  <a:pt x="24259" y="98524"/>
                </a:lnTo>
                <a:lnTo>
                  <a:pt x="24259" y="96738"/>
                </a:lnTo>
                <a:lnTo>
                  <a:pt x="25151" y="96738"/>
                </a:lnTo>
                <a:lnTo>
                  <a:pt x="25151" y="94059"/>
                </a:lnTo>
                <a:lnTo>
                  <a:pt x="26044" y="94059"/>
                </a:lnTo>
                <a:lnTo>
                  <a:pt x="26044" y="91380"/>
                </a:lnTo>
                <a:lnTo>
                  <a:pt x="25151" y="91380"/>
                </a:lnTo>
                <a:lnTo>
                  <a:pt x="25151" y="71735"/>
                </a:lnTo>
                <a:lnTo>
                  <a:pt x="24259" y="71735"/>
                </a:lnTo>
                <a:lnTo>
                  <a:pt x="24259" y="68014"/>
                </a:lnTo>
                <a:lnTo>
                  <a:pt x="25151" y="68014"/>
                </a:lnTo>
                <a:lnTo>
                  <a:pt x="25151" y="67121"/>
                </a:lnTo>
                <a:lnTo>
                  <a:pt x="24259" y="67121"/>
                </a:lnTo>
                <a:lnTo>
                  <a:pt x="24259" y="65335"/>
                </a:lnTo>
                <a:lnTo>
                  <a:pt x="25151" y="65335"/>
                </a:lnTo>
                <a:lnTo>
                  <a:pt x="25151" y="59084"/>
                </a:lnTo>
                <a:lnTo>
                  <a:pt x="26044" y="59084"/>
                </a:lnTo>
                <a:lnTo>
                  <a:pt x="26044" y="53727"/>
                </a:lnTo>
                <a:lnTo>
                  <a:pt x="26937" y="53727"/>
                </a:lnTo>
                <a:lnTo>
                  <a:pt x="26937" y="52834"/>
                </a:lnTo>
                <a:lnTo>
                  <a:pt x="23366" y="52834"/>
                </a:lnTo>
                <a:lnTo>
                  <a:pt x="23366" y="53727"/>
                </a:lnTo>
                <a:lnTo>
                  <a:pt x="22324" y="53727"/>
                </a:lnTo>
                <a:lnTo>
                  <a:pt x="22324" y="54620"/>
                </a:lnTo>
                <a:lnTo>
                  <a:pt x="20538" y="54620"/>
                </a:lnTo>
                <a:lnTo>
                  <a:pt x="20538" y="56406"/>
                </a:lnTo>
                <a:lnTo>
                  <a:pt x="19645" y="56406"/>
                </a:lnTo>
                <a:lnTo>
                  <a:pt x="19645" y="59084"/>
                </a:lnTo>
                <a:lnTo>
                  <a:pt x="18752" y="59084"/>
                </a:lnTo>
                <a:lnTo>
                  <a:pt x="18752" y="59977"/>
                </a:lnTo>
                <a:lnTo>
                  <a:pt x="16966" y="59977"/>
                </a:lnTo>
                <a:lnTo>
                  <a:pt x="16966" y="60870"/>
                </a:lnTo>
                <a:lnTo>
                  <a:pt x="15180" y="60870"/>
                </a:lnTo>
                <a:lnTo>
                  <a:pt x="15180" y="62656"/>
                </a:lnTo>
                <a:lnTo>
                  <a:pt x="14287" y="62656"/>
                </a:lnTo>
                <a:lnTo>
                  <a:pt x="14287" y="63549"/>
                </a:lnTo>
                <a:lnTo>
                  <a:pt x="13394" y="63549"/>
                </a:lnTo>
                <a:lnTo>
                  <a:pt x="13394" y="65335"/>
                </a:lnTo>
                <a:lnTo>
                  <a:pt x="12501" y="65335"/>
                </a:lnTo>
                <a:lnTo>
                  <a:pt x="12501" y="66228"/>
                </a:lnTo>
                <a:lnTo>
                  <a:pt x="11608" y="66228"/>
                </a:lnTo>
                <a:lnTo>
                  <a:pt x="11608" y="68014"/>
                </a:lnTo>
                <a:lnTo>
                  <a:pt x="10715" y="68014"/>
                </a:lnTo>
                <a:lnTo>
                  <a:pt x="10715" y="68907"/>
                </a:lnTo>
                <a:lnTo>
                  <a:pt x="9822" y="68907"/>
                </a:lnTo>
                <a:lnTo>
                  <a:pt x="9822" y="70842"/>
                </a:lnTo>
                <a:lnTo>
                  <a:pt x="8929" y="70842"/>
                </a:lnTo>
                <a:lnTo>
                  <a:pt x="8929" y="71735"/>
                </a:lnTo>
                <a:lnTo>
                  <a:pt x="5357" y="71735"/>
                </a:lnTo>
                <a:lnTo>
                  <a:pt x="5357" y="70842"/>
                </a:lnTo>
                <a:lnTo>
                  <a:pt x="892" y="70842"/>
                </a:lnTo>
                <a:lnTo>
                  <a:pt x="892" y="68907"/>
                </a:lnTo>
                <a:lnTo>
                  <a:pt x="0" y="68907"/>
                </a:lnTo>
                <a:lnTo>
                  <a:pt x="0" y="67121"/>
                </a:lnTo>
                <a:lnTo>
                  <a:pt x="892" y="67121"/>
                </a:lnTo>
                <a:lnTo>
                  <a:pt x="892" y="66228"/>
                </a:lnTo>
                <a:lnTo>
                  <a:pt x="2678" y="66228"/>
                </a:lnTo>
                <a:lnTo>
                  <a:pt x="2678" y="65335"/>
                </a:lnTo>
                <a:lnTo>
                  <a:pt x="3571" y="65335"/>
                </a:lnTo>
                <a:lnTo>
                  <a:pt x="3571" y="63549"/>
                </a:lnTo>
                <a:lnTo>
                  <a:pt x="4464" y="63549"/>
                </a:lnTo>
                <a:lnTo>
                  <a:pt x="4464" y="62656"/>
                </a:lnTo>
                <a:lnTo>
                  <a:pt x="5357" y="62656"/>
                </a:lnTo>
                <a:lnTo>
                  <a:pt x="5357" y="61763"/>
                </a:lnTo>
                <a:lnTo>
                  <a:pt x="6250" y="61763"/>
                </a:lnTo>
                <a:lnTo>
                  <a:pt x="6250" y="60870"/>
                </a:lnTo>
                <a:lnTo>
                  <a:pt x="7143" y="60870"/>
                </a:lnTo>
                <a:lnTo>
                  <a:pt x="7143" y="59977"/>
                </a:lnTo>
                <a:lnTo>
                  <a:pt x="8036" y="59977"/>
                </a:lnTo>
                <a:lnTo>
                  <a:pt x="8036" y="58192"/>
                </a:lnTo>
                <a:lnTo>
                  <a:pt x="8929" y="58192"/>
                </a:lnTo>
                <a:lnTo>
                  <a:pt x="8929" y="56406"/>
                </a:lnTo>
                <a:lnTo>
                  <a:pt x="9822" y="56406"/>
                </a:lnTo>
                <a:lnTo>
                  <a:pt x="9822" y="55513"/>
                </a:lnTo>
                <a:lnTo>
                  <a:pt x="10715" y="55513"/>
                </a:lnTo>
                <a:lnTo>
                  <a:pt x="10715" y="53727"/>
                </a:lnTo>
                <a:lnTo>
                  <a:pt x="11608" y="53727"/>
                </a:lnTo>
                <a:lnTo>
                  <a:pt x="11608" y="51941"/>
                </a:lnTo>
                <a:lnTo>
                  <a:pt x="12501" y="51941"/>
                </a:lnTo>
                <a:lnTo>
                  <a:pt x="12501" y="51048"/>
                </a:lnTo>
                <a:lnTo>
                  <a:pt x="13394" y="51048"/>
                </a:lnTo>
                <a:lnTo>
                  <a:pt x="13394" y="49262"/>
                </a:lnTo>
                <a:lnTo>
                  <a:pt x="14287" y="49262"/>
                </a:lnTo>
                <a:lnTo>
                  <a:pt x="14287" y="48369"/>
                </a:lnTo>
                <a:lnTo>
                  <a:pt x="15180" y="48369"/>
                </a:lnTo>
                <a:lnTo>
                  <a:pt x="15180" y="46583"/>
                </a:lnTo>
                <a:lnTo>
                  <a:pt x="16073" y="46583"/>
                </a:lnTo>
                <a:lnTo>
                  <a:pt x="16073" y="43011"/>
                </a:lnTo>
                <a:lnTo>
                  <a:pt x="16966" y="43011"/>
                </a:lnTo>
                <a:lnTo>
                  <a:pt x="16966" y="41225"/>
                </a:lnTo>
                <a:lnTo>
                  <a:pt x="19645" y="41225"/>
                </a:lnTo>
                <a:lnTo>
                  <a:pt x="19645" y="40332"/>
                </a:lnTo>
                <a:lnTo>
                  <a:pt x="20538" y="40332"/>
                </a:lnTo>
                <a:lnTo>
                  <a:pt x="20538" y="39439"/>
                </a:lnTo>
                <a:lnTo>
                  <a:pt x="21431" y="39439"/>
                </a:lnTo>
                <a:lnTo>
                  <a:pt x="21431" y="37653"/>
                </a:lnTo>
                <a:lnTo>
                  <a:pt x="22324" y="37653"/>
                </a:lnTo>
                <a:lnTo>
                  <a:pt x="22324" y="34974"/>
                </a:lnTo>
                <a:lnTo>
                  <a:pt x="23366" y="34974"/>
                </a:lnTo>
                <a:lnTo>
                  <a:pt x="23366" y="33188"/>
                </a:lnTo>
                <a:lnTo>
                  <a:pt x="24259" y="33188"/>
                </a:lnTo>
                <a:lnTo>
                  <a:pt x="24259" y="32295"/>
                </a:lnTo>
                <a:lnTo>
                  <a:pt x="26937" y="32295"/>
                </a:lnTo>
                <a:lnTo>
                  <a:pt x="26937" y="31402"/>
                </a:lnTo>
                <a:lnTo>
                  <a:pt x="27830" y="31402"/>
                </a:lnTo>
                <a:lnTo>
                  <a:pt x="27830" y="26045"/>
                </a:lnTo>
                <a:lnTo>
                  <a:pt x="28723" y="26045"/>
                </a:lnTo>
                <a:lnTo>
                  <a:pt x="28723" y="22324"/>
                </a:lnTo>
                <a:lnTo>
                  <a:pt x="29616" y="22324"/>
                </a:lnTo>
                <a:lnTo>
                  <a:pt x="29616" y="20538"/>
                </a:lnTo>
                <a:lnTo>
                  <a:pt x="30509" y="20538"/>
                </a:lnTo>
                <a:lnTo>
                  <a:pt x="30509" y="19645"/>
                </a:lnTo>
                <a:lnTo>
                  <a:pt x="31402" y="19645"/>
                </a:lnTo>
                <a:lnTo>
                  <a:pt x="31402" y="18752"/>
                </a:lnTo>
                <a:lnTo>
                  <a:pt x="32295" y="18752"/>
                </a:lnTo>
                <a:lnTo>
                  <a:pt x="32295" y="17859"/>
                </a:lnTo>
                <a:lnTo>
                  <a:pt x="33188" y="17859"/>
                </a:lnTo>
                <a:lnTo>
                  <a:pt x="33188" y="14287"/>
                </a:lnTo>
                <a:lnTo>
                  <a:pt x="32295" y="14287"/>
                </a:lnTo>
                <a:lnTo>
                  <a:pt x="32295" y="13394"/>
                </a:lnTo>
                <a:lnTo>
                  <a:pt x="33188" y="13394"/>
                </a:lnTo>
                <a:lnTo>
                  <a:pt x="33188" y="8036"/>
                </a:lnTo>
                <a:lnTo>
                  <a:pt x="34974" y="8036"/>
                </a:lnTo>
                <a:lnTo>
                  <a:pt x="34974" y="7143"/>
                </a:lnTo>
                <a:lnTo>
                  <a:pt x="35867" y="7143"/>
                </a:lnTo>
                <a:lnTo>
                  <a:pt x="35867" y="5358"/>
                </a:lnTo>
                <a:lnTo>
                  <a:pt x="36760" y="5358"/>
                </a:lnTo>
                <a:lnTo>
                  <a:pt x="36760" y="2679"/>
                </a:lnTo>
                <a:lnTo>
                  <a:pt x="37653" y="2679"/>
                </a:lnTo>
                <a:close/>
                <a:moveTo>
                  <a:pt x="83343" y="0"/>
                </a:moveTo>
                <a:lnTo>
                  <a:pt x="87808" y="0"/>
                </a:lnTo>
                <a:lnTo>
                  <a:pt x="87808" y="893"/>
                </a:lnTo>
                <a:lnTo>
                  <a:pt x="88701" y="893"/>
                </a:lnTo>
                <a:lnTo>
                  <a:pt x="88701" y="1786"/>
                </a:lnTo>
                <a:lnTo>
                  <a:pt x="90487" y="1786"/>
                </a:lnTo>
                <a:lnTo>
                  <a:pt x="90487" y="2679"/>
                </a:lnTo>
                <a:lnTo>
                  <a:pt x="94952" y="2679"/>
                </a:lnTo>
                <a:lnTo>
                  <a:pt x="94952" y="3572"/>
                </a:lnTo>
                <a:lnTo>
                  <a:pt x="95845" y="3572"/>
                </a:lnTo>
                <a:lnTo>
                  <a:pt x="95845" y="4465"/>
                </a:lnTo>
                <a:lnTo>
                  <a:pt x="96738" y="4465"/>
                </a:lnTo>
                <a:lnTo>
                  <a:pt x="96738" y="5358"/>
                </a:lnTo>
                <a:lnTo>
                  <a:pt x="97631" y="5358"/>
                </a:lnTo>
                <a:lnTo>
                  <a:pt x="97631" y="6251"/>
                </a:lnTo>
                <a:lnTo>
                  <a:pt x="98524" y="6251"/>
                </a:lnTo>
                <a:lnTo>
                  <a:pt x="98524" y="10715"/>
                </a:lnTo>
                <a:lnTo>
                  <a:pt x="97631" y="10715"/>
                </a:lnTo>
                <a:lnTo>
                  <a:pt x="97631" y="11608"/>
                </a:lnTo>
                <a:lnTo>
                  <a:pt x="96738" y="11608"/>
                </a:lnTo>
                <a:lnTo>
                  <a:pt x="96738" y="12501"/>
                </a:lnTo>
                <a:lnTo>
                  <a:pt x="95845" y="12501"/>
                </a:lnTo>
                <a:lnTo>
                  <a:pt x="95845" y="13394"/>
                </a:lnTo>
                <a:lnTo>
                  <a:pt x="94059" y="13394"/>
                </a:lnTo>
                <a:lnTo>
                  <a:pt x="94059" y="14287"/>
                </a:lnTo>
                <a:lnTo>
                  <a:pt x="92273" y="14287"/>
                </a:lnTo>
                <a:lnTo>
                  <a:pt x="92273" y="17859"/>
                </a:lnTo>
                <a:lnTo>
                  <a:pt x="91380" y="17859"/>
                </a:lnTo>
                <a:lnTo>
                  <a:pt x="91380" y="19645"/>
                </a:lnTo>
                <a:lnTo>
                  <a:pt x="90487" y="19645"/>
                </a:lnTo>
                <a:lnTo>
                  <a:pt x="90487" y="22324"/>
                </a:lnTo>
                <a:lnTo>
                  <a:pt x="89594" y="22324"/>
                </a:lnTo>
                <a:lnTo>
                  <a:pt x="89594" y="23366"/>
                </a:lnTo>
                <a:lnTo>
                  <a:pt x="88701" y="23366"/>
                </a:lnTo>
                <a:lnTo>
                  <a:pt x="88701" y="26045"/>
                </a:lnTo>
                <a:lnTo>
                  <a:pt x="89594" y="26045"/>
                </a:lnTo>
                <a:lnTo>
                  <a:pt x="89594" y="27831"/>
                </a:lnTo>
                <a:lnTo>
                  <a:pt x="88701" y="27831"/>
                </a:lnTo>
                <a:lnTo>
                  <a:pt x="88701" y="32295"/>
                </a:lnTo>
                <a:lnTo>
                  <a:pt x="89594" y="32295"/>
                </a:lnTo>
                <a:lnTo>
                  <a:pt x="89594" y="34081"/>
                </a:lnTo>
                <a:lnTo>
                  <a:pt x="86915" y="34081"/>
                </a:lnTo>
                <a:lnTo>
                  <a:pt x="86915" y="34974"/>
                </a:lnTo>
                <a:lnTo>
                  <a:pt x="86022" y="34974"/>
                </a:lnTo>
                <a:lnTo>
                  <a:pt x="86022" y="38546"/>
                </a:lnTo>
                <a:lnTo>
                  <a:pt x="85129" y="38546"/>
                </a:lnTo>
                <a:lnTo>
                  <a:pt x="85129" y="39439"/>
                </a:lnTo>
                <a:lnTo>
                  <a:pt x="84236" y="39439"/>
                </a:lnTo>
                <a:lnTo>
                  <a:pt x="84236" y="43904"/>
                </a:lnTo>
                <a:lnTo>
                  <a:pt x="85129" y="43904"/>
                </a:lnTo>
                <a:lnTo>
                  <a:pt x="85129" y="45690"/>
                </a:lnTo>
                <a:lnTo>
                  <a:pt x="86022" y="45690"/>
                </a:lnTo>
                <a:lnTo>
                  <a:pt x="86022" y="46583"/>
                </a:lnTo>
                <a:lnTo>
                  <a:pt x="85129" y="46583"/>
                </a:lnTo>
                <a:lnTo>
                  <a:pt x="85129" y="48369"/>
                </a:lnTo>
                <a:lnTo>
                  <a:pt x="83343" y="48369"/>
                </a:lnTo>
                <a:lnTo>
                  <a:pt x="83343" y="50155"/>
                </a:lnTo>
                <a:lnTo>
                  <a:pt x="82450" y="50155"/>
                </a:lnTo>
                <a:lnTo>
                  <a:pt x="82450" y="52834"/>
                </a:lnTo>
                <a:lnTo>
                  <a:pt x="81557" y="52834"/>
                </a:lnTo>
                <a:lnTo>
                  <a:pt x="81557" y="54620"/>
                </a:lnTo>
                <a:lnTo>
                  <a:pt x="84236" y="54620"/>
                </a:lnTo>
                <a:lnTo>
                  <a:pt x="84236" y="53727"/>
                </a:lnTo>
                <a:lnTo>
                  <a:pt x="86915" y="53727"/>
                </a:lnTo>
                <a:lnTo>
                  <a:pt x="86915" y="54620"/>
                </a:lnTo>
                <a:lnTo>
                  <a:pt x="87808" y="54620"/>
                </a:lnTo>
                <a:lnTo>
                  <a:pt x="87808" y="55513"/>
                </a:lnTo>
                <a:lnTo>
                  <a:pt x="89594" y="55513"/>
                </a:lnTo>
                <a:lnTo>
                  <a:pt x="89594" y="54620"/>
                </a:lnTo>
                <a:lnTo>
                  <a:pt x="90487" y="54620"/>
                </a:lnTo>
                <a:lnTo>
                  <a:pt x="90487" y="53727"/>
                </a:lnTo>
                <a:lnTo>
                  <a:pt x="94059" y="53727"/>
                </a:lnTo>
                <a:lnTo>
                  <a:pt x="94059" y="54620"/>
                </a:lnTo>
                <a:lnTo>
                  <a:pt x="96738" y="54620"/>
                </a:lnTo>
                <a:lnTo>
                  <a:pt x="96738" y="53727"/>
                </a:lnTo>
                <a:lnTo>
                  <a:pt x="97631" y="53727"/>
                </a:lnTo>
                <a:lnTo>
                  <a:pt x="97631" y="52834"/>
                </a:lnTo>
                <a:lnTo>
                  <a:pt x="98524" y="52834"/>
                </a:lnTo>
                <a:lnTo>
                  <a:pt x="98524" y="53727"/>
                </a:lnTo>
                <a:lnTo>
                  <a:pt x="99417" y="53727"/>
                </a:lnTo>
                <a:lnTo>
                  <a:pt x="99417" y="54620"/>
                </a:lnTo>
                <a:lnTo>
                  <a:pt x="100310" y="54620"/>
                </a:lnTo>
                <a:lnTo>
                  <a:pt x="100310" y="55513"/>
                </a:lnTo>
                <a:lnTo>
                  <a:pt x="104775" y="55513"/>
                </a:lnTo>
                <a:lnTo>
                  <a:pt x="104775" y="54620"/>
                </a:lnTo>
                <a:lnTo>
                  <a:pt x="107453" y="54620"/>
                </a:lnTo>
                <a:lnTo>
                  <a:pt x="107453" y="53727"/>
                </a:lnTo>
                <a:lnTo>
                  <a:pt x="109239" y="53727"/>
                </a:lnTo>
                <a:lnTo>
                  <a:pt x="109239" y="52834"/>
                </a:lnTo>
                <a:lnTo>
                  <a:pt x="112811" y="52834"/>
                </a:lnTo>
                <a:lnTo>
                  <a:pt x="112811" y="51941"/>
                </a:lnTo>
                <a:lnTo>
                  <a:pt x="114597" y="51941"/>
                </a:lnTo>
                <a:lnTo>
                  <a:pt x="114597" y="52834"/>
                </a:lnTo>
                <a:lnTo>
                  <a:pt x="118318" y="52834"/>
                </a:lnTo>
                <a:lnTo>
                  <a:pt x="118318" y="53727"/>
                </a:lnTo>
                <a:lnTo>
                  <a:pt x="119211" y="53727"/>
                </a:lnTo>
                <a:lnTo>
                  <a:pt x="119211" y="54620"/>
                </a:lnTo>
                <a:lnTo>
                  <a:pt x="120997" y="54620"/>
                </a:lnTo>
                <a:lnTo>
                  <a:pt x="120997" y="52834"/>
                </a:lnTo>
                <a:lnTo>
                  <a:pt x="120104" y="52834"/>
                </a:lnTo>
                <a:lnTo>
                  <a:pt x="120104" y="49262"/>
                </a:lnTo>
                <a:lnTo>
                  <a:pt x="120997" y="49262"/>
                </a:lnTo>
                <a:lnTo>
                  <a:pt x="120997" y="48369"/>
                </a:lnTo>
                <a:lnTo>
                  <a:pt x="122783" y="48369"/>
                </a:lnTo>
                <a:lnTo>
                  <a:pt x="122783" y="47476"/>
                </a:lnTo>
                <a:lnTo>
                  <a:pt x="123676" y="47476"/>
                </a:lnTo>
                <a:lnTo>
                  <a:pt x="123676" y="45690"/>
                </a:lnTo>
                <a:lnTo>
                  <a:pt x="124569" y="45690"/>
                </a:lnTo>
                <a:lnTo>
                  <a:pt x="124569" y="44797"/>
                </a:lnTo>
                <a:lnTo>
                  <a:pt x="125462" y="44797"/>
                </a:lnTo>
                <a:lnTo>
                  <a:pt x="125462" y="43904"/>
                </a:lnTo>
                <a:lnTo>
                  <a:pt x="126355" y="43904"/>
                </a:lnTo>
                <a:lnTo>
                  <a:pt x="126355" y="44797"/>
                </a:lnTo>
                <a:lnTo>
                  <a:pt x="127248" y="44797"/>
                </a:lnTo>
                <a:lnTo>
                  <a:pt x="127248" y="45690"/>
                </a:lnTo>
                <a:lnTo>
                  <a:pt x="132605" y="45690"/>
                </a:lnTo>
                <a:lnTo>
                  <a:pt x="132605" y="46583"/>
                </a:lnTo>
                <a:lnTo>
                  <a:pt x="133498" y="46583"/>
                </a:lnTo>
                <a:lnTo>
                  <a:pt x="133498" y="47476"/>
                </a:lnTo>
                <a:lnTo>
                  <a:pt x="134391" y="47476"/>
                </a:lnTo>
                <a:lnTo>
                  <a:pt x="134391" y="49262"/>
                </a:lnTo>
                <a:lnTo>
                  <a:pt x="135284" y="49262"/>
                </a:lnTo>
                <a:lnTo>
                  <a:pt x="135284" y="50155"/>
                </a:lnTo>
                <a:lnTo>
                  <a:pt x="137070" y="50155"/>
                </a:lnTo>
                <a:lnTo>
                  <a:pt x="137070" y="51048"/>
                </a:lnTo>
                <a:lnTo>
                  <a:pt x="137963" y="51048"/>
                </a:lnTo>
                <a:lnTo>
                  <a:pt x="137963" y="51941"/>
                </a:lnTo>
                <a:lnTo>
                  <a:pt x="139749" y="51941"/>
                </a:lnTo>
                <a:lnTo>
                  <a:pt x="139749" y="55513"/>
                </a:lnTo>
                <a:lnTo>
                  <a:pt x="140642" y="55513"/>
                </a:lnTo>
                <a:lnTo>
                  <a:pt x="140642" y="58192"/>
                </a:lnTo>
                <a:lnTo>
                  <a:pt x="138856" y="58192"/>
                </a:lnTo>
                <a:lnTo>
                  <a:pt x="138856" y="59084"/>
                </a:lnTo>
                <a:lnTo>
                  <a:pt x="137963" y="59084"/>
                </a:lnTo>
                <a:lnTo>
                  <a:pt x="137963" y="59977"/>
                </a:lnTo>
                <a:lnTo>
                  <a:pt x="135284" y="59977"/>
                </a:lnTo>
                <a:lnTo>
                  <a:pt x="135284" y="59084"/>
                </a:lnTo>
                <a:lnTo>
                  <a:pt x="134391" y="59084"/>
                </a:lnTo>
                <a:lnTo>
                  <a:pt x="134391" y="58192"/>
                </a:lnTo>
                <a:lnTo>
                  <a:pt x="129926" y="58192"/>
                </a:lnTo>
                <a:lnTo>
                  <a:pt x="129926" y="59084"/>
                </a:lnTo>
                <a:lnTo>
                  <a:pt x="126355" y="59084"/>
                </a:lnTo>
                <a:lnTo>
                  <a:pt x="126355" y="58192"/>
                </a:lnTo>
                <a:lnTo>
                  <a:pt x="116532" y="58192"/>
                </a:lnTo>
                <a:lnTo>
                  <a:pt x="116532" y="59084"/>
                </a:lnTo>
                <a:lnTo>
                  <a:pt x="96738" y="59084"/>
                </a:lnTo>
                <a:lnTo>
                  <a:pt x="96738" y="58192"/>
                </a:lnTo>
                <a:lnTo>
                  <a:pt x="95845" y="58192"/>
                </a:lnTo>
                <a:lnTo>
                  <a:pt x="95845" y="57299"/>
                </a:lnTo>
                <a:lnTo>
                  <a:pt x="93166" y="57299"/>
                </a:lnTo>
                <a:lnTo>
                  <a:pt x="93166" y="58192"/>
                </a:lnTo>
                <a:lnTo>
                  <a:pt x="90487" y="58192"/>
                </a:lnTo>
                <a:lnTo>
                  <a:pt x="90487" y="59084"/>
                </a:lnTo>
                <a:lnTo>
                  <a:pt x="89594" y="59084"/>
                </a:lnTo>
                <a:lnTo>
                  <a:pt x="89594" y="58192"/>
                </a:lnTo>
                <a:lnTo>
                  <a:pt x="88701" y="58192"/>
                </a:lnTo>
                <a:lnTo>
                  <a:pt x="88701" y="57299"/>
                </a:lnTo>
                <a:lnTo>
                  <a:pt x="83343" y="57299"/>
                </a:lnTo>
                <a:lnTo>
                  <a:pt x="83343" y="58192"/>
                </a:lnTo>
                <a:lnTo>
                  <a:pt x="81557" y="58192"/>
                </a:lnTo>
                <a:lnTo>
                  <a:pt x="81557" y="59084"/>
                </a:lnTo>
                <a:lnTo>
                  <a:pt x="79771" y="59084"/>
                </a:lnTo>
                <a:lnTo>
                  <a:pt x="79771" y="64442"/>
                </a:lnTo>
                <a:lnTo>
                  <a:pt x="80664" y="64442"/>
                </a:lnTo>
                <a:lnTo>
                  <a:pt x="80664" y="67121"/>
                </a:lnTo>
                <a:lnTo>
                  <a:pt x="79771" y="67121"/>
                </a:lnTo>
                <a:lnTo>
                  <a:pt x="79771" y="68014"/>
                </a:lnTo>
                <a:lnTo>
                  <a:pt x="77985" y="68014"/>
                </a:lnTo>
                <a:lnTo>
                  <a:pt x="77985" y="69949"/>
                </a:lnTo>
                <a:lnTo>
                  <a:pt x="77092" y="69949"/>
                </a:lnTo>
                <a:lnTo>
                  <a:pt x="77092" y="74414"/>
                </a:lnTo>
                <a:lnTo>
                  <a:pt x="78878" y="74414"/>
                </a:lnTo>
                <a:lnTo>
                  <a:pt x="78878" y="75307"/>
                </a:lnTo>
                <a:lnTo>
                  <a:pt x="86915" y="75307"/>
                </a:lnTo>
                <a:lnTo>
                  <a:pt x="86915" y="76200"/>
                </a:lnTo>
                <a:lnTo>
                  <a:pt x="88701" y="76200"/>
                </a:lnTo>
                <a:lnTo>
                  <a:pt x="88701" y="75307"/>
                </a:lnTo>
                <a:lnTo>
                  <a:pt x="91380" y="75307"/>
                </a:lnTo>
                <a:lnTo>
                  <a:pt x="91380" y="76200"/>
                </a:lnTo>
                <a:lnTo>
                  <a:pt x="93166" y="76200"/>
                </a:lnTo>
                <a:lnTo>
                  <a:pt x="93166" y="75307"/>
                </a:lnTo>
                <a:lnTo>
                  <a:pt x="95845" y="75307"/>
                </a:lnTo>
                <a:lnTo>
                  <a:pt x="95845" y="74414"/>
                </a:lnTo>
                <a:lnTo>
                  <a:pt x="99417" y="74414"/>
                </a:lnTo>
                <a:lnTo>
                  <a:pt x="99417" y="73521"/>
                </a:lnTo>
                <a:lnTo>
                  <a:pt x="102096" y="73521"/>
                </a:lnTo>
                <a:lnTo>
                  <a:pt x="102096" y="74414"/>
                </a:lnTo>
                <a:lnTo>
                  <a:pt x="107453" y="74414"/>
                </a:lnTo>
                <a:lnTo>
                  <a:pt x="107453" y="73521"/>
                </a:lnTo>
                <a:lnTo>
                  <a:pt x="108346" y="73521"/>
                </a:lnTo>
                <a:lnTo>
                  <a:pt x="108346" y="72628"/>
                </a:lnTo>
                <a:lnTo>
                  <a:pt x="110132" y="72628"/>
                </a:lnTo>
                <a:lnTo>
                  <a:pt x="110132" y="71735"/>
                </a:lnTo>
                <a:lnTo>
                  <a:pt x="111025" y="71735"/>
                </a:lnTo>
                <a:lnTo>
                  <a:pt x="111025" y="70842"/>
                </a:lnTo>
                <a:lnTo>
                  <a:pt x="114597" y="70842"/>
                </a:lnTo>
                <a:lnTo>
                  <a:pt x="114597" y="69949"/>
                </a:lnTo>
                <a:lnTo>
                  <a:pt x="115639" y="69949"/>
                </a:lnTo>
                <a:lnTo>
                  <a:pt x="115639" y="70842"/>
                </a:lnTo>
                <a:lnTo>
                  <a:pt x="119211" y="70842"/>
                </a:lnTo>
                <a:lnTo>
                  <a:pt x="119211" y="71735"/>
                </a:lnTo>
                <a:lnTo>
                  <a:pt x="120104" y="71735"/>
                </a:lnTo>
                <a:lnTo>
                  <a:pt x="120104" y="72628"/>
                </a:lnTo>
                <a:lnTo>
                  <a:pt x="121890" y="72628"/>
                </a:lnTo>
                <a:lnTo>
                  <a:pt x="121890" y="73521"/>
                </a:lnTo>
                <a:lnTo>
                  <a:pt x="123676" y="73521"/>
                </a:lnTo>
                <a:lnTo>
                  <a:pt x="123676" y="75307"/>
                </a:lnTo>
                <a:lnTo>
                  <a:pt x="124569" y="75307"/>
                </a:lnTo>
                <a:lnTo>
                  <a:pt x="124569" y="76200"/>
                </a:lnTo>
                <a:lnTo>
                  <a:pt x="125462" y="76200"/>
                </a:lnTo>
                <a:lnTo>
                  <a:pt x="125462" y="77093"/>
                </a:lnTo>
                <a:lnTo>
                  <a:pt x="126355" y="77093"/>
                </a:lnTo>
                <a:lnTo>
                  <a:pt x="126355" y="80665"/>
                </a:lnTo>
                <a:lnTo>
                  <a:pt x="125462" y="80665"/>
                </a:lnTo>
                <a:lnTo>
                  <a:pt x="125462" y="81558"/>
                </a:lnTo>
                <a:lnTo>
                  <a:pt x="124569" y="81558"/>
                </a:lnTo>
                <a:lnTo>
                  <a:pt x="124569" y="82451"/>
                </a:lnTo>
                <a:lnTo>
                  <a:pt x="123676" y="82451"/>
                </a:lnTo>
                <a:lnTo>
                  <a:pt x="123676" y="83343"/>
                </a:lnTo>
                <a:lnTo>
                  <a:pt x="119211" y="83343"/>
                </a:lnTo>
                <a:lnTo>
                  <a:pt x="119211" y="85129"/>
                </a:lnTo>
                <a:lnTo>
                  <a:pt x="118318" y="85129"/>
                </a:lnTo>
                <a:lnTo>
                  <a:pt x="118318" y="86022"/>
                </a:lnTo>
                <a:lnTo>
                  <a:pt x="117425" y="86022"/>
                </a:lnTo>
                <a:lnTo>
                  <a:pt x="117425" y="86915"/>
                </a:lnTo>
                <a:lnTo>
                  <a:pt x="116532" y="86915"/>
                </a:lnTo>
                <a:lnTo>
                  <a:pt x="116532" y="87808"/>
                </a:lnTo>
                <a:lnTo>
                  <a:pt x="115639" y="87808"/>
                </a:lnTo>
                <a:lnTo>
                  <a:pt x="115639" y="89594"/>
                </a:lnTo>
                <a:lnTo>
                  <a:pt x="114597" y="89594"/>
                </a:lnTo>
                <a:lnTo>
                  <a:pt x="114597" y="90487"/>
                </a:lnTo>
                <a:lnTo>
                  <a:pt x="113704" y="90487"/>
                </a:lnTo>
                <a:lnTo>
                  <a:pt x="113704" y="92273"/>
                </a:lnTo>
                <a:lnTo>
                  <a:pt x="112811" y="92273"/>
                </a:lnTo>
                <a:lnTo>
                  <a:pt x="112811" y="93166"/>
                </a:lnTo>
                <a:lnTo>
                  <a:pt x="111918" y="93166"/>
                </a:lnTo>
                <a:lnTo>
                  <a:pt x="111918" y="94059"/>
                </a:lnTo>
                <a:lnTo>
                  <a:pt x="111025" y="94059"/>
                </a:lnTo>
                <a:lnTo>
                  <a:pt x="111025" y="94952"/>
                </a:lnTo>
                <a:lnTo>
                  <a:pt x="110132" y="94952"/>
                </a:lnTo>
                <a:lnTo>
                  <a:pt x="110132" y="96738"/>
                </a:lnTo>
                <a:lnTo>
                  <a:pt x="109239" y="96738"/>
                </a:lnTo>
                <a:lnTo>
                  <a:pt x="109239" y="97631"/>
                </a:lnTo>
                <a:lnTo>
                  <a:pt x="108346" y="97631"/>
                </a:lnTo>
                <a:lnTo>
                  <a:pt x="108346" y="98524"/>
                </a:lnTo>
                <a:lnTo>
                  <a:pt x="107453" y="98524"/>
                </a:lnTo>
                <a:lnTo>
                  <a:pt x="107453" y="100310"/>
                </a:lnTo>
                <a:lnTo>
                  <a:pt x="106560" y="100310"/>
                </a:lnTo>
                <a:lnTo>
                  <a:pt x="106560" y="101203"/>
                </a:lnTo>
                <a:lnTo>
                  <a:pt x="105667" y="101203"/>
                </a:lnTo>
                <a:lnTo>
                  <a:pt x="105667" y="102096"/>
                </a:lnTo>
                <a:lnTo>
                  <a:pt x="103882" y="102096"/>
                </a:lnTo>
                <a:lnTo>
                  <a:pt x="103882" y="102989"/>
                </a:lnTo>
                <a:lnTo>
                  <a:pt x="102096" y="102989"/>
                </a:lnTo>
                <a:lnTo>
                  <a:pt x="102096" y="105668"/>
                </a:lnTo>
                <a:lnTo>
                  <a:pt x="102989" y="105668"/>
                </a:lnTo>
                <a:lnTo>
                  <a:pt x="102989" y="107454"/>
                </a:lnTo>
                <a:lnTo>
                  <a:pt x="103882" y="107454"/>
                </a:lnTo>
                <a:lnTo>
                  <a:pt x="103882" y="108347"/>
                </a:lnTo>
                <a:lnTo>
                  <a:pt x="104775" y="108347"/>
                </a:lnTo>
                <a:lnTo>
                  <a:pt x="104775" y="110133"/>
                </a:lnTo>
                <a:lnTo>
                  <a:pt x="105667" y="110133"/>
                </a:lnTo>
                <a:lnTo>
                  <a:pt x="105667" y="111918"/>
                </a:lnTo>
                <a:lnTo>
                  <a:pt x="106560" y="111918"/>
                </a:lnTo>
                <a:lnTo>
                  <a:pt x="106560" y="112811"/>
                </a:lnTo>
                <a:lnTo>
                  <a:pt x="107453" y="112811"/>
                </a:lnTo>
                <a:lnTo>
                  <a:pt x="107453" y="113704"/>
                </a:lnTo>
                <a:lnTo>
                  <a:pt x="108346" y="113704"/>
                </a:lnTo>
                <a:lnTo>
                  <a:pt x="108346" y="114597"/>
                </a:lnTo>
                <a:lnTo>
                  <a:pt x="109239" y="114597"/>
                </a:lnTo>
                <a:lnTo>
                  <a:pt x="109239" y="116532"/>
                </a:lnTo>
                <a:lnTo>
                  <a:pt x="110132" y="116532"/>
                </a:lnTo>
                <a:lnTo>
                  <a:pt x="110132" y="117425"/>
                </a:lnTo>
                <a:lnTo>
                  <a:pt x="111025" y="117425"/>
                </a:lnTo>
                <a:lnTo>
                  <a:pt x="111025" y="118318"/>
                </a:lnTo>
                <a:lnTo>
                  <a:pt x="111918" y="118318"/>
                </a:lnTo>
                <a:lnTo>
                  <a:pt x="111918" y="120997"/>
                </a:lnTo>
                <a:lnTo>
                  <a:pt x="112811" y="120997"/>
                </a:lnTo>
                <a:lnTo>
                  <a:pt x="112811" y="121890"/>
                </a:lnTo>
                <a:lnTo>
                  <a:pt x="114597" y="121890"/>
                </a:lnTo>
                <a:lnTo>
                  <a:pt x="114597" y="123676"/>
                </a:lnTo>
                <a:lnTo>
                  <a:pt x="115639" y="123676"/>
                </a:lnTo>
                <a:lnTo>
                  <a:pt x="115639" y="129927"/>
                </a:lnTo>
                <a:lnTo>
                  <a:pt x="116532" y="129927"/>
                </a:lnTo>
                <a:lnTo>
                  <a:pt x="116532" y="130820"/>
                </a:lnTo>
                <a:lnTo>
                  <a:pt x="115639" y="130820"/>
                </a:lnTo>
                <a:lnTo>
                  <a:pt x="115639" y="132606"/>
                </a:lnTo>
                <a:lnTo>
                  <a:pt x="114597" y="132606"/>
                </a:lnTo>
                <a:lnTo>
                  <a:pt x="114597" y="134392"/>
                </a:lnTo>
                <a:lnTo>
                  <a:pt x="113704" y="134392"/>
                </a:lnTo>
                <a:lnTo>
                  <a:pt x="113704" y="135285"/>
                </a:lnTo>
                <a:lnTo>
                  <a:pt x="112811" y="135285"/>
                </a:lnTo>
                <a:lnTo>
                  <a:pt x="112811" y="136177"/>
                </a:lnTo>
                <a:lnTo>
                  <a:pt x="111918" y="136177"/>
                </a:lnTo>
                <a:lnTo>
                  <a:pt x="111918" y="137070"/>
                </a:lnTo>
                <a:lnTo>
                  <a:pt x="111025" y="137070"/>
                </a:lnTo>
                <a:lnTo>
                  <a:pt x="111025" y="137963"/>
                </a:lnTo>
                <a:lnTo>
                  <a:pt x="105667" y="137963"/>
                </a:lnTo>
                <a:lnTo>
                  <a:pt x="105667" y="137070"/>
                </a:lnTo>
                <a:lnTo>
                  <a:pt x="104775" y="137070"/>
                </a:lnTo>
                <a:lnTo>
                  <a:pt x="104775" y="136177"/>
                </a:lnTo>
                <a:lnTo>
                  <a:pt x="103882" y="136177"/>
                </a:lnTo>
                <a:lnTo>
                  <a:pt x="103882" y="135285"/>
                </a:lnTo>
                <a:lnTo>
                  <a:pt x="102096" y="135285"/>
                </a:lnTo>
                <a:lnTo>
                  <a:pt x="102096" y="134392"/>
                </a:lnTo>
                <a:lnTo>
                  <a:pt x="101203" y="134392"/>
                </a:lnTo>
                <a:lnTo>
                  <a:pt x="101203" y="133499"/>
                </a:lnTo>
                <a:lnTo>
                  <a:pt x="100310" y="133499"/>
                </a:lnTo>
                <a:lnTo>
                  <a:pt x="100310" y="129927"/>
                </a:lnTo>
                <a:lnTo>
                  <a:pt x="99417" y="129927"/>
                </a:lnTo>
                <a:lnTo>
                  <a:pt x="99417" y="128141"/>
                </a:lnTo>
                <a:lnTo>
                  <a:pt x="100310" y="128141"/>
                </a:lnTo>
                <a:lnTo>
                  <a:pt x="100310" y="127248"/>
                </a:lnTo>
                <a:lnTo>
                  <a:pt x="99417" y="127248"/>
                </a:lnTo>
                <a:lnTo>
                  <a:pt x="99417" y="125462"/>
                </a:lnTo>
                <a:lnTo>
                  <a:pt x="98524" y="125462"/>
                </a:lnTo>
                <a:lnTo>
                  <a:pt x="98524" y="123676"/>
                </a:lnTo>
                <a:lnTo>
                  <a:pt x="97631" y="123676"/>
                </a:lnTo>
                <a:lnTo>
                  <a:pt x="97631" y="122783"/>
                </a:lnTo>
                <a:lnTo>
                  <a:pt x="96738" y="122783"/>
                </a:lnTo>
                <a:lnTo>
                  <a:pt x="96738" y="120104"/>
                </a:lnTo>
                <a:lnTo>
                  <a:pt x="95845" y="120104"/>
                </a:lnTo>
                <a:lnTo>
                  <a:pt x="95845" y="119211"/>
                </a:lnTo>
                <a:lnTo>
                  <a:pt x="94952" y="119211"/>
                </a:lnTo>
                <a:lnTo>
                  <a:pt x="94952" y="118318"/>
                </a:lnTo>
                <a:lnTo>
                  <a:pt x="94059" y="118318"/>
                </a:lnTo>
                <a:lnTo>
                  <a:pt x="94059" y="115639"/>
                </a:lnTo>
                <a:lnTo>
                  <a:pt x="93166" y="115639"/>
                </a:lnTo>
                <a:lnTo>
                  <a:pt x="93166" y="114597"/>
                </a:lnTo>
                <a:lnTo>
                  <a:pt x="91380" y="114597"/>
                </a:lnTo>
                <a:lnTo>
                  <a:pt x="91380" y="111918"/>
                </a:lnTo>
                <a:lnTo>
                  <a:pt x="90487" y="111918"/>
                </a:lnTo>
                <a:lnTo>
                  <a:pt x="90487" y="111026"/>
                </a:lnTo>
                <a:lnTo>
                  <a:pt x="89594" y="111026"/>
                </a:lnTo>
                <a:lnTo>
                  <a:pt x="89594" y="110133"/>
                </a:lnTo>
                <a:lnTo>
                  <a:pt x="88701" y="110133"/>
                </a:lnTo>
                <a:lnTo>
                  <a:pt x="88701" y="109240"/>
                </a:lnTo>
                <a:lnTo>
                  <a:pt x="86915" y="109240"/>
                </a:lnTo>
                <a:lnTo>
                  <a:pt x="86915" y="108347"/>
                </a:lnTo>
                <a:lnTo>
                  <a:pt x="86022" y="108347"/>
                </a:lnTo>
                <a:lnTo>
                  <a:pt x="86022" y="107454"/>
                </a:lnTo>
                <a:lnTo>
                  <a:pt x="85129" y="107454"/>
                </a:lnTo>
                <a:lnTo>
                  <a:pt x="85129" y="106561"/>
                </a:lnTo>
                <a:lnTo>
                  <a:pt x="84236" y="106561"/>
                </a:lnTo>
                <a:lnTo>
                  <a:pt x="84236" y="105668"/>
                </a:lnTo>
                <a:lnTo>
                  <a:pt x="82450" y="105668"/>
                </a:lnTo>
                <a:lnTo>
                  <a:pt x="82450" y="103882"/>
                </a:lnTo>
                <a:lnTo>
                  <a:pt x="81557" y="103882"/>
                </a:lnTo>
                <a:lnTo>
                  <a:pt x="81557" y="102989"/>
                </a:lnTo>
                <a:lnTo>
                  <a:pt x="79771" y="102989"/>
                </a:lnTo>
                <a:lnTo>
                  <a:pt x="79771" y="102096"/>
                </a:lnTo>
                <a:lnTo>
                  <a:pt x="77092" y="102096"/>
                </a:lnTo>
                <a:lnTo>
                  <a:pt x="77092" y="101203"/>
                </a:lnTo>
                <a:lnTo>
                  <a:pt x="75307" y="101203"/>
                </a:lnTo>
                <a:lnTo>
                  <a:pt x="75307" y="98524"/>
                </a:lnTo>
                <a:lnTo>
                  <a:pt x="76200" y="98524"/>
                </a:lnTo>
                <a:lnTo>
                  <a:pt x="76200" y="97631"/>
                </a:lnTo>
                <a:lnTo>
                  <a:pt x="81557" y="97631"/>
                </a:lnTo>
                <a:lnTo>
                  <a:pt x="81557" y="98524"/>
                </a:lnTo>
                <a:lnTo>
                  <a:pt x="84236" y="98524"/>
                </a:lnTo>
                <a:lnTo>
                  <a:pt x="84236" y="99417"/>
                </a:lnTo>
                <a:lnTo>
                  <a:pt x="86915" y="99417"/>
                </a:lnTo>
                <a:lnTo>
                  <a:pt x="86915" y="100310"/>
                </a:lnTo>
                <a:lnTo>
                  <a:pt x="87808" y="100310"/>
                </a:lnTo>
                <a:lnTo>
                  <a:pt x="87808" y="101203"/>
                </a:lnTo>
                <a:lnTo>
                  <a:pt x="90487" y="101203"/>
                </a:lnTo>
                <a:lnTo>
                  <a:pt x="90487" y="102096"/>
                </a:lnTo>
                <a:lnTo>
                  <a:pt x="92273" y="102096"/>
                </a:lnTo>
                <a:lnTo>
                  <a:pt x="92273" y="102989"/>
                </a:lnTo>
                <a:lnTo>
                  <a:pt x="94952" y="102989"/>
                </a:lnTo>
                <a:lnTo>
                  <a:pt x="94952" y="104775"/>
                </a:lnTo>
                <a:lnTo>
                  <a:pt x="95845" y="104775"/>
                </a:lnTo>
                <a:lnTo>
                  <a:pt x="95845" y="105668"/>
                </a:lnTo>
                <a:lnTo>
                  <a:pt x="97631" y="105668"/>
                </a:lnTo>
                <a:lnTo>
                  <a:pt x="97631" y="101203"/>
                </a:lnTo>
                <a:lnTo>
                  <a:pt x="98524" y="101203"/>
                </a:lnTo>
                <a:lnTo>
                  <a:pt x="98524" y="100310"/>
                </a:lnTo>
                <a:lnTo>
                  <a:pt x="99417" y="100310"/>
                </a:lnTo>
                <a:lnTo>
                  <a:pt x="99417" y="95845"/>
                </a:lnTo>
                <a:lnTo>
                  <a:pt x="100310" y="95845"/>
                </a:lnTo>
                <a:lnTo>
                  <a:pt x="100310" y="94059"/>
                </a:lnTo>
                <a:lnTo>
                  <a:pt x="101203" y="94059"/>
                </a:lnTo>
                <a:lnTo>
                  <a:pt x="101203" y="92273"/>
                </a:lnTo>
                <a:lnTo>
                  <a:pt x="102096" y="92273"/>
                </a:lnTo>
                <a:lnTo>
                  <a:pt x="102096" y="88701"/>
                </a:lnTo>
                <a:lnTo>
                  <a:pt x="103882" y="88701"/>
                </a:lnTo>
                <a:lnTo>
                  <a:pt x="103882" y="86915"/>
                </a:lnTo>
                <a:lnTo>
                  <a:pt x="104775" y="86915"/>
                </a:lnTo>
                <a:lnTo>
                  <a:pt x="104775" y="84236"/>
                </a:lnTo>
                <a:lnTo>
                  <a:pt x="105667" y="84236"/>
                </a:lnTo>
                <a:lnTo>
                  <a:pt x="105667" y="82451"/>
                </a:lnTo>
                <a:lnTo>
                  <a:pt x="106560" y="82451"/>
                </a:lnTo>
                <a:lnTo>
                  <a:pt x="106560" y="81558"/>
                </a:lnTo>
                <a:lnTo>
                  <a:pt x="107453" y="81558"/>
                </a:lnTo>
                <a:lnTo>
                  <a:pt x="107453" y="79772"/>
                </a:lnTo>
                <a:lnTo>
                  <a:pt x="106560" y="79772"/>
                </a:lnTo>
                <a:lnTo>
                  <a:pt x="106560" y="78879"/>
                </a:lnTo>
                <a:lnTo>
                  <a:pt x="96738" y="78879"/>
                </a:lnTo>
                <a:lnTo>
                  <a:pt x="96738" y="79772"/>
                </a:lnTo>
                <a:lnTo>
                  <a:pt x="94952" y="79772"/>
                </a:lnTo>
                <a:lnTo>
                  <a:pt x="94952" y="78879"/>
                </a:lnTo>
                <a:lnTo>
                  <a:pt x="90487" y="78879"/>
                </a:lnTo>
                <a:lnTo>
                  <a:pt x="90487" y="77986"/>
                </a:lnTo>
                <a:lnTo>
                  <a:pt x="86915" y="77986"/>
                </a:lnTo>
                <a:lnTo>
                  <a:pt x="86915" y="78879"/>
                </a:lnTo>
                <a:lnTo>
                  <a:pt x="77985" y="78879"/>
                </a:lnTo>
                <a:lnTo>
                  <a:pt x="77985" y="79772"/>
                </a:lnTo>
                <a:lnTo>
                  <a:pt x="77092" y="79772"/>
                </a:lnTo>
                <a:lnTo>
                  <a:pt x="77092" y="80665"/>
                </a:lnTo>
                <a:lnTo>
                  <a:pt x="76200" y="80665"/>
                </a:lnTo>
                <a:lnTo>
                  <a:pt x="76200" y="81558"/>
                </a:lnTo>
                <a:lnTo>
                  <a:pt x="75307" y="81558"/>
                </a:lnTo>
                <a:lnTo>
                  <a:pt x="75307" y="82451"/>
                </a:lnTo>
                <a:lnTo>
                  <a:pt x="74414" y="82451"/>
                </a:lnTo>
                <a:lnTo>
                  <a:pt x="74414" y="83343"/>
                </a:lnTo>
                <a:lnTo>
                  <a:pt x="72628" y="83343"/>
                </a:lnTo>
                <a:lnTo>
                  <a:pt x="72628" y="84236"/>
                </a:lnTo>
                <a:lnTo>
                  <a:pt x="69949" y="84236"/>
                </a:lnTo>
                <a:lnTo>
                  <a:pt x="69949" y="83343"/>
                </a:lnTo>
                <a:lnTo>
                  <a:pt x="67121" y="83343"/>
                </a:lnTo>
                <a:lnTo>
                  <a:pt x="67121" y="82451"/>
                </a:lnTo>
                <a:lnTo>
                  <a:pt x="65335" y="82451"/>
                </a:lnTo>
                <a:lnTo>
                  <a:pt x="65335" y="79772"/>
                </a:lnTo>
                <a:lnTo>
                  <a:pt x="66228" y="79772"/>
                </a:lnTo>
                <a:lnTo>
                  <a:pt x="66228" y="78879"/>
                </a:lnTo>
                <a:lnTo>
                  <a:pt x="67121" y="78879"/>
                </a:lnTo>
                <a:lnTo>
                  <a:pt x="67121" y="77093"/>
                </a:lnTo>
                <a:lnTo>
                  <a:pt x="66228" y="77093"/>
                </a:lnTo>
                <a:lnTo>
                  <a:pt x="66228" y="72628"/>
                </a:lnTo>
                <a:lnTo>
                  <a:pt x="67121" y="72628"/>
                </a:lnTo>
                <a:lnTo>
                  <a:pt x="67121" y="71735"/>
                </a:lnTo>
                <a:lnTo>
                  <a:pt x="68014" y="71735"/>
                </a:lnTo>
                <a:lnTo>
                  <a:pt x="68014" y="70842"/>
                </a:lnTo>
                <a:lnTo>
                  <a:pt x="69056" y="70842"/>
                </a:lnTo>
                <a:lnTo>
                  <a:pt x="69056" y="69949"/>
                </a:lnTo>
                <a:lnTo>
                  <a:pt x="69949" y="69949"/>
                </a:lnTo>
                <a:lnTo>
                  <a:pt x="69949" y="68907"/>
                </a:lnTo>
                <a:lnTo>
                  <a:pt x="70842" y="68907"/>
                </a:lnTo>
                <a:lnTo>
                  <a:pt x="70842" y="67121"/>
                </a:lnTo>
                <a:lnTo>
                  <a:pt x="69949" y="67121"/>
                </a:lnTo>
                <a:lnTo>
                  <a:pt x="69949" y="63549"/>
                </a:lnTo>
                <a:lnTo>
                  <a:pt x="72628" y="63549"/>
                </a:lnTo>
                <a:lnTo>
                  <a:pt x="72628" y="62656"/>
                </a:lnTo>
                <a:lnTo>
                  <a:pt x="73521" y="62656"/>
                </a:lnTo>
                <a:lnTo>
                  <a:pt x="73521" y="60870"/>
                </a:lnTo>
                <a:lnTo>
                  <a:pt x="71735" y="60870"/>
                </a:lnTo>
                <a:lnTo>
                  <a:pt x="71735" y="59977"/>
                </a:lnTo>
                <a:lnTo>
                  <a:pt x="70842" y="59977"/>
                </a:lnTo>
                <a:lnTo>
                  <a:pt x="70842" y="59084"/>
                </a:lnTo>
                <a:lnTo>
                  <a:pt x="69949" y="59084"/>
                </a:lnTo>
                <a:lnTo>
                  <a:pt x="69949" y="58192"/>
                </a:lnTo>
                <a:lnTo>
                  <a:pt x="67121" y="58192"/>
                </a:lnTo>
                <a:lnTo>
                  <a:pt x="67121" y="59084"/>
                </a:lnTo>
                <a:lnTo>
                  <a:pt x="66228" y="59084"/>
                </a:lnTo>
                <a:lnTo>
                  <a:pt x="66228" y="58192"/>
                </a:lnTo>
                <a:lnTo>
                  <a:pt x="65335" y="58192"/>
                </a:lnTo>
                <a:lnTo>
                  <a:pt x="65335" y="59084"/>
                </a:lnTo>
                <a:lnTo>
                  <a:pt x="58191" y="59084"/>
                </a:lnTo>
                <a:lnTo>
                  <a:pt x="58191" y="58192"/>
                </a:lnTo>
                <a:lnTo>
                  <a:pt x="54619" y="58192"/>
                </a:lnTo>
                <a:lnTo>
                  <a:pt x="54619" y="59084"/>
                </a:lnTo>
                <a:lnTo>
                  <a:pt x="52834" y="59084"/>
                </a:lnTo>
                <a:lnTo>
                  <a:pt x="52834" y="58192"/>
                </a:lnTo>
                <a:lnTo>
                  <a:pt x="50155" y="58192"/>
                </a:lnTo>
                <a:lnTo>
                  <a:pt x="50155" y="59084"/>
                </a:lnTo>
                <a:lnTo>
                  <a:pt x="48369" y="59084"/>
                </a:lnTo>
                <a:lnTo>
                  <a:pt x="48369" y="58192"/>
                </a:lnTo>
                <a:lnTo>
                  <a:pt x="46583" y="58192"/>
                </a:lnTo>
                <a:lnTo>
                  <a:pt x="46583" y="57299"/>
                </a:lnTo>
                <a:lnTo>
                  <a:pt x="45690" y="57299"/>
                </a:lnTo>
                <a:lnTo>
                  <a:pt x="45690" y="56406"/>
                </a:lnTo>
                <a:lnTo>
                  <a:pt x="44797" y="56406"/>
                </a:lnTo>
                <a:lnTo>
                  <a:pt x="44797" y="57299"/>
                </a:lnTo>
                <a:lnTo>
                  <a:pt x="43904" y="57299"/>
                </a:lnTo>
                <a:lnTo>
                  <a:pt x="43904" y="58192"/>
                </a:lnTo>
                <a:lnTo>
                  <a:pt x="42118" y="58192"/>
                </a:lnTo>
                <a:lnTo>
                  <a:pt x="42118" y="57299"/>
                </a:lnTo>
                <a:lnTo>
                  <a:pt x="41225" y="57299"/>
                </a:lnTo>
                <a:lnTo>
                  <a:pt x="41225" y="55513"/>
                </a:lnTo>
                <a:lnTo>
                  <a:pt x="42118" y="55513"/>
                </a:lnTo>
                <a:lnTo>
                  <a:pt x="42118" y="54620"/>
                </a:lnTo>
                <a:lnTo>
                  <a:pt x="44797" y="54620"/>
                </a:lnTo>
                <a:lnTo>
                  <a:pt x="44797" y="55513"/>
                </a:lnTo>
                <a:lnTo>
                  <a:pt x="46583" y="55513"/>
                </a:lnTo>
                <a:lnTo>
                  <a:pt x="46583" y="54620"/>
                </a:lnTo>
                <a:lnTo>
                  <a:pt x="51941" y="54620"/>
                </a:lnTo>
                <a:lnTo>
                  <a:pt x="51941" y="55513"/>
                </a:lnTo>
                <a:lnTo>
                  <a:pt x="54619" y="55513"/>
                </a:lnTo>
                <a:lnTo>
                  <a:pt x="54619" y="54620"/>
                </a:lnTo>
                <a:lnTo>
                  <a:pt x="62656" y="54620"/>
                </a:lnTo>
                <a:lnTo>
                  <a:pt x="62656" y="55513"/>
                </a:lnTo>
                <a:lnTo>
                  <a:pt x="65335" y="55513"/>
                </a:lnTo>
                <a:lnTo>
                  <a:pt x="65335" y="56406"/>
                </a:lnTo>
                <a:lnTo>
                  <a:pt x="66228" y="56406"/>
                </a:lnTo>
                <a:lnTo>
                  <a:pt x="66228" y="55513"/>
                </a:lnTo>
                <a:lnTo>
                  <a:pt x="67121" y="55513"/>
                </a:lnTo>
                <a:lnTo>
                  <a:pt x="67121" y="54620"/>
                </a:lnTo>
                <a:lnTo>
                  <a:pt x="69949" y="54620"/>
                </a:lnTo>
                <a:lnTo>
                  <a:pt x="69949" y="55513"/>
                </a:lnTo>
                <a:lnTo>
                  <a:pt x="70842" y="55513"/>
                </a:lnTo>
                <a:lnTo>
                  <a:pt x="70842" y="56406"/>
                </a:lnTo>
                <a:lnTo>
                  <a:pt x="71735" y="56406"/>
                </a:lnTo>
                <a:lnTo>
                  <a:pt x="71735" y="53727"/>
                </a:lnTo>
                <a:lnTo>
                  <a:pt x="72628" y="53727"/>
                </a:lnTo>
                <a:lnTo>
                  <a:pt x="72628" y="49262"/>
                </a:lnTo>
                <a:lnTo>
                  <a:pt x="73521" y="49262"/>
                </a:lnTo>
                <a:lnTo>
                  <a:pt x="73521" y="40332"/>
                </a:lnTo>
                <a:lnTo>
                  <a:pt x="74414" y="40332"/>
                </a:lnTo>
                <a:lnTo>
                  <a:pt x="74414" y="38546"/>
                </a:lnTo>
                <a:lnTo>
                  <a:pt x="75307" y="38546"/>
                </a:lnTo>
                <a:lnTo>
                  <a:pt x="75307" y="37653"/>
                </a:lnTo>
                <a:lnTo>
                  <a:pt x="78878" y="37653"/>
                </a:lnTo>
                <a:lnTo>
                  <a:pt x="78878" y="35867"/>
                </a:lnTo>
                <a:lnTo>
                  <a:pt x="77985" y="35867"/>
                </a:lnTo>
                <a:lnTo>
                  <a:pt x="77985" y="33188"/>
                </a:lnTo>
                <a:lnTo>
                  <a:pt x="77092" y="33188"/>
                </a:lnTo>
                <a:lnTo>
                  <a:pt x="77092" y="29617"/>
                </a:lnTo>
                <a:lnTo>
                  <a:pt x="77985" y="29617"/>
                </a:lnTo>
                <a:lnTo>
                  <a:pt x="77985" y="27831"/>
                </a:lnTo>
                <a:lnTo>
                  <a:pt x="78878" y="27831"/>
                </a:lnTo>
                <a:lnTo>
                  <a:pt x="78878" y="26045"/>
                </a:lnTo>
                <a:lnTo>
                  <a:pt x="79771" y="26045"/>
                </a:lnTo>
                <a:lnTo>
                  <a:pt x="79771" y="16966"/>
                </a:lnTo>
                <a:lnTo>
                  <a:pt x="80664" y="16966"/>
                </a:lnTo>
                <a:lnTo>
                  <a:pt x="80664" y="14287"/>
                </a:lnTo>
                <a:lnTo>
                  <a:pt x="81557" y="14287"/>
                </a:lnTo>
                <a:lnTo>
                  <a:pt x="81557" y="11608"/>
                </a:lnTo>
                <a:lnTo>
                  <a:pt x="82450" y="11608"/>
                </a:lnTo>
                <a:lnTo>
                  <a:pt x="82450" y="9822"/>
                </a:lnTo>
                <a:lnTo>
                  <a:pt x="81557" y="9822"/>
                </a:lnTo>
                <a:lnTo>
                  <a:pt x="81557" y="7143"/>
                </a:lnTo>
                <a:lnTo>
                  <a:pt x="79771" y="7143"/>
                </a:lnTo>
                <a:lnTo>
                  <a:pt x="79771" y="6251"/>
                </a:lnTo>
                <a:lnTo>
                  <a:pt x="78878" y="6251"/>
                </a:lnTo>
                <a:lnTo>
                  <a:pt x="78878" y="1786"/>
                </a:lnTo>
                <a:lnTo>
                  <a:pt x="79771" y="1786"/>
                </a:lnTo>
                <a:lnTo>
                  <a:pt x="79771" y="893"/>
                </a:lnTo>
                <a:lnTo>
                  <a:pt x="83343" y="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52CDF65-B124-7015-1220-3FE69D89F67B}"/>
              </a:ext>
            </a:extLst>
          </p:cNvPr>
          <p:cNvSpPr txBox="1"/>
          <p:nvPr/>
        </p:nvSpPr>
        <p:spPr>
          <a:xfrm>
            <a:off x="4665647" y="1772342"/>
            <a:ext cx="137369" cy="136624"/>
          </a:xfrm>
          <a:custGeom>
            <a:avLst/>
            <a:gdLst/>
            <a:ahLst/>
            <a:cxnLst/>
            <a:rect l="l" t="t" r="r" b="b"/>
            <a:pathLst>
              <a:path w="137369" h="136624">
                <a:moveTo>
                  <a:pt x="40928" y="98227"/>
                </a:moveTo>
                <a:lnTo>
                  <a:pt x="46732" y="98227"/>
                </a:lnTo>
                <a:lnTo>
                  <a:pt x="46732" y="99268"/>
                </a:lnTo>
                <a:lnTo>
                  <a:pt x="47774" y="99268"/>
                </a:lnTo>
                <a:lnTo>
                  <a:pt x="47774" y="100608"/>
                </a:lnTo>
                <a:lnTo>
                  <a:pt x="46732" y="100608"/>
                </a:lnTo>
                <a:lnTo>
                  <a:pt x="46732" y="102543"/>
                </a:lnTo>
                <a:lnTo>
                  <a:pt x="42863" y="102543"/>
                </a:lnTo>
                <a:lnTo>
                  <a:pt x="42863" y="103584"/>
                </a:lnTo>
                <a:lnTo>
                  <a:pt x="41970" y="103584"/>
                </a:lnTo>
                <a:lnTo>
                  <a:pt x="41970" y="105519"/>
                </a:lnTo>
                <a:lnTo>
                  <a:pt x="40928" y="105519"/>
                </a:lnTo>
                <a:lnTo>
                  <a:pt x="40928" y="104477"/>
                </a:lnTo>
                <a:lnTo>
                  <a:pt x="38993" y="104477"/>
                </a:lnTo>
                <a:lnTo>
                  <a:pt x="38993" y="102543"/>
                </a:lnTo>
                <a:lnTo>
                  <a:pt x="36017" y="102543"/>
                </a:lnTo>
                <a:lnTo>
                  <a:pt x="36017" y="104477"/>
                </a:lnTo>
                <a:lnTo>
                  <a:pt x="35124" y="104477"/>
                </a:lnTo>
                <a:lnTo>
                  <a:pt x="35124" y="105519"/>
                </a:lnTo>
                <a:lnTo>
                  <a:pt x="34082" y="105519"/>
                </a:lnTo>
                <a:lnTo>
                  <a:pt x="34082" y="107454"/>
                </a:lnTo>
                <a:lnTo>
                  <a:pt x="33189" y="107454"/>
                </a:lnTo>
                <a:lnTo>
                  <a:pt x="33189" y="108347"/>
                </a:lnTo>
                <a:lnTo>
                  <a:pt x="32147" y="108347"/>
                </a:lnTo>
                <a:lnTo>
                  <a:pt x="32147" y="109389"/>
                </a:lnTo>
                <a:lnTo>
                  <a:pt x="30212" y="109389"/>
                </a:lnTo>
                <a:lnTo>
                  <a:pt x="30212" y="110282"/>
                </a:lnTo>
                <a:lnTo>
                  <a:pt x="29319" y="110282"/>
                </a:lnTo>
                <a:lnTo>
                  <a:pt x="29319" y="111323"/>
                </a:lnTo>
                <a:lnTo>
                  <a:pt x="28278" y="111323"/>
                </a:lnTo>
                <a:lnTo>
                  <a:pt x="28278" y="112365"/>
                </a:lnTo>
                <a:lnTo>
                  <a:pt x="27385" y="112365"/>
                </a:lnTo>
                <a:lnTo>
                  <a:pt x="27385" y="113258"/>
                </a:lnTo>
                <a:lnTo>
                  <a:pt x="23366" y="113258"/>
                </a:lnTo>
                <a:lnTo>
                  <a:pt x="23366" y="114300"/>
                </a:lnTo>
                <a:lnTo>
                  <a:pt x="22473" y="114300"/>
                </a:lnTo>
                <a:lnTo>
                  <a:pt x="22473" y="115193"/>
                </a:lnTo>
                <a:lnTo>
                  <a:pt x="21432" y="115193"/>
                </a:lnTo>
                <a:lnTo>
                  <a:pt x="21432" y="116235"/>
                </a:lnTo>
                <a:lnTo>
                  <a:pt x="19497" y="116235"/>
                </a:lnTo>
                <a:lnTo>
                  <a:pt x="19497" y="117128"/>
                </a:lnTo>
                <a:lnTo>
                  <a:pt x="18604" y="117128"/>
                </a:lnTo>
                <a:lnTo>
                  <a:pt x="18604" y="118170"/>
                </a:lnTo>
                <a:lnTo>
                  <a:pt x="15627" y="118170"/>
                </a:lnTo>
                <a:lnTo>
                  <a:pt x="15627" y="119063"/>
                </a:lnTo>
                <a:lnTo>
                  <a:pt x="14734" y="119063"/>
                </a:lnTo>
                <a:lnTo>
                  <a:pt x="14734" y="120104"/>
                </a:lnTo>
                <a:lnTo>
                  <a:pt x="13693" y="120104"/>
                </a:lnTo>
                <a:lnTo>
                  <a:pt x="13693" y="120997"/>
                </a:lnTo>
                <a:lnTo>
                  <a:pt x="12800" y="120997"/>
                </a:lnTo>
                <a:lnTo>
                  <a:pt x="12800" y="122039"/>
                </a:lnTo>
                <a:lnTo>
                  <a:pt x="11758" y="122039"/>
                </a:lnTo>
                <a:lnTo>
                  <a:pt x="11758" y="122932"/>
                </a:lnTo>
                <a:lnTo>
                  <a:pt x="6846" y="122932"/>
                </a:lnTo>
                <a:lnTo>
                  <a:pt x="6846" y="122039"/>
                </a:lnTo>
                <a:lnTo>
                  <a:pt x="5805" y="122039"/>
                </a:lnTo>
                <a:lnTo>
                  <a:pt x="5805" y="120997"/>
                </a:lnTo>
                <a:lnTo>
                  <a:pt x="3870" y="120997"/>
                </a:lnTo>
                <a:lnTo>
                  <a:pt x="3870" y="120104"/>
                </a:lnTo>
                <a:lnTo>
                  <a:pt x="2977" y="120104"/>
                </a:lnTo>
                <a:lnTo>
                  <a:pt x="2977" y="116235"/>
                </a:lnTo>
                <a:lnTo>
                  <a:pt x="1935" y="116235"/>
                </a:lnTo>
                <a:lnTo>
                  <a:pt x="1935" y="114300"/>
                </a:lnTo>
                <a:lnTo>
                  <a:pt x="1042" y="114300"/>
                </a:lnTo>
                <a:lnTo>
                  <a:pt x="1042" y="112365"/>
                </a:lnTo>
                <a:lnTo>
                  <a:pt x="0" y="112365"/>
                </a:lnTo>
                <a:lnTo>
                  <a:pt x="0" y="111919"/>
                </a:lnTo>
                <a:lnTo>
                  <a:pt x="1042" y="111919"/>
                </a:lnTo>
                <a:lnTo>
                  <a:pt x="1042" y="109389"/>
                </a:lnTo>
                <a:lnTo>
                  <a:pt x="0" y="109389"/>
                </a:lnTo>
                <a:lnTo>
                  <a:pt x="0" y="108049"/>
                </a:lnTo>
                <a:lnTo>
                  <a:pt x="1042" y="108049"/>
                </a:lnTo>
                <a:lnTo>
                  <a:pt x="1042" y="105073"/>
                </a:lnTo>
                <a:lnTo>
                  <a:pt x="2977" y="105073"/>
                </a:lnTo>
                <a:lnTo>
                  <a:pt x="2977" y="104180"/>
                </a:lnTo>
                <a:lnTo>
                  <a:pt x="8781" y="104180"/>
                </a:lnTo>
                <a:lnTo>
                  <a:pt x="8781" y="103138"/>
                </a:lnTo>
                <a:lnTo>
                  <a:pt x="10716" y="103138"/>
                </a:lnTo>
                <a:lnTo>
                  <a:pt x="10716" y="104180"/>
                </a:lnTo>
                <a:lnTo>
                  <a:pt x="14734" y="104180"/>
                </a:lnTo>
                <a:lnTo>
                  <a:pt x="14734" y="105073"/>
                </a:lnTo>
                <a:lnTo>
                  <a:pt x="16520" y="105073"/>
                </a:lnTo>
                <a:lnTo>
                  <a:pt x="16520" y="104180"/>
                </a:lnTo>
                <a:lnTo>
                  <a:pt x="18455" y="104180"/>
                </a:lnTo>
                <a:lnTo>
                  <a:pt x="18455" y="103138"/>
                </a:lnTo>
                <a:lnTo>
                  <a:pt x="21432" y="103138"/>
                </a:lnTo>
                <a:lnTo>
                  <a:pt x="21432" y="102245"/>
                </a:lnTo>
                <a:lnTo>
                  <a:pt x="22325" y="102245"/>
                </a:lnTo>
                <a:lnTo>
                  <a:pt x="22325" y="101203"/>
                </a:lnTo>
                <a:lnTo>
                  <a:pt x="22473" y="101203"/>
                </a:lnTo>
                <a:lnTo>
                  <a:pt x="22473" y="102245"/>
                </a:lnTo>
                <a:lnTo>
                  <a:pt x="24408" y="102245"/>
                </a:lnTo>
                <a:lnTo>
                  <a:pt x="24408" y="103138"/>
                </a:lnTo>
                <a:lnTo>
                  <a:pt x="28278" y="103138"/>
                </a:lnTo>
                <a:lnTo>
                  <a:pt x="28278" y="102245"/>
                </a:lnTo>
                <a:lnTo>
                  <a:pt x="34082" y="102245"/>
                </a:lnTo>
                <a:lnTo>
                  <a:pt x="34082" y="101203"/>
                </a:lnTo>
                <a:lnTo>
                  <a:pt x="36017" y="101203"/>
                </a:lnTo>
                <a:lnTo>
                  <a:pt x="36017" y="100310"/>
                </a:lnTo>
                <a:lnTo>
                  <a:pt x="36910" y="100310"/>
                </a:lnTo>
                <a:lnTo>
                  <a:pt x="36910" y="99268"/>
                </a:lnTo>
                <a:lnTo>
                  <a:pt x="40928" y="99268"/>
                </a:lnTo>
                <a:close/>
                <a:moveTo>
                  <a:pt x="99269" y="52536"/>
                </a:moveTo>
                <a:lnTo>
                  <a:pt x="103287" y="52536"/>
                </a:lnTo>
                <a:lnTo>
                  <a:pt x="103287" y="53578"/>
                </a:lnTo>
                <a:lnTo>
                  <a:pt x="106115" y="53578"/>
                </a:lnTo>
                <a:lnTo>
                  <a:pt x="106115" y="54471"/>
                </a:lnTo>
                <a:lnTo>
                  <a:pt x="107157" y="54471"/>
                </a:lnTo>
                <a:lnTo>
                  <a:pt x="107157" y="55513"/>
                </a:lnTo>
                <a:lnTo>
                  <a:pt x="108050" y="55513"/>
                </a:lnTo>
                <a:lnTo>
                  <a:pt x="108050" y="56406"/>
                </a:lnTo>
                <a:lnTo>
                  <a:pt x="112068" y="56406"/>
                </a:lnTo>
                <a:lnTo>
                  <a:pt x="112068" y="57448"/>
                </a:lnTo>
                <a:lnTo>
                  <a:pt x="116830" y="57448"/>
                </a:lnTo>
                <a:lnTo>
                  <a:pt x="116830" y="58341"/>
                </a:lnTo>
                <a:lnTo>
                  <a:pt x="117872" y="58341"/>
                </a:lnTo>
                <a:lnTo>
                  <a:pt x="117872" y="58787"/>
                </a:lnTo>
                <a:lnTo>
                  <a:pt x="116830" y="58787"/>
                </a:lnTo>
                <a:lnTo>
                  <a:pt x="116830" y="60275"/>
                </a:lnTo>
                <a:lnTo>
                  <a:pt x="119807" y="60275"/>
                </a:lnTo>
                <a:lnTo>
                  <a:pt x="119807" y="61317"/>
                </a:lnTo>
                <a:lnTo>
                  <a:pt x="120700" y="61317"/>
                </a:lnTo>
                <a:lnTo>
                  <a:pt x="120700" y="62210"/>
                </a:lnTo>
                <a:lnTo>
                  <a:pt x="121742" y="62210"/>
                </a:lnTo>
                <a:lnTo>
                  <a:pt x="121742" y="63252"/>
                </a:lnTo>
                <a:lnTo>
                  <a:pt x="122635" y="63252"/>
                </a:lnTo>
                <a:lnTo>
                  <a:pt x="122635" y="64294"/>
                </a:lnTo>
                <a:lnTo>
                  <a:pt x="124718" y="64294"/>
                </a:lnTo>
                <a:lnTo>
                  <a:pt x="124718" y="66229"/>
                </a:lnTo>
                <a:lnTo>
                  <a:pt x="125611" y="66229"/>
                </a:lnTo>
                <a:lnTo>
                  <a:pt x="125611" y="68461"/>
                </a:lnTo>
                <a:lnTo>
                  <a:pt x="123676" y="68461"/>
                </a:lnTo>
                <a:lnTo>
                  <a:pt x="123676" y="69503"/>
                </a:lnTo>
                <a:lnTo>
                  <a:pt x="122635" y="69503"/>
                </a:lnTo>
                <a:lnTo>
                  <a:pt x="122635" y="70991"/>
                </a:lnTo>
                <a:lnTo>
                  <a:pt x="123676" y="70991"/>
                </a:lnTo>
                <a:lnTo>
                  <a:pt x="123676" y="72033"/>
                </a:lnTo>
                <a:lnTo>
                  <a:pt x="124718" y="72033"/>
                </a:lnTo>
                <a:lnTo>
                  <a:pt x="124718" y="75307"/>
                </a:lnTo>
                <a:lnTo>
                  <a:pt x="123676" y="75307"/>
                </a:lnTo>
                <a:lnTo>
                  <a:pt x="123676" y="76349"/>
                </a:lnTo>
                <a:lnTo>
                  <a:pt x="122635" y="76349"/>
                </a:lnTo>
                <a:lnTo>
                  <a:pt x="122635" y="77242"/>
                </a:lnTo>
                <a:lnTo>
                  <a:pt x="121742" y="77242"/>
                </a:lnTo>
                <a:lnTo>
                  <a:pt x="121742" y="78284"/>
                </a:lnTo>
                <a:lnTo>
                  <a:pt x="119807" y="78284"/>
                </a:lnTo>
                <a:lnTo>
                  <a:pt x="119807" y="79177"/>
                </a:lnTo>
                <a:lnTo>
                  <a:pt x="116830" y="79177"/>
                </a:lnTo>
                <a:lnTo>
                  <a:pt x="116830" y="78284"/>
                </a:lnTo>
                <a:lnTo>
                  <a:pt x="114896" y="78284"/>
                </a:lnTo>
                <a:lnTo>
                  <a:pt x="114896" y="77242"/>
                </a:lnTo>
                <a:lnTo>
                  <a:pt x="112961" y="77242"/>
                </a:lnTo>
                <a:lnTo>
                  <a:pt x="112961" y="76349"/>
                </a:lnTo>
                <a:lnTo>
                  <a:pt x="111919" y="76349"/>
                </a:lnTo>
                <a:lnTo>
                  <a:pt x="111919" y="74414"/>
                </a:lnTo>
                <a:lnTo>
                  <a:pt x="110877" y="74414"/>
                </a:lnTo>
                <a:lnTo>
                  <a:pt x="110877" y="73372"/>
                </a:lnTo>
                <a:lnTo>
                  <a:pt x="108050" y="73372"/>
                </a:lnTo>
                <a:lnTo>
                  <a:pt x="108050" y="72331"/>
                </a:lnTo>
                <a:lnTo>
                  <a:pt x="107008" y="72331"/>
                </a:lnTo>
                <a:lnTo>
                  <a:pt x="107008" y="70991"/>
                </a:lnTo>
                <a:lnTo>
                  <a:pt x="108050" y="70991"/>
                </a:lnTo>
                <a:lnTo>
                  <a:pt x="108050" y="69056"/>
                </a:lnTo>
                <a:lnTo>
                  <a:pt x="108943" y="69056"/>
                </a:lnTo>
                <a:lnTo>
                  <a:pt x="108943" y="65633"/>
                </a:lnTo>
                <a:lnTo>
                  <a:pt x="108050" y="65633"/>
                </a:lnTo>
                <a:lnTo>
                  <a:pt x="108050" y="64591"/>
                </a:lnTo>
                <a:lnTo>
                  <a:pt x="107008" y="64591"/>
                </a:lnTo>
                <a:lnTo>
                  <a:pt x="107008" y="60722"/>
                </a:lnTo>
                <a:lnTo>
                  <a:pt x="106115" y="60722"/>
                </a:lnTo>
                <a:lnTo>
                  <a:pt x="106115" y="59680"/>
                </a:lnTo>
                <a:lnTo>
                  <a:pt x="104180" y="59680"/>
                </a:lnTo>
                <a:lnTo>
                  <a:pt x="104180" y="58787"/>
                </a:lnTo>
                <a:lnTo>
                  <a:pt x="103138" y="58787"/>
                </a:lnTo>
                <a:lnTo>
                  <a:pt x="103138" y="57745"/>
                </a:lnTo>
                <a:lnTo>
                  <a:pt x="98227" y="57745"/>
                </a:lnTo>
                <a:lnTo>
                  <a:pt x="98227" y="56852"/>
                </a:lnTo>
                <a:lnTo>
                  <a:pt x="97334" y="56852"/>
                </a:lnTo>
                <a:lnTo>
                  <a:pt x="97334" y="54471"/>
                </a:lnTo>
                <a:lnTo>
                  <a:pt x="98227" y="54471"/>
                </a:lnTo>
                <a:lnTo>
                  <a:pt x="98227" y="53578"/>
                </a:lnTo>
                <a:lnTo>
                  <a:pt x="99269" y="53578"/>
                </a:lnTo>
                <a:close/>
                <a:moveTo>
                  <a:pt x="29171" y="0"/>
                </a:moveTo>
                <a:lnTo>
                  <a:pt x="32147" y="0"/>
                </a:lnTo>
                <a:lnTo>
                  <a:pt x="32147" y="1042"/>
                </a:lnTo>
                <a:lnTo>
                  <a:pt x="33189" y="1042"/>
                </a:lnTo>
                <a:lnTo>
                  <a:pt x="33189" y="1935"/>
                </a:lnTo>
                <a:lnTo>
                  <a:pt x="35124" y="1935"/>
                </a:lnTo>
                <a:lnTo>
                  <a:pt x="35124" y="2977"/>
                </a:lnTo>
                <a:lnTo>
                  <a:pt x="37059" y="2977"/>
                </a:lnTo>
                <a:lnTo>
                  <a:pt x="37059" y="3870"/>
                </a:lnTo>
                <a:lnTo>
                  <a:pt x="38993" y="3870"/>
                </a:lnTo>
                <a:lnTo>
                  <a:pt x="38993" y="4911"/>
                </a:lnTo>
                <a:lnTo>
                  <a:pt x="40035" y="4911"/>
                </a:lnTo>
                <a:lnTo>
                  <a:pt x="40035" y="5804"/>
                </a:lnTo>
                <a:lnTo>
                  <a:pt x="40928" y="5804"/>
                </a:lnTo>
                <a:lnTo>
                  <a:pt x="40928" y="8781"/>
                </a:lnTo>
                <a:lnTo>
                  <a:pt x="41970" y="8781"/>
                </a:lnTo>
                <a:lnTo>
                  <a:pt x="41970" y="17859"/>
                </a:lnTo>
                <a:lnTo>
                  <a:pt x="40035" y="17859"/>
                </a:lnTo>
                <a:lnTo>
                  <a:pt x="40035" y="18901"/>
                </a:lnTo>
                <a:lnTo>
                  <a:pt x="38100" y="18901"/>
                </a:lnTo>
                <a:lnTo>
                  <a:pt x="38100" y="19794"/>
                </a:lnTo>
                <a:lnTo>
                  <a:pt x="36017" y="19794"/>
                </a:lnTo>
                <a:lnTo>
                  <a:pt x="36017" y="20836"/>
                </a:lnTo>
                <a:lnTo>
                  <a:pt x="35124" y="20836"/>
                </a:lnTo>
                <a:lnTo>
                  <a:pt x="35124" y="21729"/>
                </a:lnTo>
                <a:lnTo>
                  <a:pt x="34082" y="21729"/>
                </a:lnTo>
                <a:lnTo>
                  <a:pt x="34082" y="22771"/>
                </a:lnTo>
                <a:lnTo>
                  <a:pt x="32147" y="22771"/>
                </a:lnTo>
                <a:lnTo>
                  <a:pt x="32147" y="25747"/>
                </a:lnTo>
                <a:lnTo>
                  <a:pt x="31254" y="25747"/>
                </a:lnTo>
                <a:lnTo>
                  <a:pt x="31254" y="26640"/>
                </a:lnTo>
                <a:lnTo>
                  <a:pt x="30212" y="26640"/>
                </a:lnTo>
                <a:lnTo>
                  <a:pt x="30212" y="30510"/>
                </a:lnTo>
                <a:lnTo>
                  <a:pt x="28278" y="30510"/>
                </a:lnTo>
                <a:lnTo>
                  <a:pt x="28278" y="32445"/>
                </a:lnTo>
                <a:lnTo>
                  <a:pt x="27385" y="32445"/>
                </a:lnTo>
                <a:lnTo>
                  <a:pt x="27385" y="33486"/>
                </a:lnTo>
                <a:lnTo>
                  <a:pt x="26343" y="33486"/>
                </a:lnTo>
                <a:lnTo>
                  <a:pt x="26343" y="34379"/>
                </a:lnTo>
                <a:lnTo>
                  <a:pt x="25450" y="34379"/>
                </a:lnTo>
                <a:lnTo>
                  <a:pt x="25450" y="36314"/>
                </a:lnTo>
                <a:lnTo>
                  <a:pt x="24408" y="36314"/>
                </a:lnTo>
                <a:lnTo>
                  <a:pt x="24408" y="38398"/>
                </a:lnTo>
                <a:lnTo>
                  <a:pt x="23366" y="38398"/>
                </a:lnTo>
                <a:lnTo>
                  <a:pt x="23366" y="39291"/>
                </a:lnTo>
                <a:lnTo>
                  <a:pt x="22473" y="39291"/>
                </a:lnTo>
                <a:lnTo>
                  <a:pt x="22473" y="40332"/>
                </a:lnTo>
                <a:lnTo>
                  <a:pt x="21432" y="40332"/>
                </a:lnTo>
                <a:lnTo>
                  <a:pt x="21432" y="41225"/>
                </a:lnTo>
                <a:lnTo>
                  <a:pt x="20539" y="41225"/>
                </a:lnTo>
                <a:lnTo>
                  <a:pt x="20539" y="42267"/>
                </a:lnTo>
                <a:lnTo>
                  <a:pt x="18604" y="42267"/>
                </a:lnTo>
                <a:lnTo>
                  <a:pt x="18604" y="43160"/>
                </a:lnTo>
                <a:lnTo>
                  <a:pt x="17562" y="43160"/>
                </a:lnTo>
                <a:lnTo>
                  <a:pt x="17562" y="44202"/>
                </a:lnTo>
                <a:lnTo>
                  <a:pt x="16669" y="44202"/>
                </a:lnTo>
                <a:lnTo>
                  <a:pt x="16669" y="47625"/>
                </a:lnTo>
                <a:lnTo>
                  <a:pt x="17562" y="47625"/>
                </a:lnTo>
                <a:lnTo>
                  <a:pt x="17562" y="48667"/>
                </a:lnTo>
                <a:lnTo>
                  <a:pt x="21432" y="48667"/>
                </a:lnTo>
                <a:lnTo>
                  <a:pt x="21432" y="49560"/>
                </a:lnTo>
                <a:lnTo>
                  <a:pt x="26343" y="49560"/>
                </a:lnTo>
                <a:lnTo>
                  <a:pt x="26343" y="50602"/>
                </a:lnTo>
                <a:lnTo>
                  <a:pt x="27385" y="50602"/>
                </a:lnTo>
                <a:lnTo>
                  <a:pt x="27385" y="51643"/>
                </a:lnTo>
                <a:lnTo>
                  <a:pt x="30212" y="51643"/>
                </a:lnTo>
                <a:lnTo>
                  <a:pt x="30212" y="48667"/>
                </a:lnTo>
                <a:lnTo>
                  <a:pt x="31105" y="48667"/>
                </a:lnTo>
                <a:lnTo>
                  <a:pt x="31105" y="47625"/>
                </a:lnTo>
                <a:lnTo>
                  <a:pt x="32147" y="47625"/>
                </a:lnTo>
                <a:lnTo>
                  <a:pt x="32147" y="46732"/>
                </a:lnTo>
                <a:lnTo>
                  <a:pt x="34975" y="46732"/>
                </a:lnTo>
                <a:lnTo>
                  <a:pt x="34975" y="45690"/>
                </a:lnTo>
                <a:lnTo>
                  <a:pt x="36017" y="45690"/>
                </a:lnTo>
                <a:lnTo>
                  <a:pt x="36017" y="41821"/>
                </a:lnTo>
                <a:lnTo>
                  <a:pt x="36910" y="41821"/>
                </a:lnTo>
                <a:lnTo>
                  <a:pt x="36910" y="38993"/>
                </a:lnTo>
                <a:lnTo>
                  <a:pt x="37951" y="38993"/>
                </a:lnTo>
                <a:lnTo>
                  <a:pt x="37951" y="36909"/>
                </a:lnTo>
                <a:lnTo>
                  <a:pt x="38993" y="36909"/>
                </a:lnTo>
                <a:lnTo>
                  <a:pt x="38993" y="34975"/>
                </a:lnTo>
                <a:lnTo>
                  <a:pt x="39886" y="34975"/>
                </a:lnTo>
                <a:lnTo>
                  <a:pt x="39886" y="34082"/>
                </a:lnTo>
                <a:lnTo>
                  <a:pt x="40928" y="34082"/>
                </a:lnTo>
                <a:lnTo>
                  <a:pt x="40928" y="33040"/>
                </a:lnTo>
                <a:lnTo>
                  <a:pt x="41821" y="33040"/>
                </a:lnTo>
                <a:lnTo>
                  <a:pt x="41821" y="31105"/>
                </a:lnTo>
                <a:lnTo>
                  <a:pt x="44798" y="31105"/>
                </a:lnTo>
                <a:lnTo>
                  <a:pt x="44798" y="32147"/>
                </a:lnTo>
                <a:lnTo>
                  <a:pt x="45839" y="32147"/>
                </a:lnTo>
                <a:lnTo>
                  <a:pt x="45839" y="33040"/>
                </a:lnTo>
                <a:lnTo>
                  <a:pt x="46732" y="33040"/>
                </a:lnTo>
                <a:lnTo>
                  <a:pt x="46732" y="34082"/>
                </a:lnTo>
                <a:lnTo>
                  <a:pt x="47774" y="34082"/>
                </a:lnTo>
                <a:lnTo>
                  <a:pt x="47774" y="34975"/>
                </a:lnTo>
                <a:lnTo>
                  <a:pt x="48667" y="34975"/>
                </a:lnTo>
                <a:lnTo>
                  <a:pt x="48667" y="38993"/>
                </a:lnTo>
                <a:lnTo>
                  <a:pt x="49709" y="38993"/>
                </a:lnTo>
                <a:lnTo>
                  <a:pt x="49709" y="39886"/>
                </a:lnTo>
                <a:lnTo>
                  <a:pt x="51644" y="39886"/>
                </a:lnTo>
                <a:lnTo>
                  <a:pt x="51644" y="42267"/>
                </a:lnTo>
                <a:lnTo>
                  <a:pt x="50751" y="42267"/>
                </a:lnTo>
                <a:lnTo>
                  <a:pt x="50751" y="43160"/>
                </a:lnTo>
                <a:lnTo>
                  <a:pt x="49709" y="43160"/>
                </a:lnTo>
                <a:lnTo>
                  <a:pt x="49709" y="44202"/>
                </a:lnTo>
                <a:lnTo>
                  <a:pt x="48667" y="44202"/>
                </a:lnTo>
                <a:lnTo>
                  <a:pt x="48667" y="45095"/>
                </a:lnTo>
                <a:lnTo>
                  <a:pt x="46732" y="45095"/>
                </a:lnTo>
                <a:lnTo>
                  <a:pt x="46732" y="46137"/>
                </a:lnTo>
                <a:lnTo>
                  <a:pt x="45839" y="46137"/>
                </a:lnTo>
                <a:lnTo>
                  <a:pt x="45839" y="48965"/>
                </a:lnTo>
                <a:lnTo>
                  <a:pt x="44798" y="48965"/>
                </a:lnTo>
                <a:lnTo>
                  <a:pt x="44798" y="50006"/>
                </a:lnTo>
                <a:lnTo>
                  <a:pt x="42863" y="50006"/>
                </a:lnTo>
                <a:lnTo>
                  <a:pt x="42863" y="51941"/>
                </a:lnTo>
                <a:lnTo>
                  <a:pt x="40928" y="51941"/>
                </a:lnTo>
                <a:lnTo>
                  <a:pt x="40928" y="52983"/>
                </a:lnTo>
                <a:lnTo>
                  <a:pt x="40035" y="52983"/>
                </a:lnTo>
                <a:lnTo>
                  <a:pt x="40035" y="54918"/>
                </a:lnTo>
                <a:lnTo>
                  <a:pt x="38993" y="54918"/>
                </a:lnTo>
                <a:lnTo>
                  <a:pt x="38993" y="55811"/>
                </a:lnTo>
                <a:lnTo>
                  <a:pt x="38100" y="55811"/>
                </a:lnTo>
                <a:lnTo>
                  <a:pt x="38100" y="56852"/>
                </a:lnTo>
                <a:lnTo>
                  <a:pt x="37059" y="56852"/>
                </a:lnTo>
                <a:lnTo>
                  <a:pt x="37059" y="57745"/>
                </a:lnTo>
                <a:lnTo>
                  <a:pt x="36017" y="57745"/>
                </a:lnTo>
                <a:lnTo>
                  <a:pt x="36017" y="58787"/>
                </a:lnTo>
                <a:lnTo>
                  <a:pt x="35124" y="58787"/>
                </a:lnTo>
                <a:lnTo>
                  <a:pt x="35124" y="60722"/>
                </a:lnTo>
                <a:lnTo>
                  <a:pt x="34082" y="60722"/>
                </a:lnTo>
                <a:lnTo>
                  <a:pt x="34082" y="61615"/>
                </a:lnTo>
                <a:lnTo>
                  <a:pt x="32147" y="61615"/>
                </a:lnTo>
                <a:lnTo>
                  <a:pt x="32147" y="62657"/>
                </a:lnTo>
                <a:lnTo>
                  <a:pt x="31254" y="62657"/>
                </a:lnTo>
                <a:lnTo>
                  <a:pt x="31254" y="64591"/>
                </a:lnTo>
                <a:lnTo>
                  <a:pt x="30212" y="64591"/>
                </a:lnTo>
                <a:lnTo>
                  <a:pt x="30212" y="66526"/>
                </a:lnTo>
                <a:lnTo>
                  <a:pt x="29319" y="66526"/>
                </a:lnTo>
                <a:lnTo>
                  <a:pt x="29319" y="68461"/>
                </a:lnTo>
                <a:lnTo>
                  <a:pt x="28278" y="68461"/>
                </a:lnTo>
                <a:lnTo>
                  <a:pt x="28278" y="69503"/>
                </a:lnTo>
                <a:lnTo>
                  <a:pt x="26343" y="69503"/>
                </a:lnTo>
                <a:lnTo>
                  <a:pt x="26343" y="72033"/>
                </a:lnTo>
                <a:lnTo>
                  <a:pt x="27385" y="72033"/>
                </a:lnTo>
                <a:lnTo>
                  <a:pt x="27385" y="75902"/>
                </a:lnTo>
                <a:lnTo>
                  <a:pt x="28278" y="75902"/>
                </a:lnTo>
                <a:lnTo>
                  <a:pt x="28278" y="76944"/>
                </a:lnTo>
                <a:lnTo>
                  <a:pt x="30212" y="76944"/>
                </a:lnTo>
                <a:lnTo>
                  <a:pt x="30212" y="75902"/>
                </a:lnTo>
                <a:lnTo>
                  <a:pt x="37951" y="75902"/>
                </a:lnTo>
                <a:lnTo>
                  <a:pt x="37951" y="75009"/>
                </a:lnTo>
                <a:lnTo>
                  <a:pt x="40928" y="75009"/>
                </a:lnTo>
                <a:lnTo>
                  <a:pt x="40928" y="73968"/>
                </a:lnTo>
                <a:lnTo>
                  <a:pt x="45691" y="73968"/>
                </a:lnTo>
                <a:lnTo>
                  <a:pt x="45691" y="72926"/>
                </a:lnTo>
                <a:lnTo>
                  <a:pt x="46732" y="72926"/>
                </a:lnTo>
                <a:lnTo>
                  <a:pt x="46732" y="68163"/>
                </a:lnTo>
                <a:lnTo>
                  <a:pt x="47625" y="68163"/>
                </a:lnTo>
                <a:lnTo>
                  <a:pt x="47625" y="67122"/>
                </a:lnTo>
                <a:lnTo>
                  <a:pt x="48667" y="67122"/>
                </a:lnTo>
                <a:lnTo>
                  <a:pt x="48667" y="66229"/>
                </a:lnTo>
                <a:lnTo>
                  <a:pt x="49560" y="66229"/>
                </a:lnTo>
                <a:lnTo>
                  <a:pt x="49560" y="65187"/>
                </a:lnTo>
                <a:lnTo>
                  <a:pt x="52685" y="65187"/>
                </a:lnTo>
                <a:lnTo>
                  <a:pt x="52685" y="66229"/>
                </a:lnTo>
                <a:lnTo>
                  <a:pt x="54620" y="66229"/>
                </a:lnTo>
                <a:lnTo>
                  <a:pt x="54620" y="69056"/>
                </a:lnTo>
                <a:lnTo>
                  <a:pt x="58341" y="69056"/>
                </a:lnTo>
                <a:lnTo>
                  <a:pt x="58341" y="68163"/>
                </a:lnTo>
                <a:lnTo>
                  <a:pt x="59383" y="68163"/>
                </a:lnTo>
                <a:lnTo>
                  <a:pt x="59383" y="67122"/>
                </a:lnTo>
                <a:lnTo>
                  <a:pt x="60276" y="67122"/>
                </a:lnTo>
                <a:lnTo>
                  <a:pt x="60276" y="66229"/>
                </a:lnTo>
                <a:lnTo>
                  <a:pt x="61318" y="66229"/>
                </a:lnTo>
                <a:lnTo>
                  <a:pt x="61318" y="65187"/>
                </a:lnTo>
                <a:lnTo>
                  <a:pt x="62210" y="65187"/>
                </a:lnTo>
                <a:lnTo>
                  <a:pt x="62210" y="63698"/>
                </a:lnTo>
                <a:lnTo>
                  <a:pt x="61318" y="63698"/>
                </a:lnTo>
                <a:lnTo>
                  <a:pt x="61318" y="62657"/>
                </a:lnTo>
                <a:lnTo>
                  <a:pt x="60276" y="62657"/>
                </a:lnTo>
                <a:lnTo>
                  <a:pt x="60276" y="61615"/>
                </a:lnTo>
                <a:lnTo>
                  <a:pt x="59383" y="61615"/>
                </a:lnTo>
                <a:lnTo>
                  <a:pt x="59383" y="60275"/>
                </a:lnTo>
                <a:lnTo>
                  <a:pt x="60276" y="60275"/>
                </a:lnTo>
                <a:lnTo>
                  <a:pt x="60276" y="59382"/>
                </a:lnTo>
                <a:lnTo>
                  <a:pt x="61318" y="59382"/>
                </a:lnTo>
                <a:lnTo>
                  <a:pt x="61318" y="58341"/>
                </a:lnTo>
                <a:lnTo>
                  <a:pt x="62210" y="58341"/>
                </a:lnTo>
                <a:lnTo>
                  <a:pt x="62210" y="57448"/>
                </a:lnTo>
                <a:lnTo>
                  <a:pt x="64294" y="57448"/>
                </a:lnTo>
                <a:lnTo>
                  <a:pt x="64294" y="56406"/>
                </a:lnTo>
                <a:lnTo>
                  <a:pt x="65187" y="56406"/>
                </a:lnTo>
                <a:lnTo>
                  <a:pt x="65187" y="55513"/>
                </a:lnTo>
                <a:lnTo>
                  <a:pt x="66229" y="55513"/>
                </a:lnTo>
                <a:lnTo>
                  <a:pt x="66229" y="54471"/>
                </a:lnTo>
                <a:lnTo>
                  <a:pt x="67122" y="54471"/>
                </a:lnTo>
                <a:lnTo>
                  <a:pt x="67122" y="53578"/>
                </a:lnTo>
                <a:lnTo>
                  <a:pt x="67271" y="53578"/>
                </a:lnTo>
                <a:lnTo>
                  <a:pt x="67271" y="54471"/>
                </a:lnTo>
                <a:lnTo>
                  <a:pt x="68164" y="54471"/>
                </a:lnTo>
                <a:lnTo>
                  <a:pt x="68164" y="56406"/>
                </a:lnTo>
                <a:lnTo>
                  <a:pt x="70991" y="56406"/>
                </a:lnTo>
                <a:lnTo>
                  <a:pt x="70991" y="55513"/>
                </a:lnTo>
                <a:lnTo>
                  <a:pt x="72033" y="55513"/>
                </a:lnTo>
                <a:lnTo>
                  <a:pt x="72033" y="53876"/>
                </a:lnTo>
                <a:lnTo>
                  <a:pt x="70991" y="53876"/>
                </a:lnTo>
                <a:lnTo>
                  <a:pt x="70991" y="52983"/>
                </a:lnTo>
                <a:lnTo>
                  <a:pt x="68164" y="52983"/>
                </a:lnTo>
                <a:lnTo>
                  <a:pt x="68164" y="51643"/>
                </a:lnTo>
                <a:lnTo>
                  <a:pt x="69057" y="51643"/>
                </a:lnTo>
                <a:lnTo>
                  <a:pt x="69057" y="49560"/>
                </a:lnTo>
                <a:lnTo>
                  <a:pt x="70098" y="49560"/>
                </a:lnTo>
                <a:lnTo>
                  <a:pt x="70098" y="47625"/>
                </a:lnTo>
                <a:lnTo>
                  <a:pt x="70991" y="47625"/>
                </a:lnTo>
                <a:lnTo>
                  <a:pt x="70991" y="45690"/>
                </a:lnTo>
                <a:lnTo>
                  <a:pt x="72033" y="45690"/>
                </a:lnTo>
                <a:lnTo>
                  <a:pt x="72033" y="44797"/>
                </a:lnTo>
                <a:lnTo>
                  <a:pt x="72926" y="44797"/>
                </a:lnTo>
                <a:lnTo>
                  <a:pt x="72926" y="43756"/>
                </a:lnTo>
                <a:lnTo>
                  <a:pt x="73968" y="43756"/>
                </a:lnTo>
                <a:lnTo>
                  <a:pt x="73968" y="42863"/>
                </a:lnTo>
                <a:lnTo>
                  <a:pt x="75010" y="42863"/>
                </a:lnTo>
                <a:lnTo>
                  <a:pt x="75010" y="41821"/>
                </a:lnTo>
                <a:lnTo>
                  <a:pt x="75903" y="41821"/>
                </a:lnTo>
                <a:lnTo>
                  <a:pt x="75903" y="40928"/>
                </a:lnTo>
                <a:lnTo>
                  <a:pt x="76944" y="40928"/>
                </a:lnTo>
                <a:lnTo>
                  <a:pt x="76944" y="36909"/>
                </a:lnTo>
                <a:lnTo>
                  <a:pt x="77837" y="36909"/>
                </a:lnTo>
                <a:lnTo>
                  <a:pt x="77837" y="36016"/>
                </a:lnTo>
                <a:lnTo>
                  <a:pt x="78879" y="36016"/>
                </a:lnTo>
                <a:lnTo>
                  <a:pt x="78879" y="34975"/>
                </a:lnTo>
                <a:lnTo>
                  <a:pt x="79772" y="34975"/>
                </a:lnTo>
                <a:lnTo>
                  <a:pt x="79772" y="29617"/>
                </a:lnTo>
                <a:lnTo>
                  <a:pt x="78879" y="29617"/>
                </a:lnTo>
                <a:lnTo>
                  <a:pt x="78879" y="28575"/>
                </a:lnTo>
                <a:lnTo>
                  <a:pt x="75010" y="28575"/>
                </a:lnTo>
                <a:lnTo>
                  <a:pt x="75010" y="29617"/>
                </a:lnTo>
                <a:lnTo>
                  <a:pt x="74117" y="29617"/>
                </a:lnTo>
                <a:lnTo>
                  <a:pt x="74117" y="30510"/>
                </a:lnTo>
                <a:lnTo>
                  <a:pt x="70098" y="30510"/>
                </a:lnTo>
                <a:lnTo>
                  <a:pt x="70098" y="29617"/>
                </a:lnTo>
                <a:lnTo>
                  <a:pt x="66229" y="29617"/>
                </a:lnTo>
                <a:lnTo>
                  <a:pt x="66229" y="30510"/>
                </a:lnTo>
                <a:lnTo>
                  <a:pt x="63252" y="30510"/>
                </a:lnTo>
                <a:lnTo>
                  <a:pt x="63252" y="29617"/>
                </a:lnTo>
                <a:lnTo>
                  <a:pt x="61318" y="29617"/>
                </a:lnTo>
                <a:lnTo>
                  <a:pt x="61318" y="28575"/>
                </a:lnTo>
                <a:lnTo>
                  <a:pt x="59383" y="28575"/>
                </a:lnTo>
                <a:lnTo>
                  <a:pt x="59383" y="29617"/>
                </a:lnTo>
                <a:lnTo>
                  <a:pt x="58490" y="29617"/>
                </a:lnTo>
                <a:lnTo>
                  <a:pt x="58490" y="30510"/>
                </a:lnTo>
                <a:lnTo>
                  <a:pt x="56555" y="30510"/>
                </a:lnTo>
                <a:lnTo>
                  <a:pt x="56555" y="31552"/>
                </a:lnTo>
                <a:lnTo>
                  <a:pt x="55513" y="31552"/>
                </a:lnTo>
                <a:lnTo>
                  <a:pt x="55513" y="30510"/>
                </a:lnTo>
                <a:lnTo>
                  <a:pt x="52685" y="30510"/>
                </a:lnTo>
                <a:lnTo>
                  <a:pt x="52685" y="31552"/>
                </a:lnTo>
                <a:lnTo>
                  <a:pt x="50602" y="31552"/>
                </a:lnTo>
                <a:lnTo>
                  <a:pt x="50602" y="30510"/>
                </a:lnTo>
                <a:lnTo>
                  <a:pt x="49560" y="30510"/>
                </a:lnTo>
                <a:lnTo>
                  <a:pt x="49560" y="28575"/>
                </a:lnTo>
                <a:lnTo>
                  <a:pt x="48667" y="28575"/>
                </a:lnTo>
                <a:lnTo>
                  <a:pt x="48667" y="26343"/>
                </a:lnTo>
                <a:lnTo>
                  <a:pt x="49560" y="26343"/>
                </a:lnTo>
                <a:lnTo>
                  <a:pt x="49560" y="25301"/>
                </a:lnTo>
                <a:lnTo>
                  <a:pt x="50602" y="25301"/>
                </a:lnTo>
                <a:lnTo>
                  <a:pt x="50602" y="24259"/>
                </a:lnTo>
                <a:lnTo>
                  <a:pt x="54620" y="24259"/>
                </a:lnTo>
                <a:lnTo>
                  <a:pt x="54620" y="25301"/>
                </a:lnTo>
                <a:lnTo>
                  <a:pt x="56406" y="25301"/>
                </a:lnTo>
                <a:lnTo>
                  <a:pt x="56406" y="24259"/>
                </a:lnTo>
                <a:lnTo>
                  <a:pt x="59383" y="24259"/>
                </a:lnTo>
                <a:lnTo>
                  <a:pt x="59383" y="25301"/>
                </a:lnTo>
                <a:lnTo>
                  <a:pt x="62210" y="25301"/>
                </a:lnTo>
                <a:lnTo>
                  <a:pt x="62210" y="24259"/>
                </a:lnTo>
                <a:lnTo>
                  <a:pt x="63401" y="24259"/>
                </a:lnTo>
                <a:lnTo>
                  <a:pt x="63401" y="25301"/>
                </a:lnTo>
                <a:lnTo>
                  <a:pt x="72033" y="25301"/>
                </a:lnTo>
                <a:lnTo>
                  <a:pt x="72033" y="24259"/>
                </a:lnTo>
                <a:lnTo>
                  <a:pt x="75010" y="24259"/>
                </a:lnTo>
                <a:lnTo>
                  <a:pt x="75010" y="25301"/>
                </a:lnTo>
                <a:lnTo>
                  <a:pt x="76944" y="25301"/>
                </a:lnTo>
                <a:lnTo>
                  <a:pt x="76944" y="22324"/>
                </a:lnTo>
                <a:lnTo>
                  <a:pt x="78879" y="22324"/>
                </a:lnTo>
                <a:lnTo>
                  <a:pt x="78879" y="21431"/>
                </a:lnTo>
                <a:lnTo>
                  <a:pt x="79772" y="21431"/>
                </a:lnTo>
                <a:lnTo>
                  <a:pt x="79772" y="20390"/>
                </a:lnTo>
                <a:lnTo>
                  <a:pt x="80814" y="20390"/>
                </a:lnTo>
                <a:lnTo>
                  <a:pt x="80814" y="17859"/>
                </a:lnTo>
                <a:lnTo>
                  <a:pt x="79772" y="17859"/>
                </a:lnTo>
                <a:lnTo>
                  <a:pt x="79772" y="16966"/>
                </a:lnTo>
                <a:lnTo>
                  <a:pt x="78879" y="16966"/>
                </a:lnTo>
                <a:lnTo>
                  <a:pt x="78879" y="15925"/>
                </a:lnTo>
                <a:lnTo>
                  <a:pt x="77837" y="15925"/>
                </a:lnTo>
                <a:lnTo>
                  <a:pt x="77837" y="15032"/>
                </a:lnTo>
                <a:lnTo>
                  <a:pt x="75903" y="15032"/>
                </a:lnTo>
                <a:lnTo>
                  <a:pt x="75903" y="12055"/>
                </a:lnTo>
                <a:lnTo>
                  <a:pt x="72926" y="12055"/>
                </a:lnTo>
                <a:lnTo>
                  <a:pt x="72926" y="11013"/>
                </a:lnTo>
                <a:lnTo>
                  <a:pt x="69205" y="11013"/>
                </a:lnTo>
                <a:lnTo>
                  <a:pt x="69205" y="12055"/>
                </a:lnTo>
                <a:lnTo>
                  <a:pt x="69057" y="12055"/>
                </a:lnTo>
                <a:lnTo>
                  <a:pt x="69057" y="11013"/>
                </a:lnTo>
                <a:lnTo>
                  <a:pt x="68164" y="11013"/>
                </a:lnTo>
                <a:lnTo>
                  <a:pt x="68164" y="4911"/>
                </a:lnTo>
                <a:lnTo>
                  <a:pt x="69057" y="4911"/>
                </a:lnTo>
                <a:lnTo>
                  <a:pt x="69057" y="3870"/>
                </a:lnTo>
                <a:lnTo>
                  <a:pt x="75010" y="3870"/>
                </a:lnTo>
                <a:lnTo>
                  <a:pt x="75010" y="2977"/>
                </a:lnTo>
                <a:lnTo>
                  <a:pt x="77986" y="2977"/>
                </a:lnTo>
                <a:lnTo>
                  <a:pt x="77986" y="3870"/>
                </a:lnTo>
                <a:lnTo>
                  <a:pt x="78879" y="3870"/>
                </a:lnTo>
                <a:lnTo>
                  <a:pt x="78879" y="4911"/>
                </a:lnTo>
                <a:lnTo>
                  <a:pt x="81856" y="4911"/>
                </a:lnTo>
                <a:lnTo>
                  <a:pt x="81856" y="5804"/>
                </a:lnTo>
                <a:lnTo>
                  <a:pt x="84684" y="5804"/>
                </a:lnTo>
                <a:lnTo>
                  <a:pt x="84684" y="6846"/>
                </a:lnTo>
                <a:lnTo>
                  <a:pt x="88702" y="6846"/>
                </a:lnTo>
                <a:lnTo>
                  <a:pt x="88702" y="9674"/>
                </a:lnTo>
                <a:lnTo>
                  <a:pt x="91530" y="9674"/>
                </a:lnTo>
                <a:lnTo>
                  <a:pt x="91530" y="10716"/>
                </a:lnTo>
                <a:lnTo>
                  <a:pt x="92571" y="10716"/>
                </a:lnTo>
                <a:lnTo>
                  <a:pt x="92571" y="11609"/>
                </a:lnTo>
                <a:lnTo>
                  <a:pt x="93464" y="11609"/>
                </a:lnTo>
                <a:lnTo>
                  <a:pt x="93464" y="14585"/>
                </a:lnTo>
                <a:lnTo>
                  <a:pt x="94506" y="14585"/>
                </a:lnTo>
                <a:lnTo>
                  <a:pt x="94506" y="16520"/>
                </a:lnTo>
                <a:lnTo>
                  <a:pt x="95399" y="16520"/>
                </a:lnTo>
                <a:lnTo>
                  <a:pt x="95399" y="20390"/>
                </a:lnTo>
                <a:lnTo>
                  <a:pt x="96441" y="20390"/>
                </a:lnTo>
                <a:lnTo>
                  <a:pt x="96441" y="24259"/>
                </a:lnTo>
                <a:lnTo>
                  <a:pt x="97334" y="24259"/>
                </a:lnTo>
                <a:lnTo>
                  <a:pt x="97334" y="25301"/>
                </a:lnTo>
                <a:lnTo>
                  <a:pt x="99269" y="25301"/>
                </a:lnTo>
                <a:lnTo>
                  <a:pt x="99269" y="24259"/>
                </a:lnTo>
                <a:lnTo>
                  <a:pt x="99418" y="24259"/>
                </a:lnTo>
                <a:lnTo>
                  <a:pt x="99418" y="25301"/>
                </a:lnTo>
                <a:lnTo>
                  <a:pt x="101203" y="25301"/>
                </a:lnTo>
                <a:lnTo>
                  <a:pt x="101203" y="24259"/>
                </a:lnTo>
                <a:lnTo>
                  <a:pt x="109984" y="24259"/>
                </a:lnTo>
                <a:lnTo>
                  <a:pt x="109984" y="23366"/>
                </a:lnTo>
                <a:lnTo>
                  <a:pt x="111919" y="23366"/>
                </a:lnTo>
                <a:lnTo>
                  <a:pt x="111919" y="22324"/>
                </a:lnTo>
                <a:lnTo>
                  <a:pt x="112961" y="22324"/>
                </a:lnTo>
                <a:lnTo>
                  <a:pt x="112961" y="21431"/>
                </a:lnTo>
                <a:lnTo>
                  <a:pt x="113854" y="21431"/>
                </a:lnTo>
                <a:lnTo>
                  <a:pt x="113854" y="20390"/>
                </a:lnTo>
                <a:lnTo>
                  <a:pt x="114896" y="20390"/>
                </a:lnTo>
                <a:lnTo>
                  <a:pt x="114896" y="19497"/>
                </a:lnTo>
                <a:lnTo>
                  <a:pt x="115789" y="19497"/>
                </a:lnTo>
                <a:lnTo>
                  <a:pt x="115789" y="17562"/>
                </a:lnTo>
                <a:lnTo>
                  <a:pt x="116830" y="17562"/>
                </a:lnTo>
                <a:lnTo>
                  <a:pt x="116830" y="16520"/>
                </a:lnTo>
                <a:lnTo>
                  <a:pt x="117723" y="16520"/>
                </a:lnTo>
                <a:lnTo>
                  <a:pt x="117723" y="15627"/>
                </a:lnTo>
                <a:lnTo>
                  <a:pt x="120700" y="15627"/>
                </a:lnTo>
                <a:lnTo>
                  <a:pt x="120700" y="14585"/>
                </a:lnTo>
                <a:lnTo>
                  <a:pt x="124718" y="14585"/>
                </a:lnTo>
                <a:lnTo>
                  <a:pt x="124718" y="15627"/>
                </a:lnTo>
                <a:lnTo>
                  <a:pt x="126653" y="15627"/>
                </a:lnTo>
                <a:lnTo>
                  <a:pt x="126653" y="16520"/>
                </a:lnTo>
                <a:lnTo>
                  <a:pt x="128588" y="16520"/>
                </a:lnTo>
                <a:lnTo>
                  <a:pt x="128588" y="19497"/>
                </a:lnTo>
                <a:lnTo>
                  <a:pt x="129481" y="19497"/>
                </a:lnTo>
                <a:lnTo>
                  <a:pt x="129481" y="21431"/>
                </a:lnTo>
                <a:lnTo>
                  <a:pt x="130523" y="21431"/>
                </a:lnTo>
                <a:lnTo>
                  <a:pt x="130523" y="23366"/>
                </a:lnTo>
                <a:lnTo>
                  <a:pt x="131416" y="23366"/>
                </a:lnTo>
                <a:lnTo>
                  <a:pt x="131416" y="24259"/>
                </a:lnTo>
                <a:lnTo>
                  <a:pt x="133350" y="24259"/>
                </a:lnTo>
                <a:lnTo>
                  <a:pt x="133350" y="25301"/>
                </a:lnTo>
                <a:lnTo>
                  <a:pt x="134392" y="25301"/>
                </a:lnTo>
                <a:lnTo>
                  <a:pt x="134392" y="27682"/>
                </a:lnTo>
                <a:lnTo>
                  <a:pt x="133350" y="27682"/>
                </a:lnTo>
                <a:lnTo>
                  <a:pt x="133350" y="28575"/>
                </a:lnTo>
                <a:lnTo>
                  <a:pt x="132457" y="28575"/>
                </a:lnTo>
                <a:lnTo>
                  <a:pt x="132457" y="31552"/>
                </a:lnTo>
                <a:lnTo>
                  <a:pt x="131416" y="31552"/>
                </a:lnTo>
                <a:lnTo>
                  <a:pt x="131416" y="32445"/>
                </a:lnTo>
                <a:lnTo>
                  <a:pt x="130523" y="32445"/>
                </a:lnTo>
                <a:lnTo>
                  <a:pt x="130523" y="33486"/>
                </a:lnTo>
                <a:lnTo>
                  <a:pt x="129481" y="33486"/>
                </a:lnTo>
                <a:lnTo>
                  <a:pt x="129481" y="32445"/>
                </a:lnTo>
                <a:lnTo>
                  <a:pt x="127546" y="32445"/>
                </a:lnTo>
                <a:lnTo>
                  <a:pt x="127546" y="31552"/>
                </a:lnTo>
                <a:lnTo>
                  <a:pt x="120700" y="31552"/>
                </a:lnTo>
                <a:lnTo>
                  <a:pt x="120700" y="32445"/>
                </a:lnTo>
                <a:lnTo>
                  <a:pt x="111919" y="32445"/>
                </a:lnTo>
                <a:lnTo>
                  <a:pt x="111919" y="31552"/>
                </a:lnTo>
                <a:lnTo>
                  <a:pt x="108943" y="31552"/>
                </a:lnTo>
                <a:lnTo>
                  <a:pt x="108943" y="30510"/>
                </a:lnTo>
                <a:lnTo>
                  <a:pt x="103138" y="30510"/>
                </a:lnTo>
                <a:lnTo>
                  <a:pt x="103138" y="29617"/>
                </a:lnTo>
                <a:lnTo>
                  <a:pt x="99418" y="29617"/>
                </a:lnTo>
                <a:lnTo>
                  <a:pt x="99418" y="31552"/>
                </a:lnTo>
                <a:lnTo>
                  <a:pt x="98376" y="31552"/>
                </a:lnTo>
                <a:lnTo>
                  <a:pt x="98376" y="32445"/>
                </a:lnTo>
                <a:lnTo>
                  <a:pt x="97334" y="32445"/>
                </a:lnTo>
                <a:lnTo>
                  <a:pt x="97334" y="33486"/>
                </a:lnTo>
                <a:lnTo>
                  <a:pt x="96292" y="33486"/>
                </a:lnTo>
                <a:lnTo>
                  <a:pt x="96292" y="32445"/>
                </a:lnTo>
                <a:lnTo>
                  <a:pt x="93464" y="32445"/>
                </a:lnTo>
                <a:lnTo>
                  <a:pt x="93464" y="34379"/>
                </a:lnTo>
                <a:lnTo>
                  <a:pt x="92571" y="34379"/>
                </a:lnTo>
                <a:lnTo>
                  <a:pt x="92571" y="40332"/>
                </a:lnTo>
                <a:lnTo>
                  <a:pt x="91530" y="40332"/>
                </a:lnTo>
                <a:lnTo>
                  <a:pt x="91530" y="39291"/>
                </a:lnTo>
                <a:lnTo>
                  <a:pt x="89595" y="39291"/>
                </a:lnTo>
                <a:lnTo>
                  <a:pt x="89595" y="40332"/>
                </a:lnTo>
                <a:lnTo>
                  <a:pt x="88702" y="40332"/>
                </a:lnTo>
                <a:lnTo>
                  <a:pt x="88702" y="41225"/>
                </a:lnTo>
                <a:lnTo>
                  <a:pt x="86767" y="41225"/>
                </a:lnTo>
                <a:lnTo>
                  <a:pt x="86767" y="42267"/>
                </a:lnTo>
                <a:lnTo>
                  <a:pt x="85725" y="42267"/>
                </a:lnTo>
                <a:lnTo>
                  <a:pt x="85725" y="44202"/>
                </a:lnTo>
                <a:lnTo>
                  <a:pt x="84684" y="44202"/>
                </a:lnTo>
                <a:lnTo>
                  <a:pt x="84684" y="45095"/>
                </a:lnTo>
                <a:lnTo>
                  <a:pt x="82749" y="45095"/>
                </a:lnTo>
                <a:lnTo>
                  <a:pt x="82749" y="47030"/>
                </a:lnTo>
                <a:lnTo>
                  <a:pt x="81856" y="47030"/>
                </a:lnTo>
                <a:lnTo>
                  <a:pt x="81856" y="48965"/>
                </a:lnTo>
                <a:lnTo>
                  <a:pt x="80814" y="48965"/>
                </a:lnTo>
                <a:lnTo>
                  <a:pt x="80814" y="50006"/>
                </a:lnTo>
                <a:lnTo>
                  <a:pt x="79921" y="50006"/>
                </a:lnTo>
                <a:lnTo>
                  <a:pt x="79921" y="51048"/>
                </a:lnTo>
                <a:lnTo>
                  <a:pt x="78879" y="51048"/>
                </a:lnTo>
                <a:lnTo>
                  <a:pt x="78879" y="51941"/>
                </a:lnTo>
                <a:lnTo>
                  <a:pt x="77986" y="51941"/>
                </a:lnTo>
                <a:lnTo>
                  <a:pt x="77986" y="55811"/>
                </a:lnTo>
                <a:lnTo>
                  <a:pt x="75903" y="55811"/>
                </a:lnTo>
                <a:lnTo>
                  <a:pt x="75903" y="54918"/>
                </a:lnTo>
                <a:lnTo>
                  <a:pt x="74117" y="54918"/>
                </a:lnTo>
                <a:lnTo>
                  <a:pt x="74117" y="55811"/>
                </a:lnTo>
                <a:lnTo>
                  <a:pt x="73075" y="55811"/>
                </a:lnTo>
                <a:lnTo>
                  <a:pt x="73075" y="58787"/>
                </a:lnTo>
                <a:lnTo>
                  <a:pt x="72033" y="58787"/>
                </a:lnTo>
                <a:lnTo>
                  <a:pt x="72033" y="59680"/>
                </a:lnTo>
                <a:lnTo>
                  <a:pt x="71140" y="59680"/>
                </a:lnTo>
                <a:lnTo>
                  <a:pt x="71140" y="66229"/>
                </a:lnTo>
                <a:lnTo>
                  <a:pt x="75010" y="66229"/>
                </a:lnTo>
                <a:lnTo>
                  <a:pt x="75010" y="67122"/>
                </a:lnTo>
                <a:lnTo>
                  <a:pt x="77837" y="67122"/>
                </a:lnTo>
                <a:lnTo>
                  <a:pt x="77837" y="66229"/>
                </a:lnTo>
                <a:lnTo>
                  <a:pt x="80814" y="66229"/>
                </a:lnTo>
                <a:lnTo>
                  <a:pt x="80814" y="65187"/>
                </a:lnTo>
                <a:lnTo>
                  <a:pt x="83642" y="65187"/>
                </a:lnTo>
                <a:lnTo>
                  <a:pt x="83642" y="64294"/>
                </a:lnTo>
                <a:lnTo>
                  <a:pt x="86618" y="64294"/>
                </a:lnTo>
                <a:lnTo>
                  <a:pt x="86618" y="62210"/>
                </a:lnTo>
                <a:lnTo>
                  <a:pt x="87660" y="62210"/>
                </a:lnTo>
                <a:lnTo>
                  <a:pt x="88702" y="62210"/>
                </a:lnTo>
                <a:lnTo>
                  <a:pt x="88702" y="63252"/>
                </a:lnTo>
                <a:lnTo>
                  <a:pt x="89595" y="63252"/>
                </a:lnTo>
                <a:lnTo>
                  <a:pt x="89595" y="65187"/>
                </a:lnTo>
                <a:lnTo>
                  <a:pt x="92423" y="65187"/>
                </a:lnTo>
                <a:lnTo>
                  <a:pt x="92423" y="64294"/>
                </a:lnTo>
                <a:lnTo>
                  <a:pt x="96292" y="64294"/>
                </a:lnTo>
                <a:lnTo>
                  <a:pt x="96292" y="61317"/>
                </a:lnTo>
                <a:lnTo>
                  <a:pt x="97334" y="61317"/>
                </a:lnTo>
                <a:lnTo>
                  <a:pt x="97334" y="63252"/>
                </a:lnTo>
                <a:lnTo>
                  <a:pt x="100310" y="63252"/>
                </a:lnTo>
                <a:lnTo>
                  <a:pt x="101352" y="63252"/>
                </a:lnTo>
                <a:lnTo>
                  <a:pt x="101352" y="66229"/>
                </a:lnTo>
                <a:lnTo>
                  <a:pt x="102245" y="66229"/>
                </a:lnTo>
                <a:lnTo>
                  <a:pt x="102245" y="67568"/>
                </a:lnTo>
                <a:lnTo>
                  <a:pt x="101352" y="67568"/>
                </a:lnTo>
                <a:lnTo>
                  <a:pt x="101352" y="68461"/>
                </a:lnTo>
                <a:lnTo>
                  <a:pt x="100310" y="68461"/>
                </a:lnTo>
                <a:lnTo>
                  <a:pt x="100310" y="70098"/>
                </a:lnTo>
                <a:lnTo>
                  <a:pt x="101352" y="70098"/>
                </a:lnTo>
                <a:lnTo>
                  <a:pt x="101352" y="70991"/>
                </a:lnTo>
                <a:lnTo>
                  <a:pt x="102245" y="70991"/>
                </a:lnTo>
                <a:lnTo>
                  <a:pt x="102245" y="72331"/>
                </a:lnTo>
                <a:lnTo>
                  <a:pt x="101352" y="72331"/>
                </a:lnTo>
                <a:lnTo>
                  <a:pt x="101352" y="74414"/>
                </a:lnTo>
                <a:lnTo>
                  <a:pt x="100310" y="74414"/>
                </a:lnTo>
                <a:lnTo>
                  <a:pt x="100310" y="76349"/>
                </a:lnTo>
                <a:lnTo>
                  <a:pt x="99418" y="76349"/>
                </a:lnTo>
                <a:lnTo>
                  <a:pt x="99418" y="79177"/>
                </a:lnTo>
                <a:lnTo>
                  <a:pt x="97334" y="79177"/>
                </a:lnTo>
                <a:lnTo>
                  <a:pt x="97334" y="84683"/>
                </a:lnTo>
                <a:lnTo>
                  <a:pt x="98376" y="84683"/>
                </a:lnTo>
                <a:lnTo>
                  <a:pt x="98376" y="85576"/>
                </a:lnTo>
                <a:lnTo>
                  <a:pt x="99418" y="85576"/>
                </a:lnTo>
                <a:lnTo>
                  <a:pt x="99418" y="93464"/>
                </a:lnTo>
                <a:lnTo>
                  <a:pt x="100310" y="93464"/>
                </a:lnTo>
                <a:lnTo>
                  <a:pt x="100310" y="93762"/>
                </a:lnTo>
                <a:lnTo>
                  <a:pt x="99418" y="93762"/>
                </a:lnTo>
                <a:lnTo>
                  <a:pt x="99418" y="103138"/>
                </a:lnTo>
                <a:lnTo>
                  <a:pt x="100310" y="103138"/>
                </a:lnTo>
                <a:lnTo>
                  <a:pt x="100310" y="107454"/>
                </a:lnTo>
                <a:lnTo>
                  <a:pt x="99418" y="107454"/>
                </a:lnTo>
                <a:lnTo>
                  <a:pt x="99418" y="113854"/>
                </a:lnTo>
                <a:lnTo>
                  <a:pt x="100310" y="113854"/>
                </a:lnTo>
                <a:lnTo>
                  <a:pt x="100310" y="117723"/>
                </a:lnTo>
                <a:lnTo>
                  <a:pt x="104180" y="117723"/>
                </a:lnTo>
                <a:lnTo>
                  <a:pt x="104180" y="118765"/>
                </a:lnTo>
                <a:lnTo>
                  <a:pt x="105222" y="118765"/>
                </a:lnTo>
                <a:lnTo>
                  <a:pt x="105222" y="122634"/>
                </a:lnTo>
                <a:lnTo>
                  <a:pt x="108943" y="122634"/>
                </a:lnTo>
                <a:lnTo>
                  <a:pt x="108943" y="121593"/>
                </a:lnTo>
                <a:lnTo>
                  <a:pt x="110877" y="121593"/>
                </a:lnTo>
                <a:lnTo>
                  <a:pt x="110877" y="120700"/>
                </a:lnTo>
                <a:lnTo>
                  <a:pt x="111919" y="120700"/>
                </a:lnTo>
                <a:lnTo>
                  <a:pt x="111919" y="119658"/>
                </a:lnTo>
                <a:lnTo>
                  <a:pt x="115789" y="119658"/>
                </a:lnTo>
                <a:lnTo>
                  <a:pt x="115789" y="118765"/>
                </a:lnTo>
                <a:lnTo>
                  <a:pt x="118765" y="118765"/>
                </a:lnTo>
                <a:lnTo>
                  <a:pt x="118765" y="117723"/>
                </a:lnTo>
                <a:lnTo>
                  <a:pt x="121593" y="117723"/>
                </a:lnTo>
                <a:lnTo>
                  <a:pt x="121593" y="116830"/>
                </a:lnTo>
                <a:lnTo>
                  <a:pt x="122635" y="116830"/>
                </a:lnTo>
                <a:lnTo>
                  <a:pt x="122635" y="115193"/>
                </a:lnTo>
                <a:lnTo>
                  <a:pt x="121593" y="115193"/>
                </a:lnTo>
                <a:lnTo>
                  <a:pt x="121593" y="113854"/>
                </a:lnTo>
                <a:lnTo>
                  <a:pt x="122635" y="113854"/>
                </a:lnTo>
                <a:lnTo>
                  <a:pt x="122635" y="108347"/>
                </a:lnTo>
                <a:lnTo>
                  <a:pt x="121593" y="108347"/>
                </a:lnTo>
                <a:lnTo>
                  <a:pt x="121593" y="107007"/>
                </a:lnTo>
                <a:lnTo>
                  <a:pt x="122635" y="107007"/>
                </a:lnTo>
                <a:lnTo>
                  <a:pt x="122635" y="105073"/>
                </a:lnTo>
                <a:lnTo>
                  <a:pt x="123528" y="105073"/>
                </a:lnTo>
                <a:lnTo>
                  <a:pt x="123528" y="101203"/>
                </a:lnTo>
                <a:lnTo>
                  <a:pt x="124569" y="101203"/>
                </a:lnTo>
                <a:lnTo>
                  <a:pt x="124569" y="100310"/>
                </a:lnTo>
                <a:lnTo>
                  <a:pt x="125611" y="100310"/>
                </a:lnTo>
                <a:lnTo>
                  <a:pt x="125611" y="99268"/>
                </a:lnTo>
                <a:lnTo>
                  <a:pt x="129481" y="99268"/>
                </a:lnTo>
                <a:lnTo>
                  <a:pt x="129481" y="100310"/>
                </a:lnTo>
                <a:lnTo>
                  <a:pt x="131416" y="100310"/>
                </a:lnTo>
                <a:lnTo>
                  <a:pt x="131416" y="103138"/>
                </a:lnTo>
                <a:lnTo>
                  <a:pt x="132457" y="103138"/>
                </a:lnTo>
                <a:lnTo>
                  <a:pt x="132457" y="108049"/>
                </a:lnTo>
                <a:lnTo>
                  <a:pt x="133350" y="108049"/>
                </a:lnTo>
                <a:lnTo>
                  <a:pt x="133350" y="109389"/>
                </a:lnTo>
                <a:lnTo>
                  <a:pt x="132457" y="109389"/>
                </a:lnTo>
                <a:lnTo>
                  <a:pt x="132457" y="111919"/>
                </a:lnTo>
                <a:lnTo>
                  <a:pt x="133350" y="111919"/>
                </a:lnTo>
                <a:lnTo>
                  <a:pt x="133350" y="114300"/>
                </a:lnTo>
                <a:lnTo>
                  <a:pt x="132457" y="114300"/>
                </a:lnTo>
                <a:lnTo>
                  <a:pt x="132457" y="115788"/>
                </a:lnTo>
                <a:lnTo>
                  <a:pt x="133350" y="115788"/>
                </a:lnTo>
                <a:lnTo>
                  <a:pt x="133350" y="117723"/>
                </a:lnTo>
                <a:lnTo>
                  <a:pt x="134392" y="117723"/>
                </a:lnTo>
                <a:lnTo>
                  <a:pt x="134392" y="118765"/>
                </a:lnTo>
                <a:lnTo>
                  <a:pt x="135285" y="118765"/>
                </a:lnTo>
                <a:lnTo>
                  <a:pt x="135285" y="121593"/>
                </a:lnTo>
                <a:lnTo>
                  <a:pt x="136327" y="121593"/>
                </a:lnTo>
                <a:lnTo>
                  <a:pt x="136327" y="122634"/>
                </a:lnTo>
                <a:lnTo>
                  <a:pt x="137369" y="122634"/>
                </a:lnTo>
                <a:lnTo>
                  <a:pt x="137369" y="125016"/>
                </a:lnTo>
                <a:lnTo>
                  <a:pt x="136327" y="125016"/>
                </a:lnTo>
                <a:lnTo>
                  <a:pt x="136327" y="126950"/>
                </a:lnTo>
                <a:lnTo>
                  <a:pt x="135285" y="126950"/>
                </a:lnTo>
                <a:lnTo>
                  <a:pt x="135285" y="127843"/>
                </a:lnTo>
                <a:lnTo>
                  <a:pt x="133350" y="127843"/>
                </a:lnTo>
                <a:lnTo>
                  <a:pt x="133350" y="129778"/>
                </a:lnTo>
                <a:lnTo>
                  <a:pt x="132457" y="129778"/>
                </a:lnTo>
                <a:lnTo>
                  <a:pt x="132457" y="130820"/>
                </a:lnTo>
                <a:lnTo>
                  <a:pt x="129481" y="130820"/>
                </a:lnTo>
                <a:lnTo>
                  <a:pt x="129481" y="131713"/>
                </a:lnTo>
                <a:lnTo>
                  <a:pt x="126653" y="131713"/>
                </a:lnTo>
                <a:lnTo>
                  <a:pt x="126653" y="132755"/>
                </a:lnTo>
                <a:lnTo>
                  <a:pt x="124718" y="132755"/>
                </a:lnTo>
                <a:lnTo>
                  <a:pt x="124718" y="133648"/>
                </a:lnTo>
                <a:lnTo>
                  <a:pt x="121742" y="133648"/>
                </a:lnTo>
                <a:lnTo>
                  <a:pt x="121742" y="134689"/>
                </a:lnTo>
                <a:lnTo>
                  <a:pt x="119807" y="134689"/>
                </a:lnTo>
                <a:lnTo>
                  <a:pt x="119807" y="135582"/>
                </a:lnTo>
                <a:lnTo>
                  <a:pt x="109984" y="135582"/>
                </a:lnTo>
                <a:lnTo>
                  <a:pt x="109984" y="136624"/>
                </a:lnTo>
                <a:lnTo>
                  <a:pt x="107008" y="136624"/>
                </a:lnTo>
                <a:lnTo>
                  <a:pt x="107008" y="135582"/>
                </a:lnTo>
                <a:lnTo>
                  <a:pt x="106115" y="135582"/>
                </a:lnTo>
                <a:lnTo>
                  <a:pt x="106115" y="134689"/>
                </a:lnTo>
                <a:lnTo>
                  <a:pt x="105073" y="134689"/>
                </a:lnTo>
                <a:lnTo>
                  <a:pt x="105073" y="133648"/>
                </a:lnTo>
                <a:lnTo>
                  <a:pt x="100310" y="133648"/>
                </a:lnTo>
                <a:lnTo>
                  <a:pt x="100310" y="132755"/>
                </a:lnTo>
                <a:lnTo>
                  <a:pt x="94357" y="132755"/>
                </a:lnTo>
                <a:lnTo>
                  <a:pt x="94357" y="130820"/>
                </a:lnTo>
                <a:lnTo>
                  <a:pt x="93464" y="130820"/>
                </a:lnTo>
                <a:lnTo>
                  <a:pt x="93464" y="129778"/>
                </a:lnTo>
                <a:lnTo>
                  <a:pt x="92423" y="129778"/>
                </a:lnTo>
                <a:lnTo>
                  <a:pt x="92423" y="128885"/>
                </a:lnTo>
                <a:lnTo>
                  <a:pt x="91530" y="128885"/>
                </a:lnTo>
                <a:lnTo>
                  <a:pt x="91530" y="127843"/>
                </a:lnTo>
                <a:lnTo>
                  <a:pt x="89595" y="127843"/>
                </a:lnTo>
                <a:lnTo>
                  <a:pt x="89595" y="126950"/>
                </a:lnTo>
                <a:lnTo>
                  <a:pt x="87660" y="126950"/>
                </a:lnTo>
                <a:lnTo>
                  <a:pt x="87660" y="125016"/>
                </a:lnTo>
                <a:lnTo>
                  <a:pt x="86618" y="125016"/>
                </a:lnTo>
                <a:lnTo>
                  <a:pt x="86618" y="122932"/>
                </a:lnTo>
                <a:lnTo>
                  <a:pt x="85576" y="122932"/>
                </a:lnTo>
                <a:lnTo>
                  <a:pt x="85576" y="122634"/>
                </a:lnTo>
                <a:lnTo>
                  <a:pt x="86618" y="122634"/>
                </a:lnTo>
                <a:lnTo>
                  <a:pt x="86618" y="113854"/>
                </a:lnTo>
                <a:lnTo>
                  <a:pt x="87660" y="113854"/>
                </a:lnTo>
                <a:lnTo>
                  <a:pt x="87660" y="108942"/>
                </a:lnTo>
                <a:lnTo>
                  <a:pt x="88553" y="108942"/>
                </a:lnTo>
                <a:lnTo>
                  <a:pt x="88553" y="108049"/>
                </a:lnTo>
                <a:lnTo>
                  <a:pt x="89595" y="108049"/>
                </a:lnTo>
                <a:lnTo>
                  <a:pt x="89595" y="106412"/>
                </a:lnTo>
                <a:lnTo>
                  <a:pt x="88553" y="106412"/>
                </a:lnTo>
                <a:lnTo>
                  <a:pt x="88553" y="105519"/>
                </a:lnTo>
                <a:lnTo>
                  <a:pt x="87660" y="105519"/>
                </a:lnTo>
                <a:lnTo>
                  <a:pt x="87660" y="99268"/>
                </a:lnTo>
                <a:lnTo>
                  <a:pt x="88553" y="99268"/>
                </a:lnTo>
                <a:lnTo>
                  <a:pt x="88553" y="94804"/>
                </a:lnTo>
                <a:lnTo>
                  <a:pt x="87660" y="94804"/>
                </a:lnTo>
                <a:lnTo>
                  <a:pt x="87660" y="83641"/>
                </a:lnTo>
                <a:lnTo>
                  <a:pt x="88553" y="83641"/>
                </a:lnTo>
                <a:lnTo>
                  <a:pt x="88553" y="82748"/>
                </a:lnTo>
                <a:lnTo>
                  <a:pt x="90488" y="82748"/>
                </a:lnTo>
                <a:lnTo>
                  <a:pt x="90488" y="80218"/>
                </a:lnTo>
                <a:lnTo>
                  <a:pt x="89595" y="80218"/>
                </a:lnTo>
                <a:lnTo>
                  <a:pt x="89595" y="76944"/>
                </a:lnTo>
                <a:lnTo>
                  <a:pt x="90488" y="76944"/>
                </a:lnTo>
                <a:lnTo>
                  <a:pt x="90488" y="73372"/>
                </a:lnTo>
                <a:lnTo>
                  <a:pt x="85576" y="73372"/>
                </a:lnTo>
                <a:lnTo>
                  <a:pt x="85576" y="72331"/>
                </a:lnTo>
                <a:lnTo>
                  <a:pt x="83791" y="72331"/>
                </a:lnTo>
                <a:lnTo>
                  <a:pt x="83791" y="74414"/>
                </a:lnTo>
                <a:lnTo>
                  <a:pt x="82749" y="74414"/>
                </a:lnTo>
                <a:lnTo>
                  <a:pt x="82749" y="76349"/>
                </a:lnTo>
                <a:lnTo>
                  <a:pt x="80814" y="76349"/>
                </a:lnTo>
                <a:lnTo>
                  <a:pt x="80814" y="74414"/>
                </a:lnTo>
                <a:lnTo>
                  <a:pt x="79772" y="74414"/>
                </a:lnTo>
                <a:lnTo>
                  <a:pt x="79772" y="73372"/>
                </a:lnTo>
                <a:lnTo>
                  <a:pt x="77986" y="73372"/>
                </a:lnTo>
                <a:lnTo>
                  <a:pt x="77986" y="74414"/>
                </a:lnTo>
                <a:lnTo>
                  <a:pt x="76944" y="74414"/>
                </a:lnTo>
                <a:lnTo>
                  <a:pt x="76944" y="76944"/>
                </a:lnTo>
                <a:lnTo>
                  <a:pt x="77986" y="76944"/>
                </a:lnTo>
                <a:lnTo>
                  <a:pt x="77986" y="79772"/>
                </a:lnTo>
                <a:lnTo>
                  <a:pt x="78879" y="79772"/>
                </a:lnTo>
                <a:lnTo>
                  <a:pt x="78879" y="82153"/>
                </a:lnTo>
                <a:lnTo>
                  <a:pt x="77986" y="82153"/>
                </a:lnTo>
                <a:lnTo>
                  <a:pt x="77986" y="83641"/>
                </a:lnTo>
                <a:lnTo>
                  <a:pt x="78879" y="83641"/>
                </a:lnTo>
                <a:lnTo>
                  <a:pt x="78879" y="84683"/>
                </a:lnTo>
                <a:lnTo>
                  <a:pt x="80814" y="84683"/>
                </a:lnTo>
                <a:lnTo>
                  <a:pt x="80814" y="87065"/>
                </a:lnTo>
                <a:lnTo>
                  <a:pt x="76944" y="87065"/>
                </a:lnTo>
                <a:lnTo>
                  <a:pt x="76944" y="87957"/>
                </a:lnTo>
                <a:lnTo>
                  <a:pt x="76051" y="87957"/>
                </a:lnTo>
                <a:lnTo>
                  <a:pt x="76051" y="91529"/>
                </a:lnTo>
                <a:lnTo>
                  <a:pt x="76944" y="91529"/>
                </a:lnTo>
                <a:lnTo>
                  <a:pt x="76944" y="93762"/>
                </a:lnTo>
                <a:lnTo>
                  <a:pt x="76051" y="93762"/>
                </a:lnTo>
                <a:lnTo>
                  <a:pt x="76051" y="95697"/>
                </a:lnTo>
                <a:lnTo>
                  <a:pt x="75010" y="95697"/>
                </a:lnTo>
                <a:lnTo>
                  <a:pt x="75010" y="97631"/>
                </a:lnTo>
                <a:lnTo>
                  <a:pt x="74117" y="97631"/>
                </a:lnTo>
                <a:lnTo>
                  <a:pt x="74117" y="99715"/>
                </a:lnTo>
                <a:lnTo>
                  <a:pt x="73075" y="99715"/>
                </a:lnTo>
                <a:lnTo>
                  <a:pt x="73075" y="100608"/>
                </a:lnTo>
                <a:lnTo>
                  <a:pt x="72033" y="100608"/>
                </a:lnTo>
                <a:lnTo>
                  <a:pt x="72033" y="101650"/>
                </a:lnTo>
                <a:lnTo>
                  <a:pt x="71140" y="101650"/>
                </a:lnTo>
                <a:lnTo>
                  <a:pt x="71140" y="105519"/>
                </a:lnTo>
                <a:lnTo>
                  <a:pt x="70098" y="105519"/>
                </a:lnTo>
                <a:lnTo>
                  <a:pt x="70098" y="107454"/>
                </a:lnTo>
                <a:lnTo>
                  <a:pt x="69205" y="107454"/>
                </a:lnTo>
                <a:lnTo>
                  <a:pt x="69205" y="108347"/>
                </a:lnTo>
                <a:lnTo>
                  <a:pt x="68164" y="108347"/>
                </a:lnTo>
                <a:lnTo>
                  <a:pt x="68164" y="110282"/>
                </a:lnTo>
                <a:lnTo>
                  <a:pt x="67271" y="110282"/>
                </a:lnTo>
                <a:lnTo>
                  <a:pt x="67271" y="111323"/>
                </a:lnTo>
                <a:lnTo>
                  <a:pt x="66229" y="111323"/>
                </a:lnTo>
                <a:lnTo>
                  <a:pt x="66229" y="113258"/>
                </a:lnTo>
                <a:lnTo>
                  <a:pt x="65336" y="113258"/>
                </a:lnTo>
                <a:lnTo>
                  <a:pt x="65336" y="114300"/>
                </a:lnTo>
                <a:lnTo>
                  <a:pt x="64294" y="114300"/>
                </a:lnTo>
                <a:lnTo>
                  <a:pt x="64294" y="115193"/>
                </a:lnTo>
                <a:lnTo>
                  <a:pt x="61318" y="115193"/>
                </a:lnTo>
                <a:lnTo>
                  <a:pt x="61318" y="116235"/>
                </a:lnTo>
                <a:lnTo>
                  <a:pt x="60425" y="116235"/>
                </a:lnTo>
                <a:lnTo>
                  <a:pt x="60425" y="117128"/>
                </a:lnTo>
                <a:lnTo>
                  <a:pt x="59383" y="117128"/>
                </a:lnTo>
                <a:lnTo>
                  <a:pt x="59383" y="118170"/>
                </a:lnTo>
                <a:lnTo>
                  <a:pt x="58490" y="118170"/>
                </a:lnTo>
                <a:lnTo>
                  <a:pt x="58490" y="119063"/>
                </a:lnTo>
                <a:lnTo>
                  <a:pt x="57448" y="119063"/>
                </a:lnTo>
                <a:lnTo>
                  <a:pt x="57448" y="120997"/>
                </a:lnTo>
                <a:lnTo>
                  <a:pt x="56555" y="120997"/>
                </a:lnTo>
                <a:lnTo>
                  <a:pt x="56555" y="122039"/>
                </a:lnTo>
                <a:lnTo>
                  <a:pt x="55513" y="122039"/>
                </a:lnTo>
                <a:lnTo>
                  <a:pt x="55513" y="123974"/>
                </a:lnTo>
                <a:lnTo>
                  <a:pt x="53578" y="123974"/>
                </a:lnTo>
                <a:lnTo>
                  <a:pt x="53578" y="125016"/>
                </a:lnTo>
                <a:lnTo>
                  <a:pt x="52685" y="125016"/>
                </a:lnTo>
                <a:lnTo>
                  <a:pt x="52685" y="125909"/>
                </a:lnTo>
                <a:lnTo>
                  <a:pt x="51644" y="125909"/>
                </a:lnTo>
                <a:lnTo>
                  <a:pt x="51644" y="126950"/>
                </a:lnTo>
                <a:lnTo>
                  <a:pt x="48667" y="126950"/>
                </a:lnTo>
                <a:lnTo>
                  <a:pt x="48667" y="127843"/>
                </a:lnTo>
                <a:lnTo>
                  <a:pt x="47774" y="127843"/>
                </a:lnTo>
                <a:lnTo>
                  <a:pt x="47774" y="128885"/>
                </a:lnTo>
                <a:lnTo>
                  <a:pt x="44798" y="128885"/>
                </a:lnTo>
                <a:lnTo>
                  <a:pt x="44798" y="129778"/>
                </a:lnTo>
                <a:lnTo>
                  <a:pt x="43905" y="129778"/>
                </a:lnTo>
                <a:lnTo>
                  <a:pt x="43905" y="130820"/>
                </a:lnTo>
                <a:lnTo>
                  <a:pt x="40035" y="130820"/>
                </a:lnTo>
                <a:lnTo>
                  <a:pt x="40035" y="131713"/>
                </a:lnTo>
                <a:lnTo>
                  <a:pt x="38993" y="131713"/>
                </a:lnTo>
                <a:lnTo>
                  <a:pt x="38993" y="132755"/>
                </a:lnTo>
                <a:lnTo>
                  <a:pt x="38100" y="132755"/>
                </a:lnTo>
                <a:lnTo>
                  <a:pt x="38100" y="133648"/>
                </a:lnTo>
                <a:lnTo>
                  <a:pt x="30212" y="133648"/>
                </a:lnTo>
                <a:lnTo>
                  <a:pt x="30212" y="132755"/>
                </a:lnTo>
                <a:lnTo>
                  <a:pt x="28278" y="132755"/>
                </a:lnTo>
                <a:lnTo>
                  <a:pt x="28278" y="131713"/>
                </a:lnTo>
                <a:lnTo>
                  <a:pt x="27236" y="131713"/>
                </a:lnTo>
                <a:lnTo>
                  <a:pt x="27236" y="130820"/>
                </a:lnTo>
                <a:lnTo>
                  <a:pt x="26343" y="130820"/>
                </a:lnTo>
                <a:lnTo>
                  <a:pt x="26343" y="128439"/>
                </a:lnTo>
                <a:lnTo>
                  <a:pt x="27236" y="128439"/>
                </a:lnTo>
                <a:lnTo>
                  <a:pt x="27236" y="125611"/>
                </a:lnTo>
                <a:lnTo>
                  <a:pt x="29171" y="125611"/>
                </a:lnTo>
                <a:lnTo>
                  <a:pt x="29171" y="124569"/>
                </a:lnTo>
                <a:lnTo>
                  <a:pt x="30212" y="124569"/>
                </a:lnTo>
                <a:lnTo>
                  <a:pt x="30212" y="123527"/>
                </a:lnTo>
                <a:lnTo>
                  <a:pt x="33040" y="123527"/>
                </a:lnTo>
                <a:lnTo>
                  <a:pt x="33040" y="122634"/>
                </a:lnTo>
                <a:lnTo>
                  <a:pt x="34975" y="122634"/>
                </a:lnTo>
                <a:lnTo>
                  <a:pt x="34975" y="121593"/>
                </a:lnTo>
                <a:lnTo>
                  <a:pt x="36910" y="121593"/>
                </a:lnTo>
                <a:lnTo>
                  <a:pt x="36910" y="120700"/>
                </a:lnTo>
                <a:lnTo>
                  <a:pt x="39886" y="120700"/>
                </a:lnTo>
                <a:lnTo>
                  <a:pt x="39886" y="119658"/>
                </a:lnTo>
                <a:lnTo>
                  <a:pt x="42863" y="119658"/>
                </a:lnTo>
                <a:lnTo>
                  <a:pt x="42863" y="117723"/>
                </a:lnTo>
                <a:lnTo>
                  <a:pt x="43756" y="117723"/>
                </a:lnTo>
                <a:lnTo>
                  <a:pt x="43756" y="116830"/>
                </a:lnTo>
                <a:lnTo>
                  <a:pt x="44798" y="116830"/>
                </a:lnTo>
                <a:lnTo>
                  <a:pt x="44798" y="115788"/>
                </a:lnTo>
                <a:lnTo>
                  <a:pt x="46732" y="115788"/>
                </a:lnTo>
                <a:lnTo>
                  <a:pt x="46732" y="114895"/>
                </a:lnTo>
                <a:lnTo>
                  <a:pt x="50602" y="114895"/>
                </a:lnTo>
                <a:lnTo>
                  <a:pt x="50602" y="113854"/>
                </a:lnTo>
                <a:lnTo>
                  <a:pt x="52537" y="113854"/>
                </a:lnTo>
                <a:lnTo>
                  <a:pt x="52537" y="112961"/>
                </a:lnTo>
                <a:lnTo>
                  <a:pt x="53578" y="112961"/>
                </a:lnTo>
                <a:lnTo>
                  <a:pt x="53578" y="111919"/>
                </a:lnTo>
                <a:lnTo>
                  <a:pt x="54471" y="111919"/>
                </a:lnTo>
                <a:lnTo>
                  <a:pt x="54471" y="110877"/>
                </a:lnTo>
                <a:lnTo>
                  <a:pt x="56406" y="110877"/>
                </a:lnTo>
                <a:lnTo>
                  <a:pt x="56406" y="108942"/>
                </a:lnTo>
                <a:lnTo>
                  <a:pt x="57448" y="108942"/>
                </a:lnTo>
                <a:lnTo>
                  <a:pt x="57448" y="108049"/>
                </a:lnTo>
                <a:lnTo>
                  <a:pt x="58341" y="108049"/>
                </a:lnTo>
                <a:lnTo>
                  <a:pt x="58341" y="107007"/>
                </a:lnTo>
                <a:lnTo>
                  <a:pt x="59383" y="107007"/>
                </a:lnTo>
                <a:lnTo>
                  <a:pt x="59383" y="105073"/>
                </a:lnTo>
                <a:lnTo>
                  <a:pt x="60276" y="105073"/>
                </a:lnTo>
                <a:lnTo>
                  <a:pt x="60276" y="103138"/>
                </a:lnTo>
                <a:lnTo>
                  <a:pt x="61318" y="103138"/>
                </a:lnTo>
                <a:lnTo>
                  <a:pt x="61318" y="102245"/>
                </a:lnTo>
                <a:lnTo>
                  <a:pt x="62210" y="102245"/>
                </a:lnTo>
                <a:lnTo>
                  <a:pt x="62210" y="100310"/>
                </a:lnTo>
                <a:lnTo>
                  <a:pt x="63252" y="100310"/>
                </a:lnTo>
                <a:lnTo>
                  <a:pt x="63252" y="99268"/>
                </a:lnTo>
                <a:lnTo>
                  <a:pt x="64294" y="99268"/>
                </a:lnTo>
                <a:lnTo>
                  <a:pt x="64294" y="98227"/>
                </a:lnTo>
                <a:lnTo>
                  <a:pt x="66229" y="98227"/>
                </a:lnTo>
                <a:lnTo>
                  <a:pt x="66229" y="97334"/>
                </a:lnTo>
                <a:lnTo>
                  <a:pt x="67122" y="97334"/>
                </a:lnTo>
                <a:lnTo>
                  <a:pt x="67122" y="92869"/>
                </a:lnTo>
                <a:lnTo>
                  <a:pt x="66229" y="92869"/>
                </a:lnTo>
                <a:lnTo>
                  <a:pt x="66229" y="91827"/>
                </a:lnTo>
                <a:lnTo>
                  <a:pt x="65187" y="91827"/>
                </a:lnTo>
                <a:lnTo>
                  <a:pt x="65187" y="90934"/>
                </a:lnTo>
                <a:lnTo>
                  <a:pt x="64294" y="90934"/>
                </a:lnTo>
                <a:lnTo>
                  <a:pt x="64294" y="90488"/>
                </a:lnTo>
                <a:lnTo>
                  <a:pt x="65187" y="90488"/>
                </a:lnTo>
                <a:lnTo>
                  <a:pt x="65187" y="89595"/>
                </a:lnTo>
                <a:lnTo>
                  <a:pt x="66229" y="89595"/>
                </a:lnTo>
                <a:lnTo>
                  <a:pt x="66229" y="88553"/>
                </a:lnTo>
                <a:lnTo>
                  <a:pt x="67122" y="88553"/>
                </a:lnTo>
                <a:lnTo>
                  <a:pt x="67122" y="87660"/>
                </a:lnTo>
                <a:lnTo>
                  <a:pt x="68164" y="87660"/>
                </a:lnTo>
                <a:lnTo>
                  <a:pt x="68164" y="83046"/>
                </a:lnTo>
                <a:lnTo>
                  <a:pt x="67122" y="83046"/>
                </a:lnTo>
                <a:lnTo>
                  <a:pt x="67122" y="77837"/>
                </a:lnTo>
                <a:lnTo>
                  <a:pt x="67271" y="77837"/>
                </a:lnTo>
                <a:lnTo>
                  <a:pt x="67271" y="78879"/>
                </a:lnTo>
                <a:lnTo>
                  <a:pt x="69057" y="78879"/>
                </a:lnTo>
                <a:lnTo>
                  <a:pt x="69057" y="77837"/>
                </a:lnTo>
                <a:lnTo>
                  <a:pt x="70098" y="77837"/>
                </a:lnTo>
                <a:lnTo>
                  <a:pt x="70098" y="76349"/>
                </a:lnTo>
                <a:lnTo>
                  <a:pt x="64294" y="76349"/>
                </a:lnTo>
                <a:lnTo>
                  <a:pt x="64294" y="75307"/>
                </a:lnTo>
                <a:lnTo>
                  <a:pt x="63252" y="75307"/>
                </a:lnTo>
                <a:lnTo>
                  <a:pt x="63252" y="73372"/>
                </a:lnTo>
                <a:lnTo>
                  <a:pt x="61318" y="73372"/>
                </a:lnTo>
                <a:lnTo>
                  <a:pt x="61318" y="74414"/>
                </a:lnTo>
                <a:lnTo>
                  <a:pt x="60425" y="74414"/>
                </a:lnTo>
                <a:lnTo>
                  <a:pt x="60425" y="75307"/>
                </a:lnTo>
                <a:lnTo>
                  <a:pt x="59383" y="75307"/>
                </a:lnTo>
                <a:lnTo>
                  <a:pt x="59383" y="76349"/>
                </a:lnTo>
                <a:lnTo>
                  <a:pt x="56555" y="76349"/>
                </a:lnTo>
                <a:lnTo>
                  <a:pt x="56555" y="77242"/>
                </a:lnTo>
                <a:lnTo>
                  <a:pt x="55513" y="77242"/>
                </a:lnTo>
                <a:lnTo>
                  <a:pt x="55513" y="78284"/>
                </a:lnTo>
                <a:lnTo>
                  <a:pt x="52685" y="78284"/>
                </a:lnTo>
                <a:lnTo>
                  <a:pt x="52685" y="79177"/>
                </a:lnTo>
                <a:lnTo>
                  <a:pt x="51644" y="79177"/>
                </a:lnTo>
                <a:lnTo>
                  <a:pt x="51644" y="78284"/>
                </a:lnTo>
                <a:lnTo>
                  <a:pt x="50602" y="78284"/>
                </a:lnTo>
                <a:lnTo>
                  <a:pt x="50602" y="76349"/>
                </a:lnTo>
                <a:lnTo>
                  <a:pt x="49560" y="76349"/>
                </a:lnTo>
                <a:lnTo>
                  <a:pt x="49560" y="75307"/>
                </a:lnTo>
                <a:lnTo>
                  <a:pt x="45839" y="75307"/>
                </a:lnTo>
                <a:lnTo>
                  <a:pt x="45839" y="79177"/>
                </a:lnTo>
                <a:lnTo>
                  <a:pt x="40035" y="79177"/>
                </a:lnTo>
                <a:lnTo>
                  <a:pt x="40035" y="80218"/>
                </a:lnTo>
                <a:lnTo>
                  <a:pt x="35124" y="80218"/>
                </a:lnTo>
                <a:lnTo>
                  <a:pt x="35124" y="81111"/>
                </a:lnTo>
                <a:lnTo>
                  <a:pt x="33189" y="81111"/>
                </a:lnTo>
                <a:lnTo>
                  <a:pt x="33189" y="82153"/>
                </a:lnTo>
                <a:lnTo>
                  <a:pt x="30212" y="82153"/>
                </a:lnTo>
                <a:lnTo>
                  <a:pt x="30212" y="83046"/>
                </a:lnTo>
                <a:lnTo>
                  <a:pt x="29319" y="83046"/>
                </a:lnTo>
                <a:lnTo>
                  <a:pt x="29319" y="84088"/>
                </a:lnTo>
                <a:lnTo>
                  <a:pt x="26343" y="84088"/>
                </a:lnTo>
                <a:lnTo>
                  <a:pt x="26343" y="84981"/>
                </a:lnTo>
                <a:lnTo>
                  <a:pt x="24408" y="84981"/>
                </a:lnTo>
                <a:lnTo>
                  <a:pt x="24408" y="86023"/>
                </a:lnTo>
                <a:lnTo>
                  <a:pt x="23366" y="86023"/>
                </a:lnTo>
                <a:lnTo>
                  <a:pt x="23366" y="87065"/>
                </a:lnTo>
                <a:lnTo>
                  <a:pt x="17562" y="87065"/>
                </a:lnTo>
                <a:lnTo>
                  <a:pt x="17562" y="87957"/>
                </a:lnTo>
                <a:lnTo>
                  <a:pt x="14734" y="87957"/>
                </a:lnTo>
                <a:lnTo>
                  <a:pt x="14734" y="88999"/>
                </a:lnTo>
                <a:lnTo>
                  <a:pt x="13693" y="88999"/>
                </a:lnTo>
                <a:lnTo>
                  <a:pt x="13693" y="89892"/>
                </a:lnTo>
                <a:lnTo>
                  <a:pt x="11758" y="89892"/>
                </a:lnTo>
                <a:lnTo>
                  <a:pt x="11758" y="90934"/>
                </a:lnTo>
                <a:lnTo>
                  <a:pt x="10716" y="90934"/>
                </a:lnTo>
                <a:lnTo>
                  <a:pt x="10716" y="91827"/>
                </a:lnTo>
                <a:lnTo>
                  <a:pt x="6846" y="91827"/>
                </a:lnTo>
                <a:lnTo>
                  <a:pt x="6846" y="90934"/>
                </a:lnTo>
                <a:lnTo>
                  <a:pt x="4912" y="90934"/>
                </a:lnTo>
                <a:lnTo>
                  <a:pt x="4912" y="89892"/>
                </a:lnTo>
                <a:lnTo>
                  <a:pt x="3870" y="89892"/>
                </a:lnTo>
                <a:lnTo>
                  <a:pt x="3870" y="87065"/>
                </a:lnTo>
                <a:lnTo>
                  <a:pt x="2977" y="87065"/>
                </a:lnTo>
                <a:lnTo>
                  <a:pt x="2977" y="86023"/>
                </a:lnTo>
                <a:lnTo>
                  <a:pt x="1042" y="86023"/>
                </a:lnTo>
                <a:lnTo>
                  <a:pt x="1042" y="84981"/>
                </a:lnTo>
                <a:lnTo>
                  <a:pt x="0" y="84981"/>
                </a:lnTo>
                <a:lnTo>
                  <a:pt x="0" y="77837"/>
                </a:lnTo>
                <a:lnTo>
                  <a:pt x="1042" y="77837"/>
                </a:lnTo>
                <a:lnTo>
                  <a:pt x="1042" y="76944"/>
                </a:lnTo>
                <a:lnTo>
                  <a:pt x="1935" y="76944"/>
                </a:lnTo>
                <a:lnTo>
                  <a:pt x="1935" y="75009"/>
                </a:lnTo>
                <a:lnTo>
                  <a:pt x="2977" y="75009"/>
                </a:lnTo>
                <a:lnTo>
                  <a:pt x="2977" y="73968"/>
                </a:lnTo>
                <a:lnTo>
                  <a:pt x="7888" y="73968"/>
                </a:lnTo>
                <a:lnTo>
                  <a:pt x="7888" y="75009"/>
                </a:lnTo>
                <a:lnTo>
                  <a:pt x="10716" y="75009"/>
                </a:lnTo>
                <a:lnTo>
                  <a:pt x="10716" y="73968"/>
                </a:lnTo>
                <a:lnTo>
                  <a:pt x="14585" y="73968"/>
                </a:lnTo>
                <a:lnTo>
                  <a:pt x="14585" y="70991"/>
                </a:lnTo>
                <a:lnTo>
                  <a:pt x="15627" y="70991"/>
                </a:lnTo>
                <a:lnTo>
                  <a:pt x="15627" y="67122"/>
                </a:lnTo>
                <a:lnTo>
                  <a:pt x="16520" y="67122"/>
                </a:lnTo>
                <a:lnTo>
                  <a:pt x="16520" y="66229"/>
                </a:lnTo>
                <a:lnTo>
                  <a:pt x="18455" y="66229"/>
                </a:lnTo>
                <a:lnTo>
                  <a:pt x="18455" y="65187"/>
                </a:lnTo>
                <a:lnTo>
                  <a:pt x="19497" y="65187"/>
                </a:lnTo>
                <a:lnTo>
                  <a:pt x="19497" y="64294"/>
                </a:lnTo>
                <a:lnTo>
                  <a:pt x="21432" y="64294"/>
                </a:lnTo>
                <a:lnTo>
                  <a:pt x="21432" y="63252"/>
                </a:lnTo>
                <a:lnTo>
                  <a:pt x="22325" y="63252"/>
                </a:lnTo>
                <a:lnTo>
                  <a:pt x="22325" y="62210"/>
                </a:lnTo>
                <a:lnTo>
                  <a:pt x="23366" y="62210"/>
                </a:lnTo>
                <a:lnTo>
                  <a:pt x="23366" y="60275"/>
                </a:lnTo>
                <a:lnTo>
                  <a:pt x="24259" y="60275"/>
                </a:lnTo>
                <a:lnTo>
                  <a:pt x="24259" y="58787"/>
                </a:lnTo>
                <a:lnTo>
                  <a:pt x="23366" y="58787"/>
                </a:lnTo>
                <a:lnTo>
                  <a:pt x="23366" y="57745"/>
                </a:lnTo>
                <a:lnTo>
                  <a:pt x="17562" y="57745"/>
                </a:lnTo>
                <a:lnTo>
                  <a:pt x="17562" y="56852"/>
                </a:lnTo>
                <a:lnTo>
                  <a:pt x="16520" y="56852"/>
                </a:lnTo>
                <a:lnTo>
                  <a:pt x="16520" y="55811"/>
                </a:lnTo>
                <a:lnTo>
                  <a:pt x="13693" y="55811"/>
                </a:lnTo>
                <a:lnTo>
                  <a:pt x="13693" y="56852"/>
                </a:lnTo>
                <a:lnTo>
                  <a:pt x="9823" y="56852"/>
                </a:lnTo>
                <a:lnTo>
                  <a:pt x="9823" y="57745"/>
                </a:lnTo>
                <a:lnTo>
                  <a:pt x="4912" y="57745"/>
                </a:lnTo>
                <a:lnTo>
                  <a:pt x="4912" y="56852"/>
                </a:lnTo>
                <a:lnTo>
                  <a:pt x="3870" y="56852"/>
                </a:lnTo>
                <a:lnTo>
                  <a:pt x="3870" y="54918"/>
                </a:lnTo>
                <a:lnTo>
                  <a:pt x="2977" y="54918"/>
                </a:lnTo>
                <a:lnTo>
                  <a:pt x="2977" y="51941"/>
                </a:lnTo>
                <a:lnTo>
                  <a:pt x="1935" y="51941"/>
                </a:lnTo>
                <a:lnTo>
                  <a:pt x="1935" y="50006"/>
                </a:lnTo>
                <a:lnTo>
                  <a:pt x="1042" y="50006"/>
                </a:lnTo>
                <a:lnTo>
                  <a:pt x="1042" y="46732"/>
                </a:lnTo>
                <a:lnTo>
                  <a:pt x="1935" y="46732"/>
                </a:lnTo>
                <a:lnTo>
                  <a:pt x="1935" y="44797"/>
                </a:lnTo>
                <a:lnTo>
                  <a:pt x="3870" y="44797"/>
                </a:lnTo>
                <a:lnTo>
                  <a:pt x="3870" y="43756"/>
                </a:lnTo>
                <a:lnTo>
                  <a:pt x="4912" y="43756"/>
                </a:lnTo>
                <a:lnTo>
                  <a:pt x="4912" y="42863"/>
                </a:lnTo>
                <a:lnTo>
                  <a:pt x="6846" y="42863"/>
                </a:lnTo>
                <a:lnTo>
                  <a:pt x="6846" y="41821"/>
                </a:lnTo>
                <a:lnTo>
                  <a:pt x="8781" y="41821"/>
                </a:lnTo>
                <a:lnTo>
                  <a:pt x="8781" y="40928"/>
                </a:lnTo>
                <a:lnTo>
                  <a:pt x="9674" y="40928"/>
                </a:lnTo>
                <a:lnTo>
                  <a:pt x="9674" y="39886"/>
                </a:lnTo>
                <a:lnTo>
                  <a:pt x="10716" y="39886"/>
                </a:lnTo>
                <a:lnTo>
                  <a:pt x="10716" y="36909"/>
                </a:lnTo>
                <a:lnTo>
                  <a:pt x="11609" y="36909"/>
                </a:lnTo>
                <a:lnTo>
                  <a:pt x="11609" y="36016"/>
                </a:lnTo>
                <a:lnTo>
                  <a:pt x="12651" y="36016"/>
                </a:lnTo>
                <a:lnTo>
                  <a:pt x="12651" y="33040"/>
                </a:lnTo>
                <a:lnTo>
                  <a:pt x="13693" y="33040"/>
                </a:lnTo>
                <a:lnTo>
                  <a:pt x="13693" y="31105"/>
                </a:lnTo>
                <a:lnTo>
                  <a:pt x="14585" y="31105"/>
                </a:lnTo>
                <a:lnTo>
                  <a:pt x="14585" y="29170"/>
                </a:lnTo>
                <a:lnTo>
                  <a:pt x="15627" y="29170"/>
                </a:lnTo>
                <a:lnTo>
                  <a:pt x="15627" y="27236"/>
                </a:lnTo>
                <a:lnTo>
                  <a:pt x="16520" y="27236"/>
                </a:lnTo>
                <a:lnTo>
                  <a:pt x="16520" y="25301"/>
                </a:lnTo>
                <a:lnTo>
                  <a:pt x="17562" y="25301"/>
                </a:lnTo>
                <a:lnTo>
                  <a:pt x="17562" y="23366"/>
                </a:lnTo>
                <a:lnTo>
                  <a:pt x="18455" y="23366"/>
                </a:lnTo>
                <a:lnTo>
                  <a:pt x="18455" y="21431"/>
                </a:lnTo>
                <a:lnTo>
                  <a:pt x="19497" y="21431"/>
                </a:lnTo>
                <a:lnTo>
                  <a:pt x="19497" y="20390"/>
                </a:lnTo>
                <a:lnTo>
                  <a:pt x="20390" y="20390"/>
                </a:lnTo>
                <a:lnTo>
                  <a:pt x="20390" y="18455"/>
                </a:lnTo>
                <a:lnTo>
                  <a:pt x="21432" y="18455"/>
                </a:lnTo>
                <a:lnTo>
                  <a:pt x="21432" y="16520"/>
                </a:lnTo>
                <a:lnTo>
                  <a:pt x="22325" y="16520"/>
                </a:lnTo>
                <a:lnTo>
                  <a:pt x="22325" y="14585"/>
                </a:lnTo>
                <a:lnTo>
                  <a:pt x="23366" y="14585"/>
                </a:lnTo>
                <a:lnTo>
                  <a:pt x="23366" y="13692"/>
                </a:lnTo>
                <a:lnTo>
                  <a:pt x="24259" y="13692"/>
                </a:lnTo>
                <a:lnTo>
                  <a:pt x="24259" y="11609"/>
                </a:lnTo>
                <a:lnTo>
                  <a:pt x="25301" y="11609"/>
                </a:lnTo>
                <a:lnTo>
                  <a:pt x="25301" y="10716"/>
                </a:lnTo>
                <a:lnTo>
                  <a:pt x="26343" y="10716"/>
                </a:lnTo>
                <a:lnTo>
                  <a:pt x="26343" y="8781"/>
                </a:lnTo>
                <a:lnTo>
                  <a:pt x="27236" y="8781"/>
                </a:lnTo>
                <a:lnTo>
                  <a:pt x="27236" y="7739"/>
                </a:lnTo>
                <a:lnTo>
                  <a:pt x="28278" y="7739"/>
                </a:lnTo>
                <a:lnTo>
                  <a:pt x="28278" y="5804"/>
                </a:lnTo>
                <a:lnTo>
                  <a:pt x="29171" y="58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4E1488AB-5166-FB08-D70D-CA675A7D8BE1}"/>
              </a:ext>
            </a:extLst>
          </p:cNvPr>
          <p:cNvSpPr txBox="1"/>
          <p:nvPr/>
        </p:nvSpPr>
        <p:spPr>
          <a:xfrm>
            <a:off x="4665944" y="1924445"/>
            <a:ext cx="136624" cy="134095"/>
          </a:xfrm>
          <a:custGeom>
            <a:avLst/>
            <a:gdLst/>
            <a:ahLst/>
            <a:cxnLst/>
            <a:rect l="l" t="t" r="r" b="b"/>
            <a:pathLst>
              <a:path w="136624" h="134095">
                <a:moveTo>
                  <a:pt x="102096" y="99566"/>
                </a:moveTo>
                <a:lnTo>
                  <a:pt x="102096" y="101204"/>
                </a:lnTo>
                <a:lnTo>
                  <a:pt x="102840" y="101204"/>
                </a:lnTo>
                <a:lnTo>
                  <a:pt x="102840" y="103734"/>
                </a:lnTo>
                <a:lnTo>
                  <a:pt x="103733" y="103734"/>
                </a:lnTo>
                <a:lnTo>
                  <a:pt x="103733" y="99566"/>
                </a:lnTo>
                <a:close/>
                <a:moveTo>
                  <a:pt x="46434" y="15181"/>
                </a:moveTo>
                <a:lnTo>
                  <a:pt x="46434" y="16074"/>
                </a:lnTo>
                <a:lnTo>
                  <a:pt x="47178" y="16074"/>
                </a:lnTo>
                <a:lnTo>
                  <a:pt x="47178" y="15181"/>
                </a:lnTo>
                <a:close/>
                <a:moveTo>
                  <a:pt x="45541" y="7591"/>
                </a:moveTo>
                <a:lnTo>
                  <a:pt x="45541" y="8484"/>
                </a:lnTo>
                <a:lnTo>
                  <a:pt x="44648" y="8484"/>
                </a:lnTo>
                <a:lnTo>
                  <a:pt x="44648" y="9228"/>
                </a:lnTo>
                <a:lnTo>
                  <a:pt x="46434" y="9228"/>
                </a:lnTo>
                <a:lnTo>
                  <a:pt x="46434" y="7591"/>
                </a:lnTo>
                <a:close/>
                <a:moveTo>
                  <a:pt x="85130" y="0"/>
                </a:moveTo>
                <a:lnTo>
                  <a:pt x="86023" y="0"/>
                </a:lnTo>
                <a:lnTo>
                  <a:pt x="86023" y="893"/>
                </a:lnTo>
                <a:lnTo>
                  <a:pt x="93613" y="893"/>
                </a:lnTo>
                <a:lnTo>
                  <a:pt x="93613" y="1637"/>
                </a:lnTo>
                <a:lnTo>
                  <a:pt x="94506" y="1637"/>
                </a:lnTo>
                <a:lnTo>
                  <a:pt x="94506" y="3423"/>
                </a:lnTo>
                <a:lnTo>
                  <a:pt x="95250" y="3423"/>
                </a:lnTo>
                <a:lnTo>
                  <a:pt x="95250" y="5954"/>
                </a:lnTo>
                <a:lnTo>
                  <a:pt x="94506" y="5954"/>
                </a:lnTo>
                <a:lnTo>
                  <a:pt x="94506" y="7591"/>
                </a:lnTo>
                <a:lnTo>
                  <a:pt x="93613" y="7591"/>
                </a:lnTo>
                <a:lnTo>
                  <a:pt x="93613" y="9228"/>
                </a:lnTo>
                <a:lnTo>
                  <a:pt x="92720" y="9228"/>
                </a:lnTo>
                <a:lnTo>
                  <a:pt x="92720" y="14288"/>
                </a:lnTo>
                <a:lnTo>
                  <a:pt x="91976" y="14288"/>
                </a:lnTo>
                <a:lnTo>
                  <a:pt x="91976" y="16074"/>
                </a:lnTo>
                <a:lnTo>
                  <a:pt x="92720" y="16074"/>
                </a:lnTo>
                <a:lnTo>
                  <a:pt x="92720" y="21878"/>
                </a:lnTo>
                <a:lnTo>
                  <a:pt x="93613" y="21878"/>
                </a:lnTo>
                <a:lnTo>
                  <a:pt x="93613" y="22771"/>
                </a:lnTo>
                <a:lnTo>
                  <a:pt x="96143" y="22771"/>
                </a:lnTo>
                <a:lnTo>
                  <a:pt x="96143" y="23664"/>
                </a:lnTo>
                <a:lnTo>
                  <a:pt x="101203" y="23664"/>
                </a:lnTo>
                <a:lnTo>
                  <a:pt x="101203" y="24408"/>
                </a:lnTo>
                <a:lnTo>
                  <a:pt x="104626" y="24408"/>
                </a:lnTo>
                <a:lnTo>
                  <a:pt x="104626" y="23664"/>
                </a:lnTo>
                <a:lnTo>
                  <a:pt x="107156" y="23664"/>
                </a:lnTo>
                <a:lnTo>
                  <a:pt x="107156" y="22771"/>
                </a:lnTo>
                <a:lnTo>
                  <a:pt x="108793" y="22771"/>
                </a:lnTo>
                <a:lnTo>
                  <a:pt x="108793" y="23664"/>
                </a:lnTo>
                <a:lnTo>
                  <a:pt x="112216" y="23664"/>
                </a:lnTo>
                <a:lnTo>
                  <a:pt x="112216" y="22771"/>
                </a:lnTo>
                <a:lnTo>
                  <a:pt x="113853" y="22771"/>
                </a:lnTo>
                <a:lnTo>
                  <a:pt x="113853" y="21134"/>
                </a:lnTo>
                <a:lnTo>
                  <a:pt x="114746" y="21134"/>
                </a:lnTo>
                <a:lnTo>
                  <a:pt x="114746" y="20241"/>
                </a:lnTo>
                <a:lnTo>
                  <a:pt x="116384" y="20241"/>
                </a:lnTo>
                <a:lnTo>
                  <a:pt x="116384" y="19348"/>
                </a:lnTo>
                <a:lnTo>
                  <a:pt x="118021" y="19348"/>
                </a:lnTo>
                <a:lnTo>
                  <a:pt x="118021" y="18604"/>
                </a:lnTo>
                <a:lnTo>
                  <a:pt x="119807" y="18604"/>
                </a:lnTo>
                <a:lnTo>
                  <a:pt x="119807" y="17711"/>
                </a:lnTo>
                <a:lnTo>
                  <a:pt x="123974" y="17711"/>
                </a:lnTo>
                <a:lnTo>
                  <a:pt x="123974" y="18604"/>
                </a:lnTo>
                <a:lnTo>
                  <a:pt x="124867" y="18604"/>
                </a:lnTo>
                <a:lnTo>
                  <a:pt x="124867" y="17711"/>
                </a:lnTo>
                <a:lnTo>
                  <a:pt x="126504" y="17711"/>
                </a:lnTo>
                <a:lnTo>
                  <a:pt x="126504" y="18604"/>
                </a:lnTo>
                <a:lnTo>
                  <a:pt x="128141" y="18604"/>
                </a:lnTo>
                <a:lnTo>
                  <a:pt x="128141" y="19348"/>
                </a:lnTo>
                <a:lnTo>
                  <a:pt x="129034" y="19348"/>
                </a:lnTo>
                <a:lnTo>
                  <a:pt x="129034" y="21878"/>
                </a:lnTo>
                <a:lnTo>
                  <a:pt x="129927" y="21878"/>
                </a:lnTo>
                <a:lnTo>
                  <a:pt x="129927" y="22771"/>
                </a:lnTo>
                <a:lnTo>
                  <a:pt x="133201" y="22771"/>
                </a:lnTo>
                <a:lnTo>
                  <a:pt x="133201" y="23664"/>
                </a:lnTo>
                <a:lnTo>
                  <a:pt x="134987" y="23664"/>
                </a:lnTo>
                <a:lnTo>
                  <a:pt x="134987" y="24408"/>
                </a:lnTo>
                <a:lnTo>
                  <a:pt x="136624" y="24408"/>
                </a:lnTo>
                <a:lnTo>
                  <a:pt x="136624" y="26938"/>
                </a:lnTo>
                <a:lnTo>
                  <a:pt x="135731" y="26938"/>
                </a:lnTo>
                <a:lnTo>
                  <a:pt x="135731" y="27831"/>
                </a:lnTo>
                <a:lnTo>
                  <a:pt x="134987" y="27831"/>
                </a:lnTo>
                <a:lnTo>
                  <a:pt x="134987" y="28724"/>
                </a:lnTo>
                <a:lnTo>
                  <a:pt x="134094" y="28724"/>
                </a:lnTo>
                <a:lnTo>
                  <a:pt x="134094" y="31998"/>
                </a:lnTo>
                <a:lnTo>
                  <a:pt x="133201" y="31998"/>
                </a:lnTo>
                <a:lnTo>
                  <a:pt x="133201" y="32891"/>
                </a:lnTo>
                <a:lnTo>
                  <a:pt x="129034" y="32891"/>
                </a:lnTo>
                <a:lnTo>
                  <a:pt x="129034" y="31998"/>
                </a:lnTo>
                <a:lnTo>
                  <a:pt x="125611" y="31998"/>
                </a:lnTo>
                <a:lnTo>
                  <a:pt x="125611" y="32891"/>
                </a:lnTo>
                <a:lnTo>
                  <a:pt x="124867" y="32891"/>
                </a:lnTo>
                <a:lnTo>
                  <a:pt x="124867" y="31998"/>
                </a:lnTo>
                <a:lnTo>
                  <a:pt x="119807" y="31998"/>
                </a:lnTo>
                <a:lnTo>
                  <a:pt x="119807" y="31254"/>
                </a:lnTo>
                <a:lnTo>
                  <a:pt x="116384" y="31254"/>
                </a:lnTo>
                <a:lnTo>
                  <a:pt x="116384" y="30361"/>
                </a:lnTo>
                <a:lnTo>
                  <a:pt x="114746" y="30361"/>
                </a:lnTo>
                <a:lnTo>
                  <a:pt x="114746" y="31254"/>
                </a:lnTo>
                <a:lnTo>
                  <a:pt x="108793" y="31254"/>
                </a:lnTo>
                <a:lnTo>
                  <a:pt x="108793" y="30361"/>
                </a:lnTo>
                <a:lnTo>
                  <a:pt x="96143" y="30361"/>
                </a:lnTo>
                <a:lnTo>
                  <a:pt x="96143" y="31254"/>
                </a:lnTo>
                <a:lnTo>
                  <a:pt x="93613" y="31254"/>
                </a:lnTo>
                <a:lnTo>
                  <a:pt x="93613" y="31998"/>
                </a:lnTo>
                <a:lnTo>
                  <a:pt x="92720" y="31998"/>
                </a:lnTo>
                <a:lnTo>
                  <a:pt x="92720" y="32891"/>
                </a:lnTo>
                <a:lnTo>
                  <a:pt x="91976" y="32891"/>
                </a:lnTo>
                <a:lnTo>
                  <a:pt x="91976" y="39589"/>
                </a:lnTo>
                <a:lnTo>
                  <a:pt x="92720" y="39589"/>
                </a:lnTo>
                <a:lnTo>
                  <a:pt x="92720" y="43012"/>
                </a:lnTo>
                <a:lnTo>
                  <a:pt x="93613" y="43012"/>
                </a:lnTo>
                <a:lnTo>
                  <a:pt x="93613" y="46435"/>
                </a:lnTo>
                <a:lnTo>
                  <a:pt x="92720" y="46435"/>
                </a:lnTo>
                <a:lnTo>
                  <a:pt x="92720" y="48072"/>
                </a:lnTo>
                <a:lnTo>
                  <a:pt x="89446" y="48072"/>
                </a:lnTo>
                <a:lnTo>
                  <a:pt x="89446" y="48965"/>
                </a:lnTo>
                <a:lnTo>
                  <a:pt x="86023" y="48965"/>
                </a:lnTo>
                <a:lnTo>
                  <a:pt x="86023" y="49709"/>
                </a:lnTo>
                <a:lnTo>
                  <a:pt x="80070" y="49709"/>
                </a:lnTo>
                <a:lnTo>
                  <a:pt x="80070" y="48965"/>
                </a:lnTo>
                <a:lnTo>
                  <a:pt x="79325" y="48965"/>
                </a:lnTo>
                <a:lnTo>
                  <a:pt x="79325" y="37059"/>
                </a:lnTo>
                <a:lnTo>
                  <a:pt x="80070" y="37059"/>
                </a:lnTo>
                <a:lnTo>
                  <a:pt x="80070" y="34529"/>
                </a:lnTo>
                <a:lnTo>
                  <a:pt x="79325" y="34529"/>
                </a:lnTo>
                <a:lnTo>
                  <a:pt x="79325" y="30361"/>
                </a:lnTo>
                <a:lnTo>
                  <a:pt x="78432" y="30361"/>
                </a:lnTo>
                <a:lnTo>
                  <a:pt x="78432" y="27831"/>
                </a:lnTo>
                <a:lnTo>
                  <a:pt x="61615" y="27831"/>
                </a:lnTo>
                <a:lnTo>
                  <a:pt x="61615" y="28724"/>
                </a:lnTo>
                <a:lnTo>
                  <a:pt x="59085" y="28724"/>
                </a:lnTo>
                <a:lnTo>
                  <a:pt x="59085" y="29468"/>
                </a:lnTo>
                <a:lnTo>
                  <a:pt x="55662" y="29468"/>
                </a:lnTo>
                <a:lnTo>
                  <a:pt x="55662" y="30361"/>
                </a:lnTo>
                <a:lnTo>
                  <a:pt x="54769" y="30361"/>
                </a:lnTo>
                <a:lnTo>
                  <a:pt x="54769" y="31254"/>
                </a:lnTo>
                <a:lnTo>
                  <a:pt x="54025" y="31254"/>
                </a:lnTo>
                <a:lnTo>
                  <a:pt x="54025" y="31998"/>
                </a:lnTo>
                <a:lnTo>
                  <a:pt x="55662" y="31998"/>
                </a:lnTo>
                <a:lnTo>
                  <a:pt x="55662" y="32891"/>
                </a:lnTo>
                <a:lnTo>
                  <a:pt x="56555" y="32891"/>
                </a:lnTo>
                <a:lnTo>
                  <a:pt x="56555" y="37952"/>
                </a:lnTo>
                <a:lnTo>
                  <a:pt x="57299" y="37952"/>
                </a:lnTo>
                <a:lnTo>
                  <a:pt x="57299" y="42119"/>
                </a:lnTo>
                <a:lnTo>
                  <a:pt x="56555" y="42119"/>
                </a:lnTo>
                <a:lnTo>
                  <a:pt x="56555" y="43012"/>
                </a:lnTo>
                <a:lnTo>
                  <a:pt x="57299" y="43012"/>
                </a:lnTo>
                <a:lnTo>
                  <a:pt x="57299" y="46435"/>
                </a:lnTo>
                <a:lnTo>
                  <a:pt x="56555" y="46435"/>
                </a:lnTo>
                <a:lnTo>
                  <a:pt x="56555" y="49709"/>
                </a:lnTo>
                <a:lnTo>
                  <a:pt x="57299" y="49709"/>
                </a:lnTo>
                <a:lnTo>
                  <a:pt x="57299" y="50602"/>
                </a:lnTo>
                <a:lnTo>
                  <a:pt x="59829" y="50602"/>
                </a:lnTo>
                <a:lnTo>
                  <a:pt x="59829" y="51495"/>
                </a:lnTo>
                <a:lnTo>
                  <a:pt x="61615" y="51495"/>
                </a:lnTo>
                <a:lnTo>
                  <a:pt x="61615" y="52239"/>
                </a:lnTo>
                <a:lnTo>
                  <a:pt x="70842" y="52239"/>
                </a:lnTo>
                <a:lnTo>
                  <a:pt x="70842" y="53132"/>
                </a:lnTo>
                <a:lnTo>
                  <a:pt x="71735" y="53132"/>
                </a:lnTo>
                <a:lnTo>
                  <a:pt x="71735" y="54025"/>
                </a:lnTo>
                <a:lnTo>
                  <a:pt x="73372" y="54025"/>
                </a:lnTo>
                <a:lnTo>
                  <a:pt x="73372" y="53132"/>
                </a:lnTo>
                <a:lnTo>
                  <a:pt x="74265" y="53132"/>
                </a:lnTo>
                <a:lnTo>
                  <a:pt x="74265" y="52239"/>
                </a:lnTo>
                <a:lnTo>
                  <a:pt x="79325" y="52239"/>
                </a:lnTo>
                <a:lnTo>
                  <a:pt x="79325" y="51495"/>
                </a:lnTo>
                <a:lnTo>
                  <a:pt x="80962" y="51495"/>
                </a:lnTo>
                <a:lnTo>
                  <a:pt x="80962" y="52239"/>
                </a:lnTo>
                <a:lnTo>
                  <a:pt x="82600" y="52239"/>
                </a:lnTo>
                <a:lnTo>
                  <a:pt x="82600" y="53132"/>
                </a:lnTo>
                <a:lnTo>
                  <a:pt x="86023" y="53132"/>
                </a:lnTo>
                <a:lnTo>
                  <a:pt x="86023" y="54025"/>
                </a:lnTo>
                <a:lnTo>
                  <a:pt x="86916" y="54025"/>
                </a:lnTo>
                <a:lnTo>
                  <a:pt x="86916" y="54769"/>
                </a:lnTo>
                <a:lnTo>
                  <a:pt x="88553" y="54769"/>
                </a:lnTo>
                <a:lnTo>
                  <a:pt x="88553" y="54025"/>
                </a:lnTo>
                <a:lnTo>
                  <a:pt x="89446" y="54025"/>
                </a:lnTo>
                <a:lnTo>
                  <a:pt x="89446" y="53132"/>
                </a:lnTo>
                <a:lnTo>
                  <a:pt x="91976" y="53132"/>
                </a:lnTo>
                <a:lnTo>
                  <a:pt x="91976" y="54025"/>
                </a:lnTo>
                <a:lnTo>
                  <a:pt x="97036" y="54025"/>
                </a:lnTo>
                <a:lnTo>
                  <a:pt x="97036" y="54769"/>
                </a:lnTo>
                <a:lnTo>
                  <a:pt x="97780" y="54769"/>
                </a:lnTo>
                <a:lnTo>
                  <a:pt x="97780" y="54025"/>
                </a:lnTo>
                <a:lnTo>
                  <a:pt x="99566" y="54025"/>
                </a:lnTo>
                <a:lnTo>
                  <a:pt x="99566" y="53132"/>
                </a:lnTo>
                <a:lnTo>
                  <a:pt x="100310" y="53132"/>
                </a:lnTo>
                <a:lnTo>
                  <a:pt x="100310" y="51495"/>
                </a:lnTo>
                <a:lnTo>
                  <a:pt x="101203" y="51495"/>
                </a:lnTo>
                <a:lnTo>
                  <a:pt x="101203" y="50602"/>
                </a:lnTo>
                <a:lnTo>
                  <a:pt x="102096" y="50602"/>
                </a:lnTo>
                <a:lnTo>
                  <a:pt x="102096" y="49709"/>
                </a:lnTo>
                <a:lnTo>
                  <a:pt x="102840" y="49709"/>
                </a:lnTo>
                <a:lnTo>
                  <a:pt x="102840" y="48072"/>
                </a:lnTo>
                <a:lnTo>
                  <a:pt x="103733" y="48072"/>
                </a:lnTo>
                <a:lnTo>
                  <a:pt x="103733" y="47179"/>
                </a:lnTo>
                <a:lnTo>
                  <a:pt x="105370" y="47179"/>
                </a:lnTo>
                <a:lnTo>
                  <a:pt x="105370" y="45542"/>
                </a:lnTo>
                <a:lnTo>
                  <a:pt x="107900" y="45542"/>
                </a:lnTo>
                <a:lnTo>
                  <a:pt x="107900" y="46435"/>
                </a:lnTo>
                <a:lnTo>
                  <a:pt x="111323" y="46435"/>
                </a:lnTo>
                <a:lnTo>
                  <a:pt x="111323" y="47179"/>
                </a:lnTo>
                <a:lnTo>
                  <a:pt x="112216" y="47179"/>
                </a:lnTo>
                <a:lnTo>
                  <a:pt x="112216" y="48072"/>
                </a:lnTo>
                <a:lnTo>
                  <a:pt x="113853" y="48072"/>
                </a:lnTo>
                <a:lnTo>
                  <a:pt x="113853" y="48965"/>
                </a:lnTo>
                <a:lnTo>
                  <a:pt x="116384" y="48965"/>
                </a:lnTo>
                <a:lnTo>
                  <a:pt x="116384" y="49709"/>
                </a:lnTo>
                <a:lnTo>
                  <a:pt x="118021" y="49709"/>
                </a:lnTo>
                <a:lnTo>
                  <a:pt x="118021" y="50602"/>
                </a:lnTo>
                <a:lnTo>
                  <a:pt x="118914" y="50602"/>
                </a:lnTo>
                <a:lnTo>
                  <a:pt x="118914" y="51495"/>
                </a:lnTo>
                <a:lnTo>
                  <a:pt x="120551" y="51495"/>
                </a:lnTo>
                <a:lnTo>
                  <a:pt x="120551" y="52239"/>
                </a:lnTo>
                <a:lnTo>
                  <a:pt x="121444" y="52239"/>
                </a:lnTo>
                <a:lnTo>
                  <a:pt x="121444" y="53132"/>
                </a:lnTo>
                <a:lnTo>
                  <a:pt x="122337" y="53132"/>
                </a:lnTo>
                <a:lnTo>
                  <a:pt x="122337" y="54025"/>
                </a:lnTo>
                <a:lnTo>
                  <a:pt x="123081" y="54025"/>
                </a:lnTo>
                <a:lnTo>
                  <a:pt x="123081" y="59829"/>
                </a:lnTo>
                <a:lnTo>
                  <a:pt x="122337" y="59829"/>
                </a:lnTo>
                <a:lnTo>
                  <a:pt x="122337" y="60722"/>
                </a:lnTo>
                <a:lnTo>
                  <a:pt x="121444" y="60722"/>
                </a:lnTo>
                <a:lnTo>
                  <a:pt x="121444" y="61615"/>
                </a:lnTo>
                <a:lnTo>
                  <a:pt x="120551" y="61615"/>
                </a:lnTo>
                <a:lnTo>
                  <a:pt x="120551" y="62359"/>
                </a:lnTo>
                <a:lnTo>
                  <a:pt x="119807" y="62359"/>
                </a:lnTo>
                <a:lnTo>
                  <a:pt x="119807" y="63252"/>
                </a:lnTo>
                <a:lnTo>
                  <a:pt x="118914" y="63252"/>
                </a:lnTo>
                <a:lnTo>
                  <a:pt x="118914" y="64145"/>
                </a:lnTo>
                <a:lnTo>
                  <a:pt x="118021" y="64145"/>
                </a:lnTo>
                <a:lnTo>
                  <a:pt x="118021" y="64889"/>
                </a:lnTo>
                <a:lnTo>
                  <a:pt x="117277" y="64889"/>
                </a:lnTo>
                <a:lnTo>
                  <a:pt x="117277" y="69950"/>
                </a:lnTo>
                <a:lnTo>
                  <a:pt x="118021" y="69950"/>
                </a:lnTo>
                <a:lnTo>
                  <a:pt x="118021" y="71736"/>
                </a:lnTo>
                <a:lnTo>
                  <a:pt x="118914" y="71736"/>
                </a:lnTo>
                <a:lnTo>
                  <a:pt x="118914" y="80963"/>
                </a:lnTo>
                <a:lnTo>
                  <a:pt x="118021" y="80963"/>
                </a:lnTo>
                <a:lnTo>
                  <a:pt x="118021" y="85130"/>
                </a:lnTo>
                <a:lnTo>
                  <a:pt x="117277" y="85130"/>
                </a:lnTo>
                <a:lnTo>
                  <a:pt x="117277" y="86023"/>
                </a:lnTo>
                <a:lnTo>
                  <a:pt x="116384" y="86023"/>
                </a:lnTo>
                <a:lnTo>
                  <a:pt x="116384" y="86916"/>
                </a:lnTo>
                <a:lnTo>
                  <a:pt x="117277" y="86916"/>
                </a:lnTo>
                <a:lnTo>
                  <a:pt x="117277" y="93613"/>
                </a:lnTo>
                <a:lnTo>
                  <a:pt x="116384" y="93613"/>
                </a:lnTo>
                <a:lnTo>
                  <a:pt x="116384" y="97036"/>
                </a:lnTo>
                <a:lnTo>
                  <a:pt x="115491" y="97036"/>
                </a:lnTo>
                <a:lnTo>
                  <a:pt x="115491" y="98673"/>
                </a:lnTo>
                <a:lnTo>
                  <a:pt x="116384" y="98673"/>
                </a:lnTo>
                <a:lnTo>
                  <a:pt x="116384" y="102096"/>
                </a:lnTo>
                <a:lnTo>
                  <a:pt x="115491" y="102096"/>
                </a:lnTo>
                <a:lnTo>
                  <a:pt x="115491" y="103734"/>
                </a:lnTo>
                <a:lnTo>
                  <a:pt x="114746" y="103734"/>
                </a:lnTo>
                <a:lnTo>
                  <a:pt x="114746" y="104627"/>
                </a:lnTo>
                <a:lnTo>
                  <a:pt x="113853" y="104627"/>
                </a:lnTo>
                <a:lnTo>
                  <a:pt x="113853" y="105371"/>
                </a:lnTo>
                <a:lnTo>
                  <a:pt x="112961" y="105371"/>
                </a:lnTo>
                <a:lnTo>
                  <a:pt x="112961" y="107157"/>
                </a:lnTo>
                <a:lnTo>
                  <a:pt x="112216" y="107157"/>
                </a:lnTo>
                <a:lnTo>
                  <a:pt x="112216" y="107901"/>
                </a:lnTo>
                <a:lnTo>
                  <a:pt x="111323" y="107901"/>
                </a:lnTo>
                <a:lnTo>
                  <a:pt x="111323" y="108794"/>
                </a:lnTo>
                <a:lnTo>
                  <a:pt x="110430" y="108794"/>
                </a:lnTo>
                <a:lnTo>
                  <a:pt x="110430" y="109687"/>
                </a:lnTo>
                <a:lnTo>
                  <a:pt x="107900" y="109687"/>
                </a:lnTo>
                <a:lnTo>
                  <a:pt x="107900" y="110431"/>
                </a:lnTo>
                <a:lnTo>
                  <a:pt x="106263" y="110431"/>
                </a:lnTo>
                <a:lnTo>
                  <a:pt x="106263" y="111324"/>
                </a:lnTo>
                <a:lnTo>
                  <a:pt x="105370" y="111324"/>
                </a:lnTo>
                <a:lnTo>
                  <a:pt x="105370" y="112217"/>
                </a:lnTo>
                <a:lnTo>
                  <a:pt x="104626" y="112217"/>
                </a:lnTo>
                <a:lnTo>
                  <a:pt x="104626" y="113854"/>
                </a:lnTo>
                <a:lnTo>
                  <a:pt x="102840" y="113854"/>
                </a:lnTo>
                <a:lnTo>
                  <a:pt x="102840" y="114747"/>
                </a:lnTo>
                <a:lnTo>
                  <a:pt x="100310" y="114747"/>
                </a:lnTo>
                <a:lnTo>
                  <a:pt x="100310" y="113854"/>
                </a:lnTo>
                <a:lnTo>
                  <a:pt x="99566" y="113854"/>
                </a:lnTo>
                <a:lnTo>
                  <a:pt x="99566" y="114747"/>
                </a:lnTo>
                <a:lnTo>
                  <a:pt x="97780" y="114747"/>
                </a:lnTo>
                <a:lnTo>
                  <a:pt x="97780" y="115491"/>
                </a:lnTo>
                <a:lnTo>
                  <a:pt x="97036" y="115491"/>
                </a:lnTo>
                <a:lnTo>
                  <a:pt x="97036" y="116384"/>
                </a:lnTo>
                <a:lnTo>
                  <a:pt x="94506" y="116384"/>
                </a:lnTo>
                <a:lnTo>
                  <a:pt x="94506" y="117277"/>
                </a:lnTo>
                <a:lnTo>
                  <a:pt x="89446" y="117277"/>
                </a:lnTo>
                <a:lnTo>
                  <a:pt x="89446" y="116384"/>
                </a:lnTo>
                <a:lnTo>
                  <a:pt x="88553" y="116384"/>
                </a:lnTo>
                <a:lnTo>
                  <a:pt x="88553" y="115491"/>
                </a:lnTo>
                <a:lnTo>
                  <a:pt x="87660" y="115491"/>
                </a:lnTo>
                <a:lnTo>
                  <a:pt x="87660" y="114747"/>
                </a:lnTo>
                <a:lnTo>
                  <a:pt x="86916" y="114747"/>
                </a:lnTo>
                <a:lnTo>
                  <a:pt x="86916" y="113854"/>
                </a:lnTo>
                <a:lnTo>
                  <a:pt x="85130" y="113854"/>
                </a:lnTo>
                <a:lnTo>
                  <a:pt x="85130" y="112961"/>
                </a:lnTo>
                <a:lnTo>
                  <a:pt x="84386" y="112961"/>
                </a:lnTo>
                <a:lnTo>
                  <a:pt x="84386" y="112217"/>
                </a:lnTo>
                <a:lnTo>
                  <a:pt x="82600" y="112217"/>
                </a:lnTo>
                <a:lnTo>
                  <a:pt x="82600" y="111324"/>
                </a:lnTo>
                <a:lnTo>
                  <a:pt x="81855" y="111324"/>
                </a:lnTo>
                <a:lnTo>
                  <a:pt x="81855" y="110431"/>
                </a:lnTo>
                <a:lnTo>
                  <a:pt x="80962" y="110431"/>
                </a:lnTo>
                <a:lnTo>
                  <a:pt x="80962" y="109687"/>
                </a:lnTo>
                <a:lnTo>
                  <a:pt x="76795" y="109687"/>
                </a:lnTo>
                <a:lnTo>
                  <a:pt x="76795" y="108794"/>
                </a:lnTo>
                <a:lnTo>
                  <a:pt x="75902" y="108794"/>
                </a:lnTo>
                <a:lnTo>
                  <a:pt x="75902" y="107901"/>
                </a:lnTo>
                <a:lnTo>
                  <a:pt x="75009" y="107901"/>
                </a:lnTo>
                <a:lnTo>
                  <a:pt x="75009" y="106264"/>
                </a:lnTo>
                <a:lnTo>
                  <a:pt x="75902" y="106264"/>
                </a:lnTo>
                <a:lnTo>
                  <a:pt x="75902" y="105371"/>
                </a:lnTo>
                <a:lnTo>
                  <a:pt x="76795" y="105371"/>
                </a:lnTo>
                <a:lnTo>
                  <a:pt x="76795" y="104627"/>
                </a:lnTo>
                <a:lnTo>
                  <a:pt x="77539" y="104627"/>
                </a:lnTo>
                <a:lnTo>
                  <a:pt x="77539" y="103734"/>
                </a:lnTo>
                <a:lnTo>
                  <a:pt x="80070" y="103734"/>
                </a:lnTo>
                <a:lnTo>
                  <a:pt x="80070" y="102841"/>
                </a:lnTo>
                <a:lnTo>
                  <a:pt x="81855" y="102841"/>
                </a:lnTo>
                <a:lnTo>
                  <a:pt x="81855" y="102096"/>
                </a:lnTo>
                <a:lnTo>
                  <a:pt x="82600" y="102096"/>
                </a:lnTo>
                <a:lnTo>
                  <a:pt x="82600" y="102841"/>
                </a:lnTo>
                <a:lnTo>
                  <a:pt x="86916" y="102841"/>
                </a:lnTo>
                <a:lnTo>
                  <a:pt x="86916" y="102096"/>
                </a:lnTo>
                <a:lnTo>
                  <a:pt x="87660" y="102096"/>
                </a:lnTo>
                <a:lnTo>
                  <a:pt x="87660" y="101204"/>
                </a:lnTo>
                <a:lnTo>
                  <a:pt x="88553" y="101204"/>
                </a:lnTo>
                <a:lnTo>
                  <a:pt x="88553" y="102096"/>
                </a:lnTo>
                <a:lnTo>
                  <a:pt x="90190" y="102096"/>
                </a:lnTo>
                <a:lnTo>
                  <a:pt x="90190" y="102841"/>
                </a:lnTo>
                <a:lnTo>
                  <a:pt x="97036" y="102841"/>
                </a:lnTo>
                <a:lnTo>
                  <a:pt x="97036" y="100311"/>
                </a:lnTo>
                <a:lnTo>
                  <a:pt x="97780" y="100311"/>
                </a:lnTo>
                <a:lnTo>
                  <a:pt x="97780" y="99566"/>
                </a:lnTo>
                <a:lnTo>
                  <a:pt x="99566" y="99566"/>
                </a:lnTo>
                <a:lnTo>
                  <a:pt x="99566" y="98673"/>
                </a:lnTo>
                <a:lnTo>
                  <a:pt x="100310" y="98673"/>
                </a:lnTo>
                <a:lnTo>
                  <a:pt x="100310" y="97780"/>
                </a:lnTo>
                <a:lnTo>
                  <a:pt x="101203" y="97780"/>
                </a:lnTo>
                <a:lnTo>
                  <a:pt x="101203" y="97036"/>
                </a:lnTo>
                <a:lnTo>
                  <a:pt x="102096" y="97036"/>
                </a:lnTo>
                <a:lnTo>
                  <a:pt x="102096" y="95250"/>
                </a:lnTo>
                <a:lnTo>
                  <a:pt x="102840" y="95250"/>
                </a:lnTo>
                <a:lnTo>
                  <a:pt x="102840" y="94506"/>
                </a:lnTo>
                <a:lnTo>
                  <a:pt x="103733" y="94506"/>
                </a:lnTo>
                <a:lnTo>
                  <a:pt x="103733" y="91083"/>
                </a:lnTo>
                <a:lnTo>
                  <a:pt x="104626" y="91083"/>
                </a:lnTo>
                <a:lnTo>
                  <a:pt x="104626" y="90190"/>
                </a:lnTo>
                <a:lnTo>
                  <a:pt x="105370" y="90190"/>
                </a:lnTo>
                <a:lnTo>
                  <a:pt x="105370" y="83493"/>
                </a:lnTo>
                <a:lnTo>
                  <a:pt x="106263" y="83493"/>
                </a:lnTo>
                <a:lnTo>
                  <a:pt x="106263" y="81856"/>
                </a:lnTo>
                <a:lnTo>
                  <a:pt x="107156" y="81856"/>
                </a:lnTo>
                <a:lnTo>
                  <a:pt x="107156" y="78433"/>
                </a:lnTo>
                <a:lnTo>
                  <a:pt x="107900" y="78433"/>
                </a:lnTo>
                <a:lnTo>
                  <a:pt x="107900" y="76796"/>
                </a:lnTo>
                <a:lnTo>
                  <a:pt x="107156" y="76796"/>
                </a:lnTo>
                <a:lnTo>
                  <a:pt x="107156" y="75010"/>
                </a:lnTo>
                <a:lnTo>
                  <a:pt x="106263" y="75010"/>
                </a:lnTo>
                <a:lnTo>
                  <a:pt x="106263" y="74266"/>
                </a:lnTo>
                <a:lnTo>
                  <a:pt x="105370" y="74266"/>
                </a:lnTo>
                <a:lnTo>
                  <a:pt x="105370" y="64889"/>
                </a:lnTo>
                <a:lnTo>
                  <a:pt x="106263" y="64889"/>
                </a:lnTo>
                <a:lnTo>
                  <a:pt x="106263" y="62359"/>
                </a:lnTo>
                <a:lnTo>
                  <a:pt x="105370" y="62359"/>
                </a:lnTo>
                <a:lnTo>
                  <a:pt x="105370" y="60722"/>
                </a:lnTo>
                <a:lnTo>
                  <a:pt x="104626" y="60722"/>
                </a:lnTo>
                <a:lnTo>
                  <a:pt x="104626" y="59829"/>
                </a:lnTo>
                <a:lnTo>
                  <a:pt x="103733" y="59829"/>
                </a:lnTo>
                <a:lnTo>
                  <a:pt x="103733" y="59085"/>
                </a:lnTo>
                <a:lnTo>
                  <a:pt x="102096" y="59085"/>
                </a:lnTo>
                <a:lnTo>
                  <a:pt x="102096" y="58192"/>
                </a:lnTo>
                <a:lnTo>
                  <a:pt x="100310" y="58192"/>
                </a:lnTo>
                <a:lnTo>
                  <a:pt x="100310" y="57299"/>
                </a:lnTo>
                <a:lnTo>
                  <a:pt x="98673" y="57299"/>
                </a:lnTo>
                <a:lnTo>
                  <a:pt x="98673" y="58192"/>
                </a:lnTo>
                <a:lnTo>
                  <a:pt x="97036" y="58192"/>
                </a:lnTo>
                <a:lnTo>
                  <a:pt x="97036" y="59085"/>
                </a:lnTo>
                <a:lnTo>
                  <a:pt x="96143" y="59085"/>
                </a:lnTo>
                <a:lnTo>
                  <a:pt x="96143" y="58192"/>
                </a:lnTo>
                <a:lnTo>
                  <a:pt x="86023" y="58192"/>
                </a:lnTo>
                <a:lnTo>
                  <a:pt x="86023" y="57299"/>
                </a:lnTo>
                <a:lnTo>
                  <a:pt x="84386" y="57299"/>
                </a:lnTo>
                <a:lnTo>
                  <a:pt x="84386" y="58192"/>
                </a:lnTo>
                <a:lnTo>
                  <a:pt x="81855" y="58192"/>
                </a:lnTo>
                <a:lnTo>
                  <a:pt x="81855" y="59085"/>
                </a:lnTo>
                <a:lnTo>
                  <a:pt x="76795" y="59085"/>
                </a:lnTo>
                <a:lnTo>
                  <a:pt x="76795" y="59829"/>
                </a:lnTo>
                <a:lnTo>
                  <a:pt x="75009" y="59829"/>
                </a:lnTo>
                <a:lnTo>
                  <a:pt x="75009" y="61615"/>
                </a:lnTo>
                <a:lnTo>
                  <a:pt x="74265" y="61615"/>
                </a:lnTo>
                <a:lnTo>
                  <a:pt x="74265" y="64145"/>
                </a:lnTo>
                <a:lnTo>
                  <a:pt x="72479" y="64145"/>
                </a:lnTo>
                <a:lnTo>
                  <a:pt x="72479" y="65782"/>
                </a:lnTo>
                <a:lnTo>
                  <a:pt x="71735" y="65782"/>
                </a:lnTo>
                <a:lnTo>
                  <a:pt x="71735" y="66675"/>
                </a:lnTo>
                <a:lnTo>
                  <a:pt x="70842" y="66675"/>
                </a:lnTo>
                <a:lnTo>
                  <a:pt x="70842" y="68312"/>
                </a:lnTo>
                <a:lnTo>
                  <a:pt x="69949" y="68312"/>
                </a:lnTo>
                <a:lnTo>
                  <a:pt x="69949" y="71736"/>
                </a:lnTo>
                <a:lnTo>
                  <a:pt x="69205" y="71736"/>
                </a:lnTo>
                <a:lnTo>
                  <a:pt x="69205" y="73373"/>
                </a:lnTo>
                <a:lnTo>
                  <a:pt x="68312" y="73373"/>
                </a:lnTo>
                <a:lnTo>
                  <a:pt x="68312" y="76796"/>
                </a:lnTo>
                <a:lnTo>
                  <a:pt x="69205" y="76796"/>
                </a:lnTo>
                <a:lnTo>
                  <a:pt x="69205" y="77540"/>
                </a:lnTo>
                <a:lnTo>
                  <a:pt x="69949" y="77540"/>
                </a:lnTo>
                <a:lnTo>
                  <a:pt x="69949" y="81856"/>
                </a:lnTo>
                <a:lnTo>
                  <a:pt x="69205" y="81856"/>
                </a:lnTo>
                <a:lnTo>
                  <a:pt x="69205" y="84386"/>
                </a:lnTo>
                <a:lnTo>
                  <a:pt x="69949" y="84386"/>
                </a:lnTo>
                <a:lnTo>
                  <a:pt x="69949" y="91976"/>
                </a:lnTo>
                <a:lnTo>
                  <a:pt x="69205" y="91976"/>
                </a:lnTo>
                <a:lnTo>
                  <a:pt x="69205" y="94506"/>
                </a:lnTo>
                <a:lnTo>
                  <a:pt x="69949" y="94506"/>
                </a:lnTo>
                <a:lnTo>
                  <a:pt x="69949" y="101204"/>
                </a:lnTo>
                <a:lnTo>
                  <a:pt x="69205" y="101204"/>
                </a:lnTo>
                <a:lnTo>
                  <a:pt x="69205" y="104627"/>
                </a:lnTo>
                <a:lnTo>
                  <a:pt x="69949" y="104627"/>
                </a:lnTo>
                <a:lnTo>
                  <a:pt x="69949" y="106264"/>
                </a:lnTo>
                <a:lnTo>
                  <a:pt x="69205" y="106264"/>
                </a:lnTo>
                <a:lnTo>
                  <a:pt x="69205" y="108794"/>
                </a:lnTo>
                <a:lnTo>
                  <a:pt x="69949" y="108794"/>
                </a:lnTo>
                <a:lnTo>
                  <a:pt x="69949" y="109687"/>
                </a:lnTo>
                <a:lnTo>
                  <a:pt x="70842" y="109687"/>
                </a:lnTo>
                <a:lnTo>
                  <a:pt x="70842" y="112217"/>
                </a:lnTo>
                <a:lnTo>
                  <a:pt x="69949" y="112217"/>
                </a:lnTo>
                <a:lnTo>
                  <a:pt x="69949" y="125611"/>
                </a:lnTo>
                <a:lnTo>
                  <a:pt x="70842" y="125611"/>
                </a:lnTo>
                <a:lnTo>
                  <a:pt x="70842" y="128141"/>
                </a:lnTo>
                <a:lnTo>
                  <a:pt x="69949" y="128141"/>
                </a:lnTo>
                <a:lnTo>
                  <a:pt x="69949" y="131564"/>
                </a:lnTo>
                <a:lnTo>
                  <a:pt x="69205" y="131564"/>
                </a:lnTo>
                <a:lnTo>
                  <a:pt x="69205" y="132457"/>
                </a:lnTo>
                <a:lnTo>
                  <a:pt x="66675" y="132457"/>
                </a:lnTo>
                <a:lnTo>
                  <a:pt x="66675" y="133202"/>
                </a:lnTo>
                <a:lnTo>
                  <a:pt x="59829" y="133202"/>
                </a:lnTo>
                <a:lnTo>
                  <a:pt x="59829" y="134095"/>
                </a:lnTo>
                <a:lnTo>
                  <a:pt x="57299" y="134095"/>
                </a:lnTo>
                <a:lnTo>
                  <a:pt x="57299" y="133202"/>
                </a:lnTo>
                <a:lnTo>
                  <a:pt x="55662" y="133202"/>
                </a:lnTo>
                <a:lnTo>
                  <a:pt x="55662" y="132457"/>
                </a:lnTo>
                <a:lnTo>
                  <a:pt x="54769" y="132457"/>
                </a:lnTo>
                <a:lnTo>
                  <a:pt x="54769" y="131564"/>
                </a:lnTo>
                <a:lnTo>
                  <a:pt x="54025" y="131564"/>
                </a:lnTo>
                <a:lnTo>
                  <a:pt x="54025" y="129927"/>
                </a:lnTo>
                <a:lnTo>
                  <a:pt x="53132" y="129927"/>
                </a:lnTo>
                <a:lnTo>
                  <a:pt x="53132" y="129034"/>
                </a:lnTo>
                <a:lnTo>
                  <a:pt x="54025" y="129034"/>
                </a:lnTo>
                <a:lnTo>
                  <a:pt x="54025" y="124867"/>
                </a:lnTo>
                <a:lnTo>
                  <a:pt x="53132" y="124867"/>
                </a:lnTo>
                <a:lnTo>
                  <a:pt x="53132" y="121444"/>
                </a:lnTo>
                <a:lnTo>
                  <a:pt x="54025" y="121444"/>
                </a:lnTo>
                <a:lnTo>
                  <a:pt x="54025" y="118914"/>
                </a:lnTo>
                <a:lnTo>
                  <a:pt x="53132" y="118914"/>
                </a:lnTo>
                <a:lnTo>
                  <a:pt x="53132" y="112217"/>
                </a:lnTo>
                <a:lnTo>
                  <a:pt x="54025" y="112217"/>
                </a:lnTo>
                <a:lnTo>
                  <a:pt x="54025" y="110431"/>
                </a:lnTo>
                <a:lnTo>
                  <a:pt x="54769" y="110431"/>
                </a:lnTo>
                <a:lnTo>
                  <a:pt x="54769" y="107901"/>
                </a:lnTo>
                <a:lnTo>
                  <a:pt x="55662" y="107901"/>
                </a:lnTo>
                <a:lnTo>
                  <a:pt x="55662" y="101204"/>
                </a:lnTo>
                <a:lnTo>
                  <a:pt x="54769" y="101204"/>
                </a:lnTo>
                <a:lnTo>
                  <a:pt x="54769" y="91083"/>
                </a:lnTo>
                <a:lnTo>
                  <a:pt x="55662" y="91083"/>
                </a:lnTo>
                <a:lnTo>
                  <a:pt x="55662" y="86916"/>
                </a:lnTo>
                <a:lnTo>
                  <a:pt x="56555" y="86916"/>
                </a:lnTo>
                <a:lnTo>
                  <a:pt x="56555" y="80070"/>
                </a:lnTo>
                <a:lnTo>
                  <a:pt x="57299" y="80070"/>
                </a:lnTo>
                <a:lnTo>
                  <a:pt x="57299" y="79326"/>
                </a:lnTo>
                <a:lnTo>
                  <a:pt x="56555" y="79326"/>
                </a:lnTo>
                <a:lnTo>
                  <a:pt x="56555" y="77540"/>
                </a:lnTo>
                <a:lnTo>
                  <a:pt x="55662" y="77540"/>
                </a:lnTo>
                <a:lnTo>
                  <a:pt x="55662" y="75903"/>
                </a:lnTo>
                <a:lnTo>
                  <a:pt x="56555" y="75903"/>
                </a:lnTo>
                <a:lnTo>
                  <a:pt x="56555" y="74266"/>
                </a:lnTo>
                <a:lnTo>
                  <a:pt x="55662" y="74266"/>
                </a:lnTo>
                <a:lnTo>
                  <a:pt x="55662" y="72480"/>
                </a:lnTo>
                <a:lnTo>
                  <a:pt x="56555" y="72480"/>
                </a:lnTo>
                <a:lnTo>
                  <a:pt x="56555" y="69950"/>
                </a:lnTo>
                <a:lnTo>
                  <a:pt x="57299" y="69950"/>
                </a:lnTo>
                <a:lnTo>
                  <a:pt x="57299" y="63252"/>
                </a:lnTo>
                <a:lnTo>
                  <a:pt x="56555" y="63252"/>
                </a:lnTo>
                <a:lnTo>
                  <a:pt x="56555" y="62359"/>
                </a:lnTo>
                <a:lnTo>
                  <a:pt x="55662" y="62359"/>
                </a:lnTo>
                <a:lnTo>
                  <a:pt x="55662" y="60722"/>
                </a:lnTo>
                <a:lnTo>
                  <a:pt x="54769" y="60722"/>
                </a:lnTo>
                <a:lnTo>
                  <a:pt x="54769" y="59829"/>
                </a:lnTo>
                <a:lnTo>
                  <a:pt x="48964" y="59829"/>
                </a:lnTo>
                <a:lnTo>
                  <a:pt x="48964" y="60722"/>
                </a:lnTo>
                <a:lnTo>
                  <a:pt x="48071" y="60722"/>
                </a:lnTo>
                <a:lnTo>
                  <a:pt x="48071" y="59829"/>
                </a:lnTo>
                <a:lnTo>
                  <a:pt x="45541" y="59829"/>
                </a:lnTo>
                <a:lnTo>
                  <a:pt x="45541" y="60722"/>
                </a:lnTo>
                <a:lnTo>
                  <a:pt x="42118" y="60722"/>
                </a:lnTo>
                <a:lnTo>
                  <a:pt x="42118" y="59829"/>
                </a:lnTo>
                <a:lnTo>
                  <a:pt x="37951" y="59829"/>
                </a:lnTo>
                <a:lnTo>
                  <a:pt x="37951" y="60722"/>
                </a:lnTo>
                <a:lnTo>
                  <a:pt x="36314" y="60722"/>
                </a:lnTo>
                <a:lnTo>
                  <a:pt x="36314" y="59829"/>
                </a:lnTo>
                <a:lnTo>
                  <a:pt x="31998" y="59829"/>
                </a:lnTo>
                <a:lnTo>
                  <a:pt x="31998" y="60722"/>
                </a:lnTo>
                <a:lnTo>
                  <a:pt x="26938" y="60722"/>
                </a:lnTo>
                <a:lnTo>
                  <a:pt x="26938" y="61615"/>
                </a:lnTo>
                <a:lnTo>
                  <a:pt x="25301" y="61615"/>
                </a:lnTo>
                <a:lnTo>
                  <a:pt x="25301" y="60722"/>
                </a:lnTo>
                <a:lnTo>
                  <a:pt x="21878" y="60722"/>
                </a:lnTo>
                <a:lnTo>
                  <a:pt x="21878" y="61615"/>
                </a:lnTo>
                <a:lnTo>
                  <a:pt x="17711" y="61615"/>
                </a:lnTo>
                <a:lnTo>
                  <a:pt x="17711" y="62359"/>
                </a:lnTo>
                <a:lnTo>
                  <a:pt x="11757" y="62359"/>
                </a:lnTo>
                <a:lnTo>
                  <a:pt x="11757" y="63252"/>
                </a:lnTo>
                <a:lnTo>
                  <a:pt x="8483" y="63252"/>
                </a:lnTo>
                <a:lnTo>
                  <a:pt x="8483" y="62359"/>
                </a:lnTo>
                <a:lnTo>
                  <a:pt x="7590" y="62359"/>
                </a:lnTo>
                <a:lnTo>
                  <a:pt x="7590" y="60722"/>
                </a:lnTo>
                <a:lnTo>
                  <a:pt x="6697" y="60722"/>
                </a:lnTo>
                <a:lnTo>
                  <a:pt x="6697" y="59829"/>
                </a:lnTo>
                <a:lnTo>
                  <a:pt x="5953" y="59829"/>
                </a:lnTo>
                <a:lnTo>
                  <a:pt x="5953" y="59085"/>
                </a:lnTo>
                <a:lnTo>
                  <a:pt x="5060" y="59085"/>
                </a:lnTo>
                <a:lnTo>
                  <a:pt x="5060" y="58192"/>
                </a:lnTo>
                <a:lnTo>
                  <a:pt x="4167" y="58192"/>
                </a:lnTo>
                <a:lnTo>
                  <a:pt x="4167" y="56555"/>
                </a:lnTo>
                <a:lnTo>
                  <a:pt x="3423" y="56555"/>
                </a:lnTo>
                <a:lnTo>
                  <a:pt x="3423" y="55662"/>
                </a:lnTo>
                <a:lnTo>
                  <a:pt x="2530" y="55662"/>
                </a:lnTo>
                <a:lnTo>
                  <a:pt x="2530" y="54769"/>
                </a:lnTo>
                <a:lnTo>
                  <a:pt x="1637" y="54769"/>
                </a:lnTo>
                <a:lnTo>
                  <a:pt x="1637" y="53132"/>
                </a:lnTo>
                <a:lnTo>
                  <a:pt x="893" y="53132"/>
                </a:lnTo>
                <a:lnTo>
                  <a:pt x="893" y="48965"/>
                </a:lnTo>
                <a:lnTo>
                  <a:pt x="7590" y="48965"/>
                </a:lnTo>
                <a:lnTo>
                  <a:pt x="7590" y="49709"/>
                </a:lnTo>
                <a:lnTo>
                  <a:pt x="15180" y="49709"/>
                </a:lnTo>
                <a:lnTo>
                  <a:pt x="15180" y="50602"/>
                </a:lnTo>
                <a:lnTo>
                  <a:pt x="18603" y="50602"/>
                </a:lnTo>
                <a:lnTo>
                  <a:pt x="18603" y="51495"/>
                </a:lnTo>
                <a:lnTo>
                  <a:pt x="31254" y="51495"/>
                </a:lnTo>
                <a:lnTo>
                  <a:pt x="31254" y="52239"/>
                </a:lnTo>
                <a:lnTo>
                  <a:pt x="32891" y="52239"/>
                </a:lnTo>
                <a:lnTo>
                  <a:pt x="32891" y="51495"/>
                </a:lnTo>
                <a:lnTo>
                  <a:pt x="34528" y="51495"/>
                </a:lnTo>
                <a:lnTo>
                  <a:pt x="34528" y="52239"/>
                </a:lnTo>
                <a:lnTo>
                  <a:pt x="39588" y="52239"/>
                </a:lnTo>
                <a:lnTo>
                  <a:pt x="39588" y="53132"/>
                </a:lnTo>
                <a:lnTo>
                  <a:pt x="41374" y="53132"/>
                </a:lnTo>
                <a:lnTo>
                  <a:pt x="41374" y="52239"/>
                </a:lnTo>
                <a:lnTo>
                  <a:pt x="42118" y="52239"/>
                </a:lnTo>
                <a:lnTo>
                  <a:pt x="42118" y="51495"/>
                </a:lnTo>
                <a:lnTo>
                  <a:pt x="43011" y="51495"/>
                </a:lnTo>
                <a:lnTo>
                  <a:pt x="43011" y="50602"/>
                </a:lnTo>
                <a:lnTo>
                  <a:pt x="43904" y="50602"/>
                </a:lnTo>
                <a:lnTo>
                  <a:pt x="43904" y="49709"/>
                </a:lnTo>
                <a:lnTo>
                  <a:pt x="44648" y="49709"/>
                </a:lnTo>
                <a:lnTo>
                  <a:pt x="44648" y="48965"/>
                </a:lnTo>
                <a:lnTo>
                  <a:pt x="43904" y="48965"/>
                </a:lnTo>
                <a:lnTo>
                  <a:pt x="43904" y="45542"/>
                </a:lnTo>
                <a:lnTo>
                  <a:pt x="44648" y="45542"/>
                </a:lnTo>
                <a:lnTo>
                  <a:pt x="44648" y="44649"/>
                </a:lnTo>
                <a:lnTo>
                  <a:pt x="45541" y="44649"/>
                </a:lnTo>
                <a:lnTo>
                  <a:pt x="45541" y="43905"/>
                </a:lnTo>
                <a:lnTo>
                  <a:pt x="44648" y="43905"/>
                </a:lnTo>
                <a:lnTo>
                  <a:pt x="44648" y="40482"/>
                </a:lnTo>
                <a:lnTo>
                  <a:pt x="43904" y="40482"/>
                </a:lnTo>
                <a:lnTo>
                  <a:pt x="43904" y="37952"/>
                </a:lnTo>
                <a:lnTo>
                  <a:pt x="43011" y="37952"/>
                </a:lnTo>
                <a:lnTo>
                  <a:pt x="43011" y="37059"/>
                </a:lnTo>
                <a:lnTo>
                  <a:pt x="42118" y="37059"/>
                </a:lnTo>
                <a:lnTo>
                  <a:pt x="42118" y="35421"/>
                </a:lnTo>
                <a:lnTo>
                  <a:pt x="43011" y="35421"/>
                </a:lnTo>
                <a:lnTo>
                  <a:pt x="43011" y="32891"/>
                </a:lnTo>
                <a:lnTo>
                  <a:pt x="42118" y="32891"/>
                </a:lnTo>
                <a:lnTo>
                  <a:pt x="42118" y="31254"/>
                </a:lnTo>
                <a:lnTo>
                  <a:pt x="41374" y="31254"/>
                </a:lnTo>
                <a:lnTo>
                  <a:pt x="41374" y="30361"/>
                </a:lnTo>
                <a:lnTo>
                  <a:pt x="38844" y="30361"/>
                </a:lnTo>
                <a:lnTo>
                  <a:pt x="38844" y="31254"/>
                </a:lnTo>
                <a:lnTo>
                  <a:pt x="37058" y="31254"/>
                </a:lnTo>
                <a:lnTo>
                  <a:pt x="37058" y="30361"/>
                </a:lnTo>
                <a:lnTo>
                  <a:pt x="28724" y="30361"/>
                </a:lnTo>
                <a:lnTo>
                  <a:pt x="28724" y="31254"/>
                </a:lnTo>
                <a:lnTo>
                  <a:pt x="22771" y="31254"/>
                </a:lnTo>
                <a:lnTo>
                  <a:pt x="22771" y="30361"/>
                </a:lnTo>
                <a:lnTo>
                  <a:pt x="20241" y="30361"/>
                </a:lnTo>
                <a:lnTo>
                  <a:pt x="20241" y="31254"/>
                </a:lnTo>
                <a:lnTo>
                  <a:pt x="12650" y="31254"/>
                </a:lnTo>
                <a:lnTo>
                  <a:pt x="12650" y="30361"/>
                </a:lnTo>
                <a:lnTo>
                  <a:pt x="9227" y="30361"/>
                </a:lnTo>
                <a:lnTo>
                  <a:pt x="9227" y="31254"/>
                </a:lnTo>
                <a:lnTo>
                  <a:pt x="5953" y="31254"/>
                </a:lnTo>
                <a:lnTo>
                  <a:pt x="5953" y="30361"/>
                </a:lnTo>
                <a:lnTo>
                  <a:pt x="4167" y="30361"/>
                </a:lnTo>
                <a:lnTo>
                  <a:pt x="4167" y="29468"/>
                </a:lnTo>
                <a:lnTo>
                  <a:pt x="1637" y="29468"/>
                </a:lnTo>
                <a:lnTo>
                  <a:pt x="1637" y="28724"/>
                </a:lnTo>
                <a:lnTo>
                  <a:pt x="893" y="28724"/>
                </a:lnTo>
                <a:lnTo>
                  <a:pt x="893" y="27831"/>
                </a:lnTo>
                <a:lnTo>
                  <a:pt x="0" y="27831"/>
                </a:lnTo>
                <a:lnTo>
                  <a:pt x="0" y="22771"/>
                </a:lnTo>
                <a:lnTo>
                  <a:pt x="893" y="22771"/>
                </a:lnTo>
                <a:lnTo>
                  <a:pt x="893" y="21878"/>
                </a:lnTo>
                <a:lnTo>
                  <a:pt x="1637" y="21878"/>
                </a:lnTo>
                <a:lnTo>
                  <a:pt x="1637" y="21134"/>
                </a:lnTo>
                <a:lnTo>
                  <a:pt x="3423" y="21134"/>
                </a:lnTo>
                <a:lnTo>
                  <a:pt x="3423" y="22771"/>
                </a:lnTo>
                <a:lnTo>
                  <a:pt x="4167" y="22771"/>
                </a:lnTo>
                <a:lnTo>
                  <a:pt x="4167" y="23664"/>
                </a:lnTo>
                <a:lnTo>
                  <a:pt x="5060" y="23664"/>
                </a:lnTo>
                <a:lnTo>
                  <a:pt x="5060" y="22771"/>
                </a:lnTo>
                <a:lnTo>
                  <a:pt x="5953" y="22771"/>
                </a:lnTo>
                <a:lnTo>
                  <a:pt x="5953" y="21878"/>
                </a:lnTo>
                <a:lnTo>
                  <a:pt x="6697" y="21878"/>
                </a:lnTo>
                <a:lnTo>
                  <a:pt x="6697" y="21134"/>
                </a:lnTo>
                <a:lnTo>
                  <a:pt x="9227" y="21134"/>
                </a:lnTo>
                <a:lnTo>
                  <a:pt x="9227" y="21878"/>
                </a:lnTo>
                <a:lnTo>
                  <a:pt x="12650" y="21878"/>
                </a:lnTo>
                <a:lnTo>
                  <a:pt x="12650" y="22771"/>
                </a:lnTo>
                <a:lnTo>
                  <a:pt x="13543" y="22771"/>
                </a:lnTo>
                <a:lnTo>
                  <a:pt x="13543" y="21878"/>
                </a:lnTo>
                <a:lnTo>
                  <a:pt x="17711" y="21878"/>
                </a:lnTo>
                <a:lnTo>
                  <a:pt x="17711" y="22771"/>
                </a:lnTo>
                <a:lnTo>
                  <a:pt x="20241" y="22771"/>
                </a:lnTo>
                <a:lnTo>
                  <a:pt x="20241" y="21878"/>
                </a:lnTo>
                <a:lnTo>
                  <a:pt x="26938" y="21878"/>
                </a:lnTo>
                <a:lnTo>
                  <a:pt x="26938" y="22771"/>
                </a:lnTo>
                <a:lnTo>
                  <a:pt x="28724" y="22771"/>
                </a:lnTo>
                <a:lnTo>
                  <a:pt x="28724" y="21878"/>
                </a:lnTo>
                <a:lnTo>
                  <a:pt x="29468" y="21878"/>
                </a:lnTo>
                <a:lnTo>
                  <a:pt x="29468" y="22771"/>
                </a:lnTo>
                <a:lnTo>
                  <a:pt x="32891" y="22771"/>
                </a:lnTo>
                <a:lnTo>
                  <a:pt x="32891" y="21878"/>
                </a:lnTo>
                <a:lnTo>
                  <a:pt x="34528" y="21878"/>
                </a:lnTo>
                <a:lnTo>
                  <a:pt x="34528" y="22771"/>
                </a:lnTo>
                <a:lnTo>
                  <a:pt x="37951" y="22771"/>
                </a:lnTo>
                <a:lnTo>
                  <a:pt x="37951" y="21878"/>
                </a:lnTo>
                <a:lnTo>
                  <a:pt x="40481" y="21878"/>
                </a:lnTo>
                <a:lnTo>
                  <a:pt x="40481" y="21134"/>
                </a:lnTo>
                <a:lnTo>
                  <a:pt x="41374" y="21134"/>
                </a:lnTo>
                <a:lnTo>
                  <a:pt x="41374" y="20241"/>
                </a:lnTo>
                <a:lnTo>
                  <a:pt x="42118" y="20241"/>
                </a:lnTo>
                <a:lnTo>
                  <a:pt x="42118" y="19348"/>
                </a:lnTo>
                <a:lnTo>
                  <a:pt x="43011" y="19348"/>
                </a:lnTo>
                <a:lnTo>
                  <a:pt x="43011" y="16074"/>
                </a:lnTo>
                <a:lnTo>
                  <a:pt x="42118" y="16074"/>
                </a:lnTo>
                <a:lnTo>
                  <a:pt x="42118" y="2530"/>
                </a:lnTo>
                <a:lnTo>
                  <a:pt x="43011" y="2530"/>
                </a:lnTo>
                <a:lnTo>
                  <a:pt x="43011" y="1637"/>
                </a:lnTo>
                <a:lnTo>
                  <a:pt x="47178" y="1637"/>
                </a:lnTo>
                <a:lnTo>
                  <a:pt x="47178" y="893"/>
                </a:lnTo>
                <a:lnTo>
                  <a:pt x="52239" y="893"/>
                </a:lnTo>
                <a:lnTo>
                  <a:pt x="52239" y="1637"/>
                </a:lnTo>
                <a:lnTo>
                  <a:pt x="55662" y="1637"/>
                </a:lnTo>
                <a:lnTo>
                  <a:pt x="55662" y="893"/>
                </a:lnTo>
                <a:lnTo>
                  <a:pt x="59085" y="893"/>
                </a:lnTo>
                <a:lnTo>
                  <a:pt x="59085" y="1637"/>
                </a:lnTo>
                <a:lnTo>
                  <a:pt x="61615" y="1637"/>
                </a:lnTo>
                <a:lnTo>
                  <a:pt x="61615" y="2530"/>
                </a:lnTo>
                <a:lnTo>
                  <a:pt x="62359" y="2530"/>
                </a:lnTo>
                <a:lnTo>
                  <a:pt x="62359" y="5954"/>
                </a:lnTo>
                <a:lnTo>
                  <a:pt x="61615" y="5954"/>
                </a:lnTo>
                <a:lnTo>
                  <a:pt x="61615" y="6698"/>
                </a:lnTo>
                <a:lnTo>
                  <a:pt x="59829" y="6698"/>
                </a:lnTo>
                <a:lnTo>
                  <a:pt x="59829" y="8484"/>
                </a:lnTo>
                <a:lnTo>
                  <a:pt x="59085" y="8484"/>
                </a:lnTo>
                <a:lnTo>
                  <a:pt x="59085" y="10121"/>
                </a:lnTo>
                <a:lnTo>
                  <a:pt x="58192" y="10121"/>
                </a:lnTo>
                <a:lnTo>
                  <a:pt x="58192" y="12651"/>
                </a:lnTo>
                <a:lnTo>
                  <a:pt x="57299" y="12651"/>
                </a:lnTo>
                <a:lnTo>
                  <a:pt x="57299" y="13544"/>
                </a:lnTo>
                <a:lnTo>
                  <a:pt x="56555" y="13544"/>
                </a:lnTo>
                <a:lnTo>
                  <a:pt x="56555" y="14288"/>
                </a:lnTo>
                <a:lnTo>
                  <a:pt x="55662" y="14288"/>
                </a:lnTo>
                <a:lnTo>
                  <a:pt x="55662" y="16818"/>
                </a:lnTo>
                <a:lnTo>
                  <a:pt x="56555" y="16818"/>
                </a:lnTo>
                <a:lnTo>
                  <a:pt x="56555" y="19348"/>
                </a:lnTo>
                <a:lnTo>
                  <a:pt x="57299" y="19348"/>
                </a:lnTo>
                <a:lnTo>
                  <a:pt x="57299" y="21134"/>
                </a:lnTo>
                <a:lnTo>
                  <a:pt x="58192" y="21134"/>
                </a:lnTo>
                <a:lnTo>
                  <a:pt x="58192" y="21878"/>
                </a:lnTo>
                <a:lnTo>
                  <a:pt x="59829" y="21878"/>
                </a:lnTo>
                <a:lnTo>
                  <a:pt x="59829" y="22771"/>
                </a:lnTo>
                <a:lnTo>
                  <a:pt x="61615" y="22771"/>
                </a:lnTo>
                <a:lnTo>
                  <a:pt x="61615" y="23664"/>
                </a:lnTo>
                <a:lnTo>
                  <a:pt x="64889" y="23664"/>
                </a:lnTo>
                <a:lnTo>
                  <a:pt x="64889" y="22771"/>
                </a:lnTo>
                <a:lnTo>
                  <a:pt x="66675" y="22771"/>
                </a:lnTo>
                <a:lnTo>
                  <a:pt x="66675" y="21878"/>
                </a:lnTo>
                <a:lnTo>
                  <a:pt x="72479" y="21878"/>
                </a:lnTo>
                <a:lnTo>
                  <a:pt x="72479" y="22771"/>
                </a:lnTo>
                <a:lnTo>
                  <a:pt x="73372" y="22771"/>
                </a:lnTo>
                <a:lnTo>
                  <a:pt x="73372" y="23664"/>
                </a:lnTo>
                <a:lnTo>
                  <a:pt x="75009" y="23664"/>
                </a:lnTo>
                <a:lnTo>
                  <a:pt x="75009" y="22771"/>
                </a:lnTo>
                <a:lnTo>
                  <a:pt x="75902" y="22771"/>
                </a:lnTo>
                <a:lnTo>
                  <a:pt x="75902" y="21878"/>
                </a:lnTo>
                <a:lnTo>
                  <a:pt x="77539" y="21878"/>
                </a:lnTo>
                <a:lnTo>
                  <a:pt x="77539" y="21134"/>
                </a:lnTo>
                <a:lnTo>
                  <a:pt x="78432" y="21134"/>
                </a:lnTo>
                <a:lnTo>
                  <a:pt x="78432" y="16818"/>
                </a:lnTo>
                <a:lnTo>
                  <a:pt x="79325" y="16818"/>
                </a:lnTo>
                <a:lnTo>
                  <a:pt x="79325" y="10121"/>
                </a:lnTo>
                <a:lnTo>
                  <a:pt x="78432" y="10121"/>
                </a:lnTo>
                <a:lnTo>
                  <a:pt x="78432" y="9228"/>
                </a:lnTo>
                <a:lnTo>
                  <a:pt x="77539" y="9228"/>
                </a:lnTo>
                <a:lnTo>
                  <a:pt x="77539" y="7591"/>
                </a:lnTo>
                <a:lnTo>
                  <a:pt x="76795" y="7591"/>
                </a:lnTo>
                <a:lnTo>
                  <a:pt x="76795" y="5061"/>
                </a:lnTo>
                <a:lnTo>
                  <a:pt x="77539" y="5061"/>
                </a:lnTo>
                <a:lnTo>
                  <a:pt x="77539" y="3423"/>
                </a:lnTo>
                <a:lnTo>
                  <a:pt x="78432" y="3423"/>
                </a:lnTo>
                <a:lnTo>
                  <a:pt x="78432" y="2530"/>
                </a:lnTo>
                <a:lnTo>
                  <a:pt x="80070" y="2530"/>
                </a:lnTo>
                <a:lnTo>
                  <a:pt x="80070" y="3423"/>
                </a:lnTo>
                <a:lnTo>
                  <a:pt x="80962" y="3423"/>
                </a:lnTo>
                <a:lnTo>
                  <a:pt x="80962" y="1637"/>
                </a:lnTo>
                <a:lnTo>
                  <a:pt x="81855" y="1637"/>
                </a:lnTo>
                <a:lnTo>
                  <a:pt x="81855" y="893"/>
                </a:lnTo>
                <a:lnTo>
                  <a:pt x="85130" y="8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C6DD504-C26B-1CA9-EE64-35977DFD73CC}"/>
              </a:ext>
            </a:extLst>
          </p:cNvPr>
          <p:cNvSpPr txBox="1"/>
          <p:nvPr/>
        </p:nvSpPr>
        <p:spPr>
          <a:xfrm>
            <a:off x="4664010" y="2078185"/>
            <a:ext cx="134987" cy="132159"/>
          </a:xfrm>
          <a:custGeom>
            <a:avLst/>
            <a:gdLst/>
            <a:ahLst/>
            <a:cxnLst/>
            <a:rect l="l" t="t" r="r" b="b"/>
            <a:pathLst>
              <a:path w="134987" h="132159">
                <a:moveTo>
                  <a:pt x="98971" y="32593"/>
                </a:moveTo>
                <a:lnTo>
                  <a:pt x="99566" y="32593"/>
                </a:lnTo>
                <a:cubicBezTo>
                  <a:pt x="101848" y="32593"/>
                  <a:pt x="105271" y="34330"/>
                  <a:pt x="109835" y="37802"/>
                </a:cubicBezTo>
                <a:cubicBezTo>
                  <a:pt x="112812" y="41076"/>
                  <a:pt x="114300" y="42962"/>
                  <a:pt x="114300" y="43458"/>
                </a:cubicBezTo>
                <a:cubicBezTo>
                  <a:pt x="113705" y="45244"/>
                  <a:pt x="112564" y="46583"/>
                  <a:pt x="110877" y="47476"/>
                </a:cubicBezTo>
                <a:lnTo>
                  <a:pt x="109240" y="47476"/>
                </a:lnTo>
                <a:cubicBezTo>
                  <a:pt x="107653" y="47476"/>
                  <a:pt x="105569" y="47327"/>
                  <a:pt x="102989" y="47030"/>
                </a:cubicBezTo>
                <a:cubicBezTo>
                  <a:pt x="102196" y="47327"/>
                  <a:pt x="101600" y="47476"/>
                  <a:pt x="101203" y="47476"/>
                </a:cubicBezTo>
                <a:cubicBezTo>
                  <a:pt x="100410" y="46583"/>
                  <a:pt x="100013" y="45641"/>
                  <a:pt x="100013" y="44648"/>
                </a:cubicBezTo>
                <a:lnTo>
                  <a:pt x="98971" y="44648"/>
                </a:lnTo>
                <a:cubicBezTo>
                  <a:pt x="98475" y="45244"/>
                  <a:pt x="96193" y="45839"/>
                  <a:pt x="92125" y="46434"/>
                </a:cubicBezTo>
                <a:cubicBezTo>
                  <a:pt x="92125" y="46831"/>
                  <a:pt x="91926" y="47030"/>
                  <a:pt x="91530" y="47030"/>
                </a:cubicBezTo>
                <a:lnTo>
                  <a:pt x="88702" y="47030"/>
                </a:lnTo>
                <a:cubicBezTo>
                  <a:pt x="87313" y="47030"/>
                  <a:pt x="85775" y="46236"/>
                  <a:pt x="84088" y="44648"/>
                </a:cubicBezTo>
                <a:lnTo>
                  <a:pt x="83493" y="44648"/>
                </a:lnTo>
                <a:cubicBezTo>
                  <a:pt x="82005" y="46236"/>
                  <a:pt x="79524" y="47030"/>
                  <a:pt x="76051" y="47030"/>
                </a:cubicBezTo>
                <a:lnTo>
                  <a:pt x="76051" y="46434"/>
                </a:lnTo>
                <a:lnTo>
                  <a:pt x="74861" y="47030"/>
                </a:lnTo>
                <a:lnTo>
                  <a:pt x="71438" y="47030"/>
                </a:lnTo>
                <a:lnTo>
                  <a:pt x="72033" y="44053"/>
                </a:lnTo>
                <a:cubicBezTo>
                  <a:pt x="71636" y="44053"/>
                  <a:pt x="69156" y="44847"/>
                  <a:pt x="64592" y="46434"/>
                </a:cubicBezTo>
                <a:lnTo>
                  <a:pt x="62359" y="46434"/>
                </a:lnTo>
                <a:cubicBezTo>
                  <a:pt x="58887" y="46434"/>
                  <a:pt x="55612" y="46037"/>
                  <a:pt x="52537" y="45244"/>
                </a:cubicBezTo>
                <a:cubicBezTo>
                  <a:pt x="51842" y="45244"/>
                  <a:pt x="50552" y="45641"/>
                  <a:pt x="48667" y="46434"/>
                </a:cubicBezTo>
                <a:lnTo>
                  <a:pt x="47476" y="45839"/>
                </a:lnTo>
                <a:cubicBezTo>
                  <a:pt x="44797" y="46633"/>
                  <a:pt x="42515" y="47030"/>
                  <a:pt x="40630" y="47030"/>
                </a:cubicBezTo>
                <a:cubicBezTo>
                  <a:pt x="37158" y="47030"/>
                  <a:pt x="34280" y="46633"/>
                  <a:pt x="31998" y="45839"/>
                </a:cubicBezTo>
                <a:lnTo>
                  <a:pt x="28575" y="46434"/>
                </a:lnTo>
                <a:cubicBezTo>
                  <a:pt x="24011" y="45144"/>
                  <a:pt x="21729" y="44003"/>
                  <a:pt x="21729" y="43011"/>
                </a:cubicBezTo>
                <a:lnTo>
                  <a:pt x="21729" y="41821"/>
                </a:lnTo>
                <a:cubicBezTo>
                  <a:pt x="22324" y="40332"/>
                  <a:pt x="23664" y="39588"/>
                  <a:pt x="25747" y="39588"/>
                </a:cubicBezTo>
                <a:cubicBezTo>
                  <a:pt x="27732" y="39886"/>
                  <a:pt x="28873" y="40035"/>
                  <a:pt x="29171" y="40035"/>
                </a:cubicBezTo>
                <a:lnTo>
                  <a:pt x="30361" y="39588"/>
                </a:lnTo>
                <a:cubicBezTo>
                  <a:pt x="32643" y="40283"/>
                  <a:pt x="33784" y="41225"/>
                  <a:pt x="33784" y="42416"/>
                </a:cubicBezTo>
                <a:cubicBezTo>
                  <a:pt x="35868" y="40630"/>
                  <a:pt x="38348" y="39687"/>
                  <a:pt x="41226" y="39588"/>
                </a:cubicBezTo>
                <a:lnTo>
                  <a:pt x="59531" y="41225"/>
                </a:lnTo>
                <a:cubicBezTo>
                  <a:pt x="59829" y="41225"/>
                  <a:pt x="59978" y="41027"/>
                  <a:pt x="59978" y="40630"/>
                </a:cubicBezTo>
                <a:lnTo>
                  <a:pt x="65782" y="41225"/>
                </a:lnTo>
                <a:lnTo>
                  <a:pt x="66378" y="41225"/>
                </a:lnTo>
                <a:cubicBezTo>
                  <a:pt x="71338" y="41225"/>
                  <a:pt x="77788" y="40828"/>
                  <a:pt x="85725" y="40035"/>
                </a:cubicBezTo>
                <a:cubicBezTo>
                  <a:pt x="85924" y="40828"/>
                  <a:pt x="86321" y="41225"/>
                  <a:pt x="86916" y="41225"/>
                </a:cubicBezTo>
                <a:cubicBezTo>
                  <a:pt x="93365" y="40233"/>
                  <a:pt x="96590" y="39092"/>
                  <a:pt x="96590" y="37802"/>
                </a:cubicBezTo>
                <a:cubicBezTo>
                  <a:pt x="96590" y="34826"/>
                  <a:pt x="97383" y="33089"/>
                  <a:pt x="98971" y="32593"/>
                </a:cubicBezTo>
                <a:close/>
                <a:moveTo>
                  <a:pt x="30361" y="0"/>
                </a:moveTo>
                <a:cubicBezTo>
                  <a:pt x="37803" y="3472"/>
                  <a:pt x="42367" y="5209"/>
                  <a:pt x="44053" y="5209"/>
                </a:cubicBezTo>
                <a:lnTo>
                  <a:pt x="45690" y="7441"/>
                </a:lnTo>
                <a:cubicBezTo>
                  <a:pt x="45690" y="8334"/>
                  <a:pt x="42267" y="11956"/>
                  <a:pt x="35421" y="18306"/>
                </a:cubicBezTo>
                <a:cubicBezTo>
                  <a:pt x="33933" y="20389"/>
                  <a:pt x="33189" y="22126"/>
                  <a:pt x="33189" y="23515"/>
                </a:cubicBezTo>
                <a:lnTo>
                  <a:pt x="34380" y="24110"/>
                </a:lnTo>
                <a:cubicBezTo>
                  <a:pt x="38646" y="23316"/>
                  <a:pt x="41672" y="22919"/>
                  <a:pt x="43458" y="22919"/>
                </a:cubicBezTo>
                <a:lnTo>
                  <a:pt x="44649" y="22919"/>
                </a:lnTo>
                <a:cubicBezTo>
                  <a:pt x="46236" y="22919"/>
                  <a:pt x="50403" y="23316"/>
                  <a:pt x="57150" y="24110"/>
                </a:cubicBezTo>
                <a:cubicBezTo>
                  <a:pt x="59432" y="22919"/>
                  <a:pt x="61367" y="22324"/>
                  <a:pt x="62955" y="22324"/>
                </a:cubicBezTo>
                <a:lnTo>
                  <a:pt x="62955" y="22919"/>
                </a:lnTo>
                <a:cubicBezTo>
                  <a:pt x="63252" y="22919"/>
                  <a:pt x="63401" y="22721"/>
                  <a:pt x="63401" y="22324"/>
                </a:cubicBezTo>
                <a:lnTo>
                  <a:pt x="67419" y="22919"/>
                </a:lnTo>
                <a:lnTo>
                  <a:pt x="72628" y="22919"/>
                </a:lnTo>
                <a:lnTo>
                  <a:pt x="76051" y="22324"/>
                </a:lnTo>
                <a:lnTo>
                  <a:pt x="77242" y="22919"/>
                </a:lnTo>
                <a:cubicBezTo>
                  <a:pt x="79028" y="22126"/>
                  <a:pt x="87213" y="21580"/>
                  <a:pt x="101799" y="21282"/>
                </a:cubicBezTo>
                <a:cubicBezTo>
                  <a:pt x="105569" y="20191"/>
                  <a:pt x="107454" y="17909"/>
                  <a:pt x="107454" y="14436"/>
                </a:cubicBezTo>
                <a:cubicBezTo>
                  <a:pt x="108347" y="12055"/>
                  <a:pt x="109141" y="10864"/>
                  <a:pt x="109835" y="10864"/>
                </a:cubicBezTo>
                <a:lnTo>
                  <a:pt x="112663" y="10864"/>
                </a:lnTo>
                <a:cubicBezTo>
                  <a:pt x="114449" y="12749"/>
                  <a:pt x="118467" y="15230"/>
                  <a:pt x="124718" y="18306"/>
                </a:cubicBezTo>
                <a:lnTo>
                  <a:pt x="126951" y="26342"/>
                </a:lnTo>
                <a:cubicBezTo>
                  <a:pt x="125760" y="28625"/>
                  <a:pt x="123875" y="29766"/>
                  <a:pt x="121295" y="29766"/>
                </a:cubicBezTo>
                <a:cubicBezTo>
                  <a:pt x="120303" y="29766"/>
                  <a:pt x="118765" y="29567"/>
                  <a:pt x="116681" y="29170"/>
                </a:cubicBezTo>
                <a:lnTo>
                  <a:pt x="113258" y="29766"/>
                </a:lnTo>
                <a:cubicBezTo>
                  <a:pt x="112465" y="29766"/>
                  <a:pt x="110728" y="29021"/>
                  <a:pt x="108049" y="27533"/>
                </a:cubicBezTo>
                <a:cubicBezTo>
                  <a:pt x="107256" y="28128"/>
                  <a:pt x="104428" y="28674"/>
                  <a:pt x="99566" y="29170"/>
                </a:cubicBezTo>
                <a:cubicBezTo>
                  <a:pt x="97483" y="28873"/>
                  <a:pt x="95548" y="28724"/>
                  <a:pt x="93762" y="28724"/>
                </a:cubicBezTo>
                <a:cubicBezTo>
                  <a:pt x="92472" y="29418"/>
                  <a:pt x="91331" y="29766"/>
                  <a:pt x="90339" y="29766"/>
                </a:cubicBezTo>
                <a:lnTo>
                  <a:pt x="85130" y="29766"/>
                </a:lnTo>
                <a:cubicBezTo>
                  <a:pt x="82550" y="29766"/>
                  <a:pt x="81260" y="29418"/>
                  <a:pt x="81260" y="28724"/>
                </a:cubicBezTo>
                <a:lnTo>
                  <a:pt x="72033" y="29766"/>
                </a:lnTo>
                <a:cubicBezTo>
                  <a:pt x="67568" y="28674"/>
                  <a:pt x="64542" y="28128"/>
                  <a:pt x="62955" y="28128"/>
                </a:cubicBezTo>
                <a:lnTo>
                  <a:pt x="60573" y="29170"/>
                </a:lnTo>
                <a:cubicBezTo>
                  <a:pt x="58490" y="28873"/>
                  <a:pt x="56803" y="28724"/>
                  <a:pt x="55513" y="28724"/>
                </a:cubicBezTo>
                <a:cubicBezTo>
                  <a:pt x="54819" y="28724"/>
                  <a:pt x="53678" y="29071"/>
                  <a:pt x="52090" y="29766"/>
                </a:cubicBezTo>
                <a:cubicBezTo>
                  <a:pt x="45442" y="29369"/>
                  <a:pt x="39688" y="28625"/>
                  <a:pt x="34826" y="27533"/>
                </a:cubicBezTo>
                <a:lnTo>
                  <a:pt x="33784" y="28128"/>
                </a:lnTo>
                <a:cubicBezTo>
                  <a:pt x="32197" y="27732"/>
                  <a:pt x="30857" y="27533"/>
                  <a:pt x="29766" y="27533"/>
                </a:cubicBezTo>
                <a:cubicBezTo>
                  <a:pt x="28079" y="27533"/>
                  <a:pt x="26541" y="28476"/>
                  <a:pt x="25152" y="30361"/>
                </a:cubicBezTo>
                <a:lnTo>
                  <a:pt x="25747" y="31551"/>
                </a:lnTo>
                <a:lnTo>
                  <a:pt x="25747" y="32147"/>
                </a:lnTo>
                <a:cubicBezTo>
                  <a:pt x="25747" y="34032"/>
                  <a:pt x="23813" y="36512"/>
                  <a:pt x="19943" y="39588"/>
                </a:cubicBezTo>
                <a:cubicBezTo>
                  <a:pt x="19943" y="42466"/>
                  <a:pt x="16917" y="45492"/>
                  <a:pt x="10865" y="48667"/>
                </a:cubicBezTo>
                <a:cubicBezTo>
                  <a:pt x="10865" y="49659"/>
                  <a:pt x="8980" y="51544"/>
                  <a:pt x="5209" y="54322"/>
                </a:cubicBezTo>
                <a:lnTo>
                  <a:pt x="5209" y="56703"/>
                </a:lnTo>
                <a:lnTo>
                  <a:pt x="8037" y="57299"/>
                </a:lnTo>
                <a:cubicBezTo>
                  <a:pt x="8831" y="57299"/>
                  <a:pt x="9575" y="57100"/>
                  <a:pt x="10269" y="56703"/>
                </a:cubicBezTo>
                <a:cubicBezTo>
                  <a:pt x="11658" y="57795"/>
                  <a:pt x="16074" y="58539"/>
                  <a:pt x="23515" y="58936"/>
                </a:cubicBezTo>
                <a:lnTo>
                  <a:pt x="23515" y="59531"/>
                </a:lnTo>
                <a:lnTo>
                  <a:pt x="26343" y="58936"/>
                </a:lnTo>
                <a:cubicBezTo>
                  <a:pt x="27037" y="58936"/>
                  <a:pt x="28922" y="59333"/>
                  <a:pt x="31998" y="60126"/>
                </a:cubicBezTo>
                <a:cubicBezTo>
                  <a:pt x="33288" y="59333"/>
                  <a:pt x="34429" y="58936"/>
                  <a:pt x="35421" y="58936"/>
                </a:cubicBezTo>
                <a:lnTo>
                  <a:pt x="38249" y="58936"/>
                </a:lnTo>
                <a:cubicBezTo>
                  <a:pt x="39539" y="58936"/>
                  <a:pt x="40531" y="59134"/>
                  <a:pt x="41226" y="59531"/>
                </a:cubicBezTo>
                <a:cubicBezTo>
                  <a:pt x="44599" y="59035"/>
                  <a:pt x="46683" y="58638"/>
                  <a:pt x="47476" y="58341"/>
                </a:cubicBezTo>
                <a:lnTo>
                  <a:pt x="50304" y="59531"/>
                </a:lnTo>
                <a:cubicBezTo>
                  <a:pt x="52586" y="58440"/>
                  <a:pt x="56009" y="57894"/>
                  <a:pt x="60573" y="57894"/>
                </a:cubicBezTo>
                <a:cubicBezTo>
                  <a:pt x="60672" y="58589"/>
                  <a:pt x="61069" y="58936"/>
                  <a:pt x="61764" y="58936"/>
                </a:cubicBezTo>
                <a:lnTo>
                  <a:pt x="66378" y="58936"/>
                </a:lnTo>
                <a:cubicBezTo>
                  <a:pt x="67965" y="58936"/>
                  <a:pt x="70049" y="59134"/>
                  <a:pt x="72628" y="59531"/>
                </a:cubicBezTo>
                <a:lnTo>
                  <a:pt x="73819" y="58936"/>
                </a:lnTo>
                <a:cubicBezTo>
                  <a:pt x="75803" y="59333"/>
                  <a:pt x="77490" y="59531"/>
                  <a:pt x="78879" y="59531"/>
                </a:cubicBezTo>
                <a:lnTo>
                  <a:pt x="84088" y="59531"/>
                </a:lnTo>
                <a:cubicBezTo>
                  <a:pt x="86866" y="59531"/>
                  <a:pt x="88950" y="57249"/>
                  <a:pt x="90339" y="52685"/>
                </a:cubicBezTo>
                <a:lnTo>
                  <a:pt x="92125" y="51494"/>
                </a:lnTo>
                <a:cubicBezTo>
                  <a:pt x="98276" y="54173"/>
                  <a:pt x="101898" y="55513"/>
                  <a:pt x="102989" y="55513"/>
                </a:cubicBezTo>
                <a:cubicBezTo>
                  <a:pt x="107553" y="57696"/>
                  <a:pt x="110183" y="59432"/>
                  <a:pt x="110877" y="60722"/>
                </a:cubicBezTo>
                <a:lnTo>
                  <a:pt x="110877" y="61317"/>
                </a:lnTo>
                <a:cubicBezTo>
                  <a:pt x="108694" y="63798"/>
                  <a:pt x="105668" y="65683"/>
                  <a:pt x="101799" y="66973"/>
                </a:cubicBezTo>
                <a:lnTo>
                  <a:pt x="102394" y="69800"/>
                </a:lnTo>
                <a:lnTo>
                  <a:pt x="102394" y="72182"/>
                </a:lnTo>
                <a:cubicBezTo>
                  <a:pt x="102394" y="74265"/>
                  <a:pt x="102196" y="76894"/>
                  <a:pt x="101799" y="80069"/>
                </a:cubicBezTo>
                <a:cubicBezTo>
                  <a:pt x="103188" y="86419"/>
                  <a:pt x="104527" y="90438"/>
                  <a:pt x="105817" y="92125"/>
                </a:cubicBezTo>
                <a:lnTo>
                  <a:pt x="104626" y="93910"/>
                </a:lnTo>
                <a:lnTo>
                  <a:pt x="104626" y="94357"/>
                </a:lnTo>
                <a:cubicBezTo>
                  <a:pt x="107305" y="96738"/>
                  <a:pt x="108645" y="100360"/>
                  <a:pt x="108645" y="105221"/>
                </a:cubicBezTo>
                <a:cubicBezTo>
                  <a:pt x="109637" y="105221"/>
                  <a:pt x="110381" y="107355"/>
                  <a:pt x="110877" y="111621"/>
                </a:cubicBezTo>
                <a:cubicBezTo>
                  <a:pt x="112365" y="111621"/>
                  <a:pt x="115044" y="113903"/>
                  <a:pt x="118914" y="118467"/>
                </a:cubicBezTo>
                <a:lnTo>
                  <a:pt x="120105" y="118467"/>
                </a:lnTo>
                <a:cubicBezTo>
                  <a:pt x="120997" y="118467"/>
                  <a:pt x="121742" y="116532"/>
                  <a:pt x="122337" y="112663"/>
                </a:cubicBezTo>
                <a:cubicBezTo>
                  <a:pt x="124817" y="112663"/>
                  <a:pt x="127298" y="109041"/>
                  <a:pt x="129778" y="101798"/>
                </a:cubicBezTo>
                <a:lnTo>
                  <a:pt x="132160" y="100161"/>
                </a:lnTo>
                <a:lnTo>
                  <a:pt x="133201" y="100161"/>
                </a:lnTo>
                <a:cubicBezTo>
                  <a:pt x="133797" y="100161"/>
                  <a:pt x="134392" y="100707"/>
                  <a:pt x="134987" y="101798"/>
                </a:cubicBezTo>
                <a:lnTo>
                  <a:pt x="134987" y="111621"/>
                </a:lnTo>
                <a:cubicBezTo>
                  <a:pt x="131912" y="114300"/>
                  <a:pt x="130374" y="117525"/>
                  <a:pt x="130374" y="121295"/>
                </a:cubicBezTo>
                <a:cubicBezTo>
                  <a:pt x="131564" y="124271"/>
                  <a:pt x="132160" y="126157"/>
                  <a:pt x="132160" y="126950"/>
                </a:cubicBezTo>
                <a:cubicBezTo>
                  <a:pt x="132160" y="130423"/>
                  <a:pt x="130622" y="132159"/>
                  <a:pt x="127546" y="132159"/>
                </a:cubicBezTo>
                <a:cubicBezTo>
                  <a:pt x="124669" y="131366"/>
                  <a:pt x="122932" y="130969"/>
                  <a:pt x="122337" y="130969"/>
                </a:cubicBezTo>
                <a:lnTo>
                  <a:pt x="120105" y="131564"/>
                </a:lnTo>
                <a:cubicBezTo>
                  <a:pt x="116136" y="131564"/>
                  <a:pt x="113060" y="129877"/>
                  <a:pt x="110877" y="126504"/>
                </a:cubicBezTo>
                <a:cubicBezTo>
                  <a:pt x="110282" y="126504"/>
                  <a:pt x="108794" y="125363"/>
                  <a:pt x="106412" y="123081"/>
                </a:cubicBezTo>
                <a:cubicBezTo>
                  <a:pt x="102146" y="118814"/>
                  <a:pt x="100013" y="115342"/>
                  <a:pt x="100013" y="112663"/>
                </a:cubicBezTo>
                <a:cubicBezTo>
                  <a:pt x="97433" y="110282"/>
                  <a:pt x="96094" y="108396"/>
                  <a:pt x="95994" y="107007"/>
                </a:cubicBezTo>
                <a:lnTo>
                  <a:pt x="96590" y="104180"/>
                </a:lnTo>
                <a:cubicBezTo>
                  <a:pt x="94308" y="104180"/>
                  <a:pt x="92819" y="100360"/>
                  <a:pt x="92125" y="92720"/>
                </a:cubicBezTo>
                <a:cubicBezTo>
                  <a:pt x="92422" y="92025"/>
                  <a:pt x="92571" y="91281"/>
                  <a:pt x="92571" y="90487"/>
                </a:cubicBezTo>
                <a:cubicBezTo>
                  <a:pt x="91678" y="90487"/>
                  <a:pt x="91133" y="89694"/>
                  <a:pt x="90934" y="88106"/>
                </a:cubicBezTo>
                <a:cubicBezTo>
                  <a:pt x="90934" y="85328"/>
                  <a:pt x="91331" y="82848"/>
                  <a:pt x="92125" y="80665"/>
                </a:cubicBezTo>
                <a:lnTo>
                  <a:pt x="90339" y="77837"/>
                </a:lnTo>
                <a:lnTo>
                  <a:pt x="90339" y="75009"/>
                </a:lnTo>
                <a:cubicBezTo>
                  <a:pt x="90339" y="74612"/>
                  <a:pt x="90537" y="74414"/>
                  <a:pt x="90934" y="74414"/>
                </a:cubicBezTo>
                <a:lnTo>
                  <a:pt x="90339" y="73223"/>
                </a:lnTo>
                <a:lnTo>
                  <a:pt x="90339" y="71586"/>
                </a:lnTo>
                <a:cubicBezTo>
                  <a:pt x="90339" y="69602"/>
                  <a:pt x="90537" y="66725"/>
                  <a:pt x="90934" y="62954"/>
                </a:cubicBezTo>
                <a:lnTo>
                  <a:pt x="89744" y="62359"/>
                </a:lnTo>
                <a:lnTo>
                  <a:pt x="86916" y="63550"/>
                </a:lnTo>
                <a:lnTo>
                  <a:pt x="84088" y="61764"/>
                </a:lnTo>
                <a:cubicBezTo>
                  <a:pt x="83592" y="63748"/>
                  <a:pt x="82997" y="64740"/>
                  <a:pt x="82302" y="64740"/>
                </a:cubicBezTo>
                <a:lnTo>
                  <a:pt x="80665" y="64740"/>
                </a:lnTo>
                <a:lnTo>
                  <a:pt x="78879" y="63550"/>
                </a:lnTo>
                <a:cubicBezTo>
                  <a:pt x="72827" y="64641"/>
                  <a:pt x="63897" y="65187"/>
                  <a:pt x="52090" y="65187"/>
                </a:cubicBezTo>
                <a:lnTo>
                  <a:pt x="49113" y="65187"/>
                </a:lnTo>
                <a:lnTo>
                  <a:pt x="45244" y="64145"/>
                </a:lnTo>
                <a:cubicBezTo>
                  <a:pt x="45244" y="65137"/>
                  <a:pt x="43706" y="65881"/>
                  <a:pt x="40630" y="66377"/>
                </a:cubicBezTo>
                <a:lnTo>
                  <a:pt x="40035" y="66377"/>
                </a:lnTo>
                <a:cubicBezTo>
                  <a:pt x="39539" y="66377"/>
                  <a:pt x="36463" y="65633"/>
                  <a:pt x="30808" y="64145"/>
                </a:cubicBezTo>
                <a:cubicBezTo>
                  <a:pt x="29419" y="65236"/>
                  <a:pt x="28129" y="65782"/>
                  <a:pt x="26938" y="65782"/>
                </a:cubicBezTo>
                <a:cubicBezTo>
                  <a:pt x="24755" y="65087"/>
                  <a:pt x="22275" y="64542"/>
                  <a:pt x="19497" y="64145"/>
                </a:cubicBezTo>
                <a:cubicBezTo>
                  <a:pt x="17413" y="64542"/>
                  <a:pt x="15478" y="64740"/>
                  <a:pt x="13692" y="64740"/>
                </a:cubicBezTo>
                <a:lnTo>
                  <a:pt x="11460" y="64145"/>
                </a:lnTo>
                <a:cubicBezTo>
                  <a:pt x="10170" y="64839"/>
                  <a:pt x="9029" y="65187"/>
                  <a:pt x="8037" y="65187"/>
                </a:cubicBezTo>
                <a:lnTo>
                  <a:pt x="6251" y="65187"/>
                </a:lnTo>
                <a:cubicBezTo>
                  <a:pt x="5457" y="65187"/>
                  <a:pt x="4713" y="65038"/>
                  <a:pt x="4019" y="64740"/>
                </a:cubicBezTo>
                <a:cubicBezTo>
                  <a:pt x="3324" y="65038"/>
                  <a:pt x="2580" y="65187"/>
                  <a:pt x="1786" y="65187"/>
                </a:cubicBezTo>
                <a:cubicBezTo>
                  <a:pt x="992" y="63798"/>
                  <a:pt x="596" y="62309"/>
                  <a:pt x="596" y="60722"/>
                </a:cubicBezTo>
                <a:lnTo>
                  <a:pt x="596" y="60126"/>
                </a:lnTo>
                <a:lnTo>
                  <a:pt x="4019" y="56703"/>
                </a:lnTo>
                <a:lnTo>
                  <a:pt x="4019" y="56108"/>
                </a:lnTo>
                <a:cubicBezTo>
                  <a:pt x="1340" y="56108"/>
                  <a:pt x="0" y="55513"/>
                  <a:pt x="0" y="54322"/>
                </a:cubicBezTo>
                <a:lnTo>
                  <a:pt x="0" y="53280"/>
                </a:lnTo>
                <a:cubicBezTo>
                  <a:pt x="1191" y="46434"/>
                  <a:pt x="3473" y="43011"/>
                  <a:pt x="6846" y="43011"/>
                </a:cubicBezTo>
                <a:cubicBezTo>
                  <a:pt x="6846" y="42714"/>
                  <a:pt x="8186" y="40432"/>
                  <a:pt x="10865" y="36165"/>
                </a:cubicBezTo>
                <a:cubicBezTo>
                  <a:pt x="14139" y="30807"/>
                  <a:pt x="16619" y="27930"/>
                  <a:pt x="18306" y="27533"/>
                </a:cubicBezTo>
                <a:lnTo>
                  <a:pt x="17711" y="24705"/>
                </a:lnTo>
                <a:lnTo>
                  <a:pt x="17711" y="24110"/>
                </a:lnTo>
                <a:cubicBezTo>
                  <a:pt x="20092" y="21927"/>
                  <a:pt x="21431" y="19447"/>
                  <a:pt x="21729" y="16669"/>
                </a:cubicBezTo>
                <a:cubicBezTo>
                  <a:pt x="22721" y="16669"/>
                  <a:pt x="23862" y="14932"/>
                  <a:pt x="25152" y="11460"/>
                </a:cubicBezTo>
                <a:cubicBezTo>
                  <a:pt x="24358" y="11460"/>
                  <a:pt x="23962" y="11112"/>
                  <a:pt x="23962" y="10418"/>
                </a:cubicBezTo>
                <a:cubicBezTo>
                  <a:pt x="23962" y="3472"/>
                  <a:pt x="26095" y="0"/>
                  <a:pt x="3036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71" name="Arc 12++">
            <a:extLst>
              <a:ext uri="{FF2B5EF4-FFF2-40B4-BE49-F238E27FC236}">
                <a16:creationId xmlns:a16="http://schemas.microsoft.com/office/drawing/2014/main" id="{941CC00A-1835-7E5D-144B-EE78D98C5BE1}"/>
              </a:ext>
            </a:extLst>
          </p:cNvPr>
          <p:cNvSpPr/>
          <p:nvPr/>
        </p:nvSpPr>
        <p:spPr>
          <a:xfrm>
            <a:off x="3067050" y="400050"/>
            <a:ext cx="6057900" cy="6057900"/>
          </a:xfrm>
          <a:prstGeom prst="arc">
            <a:avLst>
              <a:gd name="adj1" fmla="val 14620097"/>
              <a:gd name="adj2" fmla="val 184891"/>
            </a:avLst>
          </a:prstGeom>
          <a:ln w="1016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5E94B90C-27E0-AECE-D1B5-A865E1696666}"/>
              </a:ext>
            </a:extLst>
          </p:cNvPr>
          <p:cNvSpPr/>
          <p:nvPr/>
        </p:nvSpPr>
        <p:spPr>
          <a:xfrm>
            <a:off x="6912077" y="3789649"/>
            <a:ext cx="1156248" cy="1594675"/>
          </a:xfrm>
          <a:custGeom>
            <a:avLst/>
            <a:gdLst>
              <a:gd name="csX0" fmla="*/ 937676 w 1156248"/>
              <a:gd name="csY0" fmla="*/ 154952 h 1594675"/>
              <a:gd name="csX1" fmla="*/ 846879 w 1156248"/>
              <a:gd name="csY1" fmla="*/ 160989 h 1594675"/>
              <a:gd name="csX2" fmla="*/ 672515 w 1156248"/>
              <a:gd name="csY2" fmla="*/ 206092 h 1594675"/>
              <a:gd name="csX3" fmla="*/ 503637 w 1156248"/>
              <a:gd name="csY3" fmla="*/ 290836 h 1594675"/>
              <a:gd name="csX4" fmla="*/ 402786 w 1156248"/>
              <a:gd name="csY4" fmla="*/ 401316 h 1594675"/>
              <a:gd name="csX5" fmla="*/ 334708 w 1156248"/>
              <a:gd name="csY5" fmla="*/ 578167 h 1594675"/>
              <a:gd name="csX6" fmla="*/ 288166 w 1156248"/>
              <a:gd name="csY6" fmla="*/ 811816 h 1594675"/>
              <a:gd name="csX7" fmla="*/ 250221 w 1156248"/>
              <a:gd name="csY7" fmla="*/ 1052817 h 1594675"/>
              <a:gd name="csX8" fmla="*/ 209455 w 1156248"/>
              <a:gd name="csY8" fmla="*/ 1258271 h 1594675"/>
              <a:gd name="csX9" fmla="*/ 161604 w 1156248"/>
              <a:gd name="csY9" fmla="*/ 1415986 h 1594675"/>
              <a:gd name="csX10" fmla="*/ 123828 w 1156248"/>
              <a:gd name="csY10" fmla="*/ 1501151 h 1594675"/>
              <a:gd name="csX11" fmla="*/ 102671 w 1156248"/>
              <a:gd name="csY11" fmla="*/ 1550746 h 1594675"/>
              <a:gd name="csX12" fmla="*/ 52319 w 1156248"/>
              <a:gd name="csY12" fmla="*/ 1479041 h 1594675"/>
              <a:gd name="csX13" fmla="*/ 82006 w 1156248"/>
              <a:gd name="csY13" fmla="*/ 1464194 h 1594675"/>
              <a:gd name="csX14" fmla="*/ 187219 w 1156248"/>
              <a:gd name="csY14" fmla="*/ 1361058 h 1594675"/>
              <a:gd name="csX15" fmla="*/ 343219 w 1156248"/>
              <a:gd name="csY15" fmla="*/ 1217735 h 1594675"/>
              <a:gd name="csX16" fmla="*/ 500448 w 1156248"/>
              <a:gd name="csY16" fmla="*/ 1102597 h 1594675"/>
              <a:gd name="csX17" fmla="*/ 673184 w 1156248"/>
              <a:gd name="csY17" fmla="*/ 977276 h 1594675"/>
              <a:gd name="csX18" fmla="*/ 860151 w 1156248"/>
              <a:gd name="csY18" fmla="*/ 764440 h 1594675"/>
              <a:gd name="csX19" fmla="*/ 977041 w 1156248"/>
              <a:gd name="csY19" fmla="*/ 528430 h 1594675"/>
              <a:gd name="csX20" fmla="*/ 1054205 w 1156248"/>
              <a:gd name="csY20" fmla="*/ 322385 h 1594675"/>
              <a:gd name="csX21" fmla="*/ 1086319 w 1156248"/>
              <a:gd name="csY21" fmla="*/ 227343 h 1594675"/>
              <a:gd name="csX22" fmla="*/ 1113172 w 1156248"/>
              <a:gd name="csY22" fmla="*/ 222921 h 1594675"/>
              <a:gd name="csX23" fmla="*/ 1156065 w 1156248"/>
              <a:gd name="csY23" fmla="*/ 336783 h 1594675"/>
              <a:gd name="csX24" fmla="*/ 1094450 w 1156248"/>
              <a:gd name="csY24" fmla="*/ 581814 h 1594675"/>
              <a:gd name="csX25" fmla="*/ 952814 w 1156248"/>
              <a:gd name="csY25" fmla="*/ 830636 h 1594675"/>
              <a:gd name="csX26" fmla="*/ 755951 w 1156248"/>
              <a:gd name="csY26" fmla="*/ 1065979 h 1594675"/>
              <a:gd name="csX27" fmla="*/ 579376 w 1156248"/>
              <a:gd name="csY27" fmla="*/ 1220856 h 1594675"/>
              <a:gd name="csX28" fmla="*/ 424833 w 1156248"/>
              <a:gd name="csY28" fmla="*/ 1321668 h 1594675"/>
              <a:gd name="csX29" fmla="*/ 279977 w 1156248"/>
              <a:gd name="csY29" fmla="*/ 1454657 h 1594675"/>
              <a:gd name="csX30" fmla="*/ 139922 w 1156248"/>
              <a:gd name="csY30" fmla="*/ 1559193 h 1594675"/>
              <a:gd name="csX31" fmla="*/ 63704 w 1156248"/>
              <a:gd name="csY31" fmla="*/ 1594676 h 1594675"/>
              <a:gd name="csX32" fmla="*/ 8748 w 1156248"/>
              <a:gd name="csY32" fmla="*/ 1500767 h 1594675"/>
              <a:gd name="csX33" fmla="*/ 32515 w 1156248"/>
              <a:gd name="csY33" fmla="*/ 1460101 h 1594675"/>
              <a:gd name="csX34" fmla="*/ 64734 w 1156248"/>
              <a:gd name="csY34" fmla="*/ 1377029 h 1594675"/>
              <a:gd name="csX35" fmla="*/ 124653 w 1156248"/>
              <a:gd name="csY35" fmla="*/ 1234278 h 1594675"/>
              <a:gd name="csX36" fmla="*/ 174553 w 1156248"/>
              <a:gd name="csY36" fmla="*/ 1038568 h 1594675"/>
              <a:gd name="csX37" fmla="*/ 216903 w 1156248"/>
              <a:gd name="csY37" fmla="*/ 799805 h 1594675"/>
              <a:gd name="csX38" fmla="*/ 263393 w 1156248"/>
              <a:gd name="csY38" fmla="*/ 559242 h 1594675"/>
              <a:gd name="csX39" fmla="*/ 332730 w 1156248"/>
              <a:gd name="csY39" fmla="*/ 359760 h 1594675"/>
              <a:gd name="csX40" fmla="*/ 454193 w 1156248"/>
              <a:gd name="csY40" fmla="*/ 219056 h 1594675"/>
              <a:gd name="csX41" fmla="*/ 635559 w 1156248"/>
              <a:gd name="csY41" fmla="*/ 113796 h 1594675"/>
              <a:gd name="csX42" fmla="*/ 814210 w 1156248"/>
              <a:gd name="csY42" fmla="*/ 38743 h 1594675"/>
              <a:gd name="csX43" fmla="*/ 929967 w 1156248"/>
              <a:gd name="csY43" fmla="*/ 2965 h 1594675"/>
              <a:gd name="csX44" fmla="*/ 937675 w 1156248"/>
              <a:gd name="csY44" fmla="*/ 154926 h 15946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1156248" h="1594675">
                <a:moveTo>
                  <a:pt x="937676" y="154952"/>
                </a:moveTo>
                <a:cubicBezTo>
                  <a:pt x="907428" y="146657"/>
                  <a:pt x="877163" y="155933"/>
                  <a:pt x="846879" y="160989"/>
                </a:cubicBezTo>
                <a:cubicBezTo>
                  <a:pt x="787950" y="172912"/>
                  <a:pt x="730522" y="190499"/>
                  <a:pt x="672515" y="206092"/>
                </a:cubicBezTo>
                <a:cubicBezTo>
                  <a:pt x="610857" y="223395"/>
                  <a:pt x="557567" y="257356"/>
                  <a:pt x="503637" y="290836"/>
                </a:cubicBezTo>
                <a:cubicBezTo>
                  <a:pt x="462054" y="321302"/>
                  <a:pt x="431335" y="359528"/>
                  <a:pt x="402786" y="401316"/>
                </a:cubicBezTo>
                <a:cubicBezTo>
                  <a:pt x="369657" y="455729"/>
                  <a:pt x="351450" y="517179"/>
                  <a:pt x="334708" y="578167"/>
                </a:cubicBezTo>
                <a:cubicBezTo>
                  <a:pt x="312098" y="654415"/>
                  <a:pt x="301124" y="733472"/>
                  <a:pt x="288166" y="811816"/>
                </a:cubicBezTo>
                <a:cubicBezTo>
                  <a:pt x="277054" y="892466"/>
                  <a:pt x="263223" y="972559"/>
                  <a:pt x="250221" y="1052817"/>
                </a:cubicBezTo>
                <a:cubicBezTo>
                  <a:pt x="242167" y="1122399"/>
                  <a:pt x="227251" y="1190624"/>
                  <a:pt x="209455" y="1258271"/>
                </a:cubicBezTo>
                <a:cubicBezTo>
                  <a:pt x="194513" y="1311100"/>
                  <a:pt x="176598" y="1363075"/>
                  <a:pt x="161604" y="1415986"/>
                </a:cubicBezTo>
                <a:cubicBezTo>
                  <a:pt x="148340" y="1444222"/>
                  <a:pt x="136312" y="1473344"/>
                  <a:pt x="123828" y="1501151"/>
                </a:cubicBezTo>
                <a:cubicBezTo>
                  <a:pt x="118367" y="1518468"/>
                  <a:pt x="109684" y="1534713"/>
                  <a:pt x="102671" y="1550746"/>
                </a:cubicBezTo>
                <a:cubicBezTo>
                  <a:pt x="119995" y="1508103"/>
                  <a:pt x="96471" y="1491967"/>
                  <a:pt x="52319" y="1479041"/>
                </a:cubicBezTo>
                <a:cubicBezTo>
                  <a:pt x="50090" y="1484553"/>
                  <a:pt x="75216" y="1467589"/>
                  <a:pt x="82006" y="1464194"/>
                </a:cubicBezTo>
                <a:cubicBezTo>
                  <a:pt x="118432" y="1431129"/>
                  <a:pt x="154238" y="1397512"/>
                  <a:pt x="187219" y="1361058"/>
                </a:cubicBezTo>
                <a:cubicBezTo>
                  <a:pt x="234185" y="1308136"/>
                  <a:pt x="288355" y="1262130"/>
                  <a:pt x="343219" y="1217735"/>
                </a:cubicBezTo>
                <a:cubicBezTo>
                  <a:pt x="393729" y="1176937"/>
                  <a:pt x="447547" y="1140021"/>
                  <a:pt x="500448" y="1102597"/>
                </a:cubicBezTo>
                <a:cubicBezTo>
                  <a:pt x="559817" y="1063318"/>
                  <a:pt x="618616" y="1023166"/>
                  <a:pt x="673184" y="977276"/>
                </a:cubicBezTo>
                <a:cubicBezTo>
                  <a:pt x="744987" y="914367"/>
                  <a:pt x="802991" y="840192"/>
                  <a:pt x="860151" y="764440"/>
                </a:cubicBezTo>
                <a:cubicBezTo>
                  <a:pt x="908137" y="690228"/>
                  <a:pt x="944503" y="610297"/>
                  <a:pt x="977041" y="528430"/>
                </a:cubicBezTo>
                <a:cubicBezTo>
                  <a:pt x="1005153" y="460641"/>
                  <a:pt x="1029798" y="391574"/>
                  <a:pt x="1054205" y="322385"/>
                </a:cubicBezTo>
                <a:cubicBezTo>
                  <a:pt x="1085054" y="291985"/>
                  <a:pt x="1078411" y="260172"/>
                  <a:pt x="1086319" y="227343"/>
                </a:cubicBezTo>
                <a:cubicBezTo>
                  <a:pt x="1090826" y="208635"/>
                  <a:pt x="1105805" y="205143"/>
                  <a:pt x="1113172" y="222921"/>
                </a:cubicBezTo>
                <a:cubicBezTo>
                  <a:pt x="1128436" y="259758"/>
                  <a:pt x="1140224" y="298699"/>
                  <a:pt x="1156065" y="336783"/>
                </a:cubicBezTo>
                <a:cubicBezTo>
                  <a:pt x="1158665" y="424089"/>
                  <a:pt x="1133409" y="504014"/>
                  <a:pt x="1094450" y="581814"/>
                </a:cubicBezTo>
                <a:cubicBezTo>
                  <a:pt x="1050972" y="666691"/>
                  <a:pt x="1008836" y="753169"/>
                  <a:pt x="952814" y="830636"/>
                </a:cubicBezTo>
                <a:cubicBezTo>
                  <a:pt x="895372" y="915174"/>
                  <a:pt x="827398" y="993008"/>
                  <a:pt x="755951" y="1065979"/>
                </a:cubicBezTo>
                <a:cubicBezTo>
                  <a:pt x="701129" y="1122230"/>
                  <a:pt x="646833" y="1179441"/>
                  <a:pt x="579376" y="1220856"/>
                </a:cubicBezTo>
                <a:cubicBezTo>
                  <a:pt x="527266" y="1253389"/>
                  <a:pt x="474449" y="1285122"/>
                  <a:pt x="424833" y="1321668"/>
                </a:cubicBezTo>
                <a:cubicBezTo>
                  <a:pt x="374025" y="1363616"/>
                  <a:pt x="325088" y="1406679"/>
                  <a:pt x="279977" y="1454657"/>
                </a:cubicBezTo>
                <a:cubicBezTo>
                  <a:pt x="235768" y="1492541"/>
                  <a:pt x="194105" y="1534566"/>
                  <a:pt x="139922" y="1559193"/>
                </a:cubicBezTo>
                <a:cubicBezTo>
                  <a:pt x="115644" y="1572969"/>
                  <a:pt x="91310" y="1589385"/>
                  <a:pt x="63704" y="1594676"/>
                </a:cubicBezTo>
                <a:cubicBezTo>
                  <a:pt x="2014" y="1579322"/>
                  <a:pt x="-11491" y="1555190"/>
                  <a:pt x="8748" y="1500767"/>
                </a:cubicBezTo>
                <a:cubicBezTo>
                  <a:pt x="16197" y="1488021"/>
                  <a:pt x="24346" y="1473496"/>
                  <a:pt x="32515" y="1460101"/>
                </a:cubicBezTo>
                <a:cubicBezTo>
                  <a:pt x="43244" y="1433008"/>
                  <a:pt x="56127" y="1405576"/>
                  <a:pt x="64734" y="1377029"/>
                </a:cubicBezTo>
                <a:cubicBezTo>
                  <a:pt x="88822" y="1331015"/>
                  <a:pt x="108821" y="1283802"/>
                  <a:pt x="124653" y="1234278"/>
                </a:cubicBezTo>
                <a:cubicBezTo>
                  <a:pt x="143098" y="1169458"/>
                  <a:pt x="161381" y="1104701"/>
                  <a:pt x="174553" y="1038568"/>
                </a:cubicBezTo>
                <a:cubicBezTo>
                  <a:pt x="190455" y="959312"/>
                  <a:pt x="203580" y="879577"/>
                  <a:pt x="216903" y="799805"/>
                </a:cubicBezTo>
                <a:cubicBezTo>
                  <a:pt x="230674" y="719241"/>
                  <a:pt x="247598" y="639395"/>
                  <a:pt x="263393" y="559242"/>
                </a:cubicBezTo>
                <a:cubicBezTo>
                  <a:pt x="282886" y="491332"/>
                  <a:pt x="300007" y="422901"/>
                  <a:pt x="332730" y="359760"/>
                </a:cubicBezTo>
                <a:cubicBezTo>
                  <a:pt x="365732" y="305569"/>
                  <a:pt x="397604" y="251965"/>
                  <a:pt x="454193" y="219056"/>
                </a:cubicBezTo>
                <a:cubicBezTo>
                  <a:pt x="512309" y="179589"/>
                  <a:pt x="572608" y="145090"/>
                  <a:pt x="635559" y="113796"/>
                </a:cubicBezTo>
                <a:cubicBezTo>
                  <a:pt x="693454" y="84710"/>
                  <a:pt x="752373" y="58599"/>
                  <a:pt x="814210" y="38743"/>
                </a:cubicBezTo>
                <a:cubicBezTo>
                  <a:pt x="852529" y="25836"/>
                  <a:pt x="891208" y="14283"/>
                  <a:pt x="929967" y="2965"/>
                </a:cubicBezTo>
                <a:cubicBezTo>
                  <a:pt x="1033246" y="-27196"/>
                  <a:pt x="1041438" y="183387"/>
                  <a:pt x="937675" y="15492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65698678-57F0-4BBE-F4F9-FE1FC76D5BD7}"/>
              </a:ext>
            </a:extLst>
          </p:cNvPr>
          <p:cNvSpPr/>
          <p:nvPr/>
        </p:nvSpPr>
        <p:spPr>
          <a:xfrm>
            <a:off x="7991559" y="3554265"/>
            <a:ext cx="1053170" cy="461119"/>
          </a:xfrm>
          <a:custGeom>
            <a:avLst/>
            <a:gdLst>
              <a:gd name="csX0" fmla="*/ 50599 w 1053170"/>
              <a:gd name="csY0" fmla="*/ 316231 h 461119"/>
              <a:gd name="csX1" fmla="*/ 123124 w 1053170"/>
              <a:gd name="csY1" fmla="*/ 333626 h 461119"/>
              <a:gd name="csX2" fmla="*/ 259532 w 1053170"/>
              <a:gd name="csY2" fmla="*/ 361879 h 461119"/>
              <a:gd name="csX3" fmla="*/ 429515 w 1053170"/>
              <a:gd name="csY3" fmla="*/ 381342 h 461119"/>
              <a:gd name="csX4" fmla="*/ 580515 w 1053170"/>
              <a:gd name="csY4" fmla="*/ 368971 h 461119"/>
              <a:gd name="csX5" fmla="*/ 746507 w 1053170"/>
              <a:gd name="csY5" fmla="*/ 306524 h 461119"/>
              <a:gd name="csX6" fmla="*/ 884515 w 1053170"/>
              <a:gd name="csY6" fmla="*/ 207236 h 461119"/>
              <a:gd name="csX7" fmla="*/ 936550 w 1053170"/>
              <a:gd name="csY7" fmla="*/ 134192 h 461119"/>
              <a:gd name="csX8" fmla="*/ 943221 w 1053170"/>
              <a:gd name="csY8" fmla="*/ 98760 h 461119"/>
              <a:gd name="csX9" fmla="*/ 940162 w 1053170"/>
              <a:gd name="csY9" fmla="*/ 86192 h 461119"/>
              <a:gd name="csX10" fmla="*/ 944156 w 1053170"/>
              <a:gd name="csY10" fmla="*/ 97294 h 461119"/>
              <a:gd name="csX11" fmla="*/ 960898 w 1053170"/>
              <a:gd name="csY11" fmla="*/ 101979 h 461119"/>
              <a:gd name="csX12" fmla="*/ 855170 w 1053170"/>
              <a:gd name="csY12" fmla="*/ 117932 h 461119"/>
              <a:gd name="csX13" fmla="*/ 667766 w 1053170"/>
              <a:gd name="csY13" fmla="*/ 166190 h 461119"/>
              <a:gd name="csX14" fmla="*/ 484257 w 1053170"/>
              <a:gd name="csY14" fmla="*/ 208179 h 461119"/>
              <a:gd name="csX15" fmla="*/ 295233 w 1053170"/>
              <a:gd name="csY15" fmla="*/ 234657 h 461119"/>
              <a:gd name="csX16" fmla="*/ 92923 w 1053170"/>
              <a:gd name="csY16" fmla="*/ 266502 h 461119"/>
              <a:gd name="csX17" fmla="*/ 89893 w 1053170"/>
              <a:gd name="csY17" fmla="*/ 239456 h 461119"/>
              <a:gd name="csX18" fmla="*/ 289108 w 1053170"/>
              <a:gd name="csY18" fmla="*/ 208141 h 461119"/>
              <a:gd name="csX19" fmla="*/ 468121 w 1053170"/>
              <a:gd name="csY19" fmla="*/ 142685 h 461119"/>
              <a:gd name="csX20" fmla="*/ 652363 w 1053170"/>
              <a:gd name="csY20" fmla="*/ 102301 h 461119"/>
              <a:gd name="csX21" fmla="*/ 832919 w 1053170"/>
              <a:gd name="csY21" fmla="*/ 46635 h 461119"/>
              <a:gd name="csX22" fmla="*/ 949133 w 1053170"/>
              <a:gd name="csY22" fmla="*/ 4585 h 461119"/>
              <a:gd name="csX23" fmla="*/ 1025737 w 1053170"/>
              <a:gd name="csY23" fmla="*/ 15471 h 461119"/>
              <a:gd name="csX24" fmla="*/ 1048434 w 1053170"/>
              <a:gd name="csY24" fmla="*/ 60227 h 461119"/>
              <a:gd name="csX25" fmla="*/ 1052584 w 1053170"/>
              <a:gd name="csY25" fmla="*/ 106887 h 461119"/>
              <a:gd name="csX26" fmla="*/ 1030457 w 1053170"/>
              <a:gd name="csY26" fmla="*/ 181423 h 461119"/>
              <a:gd name="csX27" fmla="*/ 940307 w 1053170"/>
              <a:gd name="csY27" fmla="*/ 275475 h 461119"/>
              <a:gd name="csX28" fmla="*/ 780286 w 1053170"/>
              <a:gd name="csY28" fmla="*/ 371916 h 461119"/>
              <a:gd name="csX29" fmla="*/ 596568 w 1053170"/>
              <a:gd name="csY29" fmla="*/ 453611 h 461119"/>
              <a:gd name="csX30" fmla="*/ 425890 w 1053170"/>
              <a:gd name="csY30" fmla="*/ 456959 h 461119"/>
              <a:gd name="csX31" fmla="*/ 245219 w 1053170"/>
              <a:gd name="csY31" fmla="*/ 440588 h 461119"/>
              <a:gd name="csX32" fmla="*/ 105345 w 1053170"/>
              <a:gd name="csY32" fmla="*/ 411966 h 461119"/>
              <a:gd name="csX33" fmla="*/ 23560 w 1053170"/>
              <a:gd name="csY33" fmla="*/ 384679 h 461119"/>
              <a:gd name="csX34" fmla="*/ 50594 w 1053170"/>
              <a:gd name="csY34" fmla="*/ 316234 h 4611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53170" h="461119">
                <a:moveTo>
                  <a:pt x="50599" y="316231"/>
                </a:moveTo>
                <a:cubicBezTo>
                  <a:pt x="75064" y="317211"/>
                  <a:pt x="99473" y="326198"/>
                  <a:pt x="123124" y="333626"/>
                </a:cubicBezTo>
                <a:cubicBezTo>
                  <a:pt x="168224" y="345301"/>
                  <a:pt x="213505" y="354566"/>
                  <a:pt x="259532" y="361879"/>
                </a:cubicBezTo>
                <a:cubicBezTo>
                  <a:pt x="315014" y="376768"/>
                  <a:pt x="372660" y="379252"/>
                  <a:pt x="429515" y="381342"/>
                </a:cubicBezTo>
                <a:cubicBezTo>
                  <a:pt x="480672" y="383028"/>
                  <a:pt x="530432" y="377665"/>
                  <a:pt x="580515" y="368971"/>
                </a:cubicBezTo>
                <a:cubicBezTo>
                  <a:pt x="639512" y="358806"/>
                  <a:pt x="692786" y="331634"/>
                  <a:pt x="746507" y="306524"/>
                </a:cubicBezTo>
                <a:cubicBezTo>
                  <a:pt x="797462" y="279727"/>
                  <a:pt x="841663" y="245089"/>
                  <a:pt x="884515" y="207236"/>
                </a:cubicBezTo>
                <a:cubicBezTo>
                  <a:pt x="908876" y="187294"/>
                  <a:pt x="921700" y="158957"/>
                  <a:pt x="936550" y="134192"/>
                </a:cubicBezTo>
                <a:cubicBezTo>
                  <a:pt x="946957" y="123635"/>
                  <a:pt x="941129" y="109875"/>
                  <a:pt x="943221" y="98760"/>
                </a:cubicBezTo>
                <a:cubicBezTo>
                  <a:pt x="942991" y="93979"/>
                  <a:pt x="941303" y="90879"/>
                  <a:pt x="940162" y="86192"/>
                </a:cubicBezTo>
                <a:cubicBezTo>
                  <a:pt x="938375" y="82688"/>
                  <a:pt x="942825" y="93593"/>
                  <a:pt x="944156" y="97294"/>
                </a:cubicBezTo>
                <a:cubicBezTo>
                  <a:pt x="949148" y="100238"/>
                  <a:pt x="955318" y="100418"/>
                  <a:pt x="960898" y="101979"/>
                </a:cubicBezTo>
                <a:cubicBezTo>
                  <a:pt x="925655" y="100344"/>
                  <a:pt x="889746" y="110429"/>
                  <a:pt x="855170" y="117932"/>
                </a:cubicBezTo>
                <a:cubicBezTo>
                  <a:pt x="793000" y="135140"/>
                  <a:pt x="730155" y="149576"/>
                  <a:pt x="667766" y="166190"/>
                </a:cubicBezTo>
                <a:cubicBezTo>
                  <a:pt x="606667" y="180642"/>
                  <a:pt x="545617" y="194953"/>
                  <a:pt x="484257" y="208179"/>
                </a:cubicBezTo>
                <a:cubicBezTo>
                  <a:pt x="420835" y="231554"/>
                  <a:pt x="358403" y="239252"/>
                  <a:pt x="295233" y="234657"/>
                </a:cubicBezTo>
                <a:cubicBezTo>
                  <a:pt x="228635" y="250297"/>
                  <a:pt x="160740" y="258450"/>
                  <a:pt x="92923" y="266502"/>
                </a:cubicBezTo>
                <a:cubicBezTo>
                  <a:pt x="73813" y="268770"/>
                  <a:pt x="70783" y="241723"/>
                  <a:pt x="89893" y="239456"/>
                </a:cubicBezTo>
                <a:cubicBezTo>
                  <a:pt x="156671" y="231536"/>
                  <a:pt x="223529" y="223532"/>
                  <a:pt x="289108" y="208141"/>
                </a:cubicBezTo>
                <a:cubicBezTo>
                  <a:pt x="342477" y="176375"/>
                  <a:pt x="402456" y="153410"/>
                  <a:pt x="468121" y="142685"/>
                </a:cubicBezTo>
                <a:cubicBezTo>
                  <a:pt x="529096" y="127192"/>
                  <a:pt x="590746" y="115417"/>
                  <a:pt x="652363" y="102301"/>
                </a:cubicBezTo>
                <a:cubicBezTo>
                  <a:pt x="713982" y="87984"/>
                  <a:pt x="774273" y="70534"/>
                  <a:pt x="832919" y="46635"/>
                </a:cubicBezTo>
                <a:cubicBezTo>
                  <a:pt x="871439" y="31865"/>
                  <a:pt x="910169" y="17672"/>
                  <a:pt x="949133" y="4585"/>
                </a:cubicBezTo>
                <a:cubicBezTo>
                  <a:pt x="979779" y="118"/>
                  <a:pt x="999130" y="-6638"/>
                  <a:pt x="1025737" y="15471"/>
                </a:cubicBezTo>
                <a:cubicBezTo>
                  <a:pt x="1033532" y="29982"/>
                  <a:pt x="1049077" y="42285"/>
                  <a:pt x="1048434" y="60227"/>
                </a:cubicBezTo>
                <a:cubicBezTo>
                  <a:pt x="1049805" y="75639"/>
                  <a:pt x="1054876" y="90722"/>
                  <a:pt x="1052584" y="106887"/>
                </a:cubicBezTo>
                <a:cubicBezTo>
                  <a:pt x="1046830" y="132242"/>
                  <a:pt x="1041739" y="157742"/>
                  <a:pt x="1030457" y="181423"/>
                </a:cubicBezTo>
                <a:cubicBezTo>
                  <a:pt x="1003776" y="216416"/>
                  <a:pt x="979899" y="253021"/>
                  <a:pt x="940307" y="275475"/>
                </a:cubicBezTo>
                <a:cubicBezTo>
                  <a:pt x="889357" y="311343"/>
                  <a:pt x="837093" y="345866"/>
                  <a:pt x="780286" y="371916"/>
                </a:cubicBezTo>
                <a:cubicBezTo>
                  <a:pt x="721157" y="403688"/>
                  <a:pt x="661681" y="435743"/>
                  <a:pt x="596568" y="453611"/>
                </a:cubicBezTo>
                <a:cubicBezTo>
                  <a:pt x="539706" y="460926"/>
                  <a:pt x="483144" y="464434"/>
                  <a:pt x="425890" y="456959"/>
                </a:cubicBezTo>
                <a:cubicBezTo>
                  <a:pt x="365887" y="452360"/>
                  <a:pt x="305399" y="447236"/>
                  <a:pt x="245219" y="440588"/>
                </a:cubicBezTo>
                <a:cubicBezTo>
                  <a:pt x="198763" y="430078"/>
                  <a:pt x="152304" y="420107"/>
                  <a:pt x="105345" y="411966"/>
                </a:cubicBezTo>
                <a:cubicBezTo>
                  <a:pt x="76764" y="405857"/>
                  <a:pt x="47677" y="402514"/>
                  <a:pt x="23560" y="384679"/>
                </a:cubicBezTo>
                <a:cubicBezTo>
                  <a:pt x="-18277" y="353737"/>
                  <a:pt x="-1400" y="314151"/>
                  <a:pt x="50594" y="31623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D2F942C7-6279-F30B-8850-FEC91AD4FA3A}"/>
              </a:ext>
            </a:extLst>
          </p:cNvPr>
          <p:cNvSpPr/>
          <p:nvPr/>
        </p:nvSpPr>
        <p:spPr>
          <a:xfrm>
            <a:off x="9117420" y="3574548"/>
            <a:ext cx="1424884" cy="588274"/>
          </a:xfrm>
          <a:custGeom>
            <a:avLst/>
            <a:gdLst>
              <a:gd name="csX0" fmla="*/ 37543 w 1424884"/>
              <a:gd name="csY0" fmla="*/ 6960 h 588274"/>
              <a:gd name="csX1" fmla="*/ 198125 w 1424884"/>
              <a:gd name="csY1" fmla="*/ 104 h 588274"/>
              <a:gd name="csX2" fmla="*/ 486609 w 1424884"/>
              <a:gd name="csY2" fmla="*/ 36390 h 588274"/>
              <a:gd name="csX3" fmla="*/ 815774 w 1424884"/>
              <a:gd name="csY3" fmla="*/ 142831 h 588274"/>
              <a:gd name="csX4" fmla="*/ 1108658 w 1424884"/>
              <a:gd name="csY4" fmla="*/ 269438 h 588274"/>
              <a:gd name="csX5" fmla="*/ 1287880 w 1424884"/>
              <a:gd name="csY5" fmla="*/ 357330 h 588274"/>
              <a:gd name="csX6" fmla="*/ 1379522 w 1424884"/>
              <a:gd name="csY6" fmla="*/ 416909 h 588274"/>
              <a:gd name="csX7" fmla="*/ 1423203 w 1424884"/>
              <a:gd name="csY7" fmla="*/ 540982 h 588274"/>
              <a:gd name="csX8" fmla="*/ 1302236 w 1424884"/>
              <a:gd name="csY8" fmla="*/ 573510 h 588274"/>
              <a:gd name="csX9" fmla="*/ 1285696 w 1424884"/>
              <a:gd name="csY9" fmla="*/ 551898 h 588274"/>
              <a:gd name="csX10" fmla="*/ 1247569 w 1424884"/>
              <a:gd name="csY10" fmla="*/ 500143 h 588274"/>
              <a:gd name="csX11" fmla="*/ 1253984 w 1424884"/>
              <a:gd name="csY11" fmla="*/ 540188 h 588274"/>
              <a:gd name="csX12" fmla="*/ 1201685 w 1424884"/>
              <a:gd name="csY12" fmla="*/ 486101 h 588274"/>
              <a:gd name="csX13" fmla="*/ 1055485 w 1424884"/>
              <a:gd name="csY13" fmla="*/ 372353 h 588274"/>
              <a:gd name="csX14" fmla="*/ 777574 w 1424884"/>
              <a:gd name="csY14" fmla="*/ 235660 h 588274"/>
              <a:gd name="csX15" fmla="*/ 468050 w 1424884"/>
              <a:gd name="csY15" fmla="*/ 123598 h 588274"/>
              <a:gd name="csX16" fmla="*/ 194416 w 1424884"/>
              <a:gd name="csY16" fmla="*/ 91167 h 588274"/>
              <a:gd name="csX17" fmla="*/ 41635 w 1424884"/>
              <a:gd name="csY17" fmla="*/ 82571 h 588274"/>
              <a:gd name="csX18" fmla="*/ 37530 w 1424884"/>
              <a:gd name="csY18" fmla="*/ 6954 h 5882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1424884" h="588274">
                <a:moveTo>
                  <a:pt x="37543" y="6960"/>
                </a:moveTo>
                <a:cubicBezTo>
                  <a:pt x="93442" y="13249"/>
                  <a:pt x="141042" y="-1361"/>
                  <a:pt x="198125" y="104"/>
                </a:cubicBezTo>
                <a:cubicBezTo>
                  <a:pt x="294461" y="11490"/>
                  <a:pt x="390549" y="23311"/>
                  <a:pt x="486609" y="36390"/>
                </a:cubicBezTo>
                <a:cubicBezTo>
                  <a:pt x="599957" y="60180"/>
                  <a:pt x="706370" y="106196"/>
                  <a:pt x="815774" y="142831"/>
                </a:cubicBezTo>
                <a:cubicBezTo>
                  <a:pt x="913081" y="185872"/>
                  <a:pt x="1012408" y="224093"/>
                  <a:pt x="1108658" y="269438"/>
                </a:cubicBezTo>
                <a:cubicBezTo>
                  <a:pt x="1171731" y="291760"/>
                  <a:pt x="1228483" y="327206"/>
                  <a:pt x="1287880" y="357330"/>
                </a:cubicBezTo>
                <a:cubicBezTo>
                  <a:pt x="1323832" y="368565"/>
                  <a:pt x="1351231" y="393340"/>
                  <a:pt x="1379522" y="416909"/>
                </a:cubicBezTo>
                <a:cubicBezTo>
                  <a:pt x="1418353" y="453678"/>
                  <a:pt x="1429592" y="486357"/>
                  <a:pt x="1423203" y="540982"/>
                </a:cubicBezTo>
                <a:cubicBezTo>
                  <a:pt x="1392434" y="602096"/>
                  <a:pt x="1364019" y="593327"/>
                  <a:pt x="1302236" y="573510"/>
                </a:cubicBezTo>
                <a:cubicBezTo>
                  <a:pt x="1283911" y="567633"/>
                  <a:pt x="1290770" y="570461"/>
                  <a:pt x="1285696" y="551898"/>
                </a:cubicBezTo>
                <a:cubicBezTo>
                  <a:pt x="1282655" y="540777"/>
                  <a:pt x="1266254" y="453829"/>
                  <a:pt x="1247569" y="500143"/>
                </a:cubicBezTo>
                <a:cubicBezTo>
                  <a:pt x="1248302" y="507040"/>
                  <a:pt x="1259026" y="574765"/>
                  <a:pt x="1253984" y="540188"/>
                </a:cubicBezTo>
                <a:cubicBezTo>
                  <a:pt x="1236559" y="522572"/>
                  <a:pt x="1220243" y="502966"/>
                  <a:pt x="1201685" y="486101"/>
                </a:cubicBezTo>
                <a:cubicBezTo>
                  <a:pt x="1154701" y="445859"/>
                  <a:pt x="1105082" y="409401"/>
                  <a:pt x="1055485" y="372353"/>
                </a:cubicBezTo>
                <a:cubicBezTo>
                  <a:pt x="965478" y="321405"/>
                  <a:pt x="874729" y="272198"/>
                  <a:pt x="777574" y="235660"/>
                </a:cubicBezTo>
                <a:cubicBezTo>
                  <a:pt x="678924" y="186811"/>
                  <a:pt x="574902" y="150102"/>
                  <a:pt x="468050" y="123598"/>
                </a:cubicBezTo>
                <a:cubicBezTo>
                  <a:pt x="378259" y="96872"/>
                  <a:pt x="288447" y="85988"/>
                  <a:pt x="194416" y="91167"/>
                </a:cubicBezTo>
                <a:cubicBezTo>
                  <a:pt x="140125" y="89201"/>
                  <a:pt x="94299" y="70229"/>
                  <a:pt x="41635" y="82571"/>
                </a:cubicBezTo>
                <a:cubicBezTo>
                  <a:pt x="-10501" y="94790"/>
                  <a:pt x="-15683" y="966"/>
                  <a:pt x="37530" y="695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E01A0E43-710C-7F2B-4184-778FAB8956AF}"/>
              </a:ext>
            </a:extLst>
          </p:cNvPr>
          <p:cNvSpPr/>
          <p:nvPr/>
        </p:nvSpPr>
        <p:spPr>
          <a:xfrm>
            <a:off x="7466635" y="2573941"/>
            <a:ext cx="811458" cy="1203497"/>
          </a:xfrm>
          <a:custGeom>
            <a:avLst/>
            <a:gdLst>
              <a:gd name="csX0" fmla="*/ 615623 w 811458"/>
              <a:gd name="csY0" fmla="*/ 1049192 h 1203497"/>
              <a:gd name="csX1" fmla="*/ 660413 w 811458"/>
              <a:gd name="csY1" fmla="*/ 987364 h 1203497"/>
              <a:gd name="csX2" fmla="*/ 698188 w 811458"/>
              <a:gd name="csY2" fmla="*/ 911382 h 1203497"/>
              <a:gd name="csX3" fmla="*/ 718757 w 811458"/>
              <a:gd name="csY3" fmla="*/ 834642 h 1203497"/>
              <a:gd name="csX4" fmla="*/ 719135 w 811458"/>
              <a:gd name="csY4" fmla="*/ 753393 h 1203497"/>
              <a:gd name="csX5" fmla="*/ 684980 w 811458"/>
              <a:gd name="csY5" fmla="*/ 646246 h 1203497"/>
              <a:gd name="csX6" fmla="*/ 620323 w 811458"/>
              <a:gd name="csY6" fmla="*/ 512020 h 1203497"/>
              <a:gd name="csX7" fmla="*/ 527986 w 811458"/>
              <a:gd name="csY7" fmla="*/ 382289 h 1203497"/>
              <a:gd name="csX8" fmla="*/ 406790 w 811458"/>
              <a:gd name="csY8" fmla="*/ 270370 h 1203497"/>
              <a:gd name="csX9" fmla="*/ 290775 w 811458"/>
              <a:gd name="csY9" fmla="*/ 178893 h 1203497"/>
              <a:gd name="csX10" fmla="*/ 210184 w 811458"/>
              <a:gd name="csY10" fmla="*/ 125992 h 1203497"/>
              <a:gd name="csX11" fmla="*/ 167842 w 811458"/>
              <a:gd name="csY11" fmla="*/ 101079 h 1203497"/>
              <a:gd name="csX12" fmla="*/ 146476 w 811458"/>
              <a:gd name="csY12" fmla="*/ 96269 h 1203497"/>
              <a:gd name="csX13" fmla="*/ 123767 w 811458"/>
              <a:gd name="csY13" fmla="*/ 82256 h 1203497"/>
              <a:gd name="csX14" fmla="*/ 91258 w 811458"/>
              <a:gd name="csY14" fmla="*/ 116553 h 1203497"/>
              <a:gd name="csX15" fmla="*/ 57750 w 811458"/>
              <a:gd name="csY15" fmla="*/ 190145 h 1203497"/>
              <a:gd name="csX16" fmla="*/ 36738 w 811458"/>
              <a:gd name="csY16" fmla="*/ 288481 h 1203497"/>
              <a:gd name="csX17" fmla="*/ 33454 w 811458"/>
              <a:gd name="csY17" fmla="*/ 409563 h 1203497"/>
              <a:gd name="csX18" fmla="*/ 53608 w 811458"/>
              <a:gd name="csY18" fmla="*/ 558762 h 1203497"/>
              <a:gd name="csX19" fmla="*/ 99557 w 811458"/>
              <a:gd name="csY19" fmla="*/ 715734 h 1203497"/>
              <a:gd name="csX20" fmla="*/ 167565 w 811458"/>
              <a:gd name="csY20" fmla="*/ 865067 h 1203497"/>
              <a:gd name="csX21" fmla="*/ 249392 w 811458"/>
              <a:gd name="csY21" fmla="*/ 995693 h 1203497"/>
              <a:gd name="csX22" fmla="*/ 366568 w 811458"/>
              <a:gd name="csY22" fmla="*/ 1117423 h 1203497"/>
              <a:gd name="csX23" fmla="*/ 454003 w 811458"/>
              <a:gd name="csY23" fmla="*/ 1190574 h 1203497"/>
              <a:gd name="csX24" fmla="*/ 447228 w 811458"/>
              <a:gd name="csY24" fmla="*/ 1202374 h 1203497"/>
              <a:gd name="csX25" fmla="*/ 343243 w 811458"/>
              <a:gd name="csY25" fmla="*/ 1145301 h 1203497"/>
              <a:gd name="csX26" fmla="*/ 214227 w 811458"/>
              <a:gd name="csY26" fmla="*/ 1021181 h 1203497"/>
              <a:gd name="csX27" fmla="*/ 133466 w 811458"/>
              <a:gd name="csY27" fmla="*/ 882430 h 1203497"/>
              <a:gd name="csX28" fmla="*/ 67237 w 811458"/>
              <a:gd name="csY28" fmla="*/ 726877 h 1203497"/>
              <a:gd name="csX29" fmla="*/ 24646 w 811458"/>
              <a:gd name="csY29" fmla="*/ 564819 h 1203497"/>
              <a:gd name="csX30" fmla="*/ 645 w 811458"/>
              <a:gd name="csY30" fmla="*/ 410419 h 1203497"/>
              <a:gd name="csX31" fmla="*/ 5641 w 811458"/>
              <a:gd name="csY31" fmla="*/ 284641 h 1203497"/>
              <a:gd name="csX32" fmla="*/ 27157 w 811458"/>
              <a:gd name="csY32" fmla="*/ 179257 h 1203497"/>
              <a:gd name="csX33" fmla="*/ 60758 w 811458"/>
              <a:gd name="csY33" fmla="*/ 99411 h 1203497"/>
              <a:gd name="csX34" fmla="*/ 96830 w 811458"/>
              <a:gd name="csY34" fmla="*/ 43801 h 1203497"/>
              <a:gd name="csX35" fmla="*/ 148248 w 811458"/>
              <a:gd name="csY35" fmla="*/ 0 h 1203497"/>
              <a:gd name="csX36" fmla="*/ 206474 w 811458"/>
              <a:gd name="csY36" fmla="*/ 10105 h 1203497"/>
              <a:gd name="csX37" fmla="*/ 265731 w 811458"/>
              <a:gd name="csY37" fmla="*/ 43812 h 1203497"/>
              <a:gd name="csX38" fmla="*/ 346753 w 811458"/>
              <a:gd name="csY38" fmla="*/ 109083 h 1203497"/>
              <a:gd name="csX39" fmla="*/ 459195 w 811458"/>
              <a:gd name="csY39" fmla="*/ 211743 h 1203497"/>
              <a:gd name="csX40" fmla="*/ 582087 w 811458"/>
              <a:gd name="csY40" fmla="*/ 335654 h 1203497"/>
              <a:gd name="csX41" fmla="*/ 687224 w 811458"/>
              <a:gd name="csY41" fmla="*/ 474395 h 1203497"/>
              <a:gd name="csX42" fmla="*/ 757255 w 811458"/>
              <a:gd name="csY42" fmla="*/ 615270 h 1203497"/>
              <a:gd name="csX43" fmla="*/ 804305 w 811458"/>
              <a:gd name="csY43" fmla="*/ 738009 h 1203497"/>
              <a:gd name="csX44" fmla="*/ 806367 w 811458"/>
              <a:gd name="csY44" fmla="*/ 852090 h 1203497"/>
              <a:gd name="csX45" fmla="*/ 775614 w 811458"/>
              <a:gd name="csY45" fmla="*/ 947579 h 1203497"/>
              <a:gd name="csX46" fmla="*/ 719870 w 811458"/>
              <a:gd name="csY46" fmla="*/ 1030791 h 1203497"/>
              <a:gd name="csX47" fmla="*/ 670986 w 811458"/>
              <a:gd name="csY47" fmla="*/ 1090419 h 1203497"/>
              <a:gd name="csX48" fmla="*/ 615622 w 811458"/>
              <a:gd name="csY48" fmla="*/ 1049185 h 12034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11458" h="1203497">
                <a:moveTo>
                  <a:pt x="615623" y="1049192"/>
                </a:moveTo>
                <a:cubicBezTo>
                  <a:pt x="628126" y="1027284"/>
                  <a:pt x="646433" y="1009090"/>
                  <a:pt x="660413" y="987364"/>
                </a:cubicBezTo>
                <a:cubicBezTo>
                  <a:pt x="677084" y="964084"/>
                  <a:pt x="687585" y="937708"/>
                  <a:pt x="698188" y="911382"/>
                </a:cubicBezTo>
                <a:cubicBezTo>
                  <a:pt x="706591" y="886219"/>
                  <a:pt x="712244" y="860409"/>
                  <a:pt x="718757" y="834642"/>
                </a:cubicBezTo>
                <a:cubicBezTo>
                  <a:pt x="724821" y="807580"/>
                  <a:pt x="721954" y="780608"/>
                  <a:pt x="719135" y="753393"/>
                </a:cubicBezTo>
                <a:cubicBezTo>
                  <a:pt x="711808" y="716480"/>
                  <a:pt x="697414" y="681637"/>
                  <a:pt x="684980" y="646246"/>
                </a:cubicBezTo>
                <a:cubicBezTo>
                  <a:pt x="663649" y="601235"/>
                  <a:pt x="645443" y="555184"/>
                  <a:pt x="620323" y="512020"/>
                </a:cubicBezTo>
                <a:cubicBezTo>
                  <a:pt x="597387" y="463802"/>
                  <a:pt x="561861" y="423125"/>
                  <a:pt x="527986" y="382289"/>
                </a:cubicBezTo>
                <a:cubicBezTo>
                  <a:pt x="492572" y="339686"/>
                  <a:pt x="447076" y="307694"/>
                  <a:pt x="406790" y="270370"/>
                </a:cubicBezTo>
                <a:cubicBezTo>
                  <a:pt x="369285" y="238365"/>
                  <a:pt x="330816" y="207631"/>
                  <a:pt x="290775" y="178893"/>
                </a:cubicBezTo>
                <a:cubicBezTo>
                  <a:pt x="265193" y="159319"/>
                  <a:pt x="237042" y="143555"/>
                  <a:pt x="210184" y="125992"/>
                </a:cubicBezTo>
                <a:cubicBezTo>
                  <a:pt x="195070" y="119217"/>
                  <a:pt x="182044" y="109426"/>
                  <a:pt x="167842" y="101079"/>
                </a:cubicBezTo>
                <a:cubicBezTo>
                  <a:pt x="160642" y="99353"/>
                  <a:pt x="153623" y="97878"/>
                  <a:pt x="146476" y="96269"/>
                </a:cubicBezTo>
                <a:cubicBezTo>
                  <a:pt x="142523" y="77357"/>
                  <a:pt x="137444" y="85852"/>
                  <a:pt x="123767" y="82256"/>
                </a:cubicBezTo>
                <a:cubicBezTo>
                  <a:pt x="110465" y="91196"/>
                  <a:pt x="100498" y="103630"/>
                  <a:pt x="91258" y="116553"/>
                </a:cubicBezTo>
                <a:cubicBezTo>
                  <a:pt x="77713" y="140006"/>
                  <a:pt x="67684" y="165119"/>
                  <a:pt x="57750" y="190145"/>
                </a:cubicBezTo>
                <a:cubicBezTo>
                  <a:pt x="44968" y="221411"/>
                  <a:pt x="40737" y="255141"/>
                  <a:pt x="36738" y="288481"/>
                </a:cubicBezTo>
                <a:cubicBezTo>
                  <a:pt x="33830" y="328589"/>
                  <a:pt x="32353" y="369304"/>
                  <a:pt x="33454" y="409563"/>
                </a:cubicBezTo>
                <a:cubicBezTo>
                  <a:pt x="36023" y="459675"/>
                  <a:pt x="44075" y="509499"/>
                  <a:pt x="53608" y="558762"/>
                </a:cubicBezTo>
                <a:cubicBezTo>
                  <a:pt x="65909" y="611968"/>
                  <a:pt x="83288" y="663671"/>
                  <a:pt x="99557" y="715734"/>
                </a:cubicBezTo>
                <a:cubicBezTo>
                  <a:pt x="120619" y="766376"/>
                  <a:pt x="141802" y="816575"/>
                  <a:pt x="167565" y="865067"/>
                </a:cubicBezTo>
                <a:cubicBezTo>
                  <a:pt x="194994" y="908682"/>
                  <a:pt x="217941" y="954687"/>
                  <a:pt x="249392" y="995693"/>
                </a:cubicBezTo>
                <a:cubicBezTo>
                  <a:pt x="283407" y="1040239"/>
                  <a:pt x="322810" y="1082315"/>
                  <a:pt x="366568" y="1117423"/>
                </a:cubicBezTo>
                <a:cubicBezTo>
                  <a:pt x="397866" y="1140747"/>
                  <a:pt x="420079" y="1171110"/>
                  <a:pt x="454003" y="1190574"/>
                </a:cubicBezTo>
                <a:cubicBezTo>
                  <a:pt x="462349" y="1195362"/>
                  <a:pt x="455570" y="1207168"/>
                  <a:pt x="447228" y="1202374"/>
                </a:cubicBezTo>
                <a:cubicBezTo>
                  <a:pt x="412697" y="1182533"/>
                  <a:pt x="372771" y="1173549"/>
                  <a:pt x="343243" y="1145301"/>
                </a:cubicBezTo>
                <a:cubicBezTo>
                  <a:pt x="298117" y="1106030"/>
                  <a:pt x="251157" y="1068910"/>
                  <a:pt x="214227" y="1021181"/>
                </a:cubicBezTo>
                <a:cubicBezTo>
                  <a:pt x="183912" y="977083"/>
                  <a:pt x="154299" y="931933"/>
                  <a:pt x="133466" y="882430"/>
                </a:cubicBezTo>
                <a:cubicBezTo>
                  <a:pt x="108775" y="831864"/>
                  <a:pt x="83615" y="780799"/>
                  <a:pt x="67237" y="726877"/>
                </a:cubicBezTo>
                <a:cubicBezTo>
                  <a:pt x="47518" y="674485"/>
                  <a:pt x="34425" y="619893"/>
                  <a:pt x="24646" y="564819"/>
                </a:cubicBezTo>
                <a:cubicBezTo>
                  <a:pt x="13186" y="513792"/>
                  <a:pt x="2597" y="462883"/>
                  <a:pt x="645" y="410419"/>
                </a:cubicBezTo>
                <a:cubicBezTo>
                  <a:pt x="-395" y="368204"/>
                  <a:pt x="-1011" y="326566"/>
                  <a:pt x="5641" y="284641"/>
                </a:cubicBezTo>
                <a:cubicBezTo>
                  <a:pt x="11251" y="249080"/>
                  <a:pt x="16330" y="213796"/>
                  <a:pt x="27157" y="179257"/>
                </a:cubicBezTo>
                <a:cubicBezTo>
                  <a:pt x="36747" y="151990"/>
                  <a:pt x="46385" y="124641"/>
                  <a:pt x="60758" y="99411"/>
                </a:cubicBezTo>
                <a:cubicBezTo>
                  <a:pt x="70569" y="79021"/>
                  <a:pt x="77980" y="58530"/>
                  <a:pt x="96830" y="43801"/>
                </a:cubicBezTo>
                <a:cubicBezTo>
                  <a:pt x="113198" y="27908"/>
                  <a:pt x="129282" y="12607"/>
                  <a:pt x="148248" y="0"/>
                </a:cubicBezTo>
                <a:cubicBezTo>
                  <a:pt x="168529" y="405"/>
                  <a:pt x="187943" y="40"/>
                  <a:pt x="206474" y="10105"/>
                </a:cubicBezTo>
                <a:cubicBezTo>
                  <a:pt x="228359" y="18295"/>
                  <a:pt x="248499" y="27568"/>
                  <a:pt x="265731" y="43812"/>
                </a:cubicBezTo>
                <a:cubicBezTo>
                  <a:pt x="294007" y="63992"/>
                  <a:pt x="320345" y="86462"/>
                  <a:pt x="346753" y="109083"/>
                </a:cubicBezTo>
                <a:cubicBezTo>
                  <a:pt x="384708" y="142806"/>
                  <a:pt x="422304" y="176855"/>
                  <a:pt x="459195" y="211743"/>
                </a:cubicBezTo>
                <a:cubicBezTo>
                  <a:pt x="503181" y="249714"/>
                  <a:pt x="542371" y="293220"/>
                  <a:pt x="582087" y="335654"/>
                </a:cubicBezTo>
                <a:cubicBezTo>
                  <a:pt x="620902" y="379119"/>
                  <a:pt x="654527" y="426269"/>
                  <a:pt x="687224" y="474395"/>
                </a:cubicBezTo>
                <a:cubicBezTo>
                  <a:pt x="712280" y="520390"/>
                  <a:pt x="738588" y="566258"/>
                  <a:pt x="757255" y="615270"/>
                </a:cubicBezTo>
                <a:cubicBezTo>
                  <a:pt x="777030" y="654472"/>
                  <a:pt x="794279" y="695143"/>
                  <a:pt x="804305" y="738009"/>
                </a:cubicBezTo>
                <a:cubicBezTo>
                  <a:pt x="811061" y="776130"/>
                  <a:pt x="815326" y="813592"/>
                  <a:pt x="806367" y="852090"/>
                </a:cubicBezTo>
                <a:cubicBezTo>
                  <a:pt x="800073" y="885388"/>
                  <a:pt x="792577" y="917738"/>
                  <a:pt x="775614" y="947579"/>
                </a:cubicBezTo>
                <a:cubicBezTo>
                  <a:pt x="759182" y="976598"/>
                  <a:pt x="741553" y="1005071"/>
                  <a:pt x="719870" y="1030791"/>
                </a:cubicBezTo>
                <a:cubicBezTo>
                  <a:pt x="703164" y="1050320"/>
                  <a:pt x="689671" y="1073888"/>
                  <a:pt x="670986" y="1090419"/>
                </a:cubicBezTo>
                <a:cubicBezTo>
                  <a:pt x="634428" y="1122765"/>
                  <a:pt x="591426" y="1091579"/>
                  <a:pt x="615622" y="104918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21D54A22-8FDF-5215-3ABB-0F01F5BB938B}"/>
              </a:ext>
            </a:extLst>
          </p:cNvPr>
          <p:cNvSpPr/>
          <p:nvPr/>
        </p:nvSpPr>
        <p:spPr>
          <a:xfrm>
            <a:off x="8381130" y="2155529"/>
            <a:ext cx="706066" cy="1559411"/>
          </a:xfrm>
          <a:custGeom>
            <a:avLst/>
            <a:gdLst>
              <a:gd name="csX0" fmla="*/ 171663 w 706066"/>
              <a:gd name="csY0" fmla="*/ 1457793 h 1559411"/>
              <a:gd name="csX1" fmla="*/ 231527 w 706066"/>
              <a:gd name="csY1" fmla="*/ 1442465 h 1559411"/>
              <a:gd name="csX2" fmla="*/ 360467 w 706066"/>
              <a:gd name="csY2" fmla="*/ 1327232 h 1559411"/>
              <a:gd name="csX3" fmla="*/ 489007 w 706066"/>
              <a:gd name="csY3" fmla="*/ 1078172 h 1559411"/>
              <a:gd name="csX4" fmla="*/ 574545 w 706066"/>
              <a:gd name="csY4" fmla="*/ 804252 h 1559411"/>
              <a:gd name="csX5" fmla="*/ 619813 w 706066"/>
              <a:gd name="csY5" fmla="*/ 575243 h 1559411"/>
              <a:gd name="csX6" fmla="*/ 632196 w 706066"/>
              <a:gd name="csY6" fmla="*/ 392667 h 1559411"/>
              <a:gd name="csX7" fmla="*/ 616989 w 706066"/>
              <a:gd name="csY7" fmla="*/ 257165 h 1559411"/>
              <a:gd name="csX8" fmla="*/ 588590 w 706066"/>
              <a:gd name="csY8" fmla="*/ 156104 h 1559411"/>
              <a:gd name="csX9" fmla="*/ 561610 w 706066"/>
              <a:gd name="csY9" fmla="*/ 104586 h 1559411"/>
              <a:gd name="csX10" fmla="*/ 547968 w 706066"/>
              <a:gd name="csY10" fmla="*/ 89340 h 1559411"/>
              <a:gd name="csX11" fmla="*/ 517130 w 706066"/>
              <a:gd name="csY11" fmla="*/ 96564 h 1559411"/>
              <a:gd name="csX12" fmla="*/ 411812 w 706066"/>
              <a:gd name="csY12" fmla="*/ 204415 h 1559411"/>
              <a:gd name="csX13" fmla="*/ 295255 w 706066"/>
              <a:gd name="csY13" fmla="*/ 416671 h 1559411"/>
              <a:gd name="csX14" fmla="*/ 174392 w 706066"/>
              <a:gd name="csY14" fmla="*/ 698601 h 1559411"/>
              <a:gd name="csX15" fmla="*/ 75761 w 706066"/>
              <a:gd name="csY15" fmla="*/ 1016193 h 1559411"/>
              <a:gd name="csX16" fmla="*/ 21365 w 706066"/>
              <a:gd name="csY16" fmla="*/ 1326584 h 1559411"/>
              <a:gd name="csX17" fmla="*/ 17077 w 706066"/>
              <a:gd name="csY17" fmla="*/ 1455696 h 1559411"/>
              <a:gd name="csX18" fmla="*/ 3487 w 706066"/>
              <a:gd name="csY18" fmla="*/ 1456382 h 1559411"/>
              <a:gd name="csX19" fmla="*/ 0 w 706066"/>
              <a:gd name="csY19" fmla="*/ 1324489 h 1559411"/>
              <a:gd name="csX20" fmla="*/ 60747 w 706066"/>
              <a:gd name="csY20" fmla="*/ 1012031 h 1559411"/>
              <a:gd name="csX21" fmla="*/ 161664 w 706066"/>
              <a:gd name="csY21" fmla="*/ 693772 h 1559411"/>
              <a:gd name="csX22" fmla="*/ 282555 w 706066"/>
              <a:gd name="csY22" fmla="*/ 410413 h 1559411"/>
              <a:gd name="csX23" fmla="*/ 390674 w 706066"/>
              <a:gd name="csY23" fmla="*/ 190843 h 1559411"/>
              <a:gd name="csX24" fmla="*/ 484133 w 706066"/>
              <a:gd name="csY24" fmla="*/ 56607 h 1559411"/>
              <a:gd name="csX25" fmla="*/ 584460 w 706066"/>
              <a:gd name="csY25" fmla="*/ 1141 h 1559411"/>
              <a:gd name="csX26" fmla="*/ 644550 w 706066"/>
              <a:gd name="csY26" fmla="*/ 50698 h 1559411"/>
              <a:gd name="csX27" fmla="*/ 675822 w 706066"/>
              <a:gd name="csY27" fmla="*/ 131566 h 1559411"/>
              <a:gd name="csX28" fmla="*/ 696882 w 706066"/>
              <a:gd name="csY28" fmla="*/ 244189 h 1559411"/>
              <a:gd name="csX29" fmla="*/ 705380 w 706066"/>
              <a:gd name="csY29" fmla="*/ 393484 h 1559411"/>
              <a:gd name="csX30" fmla="*/ 683468 w 706066"/>
              <a:gd name="csY30" fmla="*/ 587204 h 1559411"/>
              <a:gd name="csX31" fmla="*/ 620910 w 706066"/>
              <a:gd name="csY31" fmla="*/ 817137 h 1559411"/>
              <a:gd name="csX32" fmla="*/ 530203 w 706066"/>
              <a:gd name="csY32" fmla="*/ 1094372 h 1559411"/>
              <a:gd name="csX33" fmla="*/ 407930 w 706066"/>
              <a:gd name="csY33" fmla="*/ 1359995 h 1559411"/>
              <a:gd name="csX34" fmla="*/ 273456 w 706066"/>
              <a:gd name="csY34" fmla="*/ 1517682 h 1559411"/>
              <a:gd name="csX35" fmla="*/ 191433 w 706066"/>
              <a:gd name="csY35" fmla="*/ 1558375 h 1559411"/>
              <a:gd name="csX36" fmla="*/ 171672 w 706066"/>
              <a:gd name="csY36" fmla="*/ 1457782 h 15594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706066" h="1559411">
                <a:moveTo>
                  <a:pt x="171663" y="1457793"/>
                </a:moveTo>
                <a:cubicBezTo>
                  <a:pt x="192018" y="1456780"/>
                  <a:pt x="211718" y="1449420"/>
                  <a:pt x="231527" y="1442465"/>
                </a:cubicBezTo>
                <a:cubicBezTo>
                  <a:pt x="285337" y="1418312"/>
                  <a:pt x="323948" y="1371894"/>
                  <a:pt x="360467" y="1327232"/>
                </a:cubicBezTo>
                <a:cubicBezTo>
                  <a:pt x="416010" y="1251154"/>
                  <a:pt x="454262" y="1165192"/>
                  <a:pt x="489007" y="1078172"/>
                </a:cubicBezTo>
                <a:cubicBezTo>
                  <a:pt x="523645" y="988869"/>
                  <a:pt x="550029" y="896750"/>
                  <a:pt x="574545" y="804252"/>
                </a:cubicBezTo>
                <a:cubicBezTo>
                  <a:pt x="594055" y="728812"/>
                  <a:pt x="607708" y="652148"/>
                  <a:pt x="619813" y="575243"/>
                </a:cubicBezTo>
                <a:cubicBezTo>
                  <a:pt x="629265" y="514867"/>
                  <a:pt x="633765" y="453751"/>
                  <a:pt x="632196" y="392667"/>
                </a:cubicBezTo>
                <a:cubicBezTo>
                  <a:pt x="632208" y="346902"/>
                  <a:pt x="624527" y="302083"/>
                  <a:pt x="616989" y="257165"/>
                </a:cubicBezTo>
                <a:cubicBezTo>
                  <a:pt x="609681" y="222895"/>
                  <a:pt x="599365" y="189304"/>
                  <a:pt x="588590" y="156104"/>
                </a:cubicBezTo>
                <a:cubicBezTo>
                  <a:pt x="584451" y="136066"/>
                  <a:pt x="573313" y="120513"/>
                  <a:pt x="561610" y="104586"/>
                </a:cubicBezTo>
                <a:cubicBezTo>
                  <a:pt x="558129" y="98722"/>
                  <a:pt x="552516" y="94422"/>
                  <a:pt x="547968" y="89340"/>
                </a:cubicBezTo>
                <a:cubicBezTo>
                  <a:pt x="567806" y="75999"/>
                  <a:pt x="522887" y="93825"/>
                  <a:pt x="517130" y="96564"/>
                </a:cubicBezTo>
                <a:cubicBezTo>
                  <a:pt x="475369" y="125690"/>
                  <a:pt x="442497" y="164158"/>
                  <a:pt x="411812" y="204415"/>
                </a:cubicBezTo>
                <a:cubicBezTo>
                  <a:pt x="365074" y="270742"/>
                  <a:pt x="330461" y="343900"/>
                  <a:pt x="295255" y="416671"/>
                </a:cubicBezTo>
                <a:cubicBezTo>
                  <a:pt x="250172" y="508565"/>
                  <a:pt x="210585" y="602904"/>
                  <a:pt x="174392" y="698601"/>
                </a:cubicBezTo>
                <a:cubicBezTo>
                  <a:pt x="135890" y="802633"/>
                  <a:pt x="103408" y="908799"/>
                  <a:pt x="75761" y="1016193"/>
                </a:cubicBezTo>
                <a:cubicBezTo>
                  <a:pt x="50804" y="1118330"/>
                  <a:pt x="31518" y="1221914"/>
                  <a:pt x="21365" y="1326584"/>
                </a:cubicBezTo>
                <a:cubicBezTo>
                  <a:pt x="12713" y="1369342"/>
                  <a:pt x="14889" y="1412535"/>
                  <a:pt x="17077" y="1455696"/>
                </a:cubicBezTo>
                <a:cubicBezTo>
                  <a:pt x="17564" y="1465306"/>
                  <a:pt x="3970" y="1465991"/>
                  <a:pt x="3487" y="1456382"/>
                </a:cubicBezTo>
                <a:cubicBezTo>
                  <a:pt x="1279" y="1412430"/>
                  <a:pt x="338" y="1368501"/>
                  <a:pt x="0" y="1324489"/>
                </a:cubicBezTo>
                <a:cubicBezTo>
                  <a:pt x="10456" y="1218514"/>
                  <a:pt x="28698" y="1113872"/>
                  <a:pt x="60747" y="1012031"/>
                </a:cubicBezTo>
                <a:cubicBezTo>
                  <a:pt x="92316" y="905303"/>
                  <a:pt x="122009" y="797909"/>
                  <a:pt x="161664" y="693772"/>
                </a:cubicBezTo>
                <a:cubicBezTo>
                  <a:pt x="198014" y="597674"/>
                  <a:pt x="235595" y="501920"/>
                  <a:pt x="282555" y="410413"/>
                </a:cubicBezTo>
                <a:cubicBezTo>
                  <a:pt x="318973" y="337390"/>
                  <a:pt x="353823" y="263595"/>
                  <a:pt x="390674" y="190843"/>
                </a:cubicBezTo>
                <a:cubicBezTo>
                  <a:pt x="416633" y="142482"/>
                  <a:pt x="445320" y="95824"/>
                  <a:pt x="484133" y="56607"/>
                </a:cubicBezTo>
                <a:cubicBezTo>
                  <a:pt x="511916" y="25713"/>
                  <a:pt x="538636" y="-6512"/>
                  <a:pt x="584460" y="1141"/>
                </a:cubicBezTo>
                <a:cubicBezTo>
                  <a:pt x="609233" y="13719"/>
                  <a:pt x="628536" y="26945"/>
                  <a:pt x="644550" y="50698"/>
                </a:cubicBezTo>
                <a:cubicBezTo>
                  <a:pt x="657617" y="76664"/>
                  <a:pt x="668905" y="103106"/>
                  <a:pt x="675822" y="131566"/>
                </a:cubicBezTo>
                <a:cubicBezTo>
                  <a:pt x="683713" y="168928"/>
                  <a:pt x="691273" y="206386"/>
                  <a:pt x="696882" y="244189"/>
                </a:cubicBezTo>
                <a:cubicBezTo>
                  <a:pt x="703642" y="293644"/>
                  <a:pt x="707778" y="343487"/>
                  <a:pt x="705380" y="393484"/>
                </a:cubicBezTo>
                <a:cubicBezTo>
                  <a:pt x="702425" y="458503"/>
                  <a:pt x="697145" y="523405"/>
                  <a:pt x="683468" y="587204"/>
                </a:cubicBezTo>
                <a:cubicBezTo>
                  <a:pt x="666535" y="664864"/>
                  <a:pt x="643945" y="741099"/>
                  <a:pt x="620910" y="817137"/>
                </a:cubicBezTo>
                <a:cubicBezTo>
                  <a:pt x="593689" y="910585"/>
                  <a:pt x="565181" y="1003446"/>
                  <a:pt x="530203" y="1094372"/>
                </a:cubicBezTo>
                <a:cubicBezTo>
                  <a:pt x="494924" y="1185241"/>
                  <a:pt x="457058" y="1275633"/>
                  <a:pt x="407930" y="1359995"/>
                </a:cubicBezTo>
                <a:cubicBezTo>
                  <a:pt x="372244" y="1420749"/>
                  <a:pt x="332206" y="1476982"/>
                  <a:pt x="273456" y="1517682"/>
                </a:cubicBezTo>
                <a:cubicBezTo>
                  <a:pt x="247890" y="1534089"/>
                  <a:pt x="220904" y="1553094"/>
                  <a:pt x="191433" y="1558375"/>
                </a:cubicBezTo>
                <a:cubicBezTo>
                  <a:pt x="120081" y="1571163"/>
                  <a:pt x="99272" y="1461382"/>
                  <a:pt x="171672" y="1457782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8C5A058F-5D89-F389-8FED-B5C7160CAF6B}"/>
              </a:ext>
            </a:extLst>
          </p:cNvPr>
          <p:cNvSpPr/>
          <p:nvPr/>
        </p:nvSpPr>
        <p:spPr>
          <a:xfrm>
            <a:off x="8812551" y="2806612"/>
            <a:ext cx="600087" cy="840122"/>
          </a:xfrm>
          <a:custGeom>
            <a:avLst/>
            <a:gdLst>
              <a:gd name="csX0" fmla="*/ 22468 w 600087"/>
              <a:gd name="csY0" fmla="*/ 758989 h 840122"/>
              <a:gd name="csX1" fmla="*/ 95765 w 600087"/>
              <a:gd name="csY1" fmla="*/ 712523 h 840122"/>
              <a:gd name="csX2" fmla="*/ 246727 w 600087"/>
              <a:gd name="csY2" fmla="*/ 566885 h 840122"/>
              <a:gd name="csX3" fmla="*/ 384516 w 600087"/>
              <a:gd name="csY3" fmla="*/ 385491 h 840122"/>
              <a:gd name="csX4" fmla="*/ 494719 w 600087"/>
              <a:gd name="csY4" fmla="*/ 203945 h 840122"/>
              <a:gd name="csX5" fmla="*/ 578261 w 600087"/>
              <a:gd name="csY5" fmla="*/ 34066 h 840122"/>
              <a:gd name="csX6" fmla="*/ 586660 w 600087"/>
              <a:gd name="csY6" fmla="*/ 5307 h 840122"/>
              <a:gd name="csX7" fmla="*/ 599722 w 600087"/>
              <a:gd name="csY7" fmla="*/ 9122 h 840122"/>
              <a:gd name="csX8" fmla="*/ 591198 w 600087"/>
              <a:gd name="csY8" fmla="*/ 38285 h 840122"/>
              <a:gd name="csX9" fmla="*/ 525282 w 600087"/>
              <a:gd name="csY9" fmla="*/ 220432 h 840122"/>
              <a:gd name="csX10" fmla="*/ 413811 w 600087"/>
              <a:gd name="csY10" fmla="*/ 405483 h 840122"/>
              <a:gd name="csX11" fmla="*/ 275375 w 600087"/>
              <a:gd name="csY11" fmla="*/ 592240 h 840122"/>
              <a:gd name="csX12" fmla="*/ 133272 w 600087"/>
              <a:gd name="csY12" fmla="*/ 751917 h 840122"/>
              <a:gd name="csX13" fmla="*/ 65177 w 600087"/>
              <a:gd name="csY13" fmla="*/ 829797 h 840122"/>
              <a:gd name="csX14" fmla="*/ 22467 w 600087"/>
              <a:gd name="csY14" fmla="*/ 758995 h 840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600087" h="840122">
                <a:moveTo>
                  <a:pt x="22468" y="758989"/>
                </a:moveTo>
                <a:cubicBezTo>
                  <a:pt x="48467" y="747628"/>
                  <a:pt x="72772" y="729570"/>
                  <a:pt x="95765" y="712523"/>
                </a:cubicBezTo>
                <a:cubicBezTo>
                  <a:pt x="150448" y="668753"/>
                  <a:pt x="199092" y="618063"/>
                  <a:pt x="246727" y="566885"/>
                </a:cubicBezTo>
                <a:cubicBezTo>
                  <a:pt x="297206" y="509940"/>
                  <a:pt x="342386" y="448775"/>
                  <a:pt x="384516" y="385491"/>
                </a:cubicBezTo>
                <a:cubicBezTo>
                  <a:pt x="422240" y="325490"/>
                  <a:pt x="459610" y="265515"/>
                  <a:pt x="494719" y="203945"/>
                </a:cubicBezTo>
                <a:cubicBezTo>
                  <a:pt x="527212" y="149396"/>
                  <a:pt x="558423" y="94922"/>
                  <a:pt x="578261" y="34066"/>
                </a:cubicBezTo>
                <a:cubicBezTo>
                  <a:pt x="581061" y="24480"/>
                  <a:pt x="583861" y="14894"/>
                  <a:pt x="586660" y="5307"/>
                </a:cubicBezTo>
                <a:cubicBezTo>
                  <a:pt x="589358" y="-3929"/>
                  <a:pt x="602420" y="-113"/>
                  <a:pt x="599722" y="9122"/>
                </a:cubicBezTo>
                <a:cubicBezTo>
                  <a:pt x="596881" y="18844"/>
                  <a:pt x="594039" y="28564"/>
                  <a:pt x="591198" y="38285"/>
                </a:cubicBezTo>
                <a:cubicBezTo>
                  <a:pt x="571192" y="99596"/>
                  <a:pt x="554392" y="162977"/>
                  <a:pt x="525282" y="220432"/>
                </a:cubicBezTo>
                <a:cubicBezTo>
                  <a:pt x="492587" y="284460"/>
                  <a:pt x="456397" y="347505"/>
                  <a:pt x="413811" y="405483"/>
                </a:cubicBezTo>
                <a:cubicBezTo>
                  <a:pt x="369394" y="468979"/>
                  <a:pt x="326410" y="533747"/>
                  <a:pt x="275375" y="592240"/>
                </a:cubicBezTo>
                <a:cubicBezTo>
                  <a:pt x="229433" y="646751"/>
                  <a:pt x="179506" y="697663"/>
                  <a:pt x="133272" y="751917"/>
                </a:cubicBezTo>
                <a:cubicBezTo>
                  <a:pt x="111247" y="778443"/>
                  <a:pt x="90413" y="806155"/>
                  <a:pt x="65177" y="829797"/>
                </a:cubicBezTo>
                <a:cubicBezTo>
                  <a:pt x="22509" y="869772"/>
                  <a:pt x="-31111" y="782408"/>
                  <a:pt x="22467" y="75899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11E8B837-7E9D-5543-5377-AFBA05A4FD92}"/>
              </a:ext>
            </a:extLst>
          </p:cNvPr>
          <p:cNvSpPr/>
          <p:nvPr/>
        </p:nvSpPr>
        <p:spPr>
          <a:xfrm>
            <a:off x="8951989" y="2107506"/>
            <a:ext cx="579866" cy="821256"/>
          </a:xfrm>
          <a:custGeom>
            <a:avLst/>
            <a:gdLst>
              <a:gd name="csX0" fmla="*/ 524157 w 579866"/>
              <a:gd name="csY0" fmla="*/ 242038 h 821256"/>
              <a:gd name="csX1" fmla="*/ 531629 w 579866"/>
              <a:gd name="csY1" fmla="*/ 195381 h 821256"/>
              <a:gd name="csX2" fmla="*/ 536382 w 579866"/>
              <a:gd name="csY2" fmla="*/ 122180 h 821256"/>
              <a:gd name="csX3" fmla="*/ 532125 w 579866"/>
              <a:gd name="csY3" fmla="*/ 62173 h 821256"/>
              <a:gd name="csX4" fmla="*/ 526167 w 579866"/>
              <a:gd name="csY4" fmla="*/ 41098 h 821256"/>
              <a:gd name="csX5" fmla="*/ 524517 w 579866"/>
              <a:gd name="csY5" fmla="*/ 49658 h 821256"/>
              <a:gd name="csX6" fmla="*/ 441930 w 579866"/>
              <a:gd name="csY6" fmla="*/ 153909 h 821256"/>
              <a:gd name="csX7" fmla="*/ 306780 w 579866"/>
              <a:gd name="csY7" fmla="*/ 361716 h 821256"/>
              <a:gd name="csX8" fmla="*/ 153951 w 579866"/>
              <a:gd name="csY8" fmla="*/ 586458 h 821256"/>
              <a:gd name="csX9" fmla="*/ 12962 w 579866"/>
              <a:gd name="csY9" fmla="*/ 817363 h 821256"/>
              <a:gd name="csX10" fmla="*/ 1069 w 579866"/>
              <a:gd name="csY10" fmla="*/ 810752 h 821256"/>
              <a:gd name="csX11" fmla="*/ 142611 w 579866"/>
              <a:gd name="csY11" fmla="*/ 578942 h 821256"/>
              <a:gd name="csX12" fmla="*/ 295468 w 579866"/>
              <a:gd name="csY12" fmla="*/ 354152 h 821256"/>
              <a:gd name="csX13" fmla="*/ 430275 w 579866"/>
              <a:gd name="csY13" fmla="*/ 146888 h 821256"/>
              <a:gd name="csX14" fmla="*/ 500831 w 579866"/>
              <a:gd name="csY14" fmla="*/ 22815 h 821256"/>
              <a:gd name="csX15" fmla="*/ 564862 w 579866"/>
              <a:gd name="csY15" fmla="*/ 10814 h 821256"/>
              <a:gd name="csX16" fmla="*/ 579576 w 579866"/>
              <a:gd name="csY16" fmla="*/ 58900 h 821256"/>
              <a:gd name="csX17" fmla="*/ 578384 w 579866"/>
              <a:gd name="csY17" fmla="*/ 123851 h 821256"/>
              <a:gd name="csX18" fmla="*/ 569886 w 579866"/>
              <a:gd name="csY18" fmla="*/ 201051 h 821256"/>
              <a:gd name="csX19" fmla="*/ 562260 w 579866"/>
              <a:gd name="csY19" fmla="*/ 251638 h 821256"/>
              <a:gd name="csX20" fmla="*/ 524159 w 579866"/>
              <a:gd name="csY20" fmla="*/ 242033 h 8212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79866" h="821256">
                <a:moveTo>
                  <a:pt x="524157" y="242038"/>
                </a:moveTo>
                <a:cubicBezTo>
                  <a:pt x="521088" y="229310"/>
                  <a:pt x="527929" y="210189"/>
                  <a:pt x="531629" y="195381"/>
                </a:cubicBezTo>
                <a:cubicBezTo>
                  <a:pt x="537265" y="171228"/>
                  <a:pt x="537669" y="146765"/>
                  <a:pt x="536382" y="122180"/>
                </a:cubicBezTo>
                <a:cubicBezTo>
                  <a:pt x="537937" y="102022"/>
                  <a:pt x="534379" y="82073"/>
                  <a:pt x="532125" y="62173"/>
                </a:cubicBezTo>
                <a:cubicBezTo>
                  <a:pt x="533053" y="55495"/>
                  <a:pt x="526875" y="43605"/>
                  <a:pt x="526167" y="41098"/>
                </a:cubicBezTo>
                <a:cubicBezTo>
                  <a:pt x="543747" y="52035"/>
                  <a:pt x="526348" y="40158"/>
                  <a:pt x="524517" y="49658"/>
                </a:cubicBezTo>
                <a:cubicBezTo>
                  <a:pt x="488839" y="77027"/>
                  <a:pt x="464821" y="115900"/>
                  <a:pt x="441930" y="153909"/>
                </a:cubicBezTo>
                <a:cubicBezTo>
                  <a:pt x="398793" y="224405"/>
                  <a:pt x="352720" y="293031"/>
                  <a:pt x="306780" y="361716"/>
                </a:cubicBezTo>
                <a:cubicBezTo>
                  <a:pt x="255871" y="436661"/>
                  <a:pt x="204005" y="510934"/>
                  <a:pt x="153951" y="586458"/>
                </a:cubicBezTo>
                <a:cubicBezTo>
                  <a:pt x="103943" y="661567"/>
                  <a:pt x="56796" y="738506"/>
                  <a:pt x="12962" y="817363"/>
                </a:cubicBezTo>
                <a:cubicBezTo>
                  <a:pt x="8287" y="825773"/>
                  <a:pt x="-3606" y="819161"/>
                  <a:pt x="1069" y="810752"/>
                </a:cubicBezTo>
                <a:cubicBezTo>
                  <a:pt x="45083" y="731585"/>
                  <a:pt x="92405" y="654342"/>
                  <a:pt x="142611" y="578942"/>
                </a:cubicBezTo>
                <a:cubicBezTo>
                  <a:pt x="192673" y="503401"/>
                  <a:pt x="244547" y="429104"/>
                  <a:pt x="295468" y="354152"/>
                </a:cubicBezTo>
                <a:cubicBezTo>
                  <a:pt x="341288" y="285649"/>
                  <a:pt x="387244" y="217201"/>
                  <a:pt x="430275" y="146888"/>
                </a:cubicBezTo>
                <a:cubicBezTo>
                  <a:pt x="454863" y="106064"/>
                  <a:pt x="473981" y="62208"/>
                  <a:pt x="500831" y="22815"/>
                </a:cubicBezTo>
                <a:cubicBezTo>
                  <a:pt x="521922" y="866"/>
                  <a:pt x="537780" y="-9265"/>
                  <a:pt x="564862" y="10814"/>
                </a:cubicBezTo>
                <a:cubicBezTo>
                  <a:pt x="573182" y="26251"/>
                  <a:pt x="581546" y="39425"/>
                  <a:pt x="579576" y="58900"/>
                </a:cubicBezTo>
                <a:cubicBezTo>
                  <a:pt x="579397" y="80562"/>
                  <a:pt x="578373" y="102178"/>
                  <a:pt x="578384" y="123851"/>
                </a:cubicBezTo>
                <a:cubicBezTo>
                  <a:pt x="574574" y="149539"/>
                  <a:pt x="571814" y="175166"/>
                  <a:pt x="569886" y="201051"/>
                </a:cubicBezTo>
                <a:cubicBezTo>
                  <a:pt x="568973" y="217778"/>
                  <a:pt x="570379" y="238874"/>
                  <a:pt x="562260" y="251638"/>
                </a:cubicBezTo>
                <a:cubicBezTo>
                  <a:pt x="547348" y="275081"/>
                  <a:pt x="530672" y="269043"/>
                  <a:pt x="524159" y="242033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7B5A3402-B1AE-D217-5F99-7D075594886D}"/>
              </a:ext>
            </a:extLst>
          </p:cNvPr>
          <p:cNvSpPr/>
          <p:nvPr/>
        </p:nvSpPr>
        <p:spPr>
          <a:xfrm>
            <a:off x="9175602" y="1645294"/>
            <a:ext cx="874831" cy="1760874"/>
          </a:xfrm>
          <a:custGeom>
            <a:avLst/>
            <a:gdLst>
              <a:gd name="csX0" fmla="*/ 4222 w 874831"/>
              <a:gd name="csY0" fmla="*/ 1720853 h 1760874"/>
              <a:gd name="csX1" fmla="*/ 76151 w 874831"/>
              <a:gd name="csY1" fmla="*/ 1631727 h 1760874"/>
              <a:gd name="csX2" fmla="*/ 236828 w 874831"/>
              <a:gd name="csY2" fmla="*/ 1419129 h 1760874"/>
              <a:gd name="csX3" fmla="*/ 438234 w 874831"/>
              <a:gd name="csY3" fmla="*/ 1157496 h 1760874"/>
              <a:gd name="csX4" fmla="*/ 629792 w 874831"/>
              <a:gd name="csY4" fmla="*/ 851439 h 1760874"/>
              <a:gd name="csX5" fmla="*/ 725585 w 874831"/>
              <a:gd name="csY5" fmla="*/ 583263 h 1760874"/>
              <a:gd name="csX6" fmla="*/ 781722 w 874831"/>
              <a:gd name="csY6" fmla="*/ 360797 h 1760874"/>
              <a:gd name="csX7" fmla="*/ 801658 w 874831"/>
              <a:gd name="csY7" fmla="*/ 192995 h 1760874"/>
              <a:gd name="csX8" fmla="*/ 790311 w 874831"/>
              <a:gd name="csY8" fmla="*/ 107831 h 1760874"/>
              <a:gd name="csX9" fmla="*/ 769938 w 874831"/>
              <a:gd name="csY9" fmla="*/ 89490 h 1760874"/>
              <a:gd name="csX10" fmla="*/ 750898 w 874831"/>
              <a:gd name="csY10" fmla="*/ 93555 h 1760874"/>
              <a:gd name="csX11" fmla="*/ 597050 w 874831"/>
              <a:gd name="csY11" fmla="*/ 203130 h 1760874"/>
              <a:gd name="csX12" fmla="*/ 537537 w 874831"/>
              <a:gd name="csY12" fmla="*/ 286484 h 1760874"/>
              <a:gd name="csX13" fmla="*/ 526284 w 874831"/>
              <a:gd name="csY13" fmla="*/ 278835 h 1760874"/>
              <a:gd name="csX14" fmla="*/ 586598 w 874831"/>
              <a:gd name="csY14" fmla="*/ 194419 h 1760874"/>
              <a:gd name="csX15" fmla="*/ 712461 w 874831"/>
              <a:gd name="csY15" fmla="*/ 26208 h 1760874"/>
              <a:gd name="csX16" fmla="*/ 828818 w 874831"/>
              <a:gd name="csY16" fmla="*/ 14517 h 1760874"/>
              <a:gd name="csX17" fmla="*/ 874028 w 874831"/>
              <a:gd name="csY17" fmla="*/ 88384 h 1760874"/>
              <a:gd name="csX18" fmla="*/ 864523 w 874831"/>
              <a:gd name="csY18" fmla="*/ 201675 h 1760874"/>
              <a:gd name="csX19" fmla="*/ 819628 w 874831"/>
              <a:gd name="csY19" fmla="*/ 370000 h 1760874"/>
              <a:gd name="csX20" fmla="*/ 759868 w 874831"/>
              <a:gd name="csY20" fmla="*/ 593657 h 1760874"/>
              <a:gd name="csX21" fmla="*/ 645701 w 874831"/>
              <a:gd name="csY21" fmla="*/ 859652 h 1760874"/>
              <a:gd name="csX22" fmla="*/ 467003 w 874831"/>
              <a:gd name="csY22" fmla="*/ 1177149 h 1760874"/>
              <a:gd name="csX23" fmla="*/ 273121 w 874831"/>
              <a:gd name="csY23" fmla="*/ 1446983 h 1760874"/>
              <a:gd name="csX24" fmla="*/ 113682 w 874831"/>
              <a:gd name="csY24" fmla="*/ 1660771 h 1760874"/>
              <a:gd name="csX25" fmla="*/ 42390 w 874831"/>
              <a:gd name="csY25" fmla="*/ 1752400 h 1760874"/>
              <a:gd name="csX26" fmla="*/ 4232 w 874831"/>
              <a:gd name="csY26" fmla="*/ 1720861 h 17608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74831" h="1760874">
                <a:moveTo>
                  <a:pt x="4222" y="1720853"/>
                </a:moveTo>
                <a:cubicBezTo>
                  <a:pt x="20362" y="1684888"/>
                  <a:pt x="49929" y="1659996"/>
                  <a:pt x="76151" y="1631727"/>
                </a:cubicBezTo>
                <a:cubicBezTo>
                  <a:pt x="137340" y="1566796"/>
                  <a:pt x="182336" y="1489423"/>
                  <a:pt x="236828" y="1419129"/>
                </a:cubicBezTo>
                <a:cubicBezTo>
                  <a:pt x="307350" y="1334506"/>
                  <a:pt x="374331" y="1247184"/>
                  <a:pt x="438234" y="1157496"/>
                </a:cubicBezTo>
                <a:cubicBezTo>
                  <a:pt x="505893" y="1058160"/>
                  <a:pt x="577756" y="960071"/>
                  <a:pt x="629792" y="851439"/>
                </a:cubicBezTo>
                <a:cubicBezTo>
                  <a:pt x="671377" y="765523"/>
                  <a:pt x="700822" y="675160"/>
                  <a:pt x="725585" y="583263"/>
                </a:cubicBezTo>
                <a:cubicBezTo>
                  <a:pt x="748035" y="510098"/>
                  <a:pt x="764357" y="435282"/>
                  <a:pt x="781722" y="360797"/>
                </a:cubicBezTo>
                <a:cubicBezTo>
                  <a:pt x="791472" y="305176"/>
                  <a:pt x="799126" y="249402"/>
                  <a:pt x="801658" y="192995"/>
                </a:cubicBezTo>
                <a:cubicBezTo>
                  <a:pt x="806610" y="163105"/>
                  <a:pt x="797698" y="135300"/>
                  <a:pt x="790311" y="107831"/>
                </a:cubicBezTo>
                <a:cubicBezTo>
                  <a:pt x="786310" y="98345"/>
                  <a:pt x="777268" y="95222"/>
                  <a:pt x="769938" y="89490"/>
                </a:cubicBezTo>
                <a:cubicBezTo>
                  <a:pt x="768984" y="86262"/>
                  <a:pt x="756670" y="92323"/>
                  <a:pt x="750898" y="93555"/>
                </a:cubicBezTo>
                <a:cubicBezTo>
                  <a:pt x="686684" y="114925"/>
                  <a:pt x="639894" y="151711"/>
                  <a:pt x="597050" y="203130"/>
                </a:cubicBezTo>
                <a:cubicBezTo>
                  <a:pt x="557022" y="256247"/>
                  <a:pt x="576931" y="228513"/>
                  <a:pt x="537537" y="286484"/>
                </a:cubicBezTo>
                <a:cubicBezTo>
                  <a:pt x="532129" y="294442"/>
                  <a:pt x="520874" y="286791"/>
                  <a:pt x="526284" y="278835"/>
                </a:cubicBezTo>
                <a:cubicBezTo>
                  <a:pt x="566195" y="220142"/>
                  <a:pt x="546018" y="248230"/>
                  <a:pt x="586598" y="194419"/>
                </a:cubicBezTo>
                <a:cubicBezTo>
                  <a:pt x="631894" y="140081"/>
                  <a:pt x="664650" y="77700"/>
                  <a:pt x="712461" y="26208"/>
                </a:cubicBezTo>
                <a:cubicBezTo>
                  <a:pt x="750255" y="-1237"/>
                  <a:pt x="787139" y="-10314"/>
                  <a:pt x="828818" y="14517"/>
                </a:cubicBezTo>
                <a:cubicBezTo>
                  <a:pt x="850478" y="35680"/>
                  <a:pt x="868697" y="57238"/>
                  <a:pt x="874028" y="88384"/>
                </a:cubicBezTo>
                <a:cubicBezTo>
                  <a:pt x="876201" y="127115"/>
                  <a:pt x="874262" y="163757"/>
                  <a:pt x="864523" y="201675"/>
                </a:cubicBezTo>
                <a:cubicBezTo>
                  <a:pt x="851581" y="258309"/>
                  <a:pt x="836845" y="314431"/>
                  <a:pt x="819628" y="370000"/>
                </a:cubicBezTo>
                <a:cubicBezTo>
                  <a:pt x="800734" y="444828"/>
                  <a:pt x="778785" y="518857"/>
                  <a:pt x="759868" y="593657"/>
                </a:cubicBezTo>
                <a:cubicBezTo>
                  <a:pt x="729023" y="685190"/>
                  <a:pt x="691955" y="774746"/>
                  <a:pt x="645701" y="859652"/>
                </a:cubicBezTo>
                <a:cubicBezTo>
                  <a:pt x="586780" y="965799"/>
                  <a:pt x="535297" y="1076222"/>
                  <a:pt x="467003" y="1177149"/>
                </a:cubicBezTo>
                <a:cubicBezTo>
                  <a:pt x="406238" y="1269912"/>
                  <a:pt x="340406" y="1358867"/>
                  <a:pt x="273121" y="1446983"/>
                </a:cubicBezTo>
                <a:cubicBezTo>
                  <a:pt x="219329" y="1517789"/>
                  <a:pt x="159450" y="1584181"/>
                  <a:pt x="113682" y="1660771"/>
                </a:cubicBezTo>
                <a:cubicBezTo>
                  <a:pt x="92459" y="1693801"/>
                  <a:pt x="74607" y="1728425"/>
                  <a:pt x="42390" y="1752400"/>
                </a:cubicBezTo>
                <a:cubicBezTo>
                  <a:pt x="14307" y="1773298"/>
                  <a:pt x="-10099" y="1752797"/>
                  <a:pt x="4232" y="172086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92C3E325-F6A1-034A-00B9-BE48E622412E}"/>
              </a:ext>
            </a:extLst>
          </p:cNvPr>
          <p:cNvSpPr/>
          <p:nvPr/>
        </p:nvSpPr>
        <p:spPr>
          <a:xfrm>
            <a:off x="6556623" y="2684045"/>
            <a:ext cx="1308942" cy="1142169"/>
          </a:xfrm>
          <a:custGeom>
            <a:avLst/>
            <a:gdLst>
              <a:gd name="csX0" fmla="*/ 1265126 w 1308942"/>
              <a:gd name="csY0" fmla="*/ 1140160 h 1142169"/>
              <a:gd name="csX1" fmla="*/ 1170852 w 1308942"/>
              <a:gd name="csY1" fmla="*/ 1111350 h 1142169"/>
              <a:gd name="csX2" fmla="*/ 921421 w 1308942"/>
              <a:gd name="csY2" fmla="*/ 1022181 h 1142169"/>
              <a:gd name="csX3" fmla="*/ 593980 w 1308942"/>
              <a:gd name="csY3" fmla="*/ 864180 h 1142169"/>
              <a:gd name="csX4" fmla="*/ 315193 w 1308942"/>
              <a:gd name="csY4" fmla="*/ 592089 h 1142169"/>
              <a:gd name="csX5" fmla="*/ 130817 w 1308942"/>
              <a:gd name="csY5" fmla="*/ 328761 h 1142169"/>
              <a:gd name="csX6" fmla="*/ 54251 w 1308942"/>
              <a:gd name="csY6" fmla="*/ 160511 h 1142169"/>
              <a:gd name="csX7" fmla="*/ 20673 w 1308942"/>
              <a:gd name="csY7" fmla="*/ 84043 h 1142169"/>
              <a:gd name="csX8" fmla="*/ 1467 w 1308942"/>
              <a:gd name="csY8" fmla="*/ 49166 h 1142169"/>
              <a:gd name="csX9" fmla="*/ 51244 w 1308942"/>
              <a:gd name="csY9" fmla="*/ 62 h 1142169"/>
              <a:gd name="csX10" fmla="*/ 148999 w 1308942"/>
              <a:gd name="csY10" fmla="*/ 42823 h 1142169"/>
              <a:gd name="csX11" fmla="*/ 342661 w 1308942"/>
              <a:gd name="csY11" fmla="*/ 112206 h 1142169"/>
              <a:gd name="csX12" fmla="*/ 604675 w 1308942"/>
              <a:gd name="csY12" fmla="*/ 256615 h 1142169"/>
              <a:gd name="csX13" fmla="*/ 839828 w 1308942"/>
              <a:gd name="csY13" fmla="*/ 431446 h 1142169"/>
              <a:gd name="csX14" fmla="*/ 942412 w 1308942"/>
              <a:gd name="csY14" fmla="*/ 554871 h 1142169"/>
              <a:gd name="csX15" fmla="*/ 932162 w 1308942"/>
              <a:gd name="csY15" fmla="*/ 563820 h 1142169"/>
              <a:gd name="csX16" fmla="*/ 815548 w 1308942"/>
              <a:gd name="csY16" fmla="*/ 458625 h 1142169"/>
              <a:gd name="csX17" fmla="*/ 590786 w 1308942"/>
              <a:gd name="csY17" fmla="*/ 277993 h 1142169"/>
              <a:gd name="csX18" fmla="*/ 333240 w 1308942"/>
              <a:gd name="csY18" fmla="*/ 138824 h 1142169"/>
              <a:gd name="csX19" fmla="*/ 134653 w 1308942"/>
              <a:gd name="csY19" fmla="*/ 84426 h 1142169"/>
              <a:gd name="csX20" fmla="*/ 40533 w 1308942"/>
              <a:gd name="csY20" fmla="*/ 63207 h 1142169"/>
              <a:gd name="csX21" fmla="*/ 65866 w 1308942"/>
              <a:gd name="csY21" fmla="*/ 28037 h 1142169"/>
              <a:gd name="csX22" fmla="*/ 76475 w 1308942"/>
              <a:gd name="csY22" fmla="*/ 62606 h 1142169"/>
              <a:gd name="csX23" fmla="*/ 94131 w 1308942"/>
              <a:gd name="csY23" fmla="*/ 148215 h 1142169"/>
              <a:gd name="csX24" fmla="*/ 151868 w 1308942"/>
              <a:gd name="csY24" fmla="*/ 317322 h 1142169"/>
              <a:gd name="csX25" fmla="*/ 325709 w 1308942"/>
              <a:gd name="csY25" fmla="*/ 583460 h 1142169"/>
              <a:gd name="csX26" fmla="*/ 601449 w 1308942"/>
              <a:gd name="csY26" fmla="*/ 852818 h 1142169"/>
              <a:gd name="csX27" fmla="*/ 925956 w 1308942"/>
              <a:gd name="csY27" fmla="*/ 1007990 h 1142169"/>
              <a:gd name="csX28" fmla="*/ 1181559 w 1308942"/>
              <a:gd name="csY28" fmla="*/ 1053665 h 1142169"/>
              <a:gd name="csX29" fmla="*/ 1266577 w 1308942"/>
              <a:gd name="csY29" fmla="*/ 1056051 h 1142169"/>
              <a:gd name="csX30" fmla="*/ 1265131 w 1308942"/>
              <a:gd name="csY30" fmla="*/ 1140174 h 11421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1308942" h="1142169">
                <a:moveTo>
                  <a:pt x="1265126" y="1140160"/>
                </a:moveTo>
                <a:cubicBezTo>
                  <a:pt x="1233832" y="1130014"/>
                  <a:pt x="1202587" y="1120260"/>
                  <a:pt x="1170852" y="1111350"/>
                </a:cubicBezTo>
                <a:cubicBezTo>
                  <a:pt x="1086076" y="1086242"/>
                  <a:pt x="1003508" y="1054996"/>
                  <a:pt x="921421" y="1022181"/>
                </a:cubicBezTo>
                <a:cubicBezTo>
                  <a:pt x="804749" y="985158"/>
                  <a:pt x="696079" y="931103"/>
                  <a:pt x="593980" y="864180"/>
                </a:cubicBezTo>
                <a:cubicBezTo>
                  <a:pt x="485976" y="789795"/>
                  <a:pt x="397965" y="692701"/>
                  <a:pt x="315193" y="592089"/>
                </a:cubicBezTo>
                <a:cubicBezTo>
                  <a:pt x="247300" y="508917"/>
                  <a:pt x="188082" y="419391"/>
                  <a:pt x="130817" y="328761"/>
                </a:cubicBezTo>
                <a:cubicBezTo>
                  <a:pt x="99187" y="275508"/>
                  <a:pt x="78002" y="217413"/>
                  <a:pt x="54251" y="160511"/>
                </a:cubicBezTo>
                <a:cubicBezTo>
                  <a:pt x="42218" y="135414"/>
                  <a:pt x="31858" y="109542"/>
                  <a:pt x="20673" y="84043"/>
                </a:cubicBezTo>
                <a:cubicBezTo>
                  <a:pt x="14441" y="72156"/>
                  <a:pt x="8220" y="60767"/>
                  <a:pt x="1467" y="49166"/>
                </a:cubicBezTo>
                <a:cubicBezTo>
                  <a:pt x="-6130" y="10725"/>
                  <a:pt x="16573" y="-975"/>
                  <a:pt x="51244" y="62"/>
                </a:cubicBezTo>
                <a:cubicBezTo>
                  <a:pt x="84408" y="13178"/>
                  <a:pt x="115221" y="31332"/>
                  <a:pt x="148999" y="42823"/>
                </a:cubicBezTo>
                <a:cubicBezTo>
                  <a:pt x="211502" y="71122"/>
                  <a:pt x="277529" y="90928"/>
                  <a:pt x="342661" y="112206"/>
                </a:cubicBezTo>
                <a:cubicBezTo>
                  <a:pt x="434740" y="151001"/>
                  <a:pt x="521893" y="200811"/>
                  <a:pt x="604675" y="256615"/>
                </a:cubicBezTo>
                <a:cubicBezTo>
                  <a:pt x="689075" y="306914"/>
                  <a:pt x="766647" y="366162"/>
                  <a:pt x="839828" y="431446"/>
                </a:cubicBezTo>
                <a:cubicBezTo>
                  <a:pt x="875914" y="471155"/>
                  <a:pt x="907023" y="514340"/>
                  <a:pt x="942412" y="554871"/>
                </a:cubicBezTo>
                <a:cubicBezTo>
                  <a:pt x="948741" y="562119"/>
                  <a:pt x="938489" y="571068"/>
                  <a:pt x="932162" y="563820"/>
                </a:cubicBezTo>
                <a:cubicBezTo>
                  <a:pt x="897046" y="523589"/>
                  <a:pt x="858365" y="490489"/>
                  <a:pt x="815548" y="458625"/>
                </a:cubicBezTo>
                <a:cubicBezTo>
                  <a:pt x="743941" y="394503"/>
                  <a:pt x="668444" y="334610"/>
                  <a:pt x="590786" y="277993"/>
                </a:cubicBezTo>
                <a:cubicBezTo>
                  <a:pt x="507985" y="226159"/>
                  <a:pt x="426480" y="170685"/>
                  <a:pt x="333240" y="138824"/>
                </a:cubicBezTo>
                <a:cubicBezTo>
                  <a:pt x="268933" y="114208"/>
                  <a:pt x="201871" y="99062"/>
                  <a:pt x="134653" y="84426"/>
                </a:cubicBezTo>
                <a:cubicBezTo>
                  <a:pt x="104343" y="73835"/>
                  <a:pt x="72652" y="65324"/>
                  <a:pt x="40533" y="63207"/>
                </a:cubicBezTo>
                <a:cubicBezTo>
                  <a:pt x="49762" y="56515"/>
                  <a:pt x="73237" y="50061"/>
                  <a:pt x="65866" y="28037"/>
                </a:cubicBezTo>
                <a:cubicBezTo>
                  <a:pt x="69083" y="37709"/>
                  <a:pt x="71738" y="51980"/>
                  <a:pt x="76475" y="62606"/>
                </a:cubicBezTo>
                <a:cubicBezTo>
                  <a:pt x="84694" y="90555"/>
                  <a:pt x="91870" y="118996"/>
                  <a:pt x="94131" y="148215"/>
                </a:cubicBezTo>
                <a:cubicBezTo>
                  <a:pt x="105983" y="206852"/>
                  <a:pt x="126963" y="262934"/>
                  <a:pt x="151868" y="317322"/>
                </a:cubicBezTo>
                <a:cubicBezTo>
                  <a:pt x="196521" y="414230"/>
                  <a:pt x="258692" y="500726"/>
                  <a:pt x="325709" y="583460"/>
                </a:cubicBezTo>
                <a:cubicBezTo>
                  <a:pt x="407590" y="683025"/>
                  <a:pt x="494616" y="779161"/>
                  <a:pt x="601449" y="852818"/>
                </a:cubicBezTo>
                <a:cubicBezTo>
                  <a:pt x="702347" y="919013"/>
                  <a:pt x="809818" y="973566"/>
                  <a:pt x="925956" y="1007990"/>
                </a:cubicBezTo>
                <a:cubicBezTo>
                  <a:pt x="1009983" y="1028263"/>
                  <a:pt x="1095101" y="1048229"/>
                  <a:pt x="1181559" y="1053665"/>
                </a:cubicBezTo>
                <a:cubicBezTo>
                  <a:pt x="1209576" y="1056277"/>
                  <a:pt x="1238898" y="1061766"/>
                  <a:pt x="1266577" y="1056051"/>
                </a:cubicBezTo>
                <a:cubicBezTo>
                  <a:pt x="1324841" y="1044021"/>
                  <a:pt x="1321724" y="1158521"/>
                  <a:pt x="1265131" y="114017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6" name="任意多边形: 形状 85">
            <a:extLst>
              <a:ext uri="{FF2B5EF4-FFF2-40B4-BE49-F238E27FC236}">
                <a16:creationId xmlns:a16="http://schemas.microsoft.com/office/drawing/2014/main" id="{A4653D4F-FB3D-F9A8-9735-2BC03BE058D2}"/>
              </a:ext>
            </a:extLst>
          </p:cNvPr>
          <p:cNvSpPr/>
          <p:nvPr/>
        </p:nvSpPr>
        <p:spPr>
          <a:xfrm>
            <a:off x="5348579" y="3118732"/>
            <a:ext cx="2427372" cy="727780"/>
          </a:xfrm>
          <a:custGeom>
            <a:avLst/>
            <a:gdLst>
              <a:gd name="csX0" fmla="*/ 2396589 w 2427372"/>
              <a:gd name="csY0" fmla="*/ 700806 h 727780"/>
              <a:gd name="csX1" fmla="*/ 2326783 w 2427372"/>
              <a:gd name="csY1" fmla="*/ 716880 h 727780"/>
              <a:gd name="csX2" fmla="*/ 2150837 w 2427372"/>
              <a:gd name="csY2" fmla="*/ 727777 h 727780"/>
              <a:gd name="csX3" fmla="*/ 1859886 w 2427372"/>
              <a:gd name="csY3" fmla="*/ 726334 h 727780"/>
              <a:gd name="csX4" fmla="*/ 1492059 w 2427372"/>
              <a:gd name="csY4" fmla="*/ 711264 h 727780"/>
              <a:gd name="csX5" fmla="*/ 1087037 w 2427372"/>
              <a:gd name="csY5" fmla="*/ 653473 h 727780"/>
              <a:gd name="csX6" fmla="*/ 693436 w 2427372"/>
              <a:gd name="csY6" fmla="*/ 539620 h 727780"/>
              <a:gd name="csX7" fmla="*/ 381006 w 2427372"/>
              <a:gd name="csY7" fmla="*/ 411195 h 727780"/>
              <a:gd name="csX8" fmla="*/ 183686 w 2427372"/>
              <a:gd name="csY8" fmla="*/ 308925 h 727780"/>
              <a:gd name="csX9" fmla="*/ 80835 w 2427372"/>
              <a:gd name="csY9" fmla="*/ 241513 h 727780"/>
              <a:gd name="csX10" fmla="*/ 24722 w 2427372"/>
              <a:gd name="csY10" fmla="*/ 175288 h 727780"/>
              <a:gd name="csX11" fmla="*/ 3705 w 2427372"/>
              <a:gd name="csY11" fmla="*/ 110366 h 727780"/>
              <a:gd name="csX12" fmla="*/ 238 w 2427372"/>
              <a:gd name="csY12" fmla="*/ 65193 h 727780"/>
              <a:gd name="csX13" fmla="*/ 29131 w 2427372"/>
              <a:gd name="csY13" fmla="*/ 9226 h 727780"/>
              <a:gd name="csX14" fmla="*/ 106439 w 2427372"/>
              <a:gd name="csY14" fmla="*/ 1885 h 727780"/>
              <a:gd name="csX15" fmla="*/ 224882 w 2427372"/>
              <a:gd name="csY15" fmla="*/ 2747 h 727780"/>
              <a:gd name="csX16" fmla="*/ 411801 w 2427372"/>
              <a:gd name="csY16" fmla="*/ 17559 h 727780"/>
              <a:gd name="csX17" fmla="*/ 630952 w 2427372"/>
              <a:gd name="csY17" fmla="*/ 44529 h 727780"/>
              <a:gd name="csX18" fmla="*/ 854342 w 2427372"/>
              <a:gd name="csY18" fmla="*/ 94500 h 727780"/>
              <a:gd name="csX19" fmla="*/ 1087057 w 2427372"/>
              <a:gd name="csY19" fmla="*/ 164794 h 727780"/>
              <a:gd name="csX20" fmla="*/ 1305113 w 2427372"/>
              <a:gd name="csY20" fmla="*/ 250901 h 727780"/>
              <a:gd name="csX21" fmla="*/ 1300168 w 2427372"/>
              <a:gd name="csY21" fmla="*/ 263579 h 727780"/>
              <a:gd name="csX22" fmla="*/ 1075826 w 2427372"/>
              <a:gd name="csY22" fmla="*/ 203703 h 727780"/>
              <a:gd name="csX23" fmla="*/ 842530 w 2427372"/>
              <a:gd name="csY23" fmla="*/ 136073 h 727780"/>
              <a:gd name="csX24" fmla="*/ 624789 w 2427372"/>
              <a:gd name="csY24" fmla="*/ 88266 h 727780"/>
              <a:gd name="csX25" fmla="*/ 407485 w 2427372"/>
              <a:gd name="csY25" fmla="*/ 64906 h 727780"/>
              <a:gd name="csX26" fmla="*/ 226587 w 2427372"/>
              <a:gd name="csY26" fmla="*/ 61377 h 727780"/>
              <a:gd name="csX27" fmla="*/ 113915 w 2427372"/>
              <a:gd name="csY27" fmla="*/ 76854 h 727780"/>
              <a:gd name="csX28" fmla="*/ 90956 w 2427372"/>
              <a:gd name="csY28" fmla="*/ 87106 h 727780"/>
              <a:gd name="csX29" fmla="*/ 101638 w 2427372"/>
              <a:gd name="csY29" fmla="*/ 69944 h 727780"/>
              <a:gd name="csX30" fmla="*/ 104286 w 2427372"/>
              <a:gd name="csY30" fmla="*/ 92126 h 727780"/>
              <a:gd name="csX31" fmla="*/ 113998 w 2427372"/>
              <a:gd name="csY31" fmla="*/ 124290 h 727780"/>
              <a:gd name="csX32" fmla="*/ 145342 w 2427372"/>
              <a:gd name="csY32" fmla="*/ 160144 h 727780"/>
              <a:gd name="csX33" fmla="*/ 235136 w 2427372"/>
              <a:gd name="csY33" fmla="*/ 229503 h 727780"/>
              <a:gd name="csX34" fmla="*/ 413225 w 2427372"/>
              <a:gd name="csY34" fmla="*/ 350347 h 727780"/>
              <a:gd name="csX35" fmla="*/ 707681 w 2427372"/>
              <a:gd name="csY35" fmla="*/ 499442 h 727780"/>
              <a:gd name="csX36" fmla="*/ 1095482 w 2427372"/>
              <a:gd name="csY36" fmla="*/ 611389 h 727780"/>
              <a:gd name="csX37" fmla="*/ 1495056 w 2427372"/>
              <a:gd name="csY37" fmla="*/ 662748 h 727780"/>
              <a:gd name="csX38" fmla="*/ 1858530 w 2427372"/>
              <a:gd name="csY38" fmla="*/ 662734 h 727780"/>
              <a:gd name="csX39" fmla="*/ 2145985 w 2427372"/>
              <a:gd name="csY39" fmla="*/ 643273 h 727780"/>
              <a:gd name="csX40" fmla="*/ 2317540 w 2427372"/>
              <a:gd name="csY40" fmla="*/ 626729 h 727780"/>
              <a:gd name="csX41" fmla="*/ 2387465 w 2427372"/>
              <a:gd name="csY41" fmla="*/ 630032 h 727780"/>
              <a:gd name="csX42" fmla="*/ 2396590 w 2427372"/>
              <a:gd name="csY42" fmla="*/ 700815 h 7277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2427372" h="727780">
                <a:moveTo>
                  <a:pt x="2396589" y="700806"/>
                </a:moveTo>
                <a:cubicBezTo>
                  <a:pt x="2374843" y="710817"/>
                  <a:pt x="2350615" y="714034"/>
                  <a:pt x="2326783" y="716880"/>
                </a:cubicBezTo>
                <a:cubicBezTo>
                  <a:pt x="2268243" y="722268"/>
                  <a:pt x="2209682" y="727285"/>
                  <a:pt x="2150837" y="727777"/>
                </a:cubicBezTo>
                <a:cubicBezTo>
                  <a:pt x="2053863" y="727879"/>
                  <a:pt x="1956879" y="725885"/>
                  <a:pt x="1859886" y="726334"/>
                </a:cubicBezTo>
                <a:cubicBezTo>
                  <a:pt x="1736928" y="728030"/>
                  <a:pt x="1614665" y="718873"/>
                  <a:pt x="1492059" y="711264"/>
                </a:cubicBezTo>
                <a:cubicBezTo>
                  <a:pt x="1355680" y="701483"/>
                  <a:pt x="1220711" y="681898"/>
                  <a:pt x="1087037" y="653473"/>
                </a:cubicBezTo>
                <a:cubicBezTo>
                  <a:pt x="953030" y="625225"/>
                  <a:pt x="822938" y="583451"/>
                  <a:pt x="693436" y="539620"/>
                </a:cubicBezTo>
                <a:cubicBezTo>
                  <a:pt x="586279" y="504231"/>
                  <a:pt x="482914" y="459313"/>
                  <a:pt x="381006" y="411195"/>
                </a:cubicBezTo>
                <a:cubicBezTo>
                  <a:pt x="315254" y="377335"/>
                  <a:pt x="247732" y="346091"/>
                  <a:pt x="183686" y="308925"/>
                </a:cubicBezTo>
                <a:cubicBezTo>
                  <a:pt x="147261" y="290161"/>
                  <a:pt x="113763" y="265782"/>
                  <a:pt x="80835" y="241513"/>
                </a:cubicBezTo>
                <a:cubicBezTo>
                  <a:pt x="56665" y="223490"/>
                  <a:pt x="39371" y="201039"/>
                  <a:pt x="24722" y="175288"/>
                </a:cubicBezTo>
                <a:cubicBezTo>
                  <a:pt x="13550" y="154943"/>
                  <a:pt x="8853" y="132591"/>
                  <a:pt x="3705" y="110366"/>
                </a:cubicBezTo>
                <a:cubicBezTo>
                  <a:pt x="-320" y="95398"/>
                  <a:pt x="-265" y="80457"/>
                  <a:pt x="238" y="65193"/>
                </a:cubicBezTo>
                <a:cubicBezTo>
                  <a:pt x="1171" y="40712"/>
                  <a:pt x="13969" y="26637"/>
                  <a:pt x="29131" y="9226"/>
                </a:cubicBezTo>
                <a:cubicBezTo>
                  <a:pt x="54255" y="-3630"/>
                  <a:pt x="79697" y="156"/>
                  <a:pt x="106439" y="1885"/>
                </a:cubicBezTo>
                <a:cubicBezTo>
                  <a:pt x="145888" y="48"/>
                  <a:pt x="185384" y="2721"/>
                  <a:pt x="224882" y="2747"/>
                </a:cubicBezTo>
                <a:cubicBezTo>
                  <a:pt x="287282" y="7084"/>
                  <a:pt x="349641" y="10273"/>
                  <a:pt x="411801" y="17559"/>
                </a:cubicBezTo>
                <a:cubicBezTo>
                  <a:pt x="484921" y="26017"/>
                  <a:pt x="557848" y="35896"/>
                  <a:pt x="630952" y="44529"/>
                </a:cubicBezTo>
                <a:cubicBezTo>
                  <a:pt x="707254" y="52100"/>
                  <a:pt x="780895" y="73604"/>
                  <a:pt x="854342" y="94500"/>
                </a:cubicBezTo>
                <a:cubicBezTo>
                  <a:pt x="931783" y="118330"/>
                  <a:pt x="1009190" y="142383"/>
                  <a:pt x="1087057" y="164794"/>
                </a:cubicBezTo>
                <a:cubicBezTo>
                  <a:pt x="1162730" y="186242"/>
                  <a:pt x="1232123" y="222445"/>
                  <a:pt x="1305113" y="250901"/>
                </a:cubicBezTo>
                <a:cubicBezTo>
                  <a:pt x="1314077" y="254396"/>
                  <a:pt x="1309132" y="267074"/>
                  <a:pt x="1300168" y="263579"/>
                </a:cubicBezTo>
                <a:cubicBezTo>
                  <a:pt x="1227106" y="235081"/>
                  <a:pt x="1151283" y="224828"/>
                  <a:pt x="1075826" y="203703"/>
                </a:cubicBezTo>
                <a:cubicBezTo>
                  <a:pt x="998004" y="181171"/>
                  <a:pt x="920273" y="158833"/>
                  <a:pt x="842530" y="136073"/>
                </a:cubicBezTo>
                <a:cubicBezTo>
                  <a:pt x="770919" y="115768"/>
                  <a:pt x="698293" y="100153"/>
                  <a:pt x="624789" y="88266"/>
                </a:cubicBezTo>
                <a:cubicBezTo>
                  <a:pt x="552746" y="76459"/>
                  <a:pt x="480304" y="69822"/>
                  <a:pt x="407485" y="64906"/>
                </a:cubicBezTo>
                <a:cubicBezTo>
                  <a:pt x="347213" y="61028"/>
                  <a:pt x="286927" y="55380"/>
                  <a:pt x="226587" y="61377"/>
                </a:cubicBezTo>
                <a:cubicBezTo>
                  <a:pt x="188573" y="63680"/>
                  <a:pt x="151415" y="70672"/>
                  <a:pt x="113915" y="76854"/>
                </a:cubicBezTo>
                <a:cubicBezTo>
                  <a:pt x="110674" y="77827"/>
                  <a:pt x="68898" y="91125"/>
                  <a:pt x="90956" y="87106"/>
                </a:cubicBezTo>
                <a:cubicBezTo>
                  <a:pt x="93280" y="83299"/>
                  <a:pt x="103334" y="72055"/>
                  <a:pt x="101638" y="69944"/>
                </a:cubicBezTo>
                <a:cubicBezTo>
                  <a:pt x="101893" y="72079"/>
                  <a:pt x="104937" y="85595"/>
                  <a:pt x="104286" y="92126"/>
                </a:cubicBezTo>
                <a:cubicBezTo>
                  <a:pt x="106444" y="103309"/>
                  <a:pt x="107571" y="114566"/>
                  <a:pt x="113998" y="124290"/>
                </a:cubicBezTo>
                <a:cubicBezTo>
                  <a:pt x="123478" y="137228"/>
                  <a:pt x="132289" y="150380"/>
                  <a:pt x="145342" y="160144"/>
                </a:cubicBezTo>
                <a:cubicBezTo>
                  <a:pt x="174738" y="183848"/>
                  <a:pt x="205247" y="206311"/>
                  <a:pt x="235136" y="229503"/>
                </a:cubicBezTo>
                <a:cubicBezTo>
                  <a:pt x="293345" y="271649"/>
                  <a:pt x="350608" y="314761"/>
                  <a:pt x="413225" y="350347"/>
                </a:cubicBezTo>
                <a:cubicBezTo>
                  <a:pt x="507980" y="406371"/>
                  <a:pt x="605316" y="458560"/>
                  <a:pt x="707681" y="499442"/>
                </a:cubicBezTo>
                <a:cubicBezTo>
                  <a:pt x="833887" y="546266"/>
                  <a:pt x="963675" y="583910"/>
                  <a:pt x="1095482" y="611389"/>
                </a:cubicBezTo>
                <a:cubicBezTo>
                  <a:pt x="1227460" y="636296"/>
                  <a:pt x="1360925" y="654891"/>
                  <a:pt x="1495056" y="662748"/>
                </a:cubicBezTo>
                <a:cubicBezTo>
                  <a:pt x="1616061" y="670240"/>
                  <a:pt x="1737457" y="668422"/>
                  <a:pt x="1858530" y="662734"/>
                </a:cubicBezTo>
                <a:cubicBezTo>
                  <a:pt x="1954503" y="659108"/>
                  <a:pt x="2050458" y="652915"/>
                  <a:pt x="2145985" y="643273"/>
                </a:cubicBezTo>
                <a:cubicBezTo>
                  <a:pt x="2203154" y="637085"/>
                  <a:pt x="2260418" y="633143"/>
                  <a:pt x="2317540" y="626729"/>
                </a:cubicBezTo>
                <a:cubicBezTo>
                  <a:pt x="2340963" y="624887"/>
                  <a:pt x="2365093" y="622298"/>
                  <a:pt x="2387465" y="630032"/>
                </a:cubicBezTo>
                <a:cubicBezTo>
                  <a:pt x="2435162" y="646520"/>
                  <a:pt x="2442432" y="679713"/>
                  <a:pt x="2396590" y="70081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A419378B-D0BA-221C-F959-85E9A4916260}"/>
              </a:ext>
            </a:extLst>
          </p:cNvPr>
          <p:cNvSpPr/>
          <p:nvPr/>
        </p:nvSpPr>
        <p:spPr>
          <a:xfrm>
            <a:off x="8041257" y="2409368"/>
            <a:ext cx="597236" cy="455778"/>
          </a:xfrm>
          <a:custGeom>
            <a:avLst/>
            <a:gdLst>
              <a:gd name="csX0" fmla="*/ 1758 w 597236"/>
              <a:gd name="csY0" fmla="*/ 422618 h 455778"/>
              <a:gd name="csX1" fmla="*/ 46687 w 597236"/>
              <a:gd name="csY1" fmla="*/ 352986 h 455778"/>
              <a:gd name="csX2" fmla="*/ 144175 w 597236"/>
              <a:gd name="csY2" fmla="*/ 213655 h 455778"/>
              <a:gd name="csX3" fmla="*/ 251170 w 597236"/>
              <a:gd name="csY3" fmla="*/ 73504 h 455778"/>
              <a:gd name="csX4" fmla="*/ 365936 w 597236"/>
              <a:gd name="csY4" fmla="*/ 1891 h 455778"/>
              <a:gd name="csX5" fmla="*/ 491943 w 597236"/>
              <a:gd name="csY5" fmla="*/ 43867 h 455778"/>
              <a:gd name="csX6" fmla="*/ 584530 w 597236"/>
              <a:gd name="csY6" fmla="*/ 162700 h 455778"/>
              <a:gd name="csX7" fmla="*/ 596081 w 597236"/>
              <a:gd name="csY7" fmla="*/ 182426 h 455778"/>
              <a:gd name="csX8" fmla="*/ 584336 w 597236"/>
              <a:gd name="csY8" fmla="*/ 189296 h 455778"/>
              <a:gd name="csX9" fmla="*/ 573195 w 597236"/>
              <a:gd name="csY9" fmla="*/ 170227 h 455778"/>
              <a:gd name="csX10" fmla="*/ 471401 w 597236"/>
              <a:gd name="csY10" fmla="*/ 73434 h 455778"/>
              <a:gd name="csX11" fmla="*/ 373122 w 597236"/>
              <a:gd name="csY11" fmla="*/ 39580 h 455778"/>
              <a:gd name="csX12" fmla="*/ 269881 w 597236"/>
              <a:gd name="csY12" fmla="*/ 91352 h 455778"/>
              <a:gd name="csX13" fmla="*/ 159781 w 597236"/>
              <a:gd name="csY13" fmla="*/ 224274 h 455778"/>
              <a:gd name="csX14" fmla="*/ 73689 w 597236"/>
              <a:gd name="csY14" fmla="*/ 368397 h 455778"/>
              <a:gd name="csX15" fmla="*/ 55008 w 597236"/>
              <a:gd name="csY15" fmla="*/ 432285 h 455778"/>
              <a:gd name="csX16" fmla="*/ 1763 w 597236"/>
              <a:gd name="csY16" fmla="*/ 422604 h 4557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597236" h="455778">
                <a:moveTo>
                  <a:pt x="1758" y="422618"/>
                </a:moveTo>
                <a:cubicBezTo>
                  <a:pt x="11196" y="396198"/>
                  <a:pt x="28323" y="373927"/>
                  <a:pt x="46687" y="352986"/>
                </a:cubicBezTo>
                <a:cubicBezTo>
                  <a:pt x="78632" y="306201"/>
                  <a:pt x="110709" y="259393"/>
                  <a:pt x="144175" y="213655"/>
                </a:cubicBezTo>
                <a:cubicBezTo>
                  <a:pt x="177427" y="165032"/>
                  <a:pt x="212111" y="117633"/>
                  <a:pt x="251170" y="73504"/>
                </a:cubicBezTo>
                <a:cubicBezTo>
                  <a:pt x="282430" y="37556"/>
                  <a:pt x="320141" y="13764"/>
                  <a:pt x="365936" y="1891"/>
                </a:cubicBezTo>
                <a:cubicBezTo>
                  <a:pt x="414329" y="-6626"/>
                  <a:pt x="455165" y="14732"/>
                  <a:pt x="491943" y="43867"/>
                </a:cubicBezTo>
                <a:cubicBezTo>
                  <a:pt x="538043" y="72476"/>
                  <a:pt x="556262" y="120168"/>
                  <a:pt x="584530" y="162700"/>
                </a:cubicBezTo>
                <a:cubicBezTo>
                  <a:pt x="588381" y="169275"/>
                  <a:pt x="592231" y="175851"/>
                  <a:pt x="596081" y="182426"/>
                </a:cubicBezTo>
                <a:cubicBezTo>
                  <a:pt x="600943" y="190729"/>
                  <a:pt x="589190" y="197604"/>
                  <a:pt x="584336" y="189296"/>
                </a:cubicBezTo>
                <a:cubicBezTo>
                  <a:pt x="580622" y="182940"/>
                  <a:pt x="576909" y="176583"/>
                  <a:pt x="573195" y="170227"/>
                </a:cubicBezTo>
                <a:cubicBezTo>
                  <a:pt x="547548" y="131563"/>
                  <a:pt x="505231" y="104864"/>
                  <a:pt x="471401" y="73434"/>
                </a:cubicBezTo>
                <a:cubicBezTo>
                  <a:pt x="440625" y="55256"/>
                  <a:pt x="409875" y="38392"/>
                  <a:pt x="373122" y="39580"/>
                </a:cubicBezTo>
                <a:cubicBezTo>
                  <a:pt x="333585" y="47334"/>
                  <a:pt x="298985" y="61451"/>
                  <a:pt x="269881" y="91352"/>
                </a:cubicBezTo>
                <a:cubicBezTo>
                  <a:pt x="228449" y="131505"/>
                  <a:pt x="191982" y="176391"/>
                  <a:pt x="159781" y="224274"/>
                </a:cubicBezTo>
                <a:cubicBezTo>
                  <a:pt x="129848" y="271600"/>
                  <a:pt x="99370" y="318553"/>
                  <a:pt x="73689" y="368397"/>
                </a:cubicBezTo>
                <a:cubicBezTo>
                  <a:pt x="66959" y="389687"/>
                  <a:pt x="57578" y="410211"/>
                  <a:pt x="55008" y="432285"/>
                </a:cubicBezTo>
                <a:cubicBezTo>
                  <a:pt x="50582" y="470294"/>
                  <a:pt x="-11110" y="458641"/>
                  <a:pt x="1763" y="42260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293C7195-9F6A-7D1B-85A5-F8DAC7391D99}"/>
              </a:ext>
            </a:extLst>
          </p:cNvPr>
          <p:cNvSpPr/>
          <p:nvPr/>
        </p:nvSpPr>
        <p:spPr>
          <a:xfrm>
            <a:off x="7780724" y="2522268"/>
            <a:ext cx="413494" cy="188045"/>
          </a:xfrm>
          <a:custGeom>
            <a:avLst/>
            <a:gdLst>
              <a:gd name="csX0" fmla="*/ 384306 w 413494"/>
              <a:gd name="csY0" fmla="*/ 113217 h 188045"/>
              <a:gd name="csX1" fmla="*/ 359807 w 413494"/>
              <a:gd name="csY1" fmla="*/ 90265 h 188045"/>
              <a:gd name="csX2" fmla="*/ 313230 w 413494"/>
              <a:gd name="csY2" fmla="*/ 53173 h 188045"/>
              <a:gd name="csX3" fmla="*/ 257905 w 413494"/>
              <a:gd name="csY3" fmla="*/ 33596 h 188045"/>
              <a:gd name="csX4" fmla="*/ 192971 w 413494"/>
              <a:gd name="csY4" fmla="*/ 28948 h 188045"/>
              <a:gd name="csX5" fmla="*/ 133282 w 413494"/>
              <a:gd name="csY5" fmla="*/ 41010 h 188045"/>
              <a:gd name="csX6" fmla="*/ 86479 w 413494"/>
              <a:gd name="csY6" fmla="*/ 71342 h 188045"/>
              <a:gd name="csX7" fmla="*/ 45280 w 413494"/>
              <a:gd name="csY7" fmla="*/ 121428 h 188045"/>
              <a:gd name="csX8" fmla="*/ 17260 w 413494"/>
              <a:gd name="csY8" fmla="*/ 174766 h 188045"/>
              <a:gd name="csX9" fmla="*/ 13107 w 413494"/>
              <a:gd name="csY9" fmla="*/ 183165 h 188045"/>
              <a:gd name="csX10" fmla="*/ 241 w 413494"/>
              <a:gd name="csY10" fmla="*/ 178734 h 188045"/>
              <a:gd name="csX11" fmla="*/ 2180 w 413494"/>
              <a:gd name="csY11" fmla="*/ 169445 h 188045"/>
              <a:gd name="csX12" fmla="*/ 23939 w 413494"/>
              <a:gd name="csY12" fmla="*/ 107523 h 188045"/>
              <a:gd name="csX13" fmla="*/ 67051 w 413494"/>
              <a:gd name="csY13" fmla="*/ 50825 h 188045"/>
              <a:gd name="csX14" fmla="*/ 124124 w 413494"/>
              <a:gd name="csY14" fmla="*/ 12006 h 188045"/>
              <a:gd name="csX15" fmla="*/ 192241 w 413494"/>
              <a:gd name="csY15" fmla="*/ 91 h 188045"/>
              <a:gd name="csX16" fmla="*/ 263627 w 413494"/>
              <a:gd name="csY16" fmla="*/ 6427 h 188045"/>
              <a:gd name="csX17" fmla="*/ 327646 w 413494"/>
              <a:gd name="csY17" fmla="*/ 30027 h 188045"/>
              <a:gd name="csX18" fmla="*/ 380035 w 413494"/>
              <a:gd name="csY18" fmla="*/ 66014 h 188045"/>
              <a:gd name="csX19" fmla="*/ 409758 w 413494"/>
              <a:gd name="csY19" fmla="*/ 95001 h 188045"/>
              <a:gd name="csX20" fmla="*/ 384306 w 413494"/>
              <a:gd name="csY20" fmla="*/ 113216 h 1880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13494" h="188045">
                <a:moveTo>
                  <a:pt x="384306" y="113217"/>
                </a:moveTo>
                <a:cubicBezTo>
                  <a:pt x="378567" y="104317"/>
                  <a:pt x="368157" y="97459"/>
                  <a:pt x="359807" y="90265"/>
                </a:cubicBezTo>
                <a:cubicBezTo>
                  <a:pt x="346458" y="75291"/>
                  <a:pt x="329332" y="64733"/>
                  <a:pt x="313230" y="53173"/>
                </a:cubicBezTo>
                <a:cubicBezTo>
                  <a:pt x="296052" y="43320"/>
                  <a:pt x="276936" y="38406"/>
                  <a:pt x="257905" y="33596"/>
                </a:cubicBezTo>
                <a:cubicBezTo>
                  <a:pt x="236391" y="29502"/>
                  <a:pt x="214709" y="29428"/>
                  <a:pt x="192971" y="28948"/>
                </a:cubicBezTo>
                <a:cubicBezTo>
                  <a:pt x="172374" y="29438"/>
                  <a:pt x="152866" y="35440"/>
                  <a:pt x="133282" y="41010"/>
                </a:cubicBezTo>
                <a:cubicBezTo>
                  <a:pt x="115389" y="47370"/>
                  <a:pt x="101337" y="60084"/>
                  <a:pt x="86479" y="71342"/>
                </a:cubicBezTo>
                <a:cubicBezTo>
                  <a:pt x="70283" y="85930"/>
                  <a:pt x="57485" y="103561"/>
                  <a:pt x="45280" y="121428"/>
                </a:cubicBezTo>
                <a:cubicBezTo>
                  <a:pt x="33729" y="138009"/>
                  <a:pt x="26105" y="156620"/>
                  <a:pt x="17260" y="174766"/>
                </a:cubicBezTo>
                <a:cubicBezTo>
                  <a:pt x="15876" y="177566"/>
                  <a:pt x="14491" y="180365"/>
                  <a:pt x="13107" y="183165"/>
                </a:cubicBezTo>
                <a:cubicBezTo>
                  <a:pt x="8842" y="191790"/>
                  <a:pt x="-1725" y="188153"/>
                  <a:pt x="241" y="178734"/>
                </a:cubicBezTo>
                <a:cubicBezTo>
                  <a:pt x="887" y="175638"/>
                  <a:pt x="1534" y="172541"/>
                  <a:pt x="2180" y="169445"/>
                </a:cubicBezTo>
                <a:cubicBezTo>
                  <a:pt x="7369" y="148184"/>
                  <a:pt x="12526" y="126420"/>
                  <a:pt x="23939" y="107523"/>
                </a:cubicBezTo>
                <a:cubicBezTo>
                  <a:pt x="37097" y="87788"/>
                  <a:pt x="50329" y="67974"/>
                  <a:pt x="67051" y="50825"/>
                </a:cubicBezTo>
                <a:cubicBezTo>
                  <a:pt x="84141" y="34398"/>
                  <a:pt x="100394" y="18490"/>
                  <a:pt x="124124" y="12006"/>
                </a:cubicBezTo>
                <a:cubicBezTo>
                  <a:pt x="146377" y="5362"/>
                  <a:pt x="168957" y="1415"/>
                  <a:pt x="192241" y="91"/>
                </a:cubicBezTo>
                <a:cubicBezTo>
                  <a:pt x="216240" y="-359"/>
                  <a:pt x="240177" y="724"/>
                  <a:pt x="263627" y="6427"/>
                </a:cubicBezTo>
                <a:cubicBezTo>
                  <a:pt x="286239" y="11338"/>
                  <a:pt x="308314" y="16453"/>
                  <a:pt x="327646" y="30027"/>
                </a:cubicBezTo>
                <a:cubicBezTo>
                  <a:pt x="345348" y="41762"/>
                  <a:pt x="363110" y="53266"/>
                  <a:pt x="380035" y="66014"/>
                </a:cubicBezTo>
                <a:cubicBezTo>
                  <a:pt x="390642" y="75205"/>
                  <a:pt x="401148" y="83963"/>
                  <a:pt x="409758" y="95001"/>
                </a:cubicBezTo>
                <a:cubicBezTo>
                  <a:pt x="423371" y="112451"/>
                  <a:pt x="396301" y="131816"/>
                  <a:pt x="384306" y="11321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B9845CFF-AFEA-C735-59B4-6356EB480AE9}"/>
              </a:ext>
            </a:extLst>
          </p:cNvPr>
          <p:cNvSpPr/>
          <p:nvPr/>
        </p:nvSpPr>
        <p:spPr>
          <a:xfrm>
            <a:off x="7258212" y="2288766"/>
            <a:ext cx="339604" cy="784079"/>
          </a:xfrm>
          <a:custGeom>
            <a:avLst/>
            <a:gdLst>
              <a:gd name="csX0" fmla="*/ 82335 w 339604"/>
              <a:gd name="csY0" fmla="*/ 758104 h 784079"/>
              <a:gd name="csX1" fmla="*/ 76006 w 339604"/>
              <a:gd name="csY1" fmla="*/ 715059 h 784079"/>
              <a:gd name="csX2" fmla="*/ 49540 w 339604"/>
              <a:gd name="csY2" fmla="*/ 604311 h 784079"/>
              <a:gd name="csX3" fmla="*/ 15999 w 339604"/>
              <a:gd name="csY3" fmla="*/ 450549 h 784079"/>
              <a:gd name="csX4" fmla="*/ 246 w 339604"/>
              <a:gd name="csY4" fmla="*/ 295625 h 784079"/>
              <a:gd name="csX5" fmla="*/ 16546 w 339604"/>
              <a:gd name="csY5" fmla="*/ 156027 h 784079"/>
              <a:gd name="csX6" fmla="*/ 35125 w 339604"/>
              <a:gd name="csY6" fmla="*/ 57252 h 784079"/>
              <a:gd name="csX7" fmla="*/ 74496 w 339604"/>
              <a:gd name="csY7" fmla="*/ 4322 h 784079"/>
              <a:gd name="csX8" fmla="*/ 149396 w 339604"/>
              <a:gd name="csY8" fmla="*/ 26170 h 784079"/>
              <a:gd name="csX9" fmla="*/ 242403 w 339604"/>
              <a:gd name="csY9" fmla="*/ 126182 h 784079"/>
              <a:gd name="csX10" fmla="*/ 338234 w 339604"/>
              <a:gd name="csY10" fmla="*/ 251074 h 784079"/>
              <a:gd name="csX11" fmla="*/ 326869 w 339604"/>
              <a:gd name="csY11" fmla="*/ 258556 h 784079"/>
              <a:gd name="csX12" fmla="*/ 232464 w 339604"/>
              <a:gd name="csY12" fmla="*/ 135474 h 784079"/>
              <a:gd name="csX13" fmla="*/ 135433 w 339604"/>
              <a:gd name="csY13" fmla="*/ 45608 h 784079"/>
              <a:gd name="csX14" fmla="*/ 89835 w 339604"/>
              <a:gd name="csY14" fmla="*/ 33213 h 784079"/>
              <a:gd name="csX15" fmla="*/ 61037 w 339604"/>
              <a:gd name="csY15" fmla="*/ 65986 h 784079"/>
              <a:gd name="csX16" fmla="*/ 31192 w 339604"/>
              <a:gd name="csY16" fmla="*/ 158897 h 784079"/>
              <a:gd name="csX17" fmla="*/ 17672 w 339604"/>
              <a:gd name="csY17" fmla="*/ 295171 h 784079"/>
              <a:gd name="csX18" fmla="*/ 34429 w 339604"/>
              <a:gd name="csY18" fmla="*/ 446866 h 784079"/>
              <a:gd name="csX19" fmla="*/ 73607 w 339604"/>
              <a:gd name="csY19" fmla="*/ 597237 h 784079"/>
              <a:gd name="csX20" fmla="*/ 119964 w 339604"/>
              <a:gd name="csY20" fmla="*/ 698878 h 784079"/>
              <a:gd name="csX21" fmla="*/ 142593 w 339604"/>
              <a:gd name="csY21" fmla="*/ 745810 h 784079"/>
              <a:gd name="csX22" fmla="*/ 82333 w 339604"/>
              <a:gd name="csY22" fmla="*/ 758111 h 7840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339604" h="784079">
                <a:moveTo>
                  <a:pt x="82335" y="758104"/>
                </a:moveTo>
                <a:cubicBezTo>
                  <a:pt x="83250" y="743592"/>
                  <a:pt x="78817" y="729222"/>
                  <a:pt x="76006" y="715059"/>
                </a:cubicBezTo>
                <a:cubicBezTo>
                  <a:pt x="66406" y="678389"/>
                  <a:pt x="58373" y="641335"/>
                  <a:pt x="49540" y="604311"/>
                </a:cubicBezTo>
                <a:cubicBezTo>
                  <a:pt x="40170" y="552704"/>
                  <a:pt x="26280" y="502041"/>
                  <a:pt x="15999" y="450549"/>
                </a:cubicBezTo>
                <a:cubicBezTo>
                  <a:pt x="8590" y="399054"/>
                  <a:pt x="2250" y="347708"/>
                  <a:pt x="246" y="295625"/>
                </a:cubicBezTo>
                <a:cubicBezTo>
                  <a:pt x="-1740" y="248421"/>
                  <a:pt x="8696" y="202224"/>
                  <a:pt x="16546" y="156027"/>
                </a:cubicBezTo>
                <a:cubicBezTo>
                  <a:pt x="22270" y="122952"/>
                  <a:pt x="27219" y="89802"/>
                  <a:pt x="35125" y="57252"/>
                </a:cubicBezTo>
                <a:cubicBezTo>
                  <a:pt x="39836" y="31576"/>
                  <a:pt x="53959" y="17758"/>
                  <a:pt x="74496" y="4322"/>
                </a:cubicBezTo>
                <a:cubicBezTo>
                  <a:pt x="105870" y="-7304"/>
                  <a:pt x="125934" y="6058"/>
                  <a:pt x="149396" y="26170"/>
                </a:cubicBezTo>
                <a:cubicBezTo>
                  <a:pt x="180217" y="59572"/>
                  <a:pt x="211310" y="92912"/>
                  <a:pt x="242403" y="126182"/>
                </a:cubicBezTo>
                <a:cubicBezTo>
                  <a:pt x="279145" y="164019"/>
                  <a:pt x="309329" y="207171"/>
                  <a:pt x="338234" y="251074"/>
                </a:cubicBezTo>
                <a:cubicBezTo>
                  <a:pt x="343525" y="259110"/>
                  <a:pt x="332159" y="266593"/>
                  <a:pt x="326869" y="258556"/>
                </a:cubicBezTo>
                <a:cubicBezTo>
                  <a:pt x="298391" y="215292"/>
                  <a:pt x="268682" y="172748"/>
                  <a:pt x="232464" y="135474"/>
                </a:cubicBezTo>
                <a:cubicBezTo>
                  <a:pt x="202323" y="103218"/>
                  <a:pt x="172454" y="70183"/>
                  <a:pt x="135433" y="45608"/>
                </a:cubicBezTo>
                <a:cubicBezTo>
                  <a:pt x="120003" y="39372"/>
                  <a:pt x="107194" y="30023"/>
                  <a:pt x="89835" y="33213"/>
                </a:cubicBezTo>
                <a:cubicBezTo>
                  <a:pt x="78459" y="43283"/>
                  <a:pt x="66560" y="50188"/>
                  <a:pt x="61037" y="65986"/>
                </a:cubicBezTo>
                <a:cubicBezTo>
                  <a:pt x="49356" y="96438"/>
                  <a:pt x="37862" y="126822"/>
                  <a:pt x="31192" y="158897"/>
                </a:cubicBezTo>
                <a:cubicBezTo>
                  <a:pt x="21242" y="203598"/>
                  <a:pt x="17648" y="249430"/>
                  <a:pt x="17672" y="295171"/>
                </a:cubicBezTo>
                <a:cubicBezTo>
                  <a:pt x="18353" y="345975"/>
                  <a:pt x="21824" y="397555"/>
                  <a:pt x="34429" y="446866"/>
                </a:cubicBezTo>
                <a:cubicBezTo>
                  <a:pt x="44542" y="497576"/>
                  <a:pt x="54418" y="549126"/>
                  <a:pt x="73607" y="597237"/>
                </a:cubicBezTo>
                <a:cubicBezTo>
                  <a:pt x="86138" y="632745"/>
                  <a:pt x="101914" y="666010"/>
                  <a:pt x="119964" y="698878"/>
                </a:cubicBezTo>
                <a:cubicBezTo>
                  <a:pt x="128095" y="714272"/>
                  <a:pt x="135704" y="729820"/>
                  <a:pt x="142593" y="745810"/>
                </a:cubicBezTo>
                <a:cubicBezTo>
                  <a:pt x="159800" y="785750"/>
                  <a:pt x="79597" y="801513"/>
                  <a:pt x="82333" y="7581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191AD745-00CF-3B2F-56A3-57DBA0D8254D}"/>
              </a:ext>
            </a:extLst>
          </p:cNvPr>
          <p:cNvSpPr/>
          <p:nvPr/>
        </p:nvSpPr>
        <p:spPr>
          <a:xfrm>
            <a:off x="6765785" y="2124328"/>
            <a:ext cx="506534" cy="821353"/>
          </a:xfrm>
          <a:custGeom>
            <a:avLst/>
            <a:gdLst>
              <a:gd name="csX0" fmla="*/ 118038 w 506534"/>
              <a:gd name="csY0" fmla="*/ 656795 h 821353"/>
              <a:gd name="csX1" fmla="*/ 104832 w 506534"/>
              <a:gd name="csY1" fmla="*/ 607997 h 821353"/>
              <a:gd name="csX2" fmla="*/ 83271 w 506534"/>
              <a:gd name="csY2" fmla="*/ 502508 h 821353"/>
              <a:gd name="csX3" fmla="*/ 54483 w 506534"/>
              <a:gd name="csY3" fmla="*/ 347212 h 821353"/>
              <a:gd name="csX4" fmla="*/ 27309 w 506534"/>
              <a:gd name="csY4" fmla="*/ 212024 h 821353"/>
              <a:gd name="csX5" fmla="*/ 9556 w 506534"/>
              <a:gd name="csY5" fmla="*/ 104382 h 821353"/>
              <a:gd name="csX6" fmla="*/ 0 w 506534"/>
              <a:gd name="csY6" fmla="*/ 44405 h 821353"/>
              <a:gd name="csX7" fmla="*/ 38868 w 506534"/>
              <a:gd name="csY7" fmla="*/ 0 h 821353"/>
              <a:gd name="csX8" fmla="*/ 89386 w 506534"/>
              <a:gd name="csY8" fmla="*/ 40796 h 821353"/>
              <a:gd name="csX9" fmla="*/ 159853 w 506534"/>
              <a:gd name="csY9" fmla="*/ 124619 h 821353"/>
              <a:gd name="csX10" fmla="*/ 246494 w 506534"/>
              <a:gd name="csY10" fmla="*/ 236852 h 821353"/>
              <a:gd name="csX11" fmla="*/ 332618 w 506534"/>
              <a:gd name="csY11" fmla="*/ 367821 h 821353"/>
              <a:gd name="csX12" fmla="*/ 406109 w 506534"/>
              <a:gd name="csY12" fmla="*/ 490017 h 821353"/>
              <a:gd name="csX13" fmla="*/ 455434 w 506534"/>
              <a:gd name="csY13" fmla="*/ 612004 h 821353"/>
              <a:gd name="csX14" fmla="*/ 491255 w 506534"/>
              <a:gd name="csY14" fmla="*/ 724228 h 821353"/>
              <a:gd name="csX15" fmla="*/ 506339 w 506534"/>
              <a:gd name="csY15" fmla="*/ 812417 h 821353"/>
              <a:gd name="csX16" fmla="*/ 493193 w 506534"/>
              <a:gd name="csY16" fmla="*/ 815927 h 821353"/>
              <a:gd name="csX17" fmla="*/ 461587 w 506534"/>
              <a:gd name="csY17" fmla="*/ 732826 h 821353"/>
              <a:gd name="csX18" fmla="*/ 428315 w 506534"/>
              <a:gd name="csY18" fmla="*/ 621098 h 821353"/>
              <a:gd name="csX19" fmla="*/ 381812 w 506534"/>
              <a:gd name="csY19" fmla="*/ 502359 h 821353"/>
              <a:gd name="csX20" fmla="*/ 314579 w 506534"/>
              <a:gd name="csY20" fmla="*/ 379191 h 821353"/>
              <a:gd name="csX21" fmla="*/ 228427 w 506534"/>
              <a:gd name="csY21" fmla="*/ 249823 h 821353"/>
              <a:gd name="csX22" fmla="*/ 142620 w 506534"/>
              <a:gd name="csY22" fmla="*/ 139523 h 821353"/>
              <a:gd name="csX23" fmla="*/ 65289 w 506534"/>
              <a:gd name="csY23" fmla="*/ 68620 h 821353"/>
              <a:gd name="csX24" fmla="*/ 39332 w 506534"/>
              <a:gd name="csY24" fmla="*/ 55422 h 821353"/>
              <a:gd name="csX25" fmla="*/ 56968 w 506534"/>
              <a:gd name="csY25" fmla="*/ 44293 h 821353"/>
              <a:gd name="csX26" fmla="*/ 55903 w 506534"/>
              <a:gd name="csY26" fmla="*/ 99152 h 821353"/>
              <a:gd name="csX27" fmla="*/ 65652 w 506534"/>
              <a:gd name="csY27" fmla="*/ 205898 h 821353"/>
              <a:gd name="csX28" fmla="*/ 87968 w 506534"/>
              <a:gd name="csY28" fmla="*/ 340506 h 821353"/>
              <a:gd name="csX29" fmla="*/ 122789 w 506534"/>
              <a:gd name="csY29" fmla="*/ 492325 h 821353"/>
              <a:gd name="csX30" fmla="*/ 160523 w 506534"/>
              <a:gd name="csY30" fmla="*/ 589956 h 821353"/>
              <a:gd name="csX31" fmla="*/ 178794 w 506534"/>
              <a:gd name="csY31" fmla="*/ 637142 h 821353"/>
              <a:gd name="csX32" fmla="*/ 118037 w 506534"/>
              <a:gd name="csY32" fmla="*/ 656779 h 8213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506534" h="821353">
                <a:moveTo>
                  <a:pt x="118038" y="656795"/>
                </a:moveTo>
                <a:cubicBezTo>
                  <a:pt x="110864" y="641547"/>
                  <a:pt x="108516" y="624344"/>
                  <a:pt x="104832" y="607997"/>
                </a:cubicBezTo>
                <a:cubicBezTo>
                  <a:pt x="96601" y="572997"/>
                  <a:pt x="88887" y="538083"/>
                  <a:pt x="83271" y="502508"/>
                </a:cubicBezTo>
                <a:cubicBezTo>
                  <a:pt x="75088" y="450500"/>
                  <a:pt x="66219" y="398552"/>
                  <a:pt x="54483" y="347212"/>
                </a:cubicBezTo>
                <a:cubicBezTo>
                  <a:pt x="46022" y="302035"/>
                  <a:pt x="33887" y="257513"/>
                  <a:pt x="27309" y="212024"/>
                </a:cubicBezTo>
                <a:cubicBezTo>
                  <a:pt x="20717" y="176249"/>
                  <a:pt x="14846" y="140374"/>
                  <a:pt x="9556" y="104382"/>
                </a:cubicBezTo>
                <a:cubicBezTo>
                  <a:pt x="5718" y="84368"/>
                  <a:pt x="2284" y="64616"/>
                  <a:pt x="0" y="44405"/>
                </a:cubicBezTo>
                <a:cubicBezTo>
                  <a:pt x="913" y="15327"/>
                  <a:pt x="13860" y="8805"/>
                  <a:pt x="38868" y="0"/>
                </a:cubicBezTo>
                <a:cubicBezTo>
                  <a:pt x="60309" y="7088"/>
                  <a:pt x="74304" y="24866"/>
                  <a:pt x="89386" y="40796"/>
                </a:cubicBezTo>
                <a:cubicBezTo>
                  <a:pt x="114669" y="67205"/>
                  <a:pt x="136900" y="96224"/>
                  <a:pt x="159853" y="124619"/>
                </a:cubicBezTo>
                <a:cubicBezTo>
                  <a:pt x="191740" y="159811"/>
                  <a:pt x="219400" y="197889"/>
                  <a:pt x="246494" y="236852"/>
                </a:cubicBezTo>
                <a:cubicBezTo>
                  <a:pt x="276140" y="279909"/>
                  <a:pt x="304183" y="323984"/>
                  <a:pt x="332618" y="367821"/>
                </a:cubicBezTo>
                <a:cubicBezTo>
                  <a:pt x="360149" y="406837"/>
                  <a:pt x="383022" y="448362"/>
                  <a:pt x="406109" y="490017"/>
                </a:cubicBezTo>
                <a:cubicBezTo>
                  <a:pt x="422370" y="530803"/>
                  <a:pt x="440707" y="570561"/>
                  <a:pt x="455434" y="612004"/>
                </a:cubicBezTo>
                <a:cubicBezTo>
                  <a:pt x="469179" y="648835"/>
                  <a:pt x="479754" y="686674"/>
                  <a:pt x="491255" y="724228"/>
                </a:cubicBezTo>
                <a:cubicBezTo>
                  <a:pt x="496158" y="753681"/>
                  <a:pt x="500581" y="783128"/>
                  <a:pt x="506339" y="812417"/>
                </a:cubicBezTo>
                <a:cubicBezTo>
                  <a:pt x="508196" y="821858"/>
                  <a:pt x="496270" y="825043"/>
                  <a:pt x="493193" y="815927"/>
                </a:cubicBezTo>
                <a:cubicBezTo>
                  <a:pt x="483700" y="787795"/>
                  <a:pt x="473244" y="760198"/>
                  <a:pt x="461587" y="732826"/>
                </a:cubicBezTo>
                <a:cubicBezTo>
                  <a:pt x="451054" y="695425"/>
                  <a:pt x="439285" y="658391"/>
                  <a:pt x="428315" y="621098"/>
                </a:cubicBezTo>
                <a:cubicBezTo>
                  <a:pt x="414948" y="580723"/>
                  <a:pt x="404163" y="538971"/>
                  <a:pt x="381812" y="502359"/>
                </a:cubicBezTo>
                <a:cubicBezTo>
                  <a:pt x="362192" y="459928"/>
                  <a:pt x="338370" y="419392"/>
                  <a:pt x="314579" y="379191"/>
                </a:cubicBezTo>
                <a:cubicBezTo>
                  <a:pt x="287525" y="334998"/>
                  <a:pt x="259185" y="291553"/>
                  <a:pt x="228427" y="249823"/>
                </a:cubicBezTo>
                <a:cubicBezTo>
                  <a:pt x="200641" y="212352"/>
                  <a:pt x="173078" y="174796"/>
                  <a:pt x="142620" y="139523"/>
                </a:cubicBezTo>
                <a:cubicBezTo>
                  <a:pt x="118775" y="113789"/>
                  <a:pt x="94236" y="88705"/>
                  <a:pt x="65289" y="68620"/>
                </a:cubicBezTo>
                <a:cubicBezTo>
                  <a:pt x="60917" y="65735"/>
                  <a:pt x="35549" y="45844"/>
                  <a:pt x="39332" y="55422"/>
                </a:cubicBezTo>
                <a:cubicBezTo>
                  <a:pt x="40795" y="54396"/>
                  <a:pt x="64797" y="39379"/>
                  <a:pt x="56968" y="44293"/>
                </a:cubicBezTo>
                <a:cubicBezTo>
                  <a:pt x="56065" y="62499"/>
                  <a:pt x="54043" y="80867"/>
                  <a:pt x="55903" y="99152"/>
                </a:cubicBezTo>
                <a:cubicBezTo>
                  <a:pt x="58801" y="134801"/>
                  <a:pt x="61093" y="170388"/>
                  <a:pt x="65652" y="205898"/>
                </a:cubicBezTo>
                <a:cubicBezTo>
                  <a:pt x="73478" y="250672"/>
                  <a:pt x="78158" y="296035"/>
                  <a:pt x="87968" y="340506"/>
                </a:cubicBezTo>
                <a:cubicBezTo>
                  <a:pt x="96760" y="391648"/>
                  <a:pt x="106475" y="442995"/>
                  <a:pt x="122789" y="492325"/>
                </a:cubicBezTo>
                <a:cubicBezTo>
                  <a:pt x="134773" y="525101"/>
                  <a:pt x="146531" y="558029"/>
                  <a:pt x="160523" y="589956"/>
                </a:cubicBezTo>
                <a:cubicBezTo>
                  <a:pt x="167065" y="605453"/>
                  <a:pt x="174680" y="620746"/>
                  <a:pt x="178794" y="637142"/>
                </a:cubicBezTo>
                <a:cubicBezTo>
                  <a:pt x="189783" y="680934"/>
                  <a:pt x="137258" y="697633"/>
                  <a:pt x="118037" y="65677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11AA96FC-1370-1297-CE50-7228184EC199}"/>
              </a:ext>
            </a:extLst>
          </p:cNvPr>
          <p:cNvSpPr/>
          <p:nvPr/>
        </p:nvSpPr>
        <p:spPr>
          <a:xfrm>
            <a:off x="6520520" y="1579866"/>
            <a:ext cx="650490" cy="1218693"/>
          </a:xfrm>
          <a:custGeom>
            <a:avLst/>
            <a:gdLst>
              <a:gd name="csX0" fmla="*/ 353492 w 650490"/>
              <a:gd name="csY0" fmla="*/ 1207162 h 1218693"/>
              <a:gd name="csX1" fmla="*/ 323261 w 650490"/>
              <a:gd name="csY1" fmla="*/ 1150140 h 1218693"/>
              <a:gd name="csX2" fmla="*/ 262324 w 650490"/>
              <a:gd name="csY2" fmla="*/ 1022848 h 1218693"/>
              <a:gd name="csX3" fmla="*/ 186828 w 650490"/>
              <a:gd name="csY3" fmla="*/ 878839 h 1218693"/>
              <a:gd name="csX4" fmla="*/ 127261 w 650490"/>
              <a:gd name="csY4" fmla="*/ 718162 h 1218693"/>
              <a:gd name="csX5" fmla="*/ 76715 w 650490"/>
              <a:gd name="csY5" fmla="*/ 570306 h 1218693"/>
              <a:gd name="csX6" fmla="*/ 39107 w 650490"/>
              <a:gd name="csY6" fmla="*/ 444557 h 1218693"/>
              <a:gd name="csX7" fmla="*/ 21693 w 650490"/>
              <a:gd name="csY7" fmla="*/ 332638 h 1218693"/>
              <a:gd name="csX8" fmla="*/ 9781 w 650490"/>
              <a:gd name="csY8" fmla="*/ 252311 h 1218693"/>
              <a:gd name="csX9" fmla="*/ 3281 w 650490"/>
              <a:gd name="csY9" fmla="*/ 185956 h 1218693"/>
              <a:gd name="csX10" fmla="*/ 9 w 650490"/>
              <a:gd name="csY10" fmla="*/ 143002 h 1218693"/>
              <a:gd name="csX11" fmla="*/ 14228 w 650490"/>
              <a:gd name="csY11" fmla="*/ 85319 h 1218693"/>
              <a:gd name="csX12" fmla="*/ 25947 w 650490"/>
              <a:gd name="csY12" fmla="*/ 46743 h 1218693"/>
              <a:gd name="csX13" fmla="*/ 54404 w 650490"/>
              <a:gd name="csY13" fmla="*/ 9775 h 1218693"/>
              <a:gd name="csX14" fmla="*/ 119146 w 650490"/>
              <a:gd name="csY14" fmla="*/ 2702 h 1218693"/>
              <a:gd name="csX15" fmla="*/ 199732 w 650490"/>
              <a:gd name="csY15" fmla="*/ 56346 h 1218693"/>
              <a:gd name="csX16" fmla="*/ 307107 w 650490"/>
              <a:gd name="csY16" fmla="*/ 147635 h 1218693"/>
              <a:gd name="csX17" fmla="*/ 426912 w 650490"/>
              <a:gd name="csY17" fmla="*/ 274718 h 1218693"/>
              <a:gd name="csX18" fmla="*/ 539479 w 650490"/>
              <a:gd name="csY18" fmla="*/ 416431 h 1218693"/>
              <a:gd name="csX19" fmla="*/ 615938 w 650490"/>
              <a:gd name="csY19" fmla="*/ 566231 h 1218693"/>
              <a:gd name="csX20" fmla="*/ 649835 w 650490"/>
              <a:gd name="csY20" fmla="*/ 644085 h 1218693"/>
              <a:gd name="csX21" fmla="*/ 637243 w 650490"/>
              <a:gd name="csY21" fmla="*/ 649242 h 1218693"/>
              <a:gd name="csX22" fmla="*/ 603661 w 650490"/>
              <a:gd name="csY22" fmla="*/ 572099 h 1218693"/>
              <a:gd name="csX23" fmla="*/ 520222 w 650490"/>
              <a:gd name="csY23" fmla="*/ 429834 h 1218693"/>
              <a:gd name="csX24" fmla="*/ 406532 w 650490"/>
              <a:gd name="csY24" fmla="*/ 294007 h 1218693"/>
              <a:gd name="csX25" fmla="*/ 284288 w 650490"/>
              <a:gd name="csY25" fmla="*/ 173316 h 1218693"/>
              <a:gd name="csX26" fmla="*/ 175941 w 650490"/>
              <a:gd name="csY26" fmla="*/ 93054 h 1218693"/>
              <a:gd name="csX27" fmla="*/ 102983 w 650490"/>
              <a:gd name="csY27" fmla="*/ 66600 h 1218693"/>
              <a:gd name="csX28" fmla="*/ 91672 w 650490"/>
              <a:gd name="csY28" fmla="*/ 62542 h 1218693"/>
              <a:gd name="csX29" fmla="*/ 86488 w 650490"/>
              <a:gd name="csY29" fmla="*/ 69444 h 1218693"/>
              <a:gd name="csX30" fmla="*/ 71769 w 650490"/>
              <a:gd name="csY30" fmla="*/ 104821 h 1218693"/>
              <a:gd name="csX31" fmla="*/ 64881 w 650490"/>
              <a:gd name="csY31" fmla="*/ 140691 h 1218693"/>
              <a:gd name="csX32" fmla="*/ 64194 w 650490"/>
              <a:gd name="csY32" fmla="*/ 184694 h 1218693"/>
              <a:gd name="csX33" fmla="*/ 63981 w 650490"/>
              <a:gd name="csY33" fmla="*/ 248314 h 1218693"/>
              <a:gd name="csX34" fmla="*/ 65170 w 650490"/>
              <a:gd name="csY34" fmla="*/ 328528 h 1218693"/>
              <a:gd name="csX35" fmla="*/ 77237 w 650490"/>
              <a:gd name="csY35" fmla="*/ 436742 h 1218693"/>
              <a:gd name="csX36" fmla="*/ 105342 w 650490"/>
              <a:gd name="csY36" fmla="*/ 561443 h 1218693"/>
              <a:gd name="csX37" fmla="*/ 146838 w 650490"/>
              <a:gd name="csY37" fmla="*/ 711957 h 1218693"/>
              <a:gd name="csX38" fmla="*/ 203849 w 650490"/>
              <a:gd name="csY38" fmla="*/ 870682 h 1218693"/>
              <a:gd name="csX39" fmla="*/ 278346 w 650490"/>
              <a:gd name="csY39" fmla="*/ 1014300 h 1218693"/>
              <a:gd name="csX40" fmla="*/ 353637 w 650490"/>
              <a:gd name="csY40" fmla="*/ 1131048 h 1218693"/>
              <a:gd name="csX41" fmla="*/ 393838 w 650490"/>
              <a:gd name="csY41" fmla="*/ 1179406 h 1218693"/>
              <a:gd name="csX42" fmla="*/ 353486 w 650490"/>
              <a:gd name="csY42" fmla="*/ 1207150 h 1218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650490" h="1218693">
                <a:moveTo>
                  <a:pt x="353492" y="1207162"/>
                </a:moveTo>
                <a:cubicBezTo>
                  <a:pt x="340825" y="1190014"/>
                  <a:pt x="332625" y="1169482"/>
                  <a:pt x="323261" y="1150140"/>
                </a:cubicBezTo>
                <a:cubicBezTo>
                  <a:pt x="304177" y="1107087"/>
                  <a:pt x="281625" y="1065893"/>
                  <a:pt x="262324" y="1022848"/>
                </a:cubicBezTo>
                <a:cubicBezTo>
                  <a:pt x="237981" y="974357"/>
                  <a:pt x="209019" y="928378"/>
                  <a:pt x="186828" y="878839"/>
                </a:cubicBezTo>
                <a:cubicBezTo>
                  <a:pt x="162717" y="826904"/>
                  <a:pt x="143820" y="772903"/>
                  <a:pt x="127261" y="718162"/>
                </a:cubicBezTo>
                <a:cubicBezTo>
                  <a:pt x="112620" y="668038"/>
                  <a:pt x="93251" y="619760"/>
                  <a:pt x="76715" y="570306"/>
                </a:cubicBezTo>
                <a:cubicBezTo>
                  <a:pt x="59465" y="529916"/>
                  <a:pt x="50217" y="486851"/>
                  <a:pt x="39107" y="444557"/>
                </a:cubicBezTo>
                <a:cubicBezTo>
                  <a:pt x="31683" y="407485"/>
                  <a:pt x="27617" y="369963"/>
                  <a:pt x="21693" y="332638"/>
                </a:cubicBezTo>
                <a:cubicBezTo>
                  <a:pt x="19262" y="305336"/>
                  <a:pt x="11530" y="279593"/>
                  <a:pt x="9781" y="252311"/>
                </a:cubicBezTo>
                <a:cubicBezTo>
                  <a:pt x="7030" y="230199"/>
                  <a:pt x="5055" y="208187"/>
                  <a:pt x="3281" y="185956"/>
                </a:cubicBezTo>
                <a:cubicBezTo>
                  <a:pt x="831" y="171735"/>
                  <a:pt x="1006" y="157240"/>
                  <a:pt x="9" y="143002"/>
                </a:cubicBezTo>
                <a:cubicBezTo>
                  <a:pt x="-309" y="122732"/>
                  <a:pt x="8099" y="104002"/>
                  <a:pt x="14228" y="85319"/>
                </a:cubicBezTo>
                <a:cubicBezTo>
                  <a:pt x="18234" y="72118"/>
                  <a:pt x="22013" y="59479"/>
                  <a:pt x="25947" y="46743"/>
                </a:cubicBezTo>
                <a:cubicBezTo>
                  <a:pt x="29525" y="29306"/>
                  <a:pt x="42254" y="20989"/>
                  <a:pt x="54404" y="9775"/>
                </a:cubicBezTo>
                <a:cubicBezTo>
                  <a:pt x="74757" y="-3216"/>
                  <a:pt x="96374" y="-622"/>
                  <a:pt x="119146" y="2702"/>
                </a:cubicBezTo>
                <a:cubicBezTo>
                  <a:pt x="149260" y="15403"/>
                  <a:pt x="174302" y="36236"/>
                  <a:pt x="199732" y="56346"/>
                </a:cubicBezTo>
                <a:cubicBezTo>
                  <a:pt x="236996" y="85008"/>
                  <a:pt x="271311" y="117226"/>
                  <a:pt x="307107" y="147635"/>
                </a:cubicBezTo>
                <a:cubicBezTo>
                  <a:pt x="348462" y="188537"/>
                  <a:pt x="388213" y="231254"/>
                  <a:pt x="426912" y="274718"/>
                </a:cubicBezTo>
                <a:cubicBezTo>
                  <a:pt x="467825" y="319081"/>
                  <a:pt x="503185" y="368196"/>
                  <a:pt x="539479" y="416431"/>
                </a:cubicBezTo>
                <a:cubicBezTo>
                  <a:pt x="572265" y="462463"/>
                  <a:pt x="595963" y="513624"/>
                  <a:pt x="615938" y="566231"/>
                </a:cubicBezTo>
                <a:cubicBezTo>
                  <a:pt x="628267" y="591731"/>
                  <a:pt x="639104" y="617888"/>
                  <a:pt x="649835" y="644085"/>
                </a:cubicBezTo>
                <a:cubicBezTo>
                  <a:pt x="653482" y="652989"/>
                  <a:pt x="640889" y="658147"/>
                  <a:pt x="637243" y="649242"/>
                </a:cubicBezTo>
                <a:cubicBezTo>
                  <a:pt x="626613" y="623285"/>
                  <a:pt x="615877" y="597365"/>
                  <a:pt x="603661" y="572099"/>
                </a:cubicBezTo>
                <a:cubicBezTo>
                  <a:pt x="575841" y="524591"/>
                  <a:pt x="550003" y="476183"/>
                  <a:pt x="520222" y="429834"/>
                </a:cubicBezTo>
                <a:cubicBezTo>
                  <a:pt x="487911" y="379366"/>
                  <a:pt x="449285" y="335923"/>
                  <a:pt x="406532" y="294007"/>
                </a:cubicBezTo>
                <a:cubicBezTo>
                  <a:pt x="365893" y="253609"/>
                  <a:pt x="327956" y="210598"/>
                  <a:pt x="284288" y="173316"/>
                </a:cubicBezTo>
                <a:cubicBezTo>
                  <a:pt x="251268" y="142588"/>
                  <a:pt x="214850" y="115918"/>
                  <a:pt x="175941" y="93054"/>
                </a:cubicBezTo>
                <a:cubicBezTo>
                  <a:pt x="152419" y="82172"/>
                  <a:pt x="129064" y="69985"/>
                  <a:pt x="102983" y="66600"/>
                </a:cubicBezTo>
                <a:cubicBezTo>
                  <a:pt x="98261" y="64905"/>
                  <a:pt x="95307" y="61764"/>
                  <a:pt x="91672" y="62542"/>
                </a:cubicBezTo>
                <a:cubicBezTo>
                  <a:pt x="90143" y="64578"/>
                  <a:pt x="87685" y="66584"/>
                  <a:pt x="86488" y="69444"/>
                </a:cubicBezTo>
                <a:cubicBezTo>
                  <a:pt x="81538" y="81083"/>
                  <a:pt x="76196" y="92501"/>
                  <a:pt x="71769" y="104821"/>
                </a:cubicBezTo>
                <a:cubicBezTo>
                  <a:pt x="68110" y="116680"/>
                  <a:pt x="63923" y="127727"/>
                  <a:pt x="64881" y="140691"/>
                </a:cubicBezTo>
                <a:cubicBezTo>
                  <a:pt x="64942" y="155239"/>
                  <a:pt x="66548" y="170106"/>
                  <a:pt x="64194" y="184694"/>
                </a:cubicBezTo>
                <a:cubicBezTo>
                  <a:pt x="63843" y="205963"/>
                  <a:pt x="62942" y="227069"/>
                  <a:pt x="63981" y="248314"/>
                </a:cubicBezTo>
                <a:cubicBezTo>
                  <a:pt x="66382" y="275193"/>
                  <a:pt x="62723" y="301577"/>
                  <a:pt x="65170" y="328528"/>
                </a:cubicBezTo>
                <a:cubicBezTo>
                  <a:pt x="66606" y="364842"/>
                  <a:pt x="70138" y="401069"/>
                  <a:pt x="77237" y="436742"/>
                </a:cubicBezTo>
                <a:cubicBezTo>
                  <a:pt x="85420" y="478596"/>
                  <a:pt x="94769" y="520067"/>
                  <a:pt x="105342" y="561443"/>
                </a:cubicBezTo>
                <a:cubicBezTo>
                  <a:pt x="119612" y="611540"/>
                  <a:pt x="131019" y="662275"/>
                  <a:pt x="146838" y="711957"/>
                </a:cubicBezTo>
                <a:cubicBezTo>
                  <a:pt x="164468" y="765314"/>
                  <a:pt x="178952" y="820037"/>
                  <a:pt x="203849" y="870682"/>
                </a:cubicBezTo>
                <a:cubicBezTo>
                  <a:pt x="228366" y="918763"/>
                  <a:pt x="250947" y="967723"/>
                  <a:pt x="278346" y="1014300"/>
                </a:cubicBezTo>
                <a:cubicBezTo>
                  <a:pt x="302891" y="1053645"/>
                  <a:pt x="324493" y="1094889"/>
                  <a:pt x="353637" y="1131048"/>
                </a:cubicBezTo>
                <a:cubicBezTo>
                  <a:pt x="367097" y="1147173"/>
                  <a:pt x="381501" y="1162846"/>
                  <a:pt x="393838" y="1179406"/>
                </a:cubicBezTo>
                <a:cubicBezTo>
                  <a:pt x="414524" y="1207174"/>
                  <a:pt x="374060" y="1235002"/>
                  <a:pt x="353486" y="120715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C4854A9B-295F-1E63-294A-415D54DA03A8}"/>
              </a:ext>
            </a:extLst>
          </p:cNvPr>
          <p:cNvSpPr/>
          <p:nvPr/>
        </p:nvSpPr>
        <p:spPr>
          <a:xfrm>
            <a:off x="7040072" y="1528850"/>
            <a:ext cx="428039" cy="945419"/>
          </a:xfrm>
          <a:custGeom>
            <a:avLst/>
            <a:gdLst>
              <a:gd name="csX0" fmla="*/ 170172 w 428039"/>
              <a:gd name="csY0" fmla="*/ 932994 h 945419"/>
              <a:gd name="csX1" fmla="*/ 148137 w 428039"/>
              <a:gd name="csY1" fmla="*/ 859669 h 945419"/>
              <a:gd name="csX2" fmla="*/ 103523 w 428039"/>
              <a:gd name="csY2" fmla="*/ 726119 h 945419"/>
              <a:gd name="csX3" fmla="*/ 58870 w 428039"/>
              <a:gd name="csY3" fmla="*/ 564604 h 945419"/>
              <a:gd name="csX4" fmla="*/ 29199 w 428039"/>
              <a:gd name="csY4" fmla="*/ 398545 h 945419"/>
              <a:gd name="csX5" fmla="*/ 10541 w 428039"/>
              <a:gd name="csY5" fmla="*/ 271996 h 945419"/>
              <a:gd name="csX6" fmla="*/ 3433 w 428039"/>
              <a:gd name="csY6" fmla="*/ 167697 h 945419"/>
              <a:gd name="csX7" fmla="*/ 154 w 428039"/>
              <a:gd name="csY7" fmla="*/ 91149 h 945419"/>
              <a:gd name="csX8" fmla="*/ 9067 w 428039"/>
              <a:gd name="csY8" fmla="*/ 35099 h 945419"/>
              <a:gd name="csX9" fmla="*/ 51836 w 428039"/>
              <a:gd name="csY9" fmla="*/ 0 h 945419"/>
              <a:gd name="csX10" fmla="*/ 135865 w 428039"/>
              <a:gd name="csY10" fmla="*/ 39860 h 945419"/>
              <a:gd name="csX11" fmla="*/ 254289 w 428039"/>
              <a:gd name="csY11" fmla="*/ 131254 h 945419"/>
              <a:gd name="csX12" fmla="*/ 364827 w 428039"/>
              <a:gd name="csY12" fmla="*/ 251326 h 945419"/>
              <a:gd name="csX13" fmla="*/ 426583 w 428039"/>
              <a:gd name="csY13" fmla="*/ 335826 h 945419"/>
              <a:gd name="csX14" fmla="*/ 415521 w 428039"/>
              <a:gd name="csY14" fmla="*/ 343749 h 945419"/>
              <a:gd name="csX15" fmla="*/ 354029 w 428039"/>
              <a:gd name="csY15" fmla="*/ 259606 h 945419"/>
              <a:gd name="csX16" fmla="*/ 245682 w 428039"/>
              <a:gd name="csY16" fmla="*/ 141791 h 945419"/>
              <a:gd name="csX17" fmla="*/ 125296 w 428039"/>
              <a:gd name="csY17" fmla="*/ 57868 h 945419"/>
              <a:gd name="csX18" fmla="*/ 55062 w 428039"/>
              <a:gd name="csY18" fmla="*/ 32950 h 945419"/>
              <a:gd name="csX19" fmla="*/ 39851 w 428039"/>
              <a:gd name="csY19" fmla="*/ 44933 h 945419"/>
              <a:gd name="csX20" fmla="*/ 28389 w 428039"/>
              <a:gd name="csY20" fmla="*/ 92995 h 945419"/>
              <a:gd name="csX21" fmla="*/ 22440 w 428039"/>
              <a:gd name="csY21" fmla="*/ 167645 h 945419"/>
              <a:gd name="csX22" fmla="*/ 24745 w 428039"/>
              <a:gd name="csY22" fmla="*/ 270620 h 945419"/>
              <a:gd name="csX23" fmla="*/ 42597 w 428039"/>
              <a:gd name="csY23" fmla="*/ 396130 h 945419"/>
              <a:gd name="csX24" fmla="*/ 72229 w 428039"/>
              <a:gd name="csY24" fmla="*/ 561970 h 945419"/>
              <a:gd name="csX25" fmla="*/ 116735 w 428039"/>
              <a:gd name="csY25" fmla="*/ 720761 h 945419"/>
              <a:gd name="csX26" fmla="*/ 175184 w 428039"/>
              <a:gd name="csY26" fmla="*/ 849711 h 945419"/>
              <a:gd name="csX27" fmla="*/ 205588 w 428039"/>
              <a:gd name="csY27" fmla="*/ 914204 h 945419"/>
              <a:gd name="csX28" fmla="*/ 170180 w 428039"/>
              <a:gd name="csY28" fmla="*/ 932990 h 945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428039" h="945419">
                <a:moveTo>
                  <a:pt x="170172" y="932994"/>
                </a:moveTo>
                <a:cubicBezTo>
                  <a:pt x="159802" y="909512"/>
                  <a:pt x="154500" y="884307"/>
                  <a:pt x="148137" y="859669"/>
                </a:cubicBezTo>
                <a:cubicBezTo>
                  <a:pt x="134447" y="814790"/>
                  <a:pt x="120582" y="769858"/>
                  <a:pt x="103523" y="726119"/>
                </a:cubicBezTo>
                <a:cubicBezTo>
                  <a:pt x="82578" y="674045"/>
                  <a:pt x="69695" y="619516"/>
                  <a:pt x="58870" y="564604"/>
                </a:cubicBezTo>
                <a:cubicBezTo>
                  <a:pt x="49161" y="509220"/>
                  <a:pt x="39184" y="453885"/>
                  <a:pt x="29199" y="398545"/>
                </a:cubicBezTo>
                <a:cubicBezTo>
                  <a:pt x="20947" y="356655"/>
                  <a:pt x="15487" y="314347"/>
                  <a:pt x="10541" y="271996"/>
                </a:cubicBezTo>
                <a:cubicBezTo>
                  <a:pt x="7877" y="237254"/>
                  <a:pt x="5052" y="202515"/>
                  <a:pt x="3433" y="167697"/>
                </a:cubicBezTo>
                <a:cubicBezTo>
                  <a:pt x="809" y="142327"/>
                  <a:pt x="32" y="116626"/>
                  <a:pt x="154" y="91149"/>
                </a:cubicBezTo>
                <a:cubicBezTo>
                  <a:pt x="-1046" y="71864"/>
                  <a:pt x="5021" y="53650"/>
                  <a:pt x="9067" y="35099"/>
                </a:cubicBezTo>
                <a:cubicBezTo>
                  <a:pt x="18329" y="12394"/>
                  <a:pt x="28844" y="4991"/>
                  <a:pt x="51836" y="0"/>
                </a:cubicBezTo>
                <a:cubicBezTo>
                  <a:pt x="83162" y="5057"/>
                  <a:pt x="109752" y="22779"/>
                  <a:pt x="135865" y="39860"/>
                </a:cubicBezTo>
                <a:cubicBezTo>
                  <a:pt x="175119" y="70647"/>
                  <a:pt x="215644" y="99681"/>
                  <a:pt x="254289" y="131254"/>
                </a:cubicBezTo>
                <a:cubicBezTo>
                  <a:pt x="296668" y="165963"/>
                  <a:pt x="331640" y="208064"/>
                  <a:pt x="364827" y="251326"/>
                </a:cubicBezTo>
                <a:cubicBezTo>
                  <a:pt x="386442" y="278860"/>
                  <a:pt x="407283" y="306649"/>
                  <a:pt x="426583" y="335826"/>
                </a:cubicBezTo>
                <a:cubicBezTo>
                  <a:pt x="431891" y="343851"/>
                  <a:pt x="421423" y="351347"/>
                  <a:pt x="415521" y="343749"/>
                </a:cubicBezTo>
                <a:cubicBezTo>
                  <a:pt x="394189" y="316296"/>
                  <a:pt x="374035" y="288065"/>
                  <a:pt x="354029" y="259606"/>
                </a:cubicBezTo>
                <a:cubicBezTo>
                  <a:pt x="321492" y="217171"/>
                  <a:pt x="287240" y="175839"/>
                  <a:pt x="245682" y="141791"/>
                </a:cubicBezTo>
                <a:cubicBezTo>
                  <a:pt x="207852" y="110871"/>
                  <a:pt x="169587" y="79136"/>
                  <a:pt x="125296" y="57868"/>
                </a:cubicBezTo>
                <a:cubicBezTo>
                  <a:pt x="102410" y="47042"/>
                  <a:pt x="81165" y="31872"/>
                  <a:pt x="55062" y="32950"/>
                </a:cubicBezTo>
                <a:cubicBezTo>
                  <a:pt x="50516" y="36531"/>
                  <a:pt x="36977" y="31717"/>
                  <a:pt x="39851" y="44933"/>
                </a:cubicBezTo>
                <a:cubicBezTo>
                  <a:pt x="34540" y="60714"/>
                  <a:pt x="29671" y="76227"/>
                  <a:pt x="28389" y="92995"/>
                </a:cubicBezTo>
                <a:cubicBezTo>
                  <a:pt x="25761" y="117780"/>
                  <a:pt x="24680" y="142770"/>
                  <a:pt x="22440" y="167645"/>
                </a:cubicBezTo>
                <a:cubicBezTo>
                  <a:pt x="21365" y="202088"/>
                  <a:pt x="20005" y="236332"/>
                  <a:pt x="24745" y="270620"/>
                </a:cubicBezTo>
                <a:cubicBezTo>
                  <a:pt x="28951" y="312708"/>
                  <a:pt x="34356" y="354602"/>
                  <a:pt x="42597" y="396130"/>
                </a:cubicBezTo>
                <a:cubicBezTo>
                  <a:pt x="52570" y="451394"/>
                  <a:pt x="62537" y="506658"/>
                  <a:pt x="72229" y="561970"/>
                </a:cubicBezTo>
                <a:cubicBezTo>
                  <a:pt x="82864" y="615970"/>
                  <a:pt x="95071" y="669936"/>
                  <a:pt x="116735" y="720761"/>
                </a:cubicBezTo>
                <a:cubicBezTo>
                  <a:pt x="135040" y="764278"/>
                  <a:pt x="157362" y="805959"/>
                  <a:pt x="175184" y="849711"/>
                </a:cubicBezTo>
                <a:cubicBezTo>
                  <a:pt x="185487" y="871034"/>
                  <a:pt x="196136" y="892494"/>
                  <a:pt x="205588" y="914204"/>
                </a:cubicBezTo>
                <a:cubicBezTo>
                  <a:pt x="216903" y="940190"/>
                  <a:pt x="181631" y="958916"/>
                  <a:pt x="170180" y="93299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DDA7FE14-3848-32F3-E64B-5AB483800215}"/>
              </a:ext>
            </a:extLst>
          </p:cNvPr>
          <p:cNvSpPr/>
          <p:nvPr/>
        </p:nvSpPr>
        <p:spPr>
          <a:xfrm>
            <a:off x="7226569" y="1937158"/>
            <a:ext cx="390314" cy="523933"/>
          </a:xfrm>
          <a:custGeom>
            <a:avLst/>
            <a:gdLst>
              <a:gd name="csX0" fmla="*/ 11203 w 390314"/>
              <a:gd name="csY0" fmla="*/ 507542 h 523933"/>
              <a:gd name="csX1" fmla="*/ 15175 w 390314"/>
              <a:gd name="csY1" fmla="*/ 445932 h 523933"/>
              <a:gd name="csX2" fmla="*/ 13105 w 390314"/>
              <a:gd name="csY2" fmla="*/ 344519 h 523933"/>
              <a:gd name="csX3" fmla="*/ 12179 w 390314"/>
              <a:gd name="csY3" fmla="*/ 239554 h 523933"/>
              <a:gd name="csX4" fmla="*/ 6147 w 390314"/>
              <a:gd name="csY4" fmla="*/ 164232 h 523933"/>
              <a:gd name="csX5" fmla="*/ 1544 w 390314"/>
              <a:gd name="csY5" fmla="*/ 102402 h 523933"/>
              <a:gd name="csX6" fmla="*/ 4718 w 390314"/>
              <a:gd name="csY6" fmla="*/ 50112 h 523933"/>
              <a:gd name="csX7" fmla="*/ 24308 w 390314"/>
              <a:gd name="csY7" fmla="*/ 15136 h 523933"/>
              <a:gd name="csX8" fmla="*/ 69015 w 390314"/>
              <a:gd name="csY8" fmla="*/ 0 h 523933"/>
              <a:gd name="csX9" fmla="*/ 143148 w 390314"/>
              <a:gd name="csY9" fmla="*/ 37746 h 523933"/>
              <a:gd name="csX10" fmla="*/ 218249 w 390314"/>
              <a:gd name="csY10" fmla="*/ 120516 h 523933"/>
              <a:gd name="csX11" fmla="*/ 284592 w 390314"/>
              <a:gd name="csY11" fmla="*/ 240512 h 523933"/>
              <a:gd name="csX12" fmla="*/ 343375 w 390314"/>
              <a:gd name="csY12" fmla="*/ 363356 h 523933"/>
              <a:gd name="csX13" fmla="*/ 385359 w 390314"/>
              <a:gd name="csY13" fmla="*/ 468369 h 523933"/>
              <a:gd name="csX14" fmla="*/ 389887 w 390314"/>
              <a:gd name="csY14" fmla="*/ 482536 h 523933"/>
              <a:gd name="csX15" fmla="*/ 376925 w 390314"/>
              <a:gd name="csY15" fmla="*/ 486677 h 523933"/>
              <a:gd name="csX16" fmla="*/ 372463 w 390314"/>
              <a:gd name="csY16" fmla="*/ 472709 h 523933"/>
              <a:gd name="csX17" fmla="*/ 331036 w 390314"/>
              <a:gd name="csY17" fmla="*/ 369096 h 523933"/>
              <a:gd name="csX18" fmla="*/ 272518 w 390314"/>
              <a:gd name="csY18" fmla="*/ 246795 h 523933"/>
              <a:gd name="csX19" fmla="*/ 207062 w 390314"/>
              <a:gd name="csY19" fmla="*/ 128266 h 523933"/>
              <a:gd name="csX20" fmla="*/ 134043 w 390314"/>
              <a:gd name="csY20" fmla="*/ 51025 h 523933"/>
              <a:gd name="csX21" fmla="*/ 67779 w 390314"/>
              <a:gd name="csY21" fmla="*/ 25145 h 523933"/>
              <a:gd name="csX22" fmla="*/ 44525 w 390314"/>
              <a:gd name="csY22" fmla="*/ 33136 h 523933"/>
              <a:gd name="csX23" fmla="*/ 28642 w 390314"/>
              <a:gd name="csY23" fmla="*/ 55566 h 523933"/>
              <a:gd name="csX24" fmla="*/ 24873 w 390314"/>
              <a:gd name="csY24" fmla="*/ 101384 h 523933"/>
              <a:gd name="csX25" fmla="*/ 28393 w 390314"/>
              <a:gd name="csY25" fmla="*/ 162695 h 523933"/>
              <a:gd name="csX26" fmla="*/ 25785 w 390314"/>
              <a:gd name="csY26" fmla="*/ 239780 h 523933"/>
              <a:gd name="csX27" fmla="*/ 26703 w 390314"/>
              <a:gd name="csY27" fmla="*/ 344002 h 523933"/>
              <a:gd name="csX28" fmla="*/ 34679 w 390314"/>
              <a:gd name="csY28" fmla="*/ 444739 h 523933"/>
              <a:gd name="csX29" fmla="*/ 47039 w 390314"/>
              <a:gd name="csY29" fmla="*/ 503502 h 523933"/>
              <a:gd name="csX30" fmla="*/ 11204 w 390314"/>
              <a:gd name="csY30" fmla="*/ 507556 h 5239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390314" h="523933">
                <a:moveTo>
                  <a:pt x="11203" y="507542"/>
                </a:moveTo>
                <a:cubicBezTo>
                  <a:pt x="15001" y="487313"/>
                  <a:pt x="14823" y="466496"/>
                  <a:pt x="15175" y="445932"/>
                </a:cubicBezTo>
                <a:cubicBezTo>
                  <a:pt x="16649" y="412191"/>
                  <a:pt x="14497" y="378308"/>
                  <a:pt x="13105" y="344519"/>
                </a:cubicBezTo>
                <a:cubicBezTo>
                  <a:pt x="11442" y="309549"/>
                  <a:pt x="11725" y="274548"/>
                  <a:pt x="12179" y="239554"/>
                </a:cubicBezTo>
                <a:cubicBezTo>
                  <a:pt x="13151" y="214105"/>
                  <a:pt x="9924" y="189221"/>
                  <a:pt x="6147" y="164232"/>
                </a:cubicBezTo>
                <a:cubicBezTo>
                  <a:pt x="4127" y="143476"/>
                  <a:pt x="3237" y="122823"/>
                  <a:pt x="1544" y="102402"/>
                </a:cubicBezTo>
                <a:cubicBezTo>
                  <a:pt x="-2146" y="84580"/>
                  <a:pt x="1531" y="67528"/>
                  <a:pt x="4718" y="50112"/>
                </a:cubicBezTo>
                <a:cubicBezTo>
                  <a:pt x="6003" y="35205"/>
                  <a:pt x="16331" y="26367"/>
                  <a:pt x="24308" y="15136"/>
                </a:cubicBezTo>
                <a:cubicBezTo>
                  <a:pt x="37303" y="-1114"/>
                  <a:pt x="51064" y="1607"/>
                  <a:pt x="69015" y="0"/>
                </a:cubicBezTo>
                <a:cubicBezTo>
                  <a:pt x="97661" y="4698"/>
                  <a:pt x="120564" y="20653"/>
                  <a:pt x="143148" y="37746"/>
                </a:cubicBezTo>
                <a:cubicBezTo>
                  <a:pt x="172209" y="61699"/>
                  <a:pt x="196852" y="89657"/>
                  <a:pt x="218249" y="120516"/>
                </a:cubicBezTo>
                <a:cubicBezTo>
                  <a:pt x="242969" y="159013"/>
                  <a:pt x="263523" y="199962"/>
                  <a:pt x="284592" y="240512"/>
                </a:cubicBezTo>
                <a:cubicBezTo>
                  <a:pt x="304942" y="281090"/>
                  <a:pt x="324244" y="322189"/>
                  <a:pt x="343375" y="363356"/>
                </a:cubicBezTo>
                <a:cubicBezTo>
                  <a:pt x="360410" y="397285"/>
                  <a:pt x="372878" y="432720"/>
                  <a:pt x="385359" y="468369"/>
                </a:cubicBezTo>
                <a:cubicBezTo>
                  <a:pt x="386869" y="473091"/>
                  <a:pt x="388378" y="477814"/>
                  <a:pt x="389887" y="482536"/>
                </a:cubicBezTo>
                <a:cubicBezTo>
                  <a:pt x="392815" y="491701"/>
                  <a:pt x="379852" y="495842"/>
                  <a:pt x="376925" y="486677"/>
                </a:cubicBezTo>
                <a:cubicBezTo>
                  <a:pt x="375438" y="482021"/>
                  <a:pt x="373951" y="477365"/>
                  <a:pt x="372463" y="472709"/>
                </a:cubicBezTo>
                <a:cubicBezTo>
                  <a:pt x="360173" y="437584"/>
                  <a:pt x="346257" y="403094"/>
                  <a:pt x="331036" y="369096"/>
                </a:cubicBezTo>
                <a:cubicBezTo>
                  <a:pt x="311990" y="328113"/>
                  <a:pt x="292772" y="287195"/>
                  <a:pt x="272518" y="246795"/>
                </a:cubicBezTo>
                <a:cubicBezTo>
                  <a:pt x="251713" y="206750"/>
                  <a:pt x="231421" y="166313"/>
                  <a:pt x="207062" y="128266"/>
                </a:cubicBezTo>
                <a:cubicBezTo>
                  <a:pt x="186799" y="98937"/>
                  <a:pt x="164087" y="70811"/>
                  <a:pt x="134043" y="51025"/>
                </a:cubicBezTo>
                <a:cubicBezTo>
                  <a:pt x="112959" y="40008"/>
                  <a:pt x="92583" y="26469"/>
                  <a:pt x="67779" y="25145"/>
                </a:cubicBezTo>
                <a:cubicBezTo>
                  <a:pt x="59436" y="27588"/>
                  <a:pt x="50519" y="25283"/>
                  <a:pt x="44525" y="33136"/>
                </a:cubicBezTo>
                <a:cubicBezTo>
                  <a:pt x="39101" y="40629"/>
                  <a:pt x="32430" y="47014"/>
                  <a:pt x="28642" y="55566"/>
                </a:cubicBezTo>
                <a:cubicBezTo>
                  <a:pt x="27104" y="70793"/>
                  <a:pt x="25177" y="86014"/>
                  <a:pt x="24873" y="101384"/>
                </a:cubicBezTo>
                <a:cubicBezTo>
                  <a:pt x="25551" y="121596"/>
                  <a:pt x="26988" y="142111"/>
                  <a:pt x="28393" y="162695"/>
                </a:cubicBezTo>
                <a:cubicBezTo>
                  <a:pt x="27884" y="188373"/>
                  <a:pt x="27064" y="214092"/>
                  <a:pt x="25785" y="239780"/>
                </a:cubicBezTo>
                <a:cubicBezTo>
                  <a:pt x="25333" y="274523"/>
                  <a:pt x="25051" y="309276"/>
                  <a:pt x="26703" y="344002"/>
                </a:cubicBezTo>
                <a:cubicBezTo>
                  <a:pt x="28089" y="377664"/>
                  <a:pt x="28845" y="411542"/>
                  <a:pt x="34679" y="444739"/>
                </a:cubicBezTo>
                <a:cubicBezTo>
                  <a:pt x="37456" y="464521"/>
                  <a:pt x="39335" y="484984"/>
                  <a:pt x="47039" y="503502"/>
                </a:cubicBezTo>
                <a:cubicBezTo>
                  <a:pt x="56833" y="527047"/>
                  <a:pt x="6497" y="532618"/>
                  <a:pt x="11204" y="50755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4" name="任意多边形: 形状 93">
            <a:extLst>
              <a:ext uri="{FF2B5EF4-FFF2-40B4-BE49-F238E27FC236}">
                <a16:creationId xmlns:a16="http://schemas.microsoft.com/office/drawing/2014/main" id="{5F235FD0-5922-E5A5-1D20-EBBC56ECD1C2}"/>
              </a:ext>
            </a:extLst>
          </p:cNvPr>
          <p:cNvSpPr/>
          <p:nvPr/>
        </p:nvSpPr>
        <p:spPr>
          <a:xfrm>
            <a:off x="7437728" y="1726690"/>
            <a:ext cx="398177" cy="363527"/>
          </a:xfrm>
          <a:custGeom>
            <a:avLst/>
            <a:gdLst>
              <a:gd name="csX0" fmla="*/ 355 w 398177"/>
              <a:gd name="csY0" fmla="*/ 342058 h 363527"/>
              <a:gd name="csX1" fmla="*/ 5770 w 398177"/>
              <a:gd name="csY1" fmla="*/ 288820 h 363527"/>
              <a:gd name="csX2" fmla="*/ 18981 w 398177"/>
              <a:gd name="csY2" fmla="*/ 205706 h 363527"/>
              <a:gd name="csX3" fmla="*/ 47233 w 398177"/>
              <a:gd name="csY3" fmla="*/ 115864 h 363527"/>
              <a:gd name="csX4" fmla="*/ 103685 w 398177"/>
              <a:gd name="csY4" fmla="*/ 50588 h 363527"/>
              <a:gd name="csX5" fmla="*/ 169520 w 398177"/>
              <a:gd name="csY5" fmla="*/ 12767 h 363527"/>
              <a:gd name="csX6" fmla="*/ 244972 w 398177"/>
              <a:gd name="csY6" fmla="*/ 668 h 363527"/>
              <a:gd name="csX7" fmla="*/ 331069 w 398177"/>
              <a:gd name="csY7" fmla="*/ 61124 h 363527"/>
              <a:gd name="csX8" fmla="*/ 397613 w 398177"/>
              <a:gd name="csY8" fmla="*/ 180777 h 363527"/>
              <a:gd name="csX9" fmla="*/ 384870 w 398177"/>
              <a:gd name="csY9" fmla="*/ 185550 h 363527"/>
              <a:gd name="csX10" fmla="*/ 315521 w 398177"/>
              <a:gd name="csY10" fmla="*/ 77955 h 363527"/>
              <a:gd name="csX11" fmla="*/ 239081 w 398177"/>
              <a:gd name="csY11" fmla="*/ 33548 h 363527"/>
              <a:gd name="csX12" fmla="*/ 182829 w 398177"/>
              <a:gd name="csY12" fmla="*/ 41947 h 363527"/>
              <a:gd name="csX13" fmla="*/ 121361 w 398177"/>
              <a:gd name="csY13" fmla="*/ 74791 h 363527"/>
              <a:gd name="csX14" fmla="*/ 75082 w 398177"/>
              <a:gd name="csY14" fmla="*/ 128550 h 363527"/>
              <a:gd name="csX15" fmla="*/ 47094 w 398177"/>
              <a:gd name="csY15" fmla="*/ 211705 h 363527"/>
              <a:gd name="csX16" fmla="*/ 39879 w 398177"/>
              <a:gd name="csY16" fmla="*/ 289399 h 363527"/>
              <a:gd name="csX17" fmla="*/ 45951 w 398177"/>
              <a:gd name="csY17" fmla="*/ 337958 h 363527"/>
              <a:gd name="csX18" fmla="*/ 354 w 398177"/>
              <a:gd name="csY18" fmla="*/ 342051 h 3635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98177" h="363527">
                <a:moveTo>
                  <a:pt x="355" y="342058"/>
                </a:moveTo>
                <a:cubicBezTo>
                  <a:pt x="3416" y="324528"/>
                  <a:pt x="4556" y="306578"/>
                  <a:pt x="5770" y="288820"/>
                </a:cubicBezTo>
                <a:cubicBezTo>
                  <a:pt x="5837" y="260450"/>
                  <a:pt x="12247" y="233069"/>
                  <a:pt x="18981" y="205706"/>
                </a:cubicBezTo>
                <a:cubicBezTo>
                  <a:pt x="24880" y="174767"/>
                  <a:pt x="35608" y="145038"/>
                  <a:pt x="47233" y="115864"/>
                </a:cubicBezTo>
                <a:cubicBezTo>
                  <a:pt x="59953" y="88116"/>
                  <a:pt x="80298" y="69019"/>
                  <a:pt x="103685" y="50588"/>
                </a:cubicBezTo>
                <a:cubicBezTo>
                  <a:pt x="123848" y="34874"/>
                  <a:pt x="147074" y="24606"/>
                  <a:pt x="169520" y="12767"/>
                </a:cubicBezTo>
                <a:cubicBezTo>
                  <a:pt x="194106" y="-398"/>
                  <a:pt x="218431" y="-1004"/>
                  <a:pt x="244972" y="668"/>
                </a:cubicBezTo>
                <a:cubicBezTo>
                  <a:pt x="280131" y="11517"/>
                  <a:pt x="304968" y="36892"/>
                  <a:pt x="331069" y="61124"/>
                </a:cubicBezTo>
                <a:cubicBezTo>
                  <a:pt x="365274" y="93281"/>
                  <a:pt x="381488" y="137817"/>
                  <a:pt x="397613" y="180777"/>
                </a:cubicBezTo>
                <a:cubicBezTo>
                  <a:pt x="400993" y="189785"/>
                  <a:pt x="388239" y="194562"/>
                  <a:pt x="384870" y="185550"/>
                </a:cubicBezTo>
                <a:cubicBezTo>
                  <a:pt x="369453" y="144307"/>
                  <a:pt x="347480" y="108763"/>
                  <a:pt x="315521" y="77955"/>
                </a:cubicBezTo>
                <a:cubicBezTo>
                  <a:pt x="292251" y="59265"/>
                  <a:pt x="268993" y="40038"/>
                  <a:pt x="239081" y="33548"/>
                </a:cubicBezTo>
                <a:cubicBezTo>
                  <a:pt x="218582" y="32127"/>
                  <a:pt x="201759" y="30357"/>
                  <a:pt x="182829" y="41947"/>
                </a:cubicBezTo>
                <a:cubicBezTo>
                  <a:pt x="161363" y="51022"/>
                  <a:pt x="140915" y="61982"/>
                  <a:pt x="121361" y="74791"/>
                </a:cubicBezTo>
                <a:cubicBezTo>
                  <a:pt x="102671" y="89957"/>
                  <a:pt x="84990" y="105898"/>
                  <a:pt x="75082" y="128550"/>
                </a:cubicBezTo>
                <a:cubicBezTo>
                  <a:pt x="63204" y="155524"/>
                  <a:pt x="52099" y="182406"/>
                  <a:pt x="47094" y="211705"/>
                </a:cubicBezTo>
                <a:cubicBezTo>
                  <a:pt x="43530" y="237435"/>
                  <a:pt x="39507" y="263322"/>
                  <a:pt x="39879" y="289399"/>
                </a:cubicBezTo>
                <a:cubicBezTo>
                  <a:pt x="40649" y="305602"/>
                  <a:pt x="40450" y="322607"/>
                  <a:pt x="45951" y="337958"/>
                </a:cubicBezTo>
                <a:cubicBezTo>
                  <a:pt x="56871" y="368431"/>
                  <a:pt x="-5215" y="373939"/>
                  <a:pt x="354" y="34205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id="{506411A2-5055-02AD-B56E-505E883170F5}"/>
              </a:ext>
            </a:extLst>
          </p:cNvPr>
          <p:cNvSpPr/>
          <p:nvPr/>
        </p:nvSpPr>
        <p:spPr>
          <a:xfrm>
            <a:off x="7804231" y="1705313"/>
            <a:ext cx="512132" cy="510196"/>
          </a:xfrm>
          <a:custGeom>
            <a:avLst/>
            <a:gdLst>
              <a:gd name="csX0" fmla="*/ 278 w 512132"/>
              <a:gd name="csY0" fmla="*/ 470114 h 510196"/>
              <a:gd name="csX1" fmla="*/ 6456 w 512132"/>
              <a:gd name="csY1" fmla="*/ 423838 h 510196"/>
              <a:gd name="csX2" fmla="*/ 18179 w 512132"/>
              <a:gd name="csY2" fmla="*/ 329405 h 510196"/>
              <a:gd name="csX3" fmla="*/ 43702 w 512132"/>
              <a:gd name="csY3" fmla="*/ 222497 h 510196"/>
              <a:gd name="csX4" fmla="*/ 69520 w 512132"/>
              <a:gd name="csY4" fmla="*/ 132813 h 510196"/>
              <a:gd name="csX5" fmla="*/ 101688 w 512132"/>
              <a:gd name="csY5" fmla="*/ 67240 h 510196"/>
              <a:gd name="csX6" fmla="*/ 144434 w 512132"/>
              <a:gd name="csY6" fmla="*/ 23579 h 510196"/>
              <a:gd name="csX7" fmla="*/ 199834 w 512132"/>
              <a:gd name="csY7" fmla="*/ 45 h 510196"/>
              <a:gd name="csX8" fmla="*/ 278890 w 512132"/>
              <a:gd name="csY8" fmla="*/ 22437 h 510196"/>
              <a:gd name="csX9" fmla="*/ 355415 w 512132"/>
              <a:gd name="csY9" fmla="*/ 107704 h 510196"/>
              <a:gd name="csX10" fmla="*/ 420589 w 512132"/>
              <a:gd name="csY10" fmla="*/ 234006 h 510196"/>
              <a:gd name="csX11" fmla="*/ 478634 w 512132"/>
              <a:gd name="csY11" fmla="*/ 370251 h 510196"/>
              <a:gd name="csX12" fmla="*/ 511732 w 512132"/>
              <a:gd name="csY12" fmla="*/ 500982 h 510196"/>
              <a:gd name="csX13" fmla="*/ 498726 w 512132"/>
              <a:gd name="csY13" fmla="*/ 504984 h 510196"/>
              <a:gd name="csX14" fmla="*/ 448192 w 512132"/>
              <a:gd name="csY14" fmla="*/ 381550 h 510196"/>
              <a:gd name="csX15" fmla="*/ 391172 w 512132"/>
              <a:gd name="csY15" fmla="*/ 248323 h 510196"/>
              <a:gd name="csX16" fmla="*/ 324684 w 512132"/>
              <a:gd name="csY16" fmla="*/ 129166 h 510196"/>
              <a:gd name="csX17" fmla="*/ 257272 w 512132"/>
              <a:gd name="csY17" fmla="*/ 56051 h 510196"/>
              <a:gd name="csX18" fmla="*/ 202238 w 512132"/>
              <a:gd name="csY18" fmla="*/ 30615 h 510196"/>
              <a:gd name="csX19" fmla="*/ 160740 w 512132"/>
              <a:gd name="csY19" fmla="*/ 44552 h 510196"/>
              <a:gd name="csX20" fmla="*/ 122101 w 512132"/>
              <a:gd name="csY20" fmla="*/ 81544 h 510196"/>
              <a:gd name="csX21" fmla="*/ 88257 w 512132"/>
              <a:gd name="csY21" fmla="*/ 140278 h 510196"/>
              <a:gd name="csX22" fmla="*/ 57457 w 512132"/>
              <a:gd name="csY22" fmla="*/ 226009 h 510196"/>
              <a:gd name="csX23" fmla="*/ 33779 w 512132"/>
              <a:gd name="csY23" fmla="*/ 331889 h 510196"/>
              <a:gd name="csX24" fmla="*/ 25553 w 512132"/>
              <a:gd name="csY24" fmla="*/ 425055 h 510196"/>
              <a:gd name="csX25" fmla="*/ 29146 w 512132"/>
              <a:gd name="csY25" fmla="*/ 470097 h 510196"/>
              <a:gd name="csX26" fmla="*/ 276 w 512132"/>
              <a:gd name="csY26" fmla="*/ 470097 h 5101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512132" h="510196">
                <a:moveTo>
                  <a:pt x="278" y="470114"/>
                </a:moveTo>
                <a:cubicBezTo>
                  <a:pt x="3212" y="454713"/>
                  <a:pt x="4042" y="439346"/>
                  <a:pt x="6456" y="423838"/>
                </a:cubicBezTo>
                <a:cubicBezTo>
                  <a:pt x="8999" y="392079"/>
                  <a:pt x="13043" y="360898"/>
                  <a:pt x="18179" y="329405"/>
                </a:cubicBezTo>
                <a:cubicBezTo>
                  <a:pt x="25647" y="293491"/>
                  <a:pt x="34814" y="258073"/>
                  <a:pt x="43702" y="222497"/>
                </a:cubicBezTo>
                <a:cubicBezTo>
                  <a:pt x="49263" y="191763"/>
                  <a:pt x="58830" y="162031"/>
                  <a:pt x="69520" y="132813"/>
                </a:cubicBezTo>
                <a:cubicBezTo>
                  <a:pt x="77279" y="109377"/>
                  <a:pt x="88397" y="87892"/>
                  <a:pt x="101688" y="67240"/>
                </a:cubicBezTo>
                <a:cubicBezTo>
                  <a:pt x="112444" y="49279"/>
                  <a:pt x="128803" y="36587"/>
                  <a:pt x="144434" y="23579"/>
                </a:cubicBezTo>
                <a:cubicBezTo>
                  <a:pt x="160674" y="7703"/>
                  <a:pt x="178127" y="2983"/>
                  <a:pt x="199834" y="45"/>
                </a:cubicBezTo>
                <a:cubicBezTo>
                  <a:pt x="229044" y="-800"/>
                  <a:pt x="253648" y="10349"/>
                  <a:pt x="278890" y="22437"/>
                </a:cubicBezTo>
                <a:cubicBezTo>
                  <a:pt x="309383" y="46102"/>
                  <a:pt x="334284" y="75494"/>
                  <a:pt x="355415" y="107704"/>
                </a:cubicBezTo>
                <a:cubicBezTo>
                  <a:pt x="383343" y="146509"/>
                  <a:pt x="399786" y="191412"/>
                  <a:pt x="420589" y="234006"/>
                </a:cubicBezTo>
                <a:cubicBezTo>
                  <a:pt x="445466" y="276834"/>
                  <a:pt x="462089" y="323756"/>
                  <a:pt x="478634" y="370251"/>
                </a:cubicBezTo>
                <a:cubicBezTo>
                  <a:pt x="492122" y="413328"/>
                  <a:pt x="498465" y="457873"/>
                  <a:pt x="511732" y="500982"/>
                </a:cubicBezTo>
                <a:cubicBezTo>
                  <a:pt x="514562" y="510178"/>
                  <a:pt x="501556" y="514180"/>
                  <a:pt x="498726" y="504984"/>
                </a:cubicBezTo>
                <a:cubicBezTo>
                  <a:pt x="485569" y="462227"/>
                  <a:pt x="465620" y="422678"/>
                  <a:pt x="448192" y="381550"/>
                </a:cubicBezTo>
                <a:cubicBezTo>
                  <a:pt x="430714" y="336400"/>
                  <a:pt x="410644" y="292603"/>
                  <a:pt x="391172" y="248323"/>
                </a:cubicBezTo>
                <a:cubicBezTo>
                  <a:pt x="371325" y="207435"/>
                  <a:pt x="348460" y="167868"/>
                  <a:pt x="324684" y="129166"/>
                </a:cubicBezTo>
                <a:cubicBezTo>
                  <a:pt x="305079" y="102095"/>
                  <a:pt x="285303" y="74955"/>
                  <a:pt x="257272" y="56051"/>
                </a:cubicBezTo>
                <a:cubicBezTo>
                  <a:pt x="240227" y="43636"/>
                  <a:pt x="224191" y="30853"/>
                  <a:pt x="202238" y="30615"/>
                </a:cubicBezTo>
                <a:cubicBezTo>
                  <a:pt x="188161" y="34100"/>
                  <a:pt x="173180" y="35335"/>
                  <a:pt x="160740" y="44552"/>
                </a:cubicBezTo>
                <a:cubicBezTo>
                  <a:pt x="147367" y="56411"/>
                  <a:pt x="133421" y="67345"/>
                  <a:pt x="122101" y="81544"/>
                </a:cubicBezTo>
                <a:cubicBezTo>
                  <a:pt x="109870" y="100481"/>
                  <a:pt x="96458" y="118998"/>
                  <a:pt x="88257" y="140278"/>
                </a:cubicBezTo>
                <a:cubicBezTo>
                  <a:pt x="77093" y="168596"/>
                  <a:pt x="65801" y="196675"/>
                  <a:pt x="57457" y="226009"/>
                </a:cubicBezTo>
                <a:cubicBezTo>
                  <a:pt x="48123" y="260905"/>
                  <a:pt x="37998" y="295923"/>
                  <a:pt x="33779" y="331889"/>
                </a:cubicBezTo>
                <a:cubicBezTo>
                  <a:pt x="29997" y="362821"/>
                  <a:pt x="25702" y="393793"/>
                  <a:pt x="25553" y="425055"/>
                </a:cubicBezTo>
                <a:cubicBezTo>
                  <a:pt x="26534" y="440124"/>
                  <a:pt x="25772" y="455236"/>
                  <a:pt x="29146" y="470097"/>
                </a:cubicBezTo>
                <a:cubicBezTo>
                  <a:pt x="33666" y="490005"/>
                  <a:pt x="-3545" y="490151"/>
                  <a:pt x="276" y="470097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18483721-3291-AC09-234A-48346AFFC893}"/>
              </a:ext>
            </a:extLst>
          </p:cNvPr>
          <p:cNvSpPr/>
          <p:nvPr/>
        </p:nvSpPr>
        <p:spPr>
          <a:xfrm>
            <a:off x="8139587" y="1242906"/>
            <a:ext cx="515969" cy="474344"/>
          </a:xfrm>
          <a:custGeom>
            <a:avLst/>
            <a:gdLst>
              <a:gd name="csX0" fmla="*/ 2583 w 515969"/>
              <a:gd name="csY0" fmla="*/ 333304 h 474344"/>
              <a:gd name="csX1" fmla="*/ 50856 w 515969"/>
              <a:gd name="csY1" fmla="*/ 254502 h 474344"/>
              <a:gd name="csX2" fmla="*/ 126645 w 515969"/>
              <a:gd name="csY2" fmla="*/ 142240 h 474344"/>
              <a:gd name="csX3" fmla="*/ 196572 w 515969"/>
              <a:gd name="csY3" fmla="*/ 54976 h 474344"/>
              <a:gd name="csX4" fmla="*/ 246209 w 515969"/>
              <a:gd name="csY4" fmla="*/ 6598 h 474344"/>
              <a:gd name="csX5" fmla="*/ 300814 w 515969"/>
              <a:gd name="csY5" fmla="*/ 10685 h 474344"/>
              <a:gd name="csX6" fmla="*/ 352304 w 515969"/>
              <a:gd name="csY6" fmla="*/ 61742 h 474344"/>
              <a:gd name="csX7" fmla="*/ 416678 w 515969"/>
              <a:gd name="csY7" fmla="*/ 165726 h 474344"/>
              <a:gd name="csX8" fmla="*/ 471416 w 515969"/>
              <a:gd name="csY8" fmla="*/ 284265 h 474344"/>
              <a:gd name="csX9" fmla="*/ 507700 w 515969"/>
              <a:gd name="csY9" fmla="*/ 391792 h 474344"/>
              <a:gd name="csX10" fmla="*/ 515969 w 515969"/>
              <a:gd name="csY10" fmla="*/ 465935 h 474344"/>
              <a:gd name="csX11" fmla="*/ 502678 w 515969"/>
              <a:gd name="csY11" fmla="*/ 468851 h 474344"/>
              <a:gd name="csX12" fmla="*/ 474360 w 515969"/>
              <a:gd name="csY12" fmla="*/ 401780 h 474344"/>
              <a:gd name="csX13" fmla="*/ 441229 w 515969"/>
              <a:gd name="csY13" fmla="*/ 295386 h 474344"/>
              <a:gd name="csX14" fmla="*/ 392618 w 515969"/>
              <a:gd name="csY14" fmla="*/ 178333 h 474344"/>
              <a:gd name="csX15" fmla="*/ 330580 w 515969"/>
              <a:gd name="csY15" fmla="*/ 79492 h 474344"/>
              <a:gd name="csX16" fmla="*/ 286765 w 515969"/>
              <a:gd name="csY16" fmla="*/ 33444 h 474344"/>
              <a:gd name="csX17" fmla="*/ 257162 w 515969"/>
              <a:gd name="csY17" fmla="*/ 26497 h 474344"/>
              <a:gd name="csX18" fmla="*/ 206906 w 515969"/>
              <a:gd name="csY18" fmla="*/ 64113 h 474344"/>
              <a:gd name="csX19" fmla="*/ 137631 w 515969"/>
              <a:gd name="csY19" fmla="*/ 150272 h 474344"/>
              <a:gd name="csX20" fmla="*/ 62643 w 515969"/>
              <a:gd name="csY20" fmla="*/ 261305 h 474344"/>
              <a:gd name="csX21" fmla="*/ 21961 w 515969"/>
              <a:gd name="csY21" fmla="*/ 345122 h 474344"/>
              <a:gd name="csX22" fmla="*/ 2583 w 515969"/>
              <a:gd name="csY22" fmla="*/ 333311 h 4743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515969" h="474344">
                <a:moveTo>
                  <a:pt x="2583" y="333304"/>
                </a:moveTo>
                <a:cubicBezTo>
                  <a:pt x="23234" y="310326"/>
                  <a:pt x="35473" y="281186"/>
                  <a:pt x="50856" y="254502"/>
                </a:cubicBezTo>
                <a:cubicBezTo>
                  <a:pt x="73843" y="215586"/>
                  <a:pt x="100005" y="178706"/>
                  <a:pt x="126645" y="142240"/>
                </a:cubicBezTo>
                <a:cubicBezTo>
                  <a:pt x="148103" y="111674"/>
                  <a:pt x="172165" y="83180"/>
                  <a:pt x="196572" y="54976"/>
                </a:cubicBezTo>
                <a:cubicBezTo>
                  <a:pt x="210128" y="35433"/>
                  <a:pt x="227812" y="21019"/>
                  <a:pt x="246209" y="6598"/>
                </a:cubicBezTo>
                <a:cubicBezTo>
                  <a:pt x="268298" y="-5973"/>
                  <a:pt x="280070" y="1708"/>
                  <a:pt x="300814" y="10685"/>
                </a:cubicBezTo>
                <a:cubicBezTo>
                  <a:pt x="318537" y="27171"/>
                  <a:pt x="335531" y="44551"/>
                  <a:pt x="352304" y="61742"/>
                </a:cubicBezTo>
                <a:cubicBezTo>
                  <a:pt x="375378" y="95500"/>
                  <a:pt x="398224" y="129116"/>
                  <a:pt x="416678" y="165726"/>
                </a:cubicBezTo>
                <a:cubicBezTo>
                  <a:pt x="436624" y="204603"/>
                  <a:pt x="456578" y="243031"/>
                  <a:pt x="471416" y="284265"/>
                </a:cubicBezTo>
                <a:cubicBezTo>
                  <a:pt x="485621" y="319376"/>
                  <a:pt x="497015" y="355467"/>
                  <a:pt x="507700" y="391792"/>
                </a:cubicBezTo>
                <a:cubicBezTo>
                  <a:pt x="516784" y="415640"/>
                  <a:pt x="515907" y="441441"/>
                  <a:pt x="515969" y="465935"/>
                </a:cubicBezTo>
                <a:cubicBezTo>
                  <a:pt x="515993" y="475557"/>
                  <a:pt x="506991" y="477451"/>
                  <a:pt x="502678" y="468851"/>
                </a:cubicBezTo>
                <a:cubicBezTo>
                  <a:pt x="492112" y="447781"/>
                  <a:pt x="480612" y="425605"/>
                  <a:pt x="474360" y="401780"/>
                </a:cubicBezTo>
                <a:cubicBezTo>
                  <a:pt x="463032" y="366394"/>
                  <a:pt x="452298" y="330830"/>
                  <a:pt x="441229" y="295386"/>
                </a:cubicBezTo>
                <a:cubicBezTo>
                  <a:pt x="426409" y="255876"/>
                  <a:pt x="412167" y="215709"/>
                  <a:pt x="392618" y="178333"/>
                </a:cubicBezTo>
                <a:cubicBezTo>
                  <a:pt x="374037" y="144211"/>
                  <a:pt x="357240" y="108193"/>
                  <a:pt x="330580" y="79492"/>
                </a:cubicBezTo>
                <a:cubicBezTo>
                  <a:pt x="317783" y="62038"/>
                  <a:pt x="306242" y="44210"/>
                  <a:pt x="286765" y="33444"/>
                </a:cubicBezTo>
                <a:cubicBezTo>
                  <a:pt x="276968" y="30335"/>
                  <a:pt x="268646" y="23043"/>
                  <a:pt x="257162" y="26497"/>
                </a:cubicBezTo>
                <a:cubicBezTo>
                  <a:pt x="239123" y="37184"/>
                  <a:pt x="221190" y="47946"/>
                  <a:pt x="206906" y="64113"/>
                </a:cubicBezTo>
                <a:cubicBezTo>
                  <a:pt x="182611" y="91859"/>
                  <a:pt x="158814" y="120018"/>
                  <a:pt x="137631" y="150272"/>
                </a:cubicBezTo>
                <a:cubicBezTo>
                  <a:pt x="111279" y="186340"/>
                  <a:pt x="85392" y="222816"/>
                  <a:pt x="62643" y="261305"/>
                </a:cubicBezTo>
                <a:cubicBezTo>
                  <a:pt x="47115" y="288234"/>
                  <a:pt x="30185" y="314972"/>
                  <a:pt x="21961" y="345122"/>
                </a:cubicBezTo>
                <a:cubicBezTo>
                  <a:pt x="17738" y="360603"/>
                  <a:pt x="-8144" y="345246"/>
                  <a:pt x="2583" y="3333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76831450-982E-8353-4BEF-D5CA86824653}"/>
              </a:ext>
            </a:extLst>
          </p:cNvPr>
          <p:cNvSpPr/>
          <p:nvPr/>
        </p:nvSpPr>
        <p:spPr>
          <a:xfrm>
            <a:off x="8280736" y="1695034"/>
            <a:ext cx="494143" cy="511476"/>
          </a:xfrm>
          <a:custGeom>
            <a:avLst/>
            <a:gdLst>
              <a:gd name="csX0" fmla="*/ 3928 w 494143"/>
              <a:gd name="csY0" fmla="*/ 464868 h 511476"/>
              <a:gd name="csX1" fmla="*/ 35680 w 494143"/>
              <a:gd name="csY1" fmla="*/ 416016 h 511476"/>
              <a:gd name="csX2" fmla="*/ 111251 w 494143"/>
              <a:gd name="csY2" fmla="*/ 313261 h 511476"/>
              <a:gd name="csX3" fmla="*/ 209216 w 494143"/>
              <a:gd name="csY3" fmla="*/ 198256 h 511476"/>
              <a:gd name="csX4" fmla="*/ 298202 w 494143"/>
              <a:gd name="csY4" fmla="*/ 103473 h 511476"/>
              <a:gd name="csX5" fmla="*/ 366717 w 494143"/>
              <a:gd name="csY5" fmla="*/ 38259 h 511476"/>
              <a:gd name="csX6" fmla="*/ 416251 w 494143"/>
              <a:gd name="csY6" fmla="*/ 2006 h 511476"/>
              <a:gd name="csX7" fmla="*/ 463999 w 494143"/>
              <a:gd name="csY7" fmla="*/ 41412 h 511476"/>
              <a:gd name="csX8" fmla="*/ 480382 w 494143"/>
              <a:gd name="csY8" fmla="*/ 126704 h 511476"/>
              <a:gd name="csX9" fmla="*/ 489779 w 494143"/>
              <a:gd name="csY9" fmla="*/ 251815 h 511476"/>
              <a:gd name="csX10" fmla="*/ 494131 w 494143"/>
              <a:gd name="csY10" fmla="*/ 339361 h 511476"/>
              <a:gd name="csX11" fmla="*/ 480541 w 494143"/>
              <a:gd name="csY11" fmla="*/ 340047 h 511476"/>
              <a:gd name="csX12" fmla="*/ 476184 w 494143"/>
              <a:gd name="csY12" fmla="*/ 252414 h 511476"/>
              <a:gd name="csX13" fmla="*/ 466353 w 494143"/>
              <a:gd name="csY13" fmla="*/ 129123 h 511476"/>
              <a:gd name="csX14" fmla="*/ 440172 w 494143"/>
              <a:gd name="csY14" fmla="*/ 52658 h 511476"/>
              <a:gd name="csX15" fmla="*/ 436956 w 494143"/>
              <a:gd name="csY15" fmla="*/ 53206 h 511476"/>
              <a:gd name="csX16" fmla="*/ 399795 w 494143"/>
              <a:gd name="csY16" fmla="*/ 77817 h 511476"/>
              <a:gd name="csX17" fmla="*/ 326402 w 494143"/>
              <a:gd name="csY17" fmla="*/ 134587 h 511476"/>
              <a:gd name="csX18" fmla="*/ 236428 w 494143"/>
              <a:gd name="csY18" fmla="*/ 221729 h 511476"/>
              <a:gd name="csX19" fmla="*/ 144723 w 494143"/>
              <a:gd name="csY19" fmla="*/ 338553 h 511476"/>
              <a:gd name="csX20" fmla="*/ 84068 w 494143"/>
              <a:gd name="csY20" fmla="*/ 443918 h 511476"/>
              <a:gd name="csX21" fmla="*/ 60570 w 494143"/>
              <a:gd name="csY21" fmla="*/ 492916 h 511476"/>
              <a:gd name="csX22" fmla="*/ 3931 w 494143"/>
              <a:gd name="csY22" fmla="*/ 464872 h 5114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494143" h="511476">
                <a:moveTo>
                  <a:pt x="3928" y="464868"/>
                </a:moveTo>
                <a:cubicBezTo>
                  <a:pt x="11979" y="447096"/>
                  <a:pt x="24967" y="432295"/>
                  <a:pt x="35680" y="416016"/>
                </a:cubicBezTo>
                <a:cubicBezTo>
                  <a:pt x="58904" y="380319"/>
                  <a:pt x="85986" y="347505"/>
                  <a:pt x="111251" y="313261"/>
                </a:cubicBezTo>
                <a:cubicBezTo>
                  <a:pt x="141779" y="273095"/>
                  <a:pt x="177053" y="237033"/>
                  <a:pt x="209216" y="198256"/>
                </a:cubicBezTo>
                <a:cubicBezTo>
                  <a:pt x="236795" y="164700"/>
                  <a:pt x="266967" y="133584"/>
                  <a:pt x="298202" y="103473"/>
                </a:cubicBezTo>
                <a:cubicBezTo>
                  <a:pt x="320661" y="81309"/>
                  <a:pt x="343689" y="59845"/>
                  <a:pt x="366717" y="38259"/>
                </a:cubicBezTo>
                <a:cubicBezTo>
                  <a:pt x="380931" y="23044"/>
                  <a:pt x="398987" y="12783"/>
                  <a:pt x="416251" y="2006"/>
                </a:cubicBezTo>
                <a:cubicBezTo>
                  <a:pt x="448990" y="-6468"/>
                  <a:pt x="459178" y="12902"/>
                  <a:pt x="463999" y="41412"/>
                </a:cubicBezTo>
                <a:cubicBezTo>
                  <a:pt x="473341" y="69044"/>
                  <a:pt x="477209" y="97597"/>
                  <a:pt x="480382" y="126704"/>
                </a:cubicBezTo>
                <a:cubicBezTo>
                  <a:pt x="485918" y="168198"/>
                  <a:pt x="487936" y="210029"/>
                  <a:pt x="489779" y="251815"/>
                </a:cubicBezTo>
                <a:cubicBezTo>
                  <a:pt x="490912" y="281012"/>
                  <a:pt x="492658" y="310180"/>
                  <a:pt x="494131" y="339361"/>
                </a:cubicBezTo>
                <a:cubicBezTo>
                  <a:pt x="494616" y="348971"/>
                  <a:pt x="481027" y="349657"/>
                  <a:pt x="480541" y="340047"/>
                </a:cubicBezTo>
                <a:cubicBezTo>
                  <a:pt x="479067" y="310837"/>
                  <a:pt x="477319" y="281640"/>
                  <a:pt x="476184" y="252414"/>
                </a:cubicBezTo>
                <a:cubicBezTo>
                  <a:pt x="474369" y="211239"/>
                  <a:pt x="472866" y="169874"/>
                  <a:pt x="466353" y="129123"/>
                </a:cubicBezTo>
                <a:cubicBezTo>
                  <a:pt x="459215" y="103389"/>
                  <a:pt x="453408" y="75548"/>
                  <a:pt x="440172" y="52658"/>
                </a:cubicBezTo>
                <a:cubicBezTo>
                  <a:pt x="430494" y="54307"/>
                  <a:pt x="425176" y="51096"/>
                  <a:pt x="436956" y="53206"/>
                </a:cubicBezTo>
                <a:cubicBezTo>
                  <a:pt x="424005" y="60307"/>
                  <a:pt x="410932" y="67231"/>
                  <a:pt x="399795" y="77817"/>
                </a:cubicBezTo>
                <a:cubicBezTo>
                  <a:pt x="374994" y="96384"/>
                  <a:pt x="350587" y="115217"/>
                  <a:pt x="326402" y="134587"/>
                </a:cubicBezTo>
                <a:cubicBezTo>
                  <a:pt x="295126" y="162312"/>
                  <a:pt x="263833" y="190023"/>
                  <a:pt x="236428" y="221729"/>
                </a:cubicBezTo>
                <a:cubicBezTo>
                  <a:pt x="203317" y="258638"/>
                  <a:pt x="174759" y="299140"/>
                  <a:pt x="144723" y="338553"/>
                </a:cubicBezTo>
                <a:cubicBezTo>
                  <a:pt x="119665" y="370911"/>
                  <a:pt x="100918" y="406676"/>
                  <a:pt x="84068" y="443918"/>
                </a:cubicBezTo>
                <a:cubicBezTo>
                  <a:pt x="76062" y="460278"/>
                  <a:pt x="70291" y="477611"/>
                  <a:pt x="60570" y="492916"/>
                </a:cubicBezTo>
                <a:cubicBezTo>
                  <a:pt x="36607" y="530639"/>
                  <a:pt x="-14511" y="505580"/>
                  <a:pt x="3931" y="464872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E0AB8D90-53ED-DD9F-49FE-89DB8B09F2C1}"/>
              </a:ext>
            </a:extLst>
          </p:cNvPr>
          <p:cNvSpPr/>
          <p:nvPr/>
        </p:nvSpPr>
        <p:spPr>
          <a:xfrm>
            <a:off x="8436984" y="2290358"/>
            <a:ext cx="95933" cy="115553"/>
          </a:xfrm>
          <a:custGeom>
            <a:avLst/>
            <a:gdLst>
              <a:gd name="csX0" fmla="*/ 2652 w 95933"/>
              <a:gd name="csY0" fmla="*/ 91476 h 115553"/>
              <a:gd name="csX1" fmla="*/ 37121 w 95933"/>
              <a:gd name="csY1" fmla="*/ 46677 h 115553"/>
              <a:gd name="csX2" fmla="*/ 84939 w 95933"/>
              <a:gd name="csY2" fmla="*/ 1663 h 115553"/>
              <a:gd name="csX3" fmla="*/ 93376 w 95933"/>
              <a:gd name="csY3" fmla="*/ 12338 h 115553"/>
              <a:gd name="csX4" fmla="*/ 52287 w 95933"/>
              <a:gd name="csY4" fmla="*/ 57870 h 115553"/>
              <a:gd name="csX5" fmla="*/ 33505 w 95933"/>
              <a:gd name="csY5" fmla="*/ 104072 h 115553"/>
              <a:gd name="csX6" fmla="*/ 2653 w 95933"/>
              <a:gd name="csY6" fmla="*/ 91476 h 1155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5933" h="115553">
                <a:moveTo>
                  <a:pt x="2652" y="91476"/>
                </a:moveTo>
                <a:cubicBezTo>
                  <a:pt x="13569" y="75945"/>
                  <a:pt x="24463" y="60854"/>
                  <a:pt x="37121" y="46677"/>
                </a:cubicBezTo>
                <a:cubicBezTo>
                  <a:pt x="49214" y="27326"/>
                  <a:pt x="66479" y="14278"/>
                  <a:pt x="84939" y="1663"/>
                </a:cubicBezTo>
                <a:cubicBezTo>
                  <a:pt x="92883" y="-3766"/>
                  <a:pt x="99867" y="5236"/>
                  <a:pt x="93376" y="12338"/>
                </a:cubicBezTo>
                <a:cubicBezTo>
                  <a:pt x="79675" y="27331"/>
                  <a:pt x="65819" y="42521"/>
                  <a:pt x="52287" y="57870"/>
                </a:cubicBezTo>
                <a:cubicBezTo>
                  <a:pt x="44226" y="72616"/>
                  <a:pt x="34749" y="86972"/>
                  <a:pt x="33505" y="104072"/>
                </a:cubicBezTo>
                <a:cubicBezTo>
                  <a:pt x="31796" y="127574"/>
                  <a:pt x="-10899" y="110753"/>
                  <a:pt x="2653" y="91476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99" name="任意多边形: 形状 98">
            <a:extLst>
              <a:ext uri="{FF2B5EF4-FFF2-40B4-BE49-F238E27FC236}">
                <a16:creationId xmlns:a16="http://schemas.microsoft.com/office/drawing/2014/main" id="{6A03C5C3-C9E4-33B4-3B4A-E6C5583DE747}"/>
              </a:ext>
            </a:extLst>
          </p:cNvPr>
          <p:cNvSpPr/>
          <p:nvPr/>
        </p:nvSpPr>
        <p:spPr>
          <a:xfrm>
            <a:off x="8570634" y="2290330"/>
            <a:ext cx="129980" cy="83799"/>
          </a:xfrm>
          <a:custGeom>
            <a:avLst/>
            <a:gdLst>
              <a:gd name="csX0" fmla="*/ 92649 w 129980"/>
              <a:gd name="csY0" fmla="*/ 70740 h 83799"/>
              <a:gd name="csX1" fmla="*/ 75170 w 129980"/>
              <a:gd name="csY1" fmla="*/ 44839 h 83799"/>
              <a:gd name="csX2" fmla="*/ 21000 w 129980"/>
              <a:gd name="csY2" fmla="*/ 14439 h 83799"/>
              <a:gd name="csX3" fmla="*/ 7549 w 129980"/>
              <a:gd name="csY3" fmla="*/ 15157 h 83799"/>
              <a:gd name="csX4" fmla="*/ 6884 w 129980"/>
              <a:gd name="csY4" fmla="*/ 1566 h 83799"/>
              <a:gd name="csX5" fmla="*/ 22138 w 129980"/>
              <a:gd name="csY5" fmla="*/ 880 h 83799"/>
              <a:gd name="csX6" fmla="*/ 98068 w 129980"/>
              <a:gd name="csY6" fmla="*/ 18525 h 83799"/>
              <a:gd name="csX7" fmla="*/ 128427 w 129980"/>
              <a:gd name="csY7" fmla="*/ 54503 h 83799"/>
              <a:gd name="csX8" fmla="*/ 92650 w 129980"/>
              <a:gd name="csY8" fmla="*/ 70741 h 83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9980" h="83799">
                <a:moveTo>
                  <a:pt x="92649" y="70740"/>
                </a:moveTo>
                <a:cubicBezTo>
                  <a:pt x="88545" y="60948"/>
                  <a:pt x="81198" y="53411"/>
                  <a:pt x="75170" y="44839"/>
                </a:cubicBezTo>
                <a:cubicBezTo>
                  <a:pt x="59208" y="30705"/>
                  <a:pt x="40017" y="23180"/>
                  <a:pt x="21000" y="14439"/>
                </a:cubicBezTo>
                <a:cubicBezTo>
                  <a:pt x="16516" y="14679"/>
                  <a:pt x="12032" y="14918"/>
                  <a:pt x="7549" y="15157"/>
                </a:cubicBezTo>
                <a:cubicBezTo>
                  <a:pt x="-2059" y="15670"/>
                  <a:pt x="-2729" y="1998"/>
                  <a:pt x="6884" y="1566"/>
                </a:cubicBezTo>
                <a:cubicBezTo>
                  <a:pt x="11968" y="1337"/>
                  <a:pt x="17054" y="1108"/>
                  <a:pt x="22138" y="880"/>
                </a:cubicBezTo>
                <a:cubicBezTo>
                  <a:pt x="50148" y="-1361"/>
                  <a:pt x="74231" y="-574"/>
                  <a:pt x="98068" y="18525"/>
                </a:cubicBezTo>
                <a:cubicBezTo>
                  <a:pt x="110633" y="28895"/>
                  <a:pt x="122780" y="38424"/>
                  <a:pt x="128427" y="54503"/>
                </a:cubicBezTo>
                <a:cubicBezTo>
                  <a:pt x="137633" y="80715"/>
                  <a:pt x="103388" y="96363"/>
                  <a:pt x="92650" y="7074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10A74A4F-DDAA-148E-B209-40B96BB12BCB}"/>
              </a:ext>
            </a:extLst>
          </p:cNvPr>
          <p:cNvSpPr/>
          <p:nvPr/>
        </p:nvSpPr>
        <p:spPr>
          <a:xfrm>
            <a:off x="8685213" y="2085179"/>
            <a:ext cx="71010" cy="383618"/>
          </a:xfrm>
          <a:custGeom>
            <a:avLst/>
            <a:gdLst>
              <a:gd name="csX0" fmla="*/ 64652 w 71010"/>
              <a:gd name="csY0" fmla="*/ 40147 h 383618"/>
              <a:gd name="csX1" fmla="*/ 35754 w 71010"/>
              <a:gd name="csY1" fmla="*/ 102175 h 383618"/>
              <a:gd name="csX2" fmla="*/ 14715 w 71010"/>
              <a:gd name="csY2" fmla="*/ 281255 h 383618"/>
              <a:gd name="csX3" fmla="*/ 14978 w 71010"/>
              <a:gd name="csY3" fmla="*/ 376147 h 383618"/>
              <a:gd name="csX4" fmla="*/ 1380 w 71010"/>
              <a:gd name="csY4" fmla="*/ 376659 h 383618"/>
              <a:gd name="csX5" fmla="*/ 1134 w 71010"/>
              <a:gd name="csY5" fmla="*/ 280418 h 383618"/>
              <a:gd name="csX6" fmla="*/ 17239 w 71010"/>
              <a:gd name="csY6" fmla="*/ 98795 h 383618"/>
              <a:gd name="csX7" fmla="*/ 29914 w 71010"/>
              <a:gd name="csY7" fmla="*/ 11276 h 383618"/>
              <a:gd name="csX8" fmla="*/ 64652 w 71010"/>
              <a:gd name="csY8" fmla="*/ 40147 h 3836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1010" h="383618">
                <a:moveTo>
                  <a:pt x="64652" y="40147"/>
                </a:moveTo>
                <a:cubicBezTo>
                  <a:pt x="48088" y="55803"/>
                  <a:pt x="41734" y="80258"/>
                  <a:pt x="35754" y="102175"/>
                </a:cubicBezTo>
                <a:cubicBezTo>
                  <a:pt x="21663" y="160506"/>
                  <a:pt x="18400" y="221428"/>
                  <a:pt x="14715" y="281255"/>
                </a:cubicBezTo>
                <a:cubicBezTo>
                  <a:pt x="12724" y="312880"/>
                  <a:pt x="13783" y="344527"/>
                  <a:pt x="14978" y="376147"/>
                </a:cubicBezTo>
                <a:cubicBezTo>
                  <a:pt x="15341" y="385761"/>
                  <a:pt x="1741" y="386274"/>
                  <a:pt x="1380" y="376659"/>
                </a:cubicBezTo>
                <a:cubicBezTo>
                  <a:pt x="177" y="344589"/>
                  <a:pt x="-889" y="312492"/>
                  <a:pt x="1134" y="280418"/>
                </a:cubicBezTo>
                <a:cubicBezTo>
                  <a:pt x="4881" y="219687"/>
                  <a:pt x="12506" y="159365"/>
                  <a:pt x="17239" y="98795"/>
                </a:cubicBezTo>
                <a:cubicBezTo>
                  <a:pt x="20119" y="69533"/>
                  <a:pt x="19728" y="39169"/>
                  <a:pt x="29914" y="11276"/>
                </a:cubicBezTo>
                <a:cubicBezTo>
                  <a:pt x="40871" y="-18726"/>
                  <a:pt x="87865" y="18207"/>
                  <a:pt x="64652" y="40147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1" name="任意多边形: 形状 100">
            <a:extLst>
              <a:ext uri="{FF2B5EF4-FFF2-40B4-BE49-F238E27FC236}">
                <a16:creationId xmlns:a16="http://schemas.microsoft.com/office/drawing/2014/main" id="{0E051A77-35AB-CB19-9E0F-0723CCC6BC7A}"/>
              </a:ext>
            </a:extLst>
          </p:cNvPr>
          <p:cNvSpPr/>
          <p:nvPr/>
        </p:nvSpPr>
        <p:spPr>
          <a:xfrm>
            <a:off x="8767444" y="2108391"/>
            <a:ext cx="30047" cy="51241"/>
          </a:xfrm>
          <a:custGeom>
            <a:avLst/>
            <a:gdLst>
              <a:gd name="csX0" fmla="*/ 29665 w 30047"/>
              <a:gd name="csY0" fmla="*/ 8743 h 51241"/>
              <a:gd name="csX1" fmla="*/ 29424 w 30047"/>
              <a:gd name="csY1" fmla="*/ 43029 h 51241"/>
              <a:gd name="csX2" fmla="*/ 16005 w 30047"/>
              <a:gd name="csY2" fmla="*/ 45284 h 51241"/>
              <a:gd name="csX3" fmla="*/ 3261 w 30047"/>
              <a:gd name="csY3" fmla="*/ 17818 h 51241"/>
              <a:gd name="csX4" fmla="*/ 29665 w 30047"/>
              <a:gd name="csY4" fmla="*/ 8743 h 512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0047" h="51241">
                <a:moveTo>
                  <a:pt x="29665" y="8743"/>
                </a:moveTo>
                <a:cubicBezTo>
                  <a:pt x="26614" y="20219"/>
                  <a:pt x="28989" y="31531"/>
                  <a:pt x="29424" y="43029"/>
                </a:cubicBezTo>
                <a:cubicBezTo>
                  <a:pt x="29787" y="52644"/>
                  <a:pt x="19221" y="54353"/>
                  <a:pt x="16005" y="45284"/>
                </a:cubicBezTo>
                <a:cubicBezTo>
                  <a:pt x="12530" y="35484"/>
                  <a:pt x="12543" y="24712"/>
                  <a:pt x="3261" y="17818"/>
                </a:cubicBezTo>
                <a:cubicBezTo>
                  <a:pt x="-12586" y="6045"/>
                  <a:pt x="34738" y="-10335"/>
                  <a:pt x="29665" y="8743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18DAE944-8169-F51E-ED7B-8D9D5418D140}"/>
              </a:ext>
            </a:extLst>
          </p:cNvPr>
          <p:cNvSpPr/>
          <p:nvPr/>
        </p:nvSpPr>
        <p:spPr>
          <a:xfrm>
            <a:off x="8843276" y="1921961"/>
            <a:ext cx="209426" cy="272205"/>
          </a:xfrm>
          <a:custGeom>
            <a:avLst/>
            <a:gdLst>
              <a:gd name="csX0" fmla="*/ 2315 w 209426"/>
              <a:gd name="csY0" fmla="*/ 258229 h 272205"/>
              <a:gd name="csX1" fmla="*/ 729 w 209426"/>
              <a:gd name="csY1" fmla="*/ 197950 h 272205"/>
              <a:gd name="csX2" fmla="*/ 18639 w 209426"/>
              <a:gd name="csY2" fmla="*/ 112508 h 272205"/>
              <a:gd name="csX3" fmla="*/ 44986 w 209426"/>
              <a:gd name="csY3" fmla="*/ 43031 h 272205"/>
              <a:gd name="csX4" fmla="*/ 86761 w 209426"/>
              <a:gd name="csY4" fmla="*/ 500 h 272205"/>
              <a:gd name="csX5" fmla="*/ 146880 w 209426"/>
              <a:gd name="csY5" fmla="*/ 53373 h 272205"/>
              <a:gd name="csX6" fmla="*/ 199111 w 209426"/>
              <a:gd name="csY6" fmla="*/ 192714 h 272205"/>
              <a:gd name="csX7" fmla="*/ 208998 w 209426"/>
              <a:gd name="csY7" fmla="*/ 223659 h 272205"/>
              <a:gd name="csX8" fmla="*/ 196037 w 209426"/>
              <a:gd name="csY8" fmla="*/ 227800 h 272205"/>
              <a:gd name="csX9" fmla="*/ 186235 w 209426"/>
              <a:gd name="csY9" fmla="*/ 197114 h 272205"/>
              <a:gd name="csX10" fmla="*/ 122790 w 209426"/>
              <a:gd name="csY10" fmla="*/ 68736 h 272205"/>
              <a:gd name="csX11" fmla="*/ 105694 w 209426"/>
              <a:gd name="csY11" fmla="*/ 47430 h 272205"/>
              <a:gd name="csX12" fmla="*/ 83729 w 209426"/>
              <a:gd name="csY12" fmla="*/ 67290 h 272205"/>
              <a:gd name="csX13" fmla="*/ 55830 w 209426"/>
              <a:gd name="csY13" fmla="*/ 123071 h 272205"/>
              <a:gd name="csX14" fmla="*/ 37402 w 209426"/>
              <a:gd name="csY14" fmla="*/ 202347 h 272205"/>
              <a:gd name="csX15" fmla="*/ 28697 w 209426"/>
              <a:gd name="csY15" fmla="*/ 258230 h 272205"/>
              <a:gd name="csX16" fmla="*/ 2314 w 209426"/>
              <a:gd name="csY16" fmla="*/ 258230 h 2722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09426" h="272205">
                <a:moveTo>
                  <a:pt x="2315" y="258229"/>
                </a:moveTo>
                <a:cubicBezTo>
                  <a:pt x="888" y="237534"/>
                  <a:pt x="-1086" y="218693"/>
                  <a:pt x="729" y="197950"/>
                </a:cubicBezTo>
                <a:cubicBezTo>
                  <a:pt x="2958" y="169037"/>
                  <a:pt x="11093" y="140525"/>
                  <a:pt x="18639" y="112508"/>
                </a:cubicBezTo>
                <a:cubicBezTo>
                  <a:pt x="23288" y="87669"/>
                  <a:pt x="33410" y="65193"/>
                  <a:pt x="44986" y="43031"/>
                </a:cubicBezTo>
                <a:cubicBezTo>
                  <a:pt x="55802" y="24570"/>
                  <a:pt x="69191" y="11570"/>
                  <a:pt x="86761" y="500"/>
                </a:cubicBezTo>
                <a:cubicBezTo>
                  <a:pt x="126335" y="-3972"/>
                  <a:pt x="132330" y="22171"/>
                  <a:pt x="146880" y="53373"/>
                </a:cubicBezTo>
                <a:cubicBezTo>
                  <a:pt x="162765" y="100436"/>
                  <a:pt x="183040" y="145708"/>
                  <a:pt x="199111" y="192714"/>
                </a:cubicBezTo>
                <a:cubicBezTo>
                  <a:pt x="202406" y="203030"/>
                  <a:pt x="205702" y="213344"/>
                  <a:pt x="208998" y="223659"/>
                </a:cubicBezTo>
                <a:cubicBezTo>
                  <a:pt x="211927" y="232824"/>
                  <a:pt x="198964" y="236965"/>
                  <a:pt x="196037" y="227800"/>
                </a:cubicBezTo>
                <a:cubicBezTo>
                  <a:pt x="192769" y="217571"/>
                  <a:pt x="189502" y="207342"/>
                  <a:pt x="186235" y="197114"/>
                </a:cubicBezTo>
                <a:cubicBezTo>
                  <a:pt x="170712" y="151663"/>
                  <a:pt x="156165" y="104619"/>
                  <a:pt x="122790" y="68736"/>
                </a:cubicBezTo>
                <a:cubicBezTo>
                  <a:pt x="116403" y="62570"/>
                  <a:pt x="86569" y="46497"/>
                  <a:pt x="105694" y="47430"/>
                </a:cubicBezTo>
                <a:cubicBezTo>
                  <a:pt x="99496" y="52422"/>
                  <a:pt x="87451" y="56701"/>
                  <a:pt x="83729" y="67290"/>
                </a:cubicBezTo>
                <a:cubicBezTo>
                  <a:pt x="72842" y="85071"/>
                  <a:pt x="61525" y="102701"/>
                  <a:pt x="55830" y="123071"/>
                </a:cubicBezTo>
                <a:cubicBezTo>
                  <a:pt x="48935" y="149437"/>
                  <a:pt x="42371" y="175701"/>
                  <a:pt x="37402" y="202347"/>
                </a:cubicBezTo>
                <a:cubicBezTo>
                  <a:pt x="35129" y="221334"/>
                  <a:pt x="28580" y="239229"/>
                  <a:pt x="28697" y="258230"/>
                </a:cubicBezTo>
                <a:cubicBezTo>
                  <a:pt x="28812" y="276886"/>
                  <a:pt x="3598" y="276842"/>
                  <a:pt x="2314" y="25823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3" name="任意多边形: 形状 102">
            <a:extLst>
              <a:ext uri="{FF2B5EF4-FFF2-40B4-BE49-F238E27FC236}">
                <a16:creationId xmlns:a16="http://schemas.microsoft.com/office/drawing/2014/main" id="{A4B8DBF8-0190-F2E7-8905-84C72B773928}"/>
              </a:ext>
            </a:extLst>
          </p:cNvPr>
          <p:cNvSpPr/>
          <p:nvPr/>
        </p:nvSpPr>
        <p:spPr>
          <a:xfrm>
            <a:off x="8722184" y="1205854"/>
            <a:ext cx="432454" cy="531260"/>
          </a:xfrm>
          <a:custGeom>
            <a:avLst/>
            <a:gdLst>
              <a:gd name="csX0" fmla="*/ 2345 w 432454"/>
              <a:gd name="csY0" fmla="*/ 373118 h 531260"/>
              <a:gd name="csX1" fmla="*/ 57926 w 432454"/>
              <a:gd name="csY1" fmla="*/ 293403 h 531260"/>
              <a:gd name="csX2" fmla="*/ 142970 w 432454"/>
              <a:gd name="csY2" fmla="*/ 151833 h 531260"/>
              <a:gd name="csX3" fmla="*/ 207029 w 432454"/>
              <a:gd name="csY3" fmla="*/ 51725 h 531260"/>
              <a:gd name="csX4" fmla="*/ 268334 w 432454"/>
              <a:gd name="csY4" fmla="*/ 264 h 531260"/>
              <a:gd name="csX5" fmla="*/ 338970 w 432454"/>
              <a:gd name="csY5" fmla="*/ 40073 h 531260"/>
              <a:gd name="csX6" fmla="*/ 385693 w 432454"/>
              <a:gd name="csY6" fmla="*/ 139590 h 531260"/>
              <a:gd name="csX7" fmla="*/ 419514 w 432454"/>
              <a:gd name="csY7" fmla="*/ 293648 h 531260"/>
              <a:gd name="csX8" fmla="*/ 432023 w 432454"/>
              <a:gd name="csY8" fmla="*/ 456154 h 531260"/>
              <a:gd name="csX9" fmla="*/ 429780 w 432454"/>
              <a:gd name="csY9" fmla="*/ 524262 h 531260"/>
              <a:gd name="csX10" fmla="*/ 416179 w 432454"/>
              <a:gd name="csY10" fmla="*/ 523827 h 531260"/>
              <a:gd name="csX11" fmla="*/ 416336 w 432454"/>
              <a:gd name="csY11" fmla="*/ 456305 h 531260"/>
              <a:gd name="csX12" fmla="*/ 405581 w 432454"/>
              <a:gd name="csY12" fmla="*/ 295847 h 531260"/>
              <a:gd name="csX13" fmla="*/ 372702 w 432454"/>
              <a:gd name="csY13" fmla="*/ 144104 h 531260"/>
              <a:gd name="csX14" fmla="*/ 320179 w 432454"/>
              <a:gd name="csY14" fmla="*/ 56346 h 531260"/>
              <a:gd name="csX15" fmla="*/ 274787 w 432454"/>
              <a:gd name="csY15" fmla="*/ 27217 h 531260"/>
              <a:gd name="csX16" fmla="*/ 220493 w 432454"/>
              <a:gd name="csY16" fmla="*/ 62063 h 531260"/>
              <a:gd name="csX17" fmla="*/ 154697 w 432454"/>
              <a:gd name="csY17" fmla="*/ 158723 h 531260"/>
              <a:gd name="csX18" fmla="*/ 69494 w 432454"/>
              <a:gd name="csY18" fmla="*/ 300560 h 531260"/>
              <a:gd name="csX19" fmla="*/ 25574 w 432454"/>
              <a:gd name="csY19" fmla="*/ 384613 h 531260"/>
              <a:gd name="csX20" fmla="*/ 2344 w 432454"/>
              <a:gd name="csY20" fmla="*/ 373111 h 531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32454" h="531260">
                <a:moveTo>
                  <a:pt x="2345" y="373118"/>
                </a:moveTo>
                <a:cubicBezTo>
                  <a:pt x="19963" y="346514"/>
                  <a:pt x="40714" y="321201"/>
                  <a:pt x="57926" y="293403"/>
                </a:cubicBezTo>
                <a:cubicBezTo>
                  <a:pt x="87030" y="246671"/>
                  <a:pt x="115060" y="199282"/>
                  <a:pt x="142970" y="151833"/>
                </a:cubicBezTo>
                <a:cubicBezTo>
                  <a:pt x="162818" y="117510"/>
                  <a:pt x="185078" y="84712"/>
                  <a:pt x="207029" y="51725"/>
                </a:cubicBezTo>
                <a:cubicBezTo>
                  <a:pt x="222550" y="26941"/>
                  <a:pt x="242438" y="11842"/>
                  <a:pt x="268334" y="264"/>
                </a:cubicBezTo>
                <a:cubicBezTo>
                  <a:pt x="301306" y="-2473"/>
                  <a:pt x="319211" y="16463"/>
                  <a:pt x="338970" y="40073"/>
                </a:cubicBezTo>
                <a:cubicBezTo>
                  <a:pt x="364881" y="67951"/>
                  <a:pt x="375743" y="103605"/>
                  <a:pt x="385693" y="139590"/>
                </a:cubicBezTo>
                <a:cubicBezTo>
                  <a:pt x="400331" y="190095"/>
                  <a:pt x="412362" y="241546"/>
                  <a:pt x="419514" y="293648"/>
                </a:cubicBezTo>
                <a:cubicBezTo>
                  <a:pt x="428896" y="347382"/>
                  <a:pt x="429627" y="401852"/>
                  <a:pt x="432023" y="456154"/>
                </a:cubicBezTo>
                <a:cubicBezTo>
                  <a:pt x="433572" y="478946"/>
                  <a:pt x="430507" y="501505"/>
                  <a:pt x="429780" y="524262"/>
                </a:cubicBezTo>
                <a:cubicBezTo>
                  <a:pt x="429472" y="533879"/>
                  <a:pt x="415871" y="533444"/>
                  <a:pt x="416179" y="523827"/>
                </a:cubicBezTo>
                <a:cubicBezTo>
                  <a:pt x="416903" y="501230"/>
                  <a:pt x="415126" y="478900"/>
                  <a:pt x="416336" y="456305"/>
                </a:cubicBezTo>
                <a:cubicBezTo>
                  <a:pt x="417698" y="402669"/>
                  <a:pt x="413264" y="348930"/>
                  <a:pt x="405581" y="295847"/>
                </a:cubicBezTo>
                <a:cubicBezTo>
                  <a:pt x="396422" y="244885"/>
                  <a:pt x="389133" y="193453"/>
                  <a:pt x="372702" y="144104"/>
                </a:cubicBezTo>
                <a:cubicBezTo>
                  <a:pt x="359071" y="112178"/>
                  <a:pt x="340304" y="84423"/>
                  <a:pt x="320179" y="56346"/>
                </a:cubicBezTo>
                <a:cubicBezTo>
                  <a:pt x="306054" y="43768"/>
                  <a:pt x="294736" y="29035"/>
                  <a:pt x="274787" y="27217"/>
                </a:cubicBezTo>
                <a:cubicBezTo>
                  <a:pt x="252755" y="34160"/>
                  <a:pt x="235125" y="41646"/>
                  <a:pt x="220493" y="62063"/>
                </a:cubicBezTo>
                <a:cubicBezTo>
                  <a:pt x="195581" y="92256"/>
                  <a:pt x="173867" y="124479"/>
                  <a:pt x="154697" y="158723"/>
                </a:cubicBezTo>
                <a:cubicBezTo>
                  <a:pt x="126735" y="206263"/>
                  <a:pt x="98652" y="253740"/>
                  <a:pt x="69494" y="300560"/>
                </a:cubicBezTo>
                <a:cubicBezTo>
                  <a:pt x="52654" y="327757"/>
                  <a:pt x="38979" y="356555"/>
                  <a:pt x="25574" y="384613"/>
                </a:cubicBezTo>
                <a:cubicBezTo>
                  <a:pt x="17673" y="401152"/>
                  <a:pt x="-7776" y="388393"/>
                  <a:pt x="2344" y="3731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4" name="任意多边形: 形状 103">
            <a:extLst>
              <a:ext uri="{FF2B5EF4-FFF2-40B4-BE49-F238E27FC236}">
                <a16:creationId xmlns:a16="http://schemas.microsoft.com/office/drawing/2014/main" id="{60252827-B8CE-7857-B850-806A01CBB866}"/>
              </a:ext>
            </a:extLst>
          </p:cNvPr>
          <p:cNvSpPr/>
          <p:nvPr/>
        </p:nvSpPr>
        <p:spPr>
          <a:xfrm>
            <a:off x="9105517" y="1597529"/>
            <a:ext cx="249812" cy="945500"/>
          </a:xfrm>
          <a:custGeom>
            <a:avLst/>
            <a:gdLst>
              <a:gd name="csX0" fmla="*/ 4774 w 249812"/>
              <a:gd name="csY0" fmla="*/ 162894 h 945500"/>
              <a:gd name="csX1" fmla="*/ 61552 w 249812"/>
              <a:gd name="csY1" fmla="*/ 108150 h 945500"/>
              <a:gd name="csX2" fmla="*/ 110778 w 249812"/>
              <a:gd name="csY2" fmla="*/ 42955 h 945500"/>
              <a:gd name="csX3" fmla="*/ 150538 w 249812"/>
              <a:gd name="csY3" fmla="*/ 3400 h 945500"/>
              <a:gd name="csX4" fmla="*/ 210645 w 249812"/>
              <a:gd name="csY4" fmla="*/ 18934 h 945500"/>
              <a:gd name="csX5" fmla="*/ 242365 w 249812"/>
              <a:gd name="csY5" fmla="*/ 106978 h 945500"/>
              <a:gd name="csX6" fmla="*/ 249509 w 249812"/>
              <a:gd name="csY6" fmla="*/ 267274 h 945500"/>
              <a:gd name="csX7" fmla="*/ 231397 w 249812"/>
              <a:gd name="csY7" fmla="*/ 458326 h 945500"/>
              <a:gd name="csX8" fmla="*/ 174638 w 249812"/>
              <a:gd name="csY8" fmla="*/ 665848 h 945500"/>
              <a:gd name="csX9" fmla="*/ 99834 w 249812"/>
              <a:gd name="csY9" fmla="*/ 860910 h 945500"/>
              <a:gd name="csX10" fmla="*/ 51506 w 249812"/>
              <a:gd name="csY10" fmla="*/ 940676 h 945500"/>
              <a:gd name="csX11" fmla="*/ 38765 w 249812"/>
              <a:gd name="csY11" fmla="*/ 935901 h 945500"/>
              <a:gd name="csX12" fmla="*/ 54389 w 249812"/>
              <a:gd name="csY12" fmla="*/ 844235 h 945500"/>
              <a:gd name="csX13" fmla="*/ 122869 w 249812"/>
              <a:gd name="csY13" fmla="*/ 648449 h 945500"/>
              <a:gd name="csX14" fmla="*/ 171547 w 249812"/>
              <a:gd name="csY14" fmla="*/ 450329 h 945500"/>
              <a:gd name="csX15" fmla="*/ 185238 w 249812"/>
              <a:gd name="csY15" fmla="*/ 267049 h 945500"/>
              <a:gd name="csX16" fmla="*/ 170808 w 249812"/>
              <a:gd name="csY16" fmla="*/ 120868 h 945500"/>
              <a:gd name="csX17" fmla="*/ 158432 w 249812"/>
              <a:gd name="csY17" fmla="*/ 51925 h 945500"/>
              <a:gd name="csX18" fmla="*/ 167669 w 249812"/>
              <a:gd name="csY18" fmla="*/ 40408 h 945500"/>
              <a:gd name="csX19" fmla="*/ 130700 w 249812"/>
              <a:gd name="csY19" fmla="*/ 62356 h 945500"/>
              <a:gd name="csX20" fmla="*/ 71773 w 249812"/>
              <a:gd name="csY20" fmla="*/ 117133 h 945500"/>
              <a:gd name="csX21" fmla="*/ 29847 w 249812"/>
              <a:gd name="csY21" fmla="*/ 179529 h 945500"/>
              <a:gd name="csX22" fmla="*/ 4773 w 249812"/>
              <a:gd name="csY22" fmla="*/ 162895 h 945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49812" h="945500">
                <a:moveTo>
                  <a:pt x="4774" y="162894"/>
                </a:moveTo>
                <a:cubicBezTo>
                  <a:pt x="27081" y="148645"/>
                  <a:pt x="43753" y="127433"/>
                  <a:pt x="61552" y="108150"/>
                </a:cubicBezTo>
                <a:cubicBezTo>
                  <a:pt x="79157" y="87220"/>
                  <a:pt x="94192" y="64638"/>
                  <a:pt x="110778" y="42955"/>
                </a:cubicBezTo>
                <a:cubicBezTo>
                  <a:pt x="121640" y="27594"/>
                  <a:pt x="136337" y="15600"/>
                  <a:pt x="150538" y="3400"/>
                </a:cubicBezTo>
                <a:cubicBezTo>
                  <a:pt x="177225" y="-4477"/>
                  <a:pt x="191535" y="1589"/>
                  <a:pt x="210645" y="18934"/>
                </a:cubicBezTo>
                <a:cubicBezTo>
                  <a:pt x="227892" y="46235"/>
                  <a:pt x="235833" y="75744"/>
                  <a:pt x="242365" y="106978"/>
                </a:cubicBezTo>
                <a:cubicBezTo>
                  <a:pt x="247850" y="160244"/>
                  <a:pt x="250806" y="213724"/>
                  <a:pt x="249509" y="267274"/>
                </a:cubicBezTo>
                <a:cubicBezTo>
                  <a:pt x="248240" y="331303"/>
                  <a:pt x="239397" y="394861"/>
                  <a:pt x="231397" y="458326"/>
                </a:cubicBezTo>
                <a:cubicBezTo>
                  <a:pt x="216968" y="528756"/>
                  <a:pt x="198495" y="598001"/>
                  <a:pt x="174638" y="665848"/>
                </a:cubicBezTo>
                <a:cubicBezTo>
                  <a:pt x="147304" y="730077"/>
                  <a:pt x="132910" y="799293"/>
                  <a:pt x="99834" y="860910"/>
                </a:cubicBezTo>
                <a:cubicBezTo>
                  <a:pt x="78174" y="885373"/>
                  <a:pt x="62866" y="910366"/>
                  <a:pt x="51506" y="940676"/>
                </a:cubicBezTo>
                <a:cubicBezTo>
                  <a:pt x="48130" y="949686"/>
                  <a:pt x="35388" y="944910"/>
                  <a:pt x="38765" y="935901"/>
                </a:cubicBezTo>
                <a:cubicBezTo>
                  <a:pt x="50109" y="905633"/>
                  <a:pt x="54945" y="876876"/>
                  <a:pt x="54389" y="844235"/>
                </a:cubicBezTo>
                <a:cubicBezTo>
                  <a:pt x="69046" y="776360"/>
                  <a:pt x="104201" y="715314"/>
                  <a:pt x="122869" y="648449"/>
                </a:cubicBezTo>
                <a:cubicBezTo>
                  <a:pt x="143639" y="583636"/>
                  <a:pt x="167725" y="518956"/>
                  <a:pt x="171547" y="450329"/>
                </a:cubicBezTo>
                <a:cubicBezTo>
                  <a:pt x="180160" y="389565"/>
                  <a:pt x="184095" y="328409"/>
                  <a:pt x="185238" y="267049"/>
                </a:cubicBezTo>
                <a:cubicBezTo>
                  <a:pt x="184323" y="217957"/>
                  <a:pt x="183542" y="168674"/>
                  <a:pt x="170808" y="120868"/>
                </a:cubicBezTo>
                <a:cubicBezTo>
                  <a:pt x="165737" y="98032"/>
                  <a:pt x="161403" y="74975"/>
                  <a:pt x="158432" y="51925"/>
                </a:cubicBezTo>
                <a:cubicBezTo>
                  <a:pt x="160214" y="49705"/>
                  <a:pt x="167936" y="44086"/>
                  <a:pt x="167669" y="40408"/>
                </a:cubicBezTo>
                <a:cubicBezTo>
                  <a:pt x="155893" y="45904"/>
                  <a:pt x="141179" y="51118"/>
                  <a:pt x="130700" y="62356"/>
                </a:cubicBezTo>
                <a:cubicBezTo>
                  <a:pt x="110034" y="79420"/>
                  <a:pt x="89406" y="96719"/>
                  <a:pt x="71773" y="117133"/>
                </a:cubicBezTo>
                <a:cubicBezTo>
                  <a:pt x="55664" y="136440"/>
                  <a:pt x="35903" y="154514"/>
                  <a:pt x="29847" y="179529"/>
                </a:cubicBezTo>
                <a:cubicBezTo>
                  <a:pt x="24841" y="200208"/>
                  <a:pt x="-13157" y="174349"/>
                  <a:pt x="4773" y="16289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5" name="任意多边形: 形状 104">
            <a:extLst>
              <a:ext uri="{FF2B5EF4-FFF2-40B4-BE49-F238E27FC236}">
                <a16:creationId xmlns:a16="http://schemas.microsoft.com/office/drawing/2014/main" id="{83100DCE-303F-B3B5-33A7-9823B09465A6}"/>
              </a:ext>
            </a:extLst>
          </p:cNvPr>
          <p:cNvSpPr/>
          <p:nvPr/>
        </p:nvSpPr>
        <p:spPr>
          <a:xfrm>
            <a:off x="7592862" y="1121546"/>
            <a:ext cx="572603" cy="639674"/>
          </a:xfrm>
          <a:custGeom>
            <a:avLst/>
            <a:gdLst>
              <a:gd name="csX0" fmla="*/ 2478 w 572603"/>
              <a:gd name="csY0" fmla="*/ 592681 h 639674"/>
              <a:gd name="csX1" fmla="*/ 40786 w 572603"/>
              <a:gd name="csY1" fmla="*/ 510086 h 639674"/>
              <a:gd name="csX2" fmla="*/ 112609 w 572603"/>
              <a:gd name="csY2" fmla="*/ 331692 h 639674"/>
              <a:gd name="csX3" fmla="*/ 170935 w 572603"/>
              <a:gd name="csY3" fmla="*/ 173406 h 639674"/>
              <a:gd name="csX4" fmla="*/ 210075 w 572603"/>
              <a:gd name="csY4" fmla="*/ 70278 h 639674"/>
              <a:gd name="csX5" fmla="*/ 262589 w 572603"/>
              <a:gd name="csY5" fmla="*/ 8165 h 639674"/>
              <a:gd name="csX6" fmla="*/ 354828 w 572603"/>
              <a:gd name="csY6" fmla="*/ 29882 h 639674"/>
              <a:gd name="csX7" fmla="*/ 437510 w 572603"/>
              <a:gd name="csY7" fmla="*/ 131885 h 639674"/>
              <a:gd name="csX8" fmla="*/ 515481 w 572603"/>
              <a:gd name="csY8" fmla="*/ 262949 h 639674"/>
              <a:gd name="csX9" fmla="*/ 571902 w 572603"/>
              <a:gd name="csY9" fmla="*/ 387584 h 639674"/>
              <a:gd name="csX10" fmla="*/ 559361 w 572603"/>
              <a:gd name="csY10" fmla="*/ 392866 h 639674"/>
              <a:gd name="csX11" fmla="*/ 503540 w 572603"/>
              <a:gd name="csY11" fmla="*/ 269469 h 639674"/>
              <a:gd name="csX12" fmla="*/ 414847 w 572603"/>
              <a:gd name="csY12" fmla="*/ 151598 h 639674"/>
              <a:gd name="csX13" fmla="*/ 322946 w 572603"/>
              <a:gd name="csY13" fmla="*/ 72793 h 639674"/>
              <a:gd name="csX14" fmla="*/ 293688 w 572603"/>
              <a:gd name="csY14" fmla="*/ 57948 h 639674"/>
              <a:gd name="csX15" fmla="*/ 261326 w 572603"/>
              <a:gd name="csY15" fmla="*/ 96527 h 639674"/>
              <a:gd name="csX16" fmla="*/ 212765 w 572603"/>
              <a:gd name="csY16" fmla="*/ 190601 h 639674"/>
              <a:gd name="csX17" fmla="*/ 146510 w 572603"/>
              <a:gd name="csY17" fmla="*/ 345192 h 639674"/>
              <a:gd name="csX18" fmla="*/ 86580 w 572603"/>
              <a:gd name="csY18" fmla="*/ 523862 h 639674"/>
              <a:gd name="csX19" fmla="*/ 77339 w 572603"/>
              <a:gd name="csY19" fmla="*/ 606687 h 639674"/>
              <a:gd name="csX20" fmla="*/ 2479 w 572603"/>
              <a:gd name="csY20" fmla="*/ 592679 h 639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72603" h="639674">
                <a:moveTo>
                  <a:pt x="2478" y="592681"/>
                </a:moveTo>
                <a:cubicBezTo>
                  <a:pt x="12735" y="564440"/>
                  <a:pt x="28305" y="537800"/>
                  <a:pt x="40786" y="510086"/>
                </a:cubicBezTo>
                <a:cubicBezTo>
                  <a:pt x="67241" y="451755"/>
                  <a:pt x="89612" y="391509"/>
                  <a:pt x="112609" y="331692"/>
                </a:cubicBezTo>
                <a:cubicBezTo>
                  <a:pt x="132801" y="279205"/>
                  <a:pt x="149893" y="225584"/>
                  <a:pt x="170935" y="173406"/>
                </a:cubicBezTo>
                <a:cubicBezTo>
                  <a:pt x="181899" y="138189"/>
                  <a:pt x="194882" y="103772"/>
                  <a:pt x="210075" y="70278"/>
                </a:cubicBezTo>
                <a:cubicBezTo>
                  <a:pt x="222038" y="43624"/>
                  <a:pt x="239651" y="24855"/>
                  <a:pt x="262589" y="8165"/>
                </a:cubicBezTo>
                <a:cubicBezTo>
                  <a:pt x="299935" y="-11148"/>
                  <a:pt x="324955" y="6931"/>
                  <a:pt x="354828" y="29882"/>
                </a:cubicBezTo>
                <a:cubicBezTo>
                  <a:pt x="384755" y="61844"/>
                  <a:pt x="414373" y="94624"/>
                  <a:pt x="437510" y="131885"/>
                </a:cubicBezTo>
                <a:cubicBezTo>
                  <a:pt x="465179" y="174392"/>
                  <a:pt x="491128" y="218393"/>
                  <a:pt x="515481" y="262949"/>
                </a:cubicBezTo>
                <a:cubicBezTo>
                  <a:pt x="536647" y="303387"/>
                  <a:pt x="553987" y="345653"/>
                  <a:pt x="571902" y="387584"/>
                </a:cubicBezTo>
                <a:cubicBezTo>
                  <a:pt x="575682" y="396432"/>
                  <a:pt x="563141" y="401714"/>
                  <a:pt x="559361" y="392866"/>
                </a:cubicBezTo>
                <a:cubicBezTo>
                  <a:pt x="541626" y="351355"/>
                  <a:pt x="524468" y="309512"/>
                  <a:pt x="503540" y="269469"/>
                </a:cubicBezTo>
                <a:cubicBezTo>
                  <a:pt x="479626" y="225673"/>
                  <a:pt x="452294" y="185211"/>
                  <a:pt x="414847" y="151598"/>
                </a:cubicBezTo>
                <a:cubicBezTo>
                  <a:pt x="383740" y="125913"/>
                  <a:pt x="357393" y="94338"/>
                  <a:pt x="322946" y="72793"/>
                </a:cubicBezTo>
                <a:cubicBezTo>
                  <a:pt x="313249" y="67876"/>
                  <a:pt x="303462" y="62152"/>
                  <a:pt x="293688" y="57948"/>
                </a:cubicBezTo>
                <a:cubicBezTo>
                  <a:pt x="281291" y="69791"/>
                  <a:pt x="268679" y="80292"/>
                  <a:pt x="261326" y="96527"/>
                </a:cubicBezTo>
                <a:cubicBezTo>
                  <a:pt x="244379" y="127316"/>
                  <a:pt x="227260" y="158374"/>
                  <a:pt x="212765" y="190601"/>
                </a:cubicBezTo>
                <a:cubicBezTo>
                  <a:pt x="191092" y="242309"/>
                  <a:pt x="167105" y="293052"/>
                  <a:pt x="146510" y="345192"/>
                </a:cubicBezTo>
                <a:cubicBezTo>
                  <a:pt x="122629" y="403112"/>
                  <a:pt x="96500" y="461712"/>
                  <a:pt x="86580" y="523862"/>
                </a:cubicBezTo>
                <a:cubicBezTo>
                  <a:pt x="82133" y="551429"/>
                  <a:pt x="79106" y="579097"/>
                  <a:pt x="77339" y="606687"/>
                </a:cubicBezTo>
                <a:cubicBezTo>
                  <a:pt x="73898" y="660430"/>
                  <a:pt x="-15906" y="643297"/>
                  <a:pt x="2479" y="59267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77CF8D35-0775-2EBF-98FA-FFF3F91743A5}"/>
              </a:ext>
            </a:extLst>
          </p:cNvPr>
          <p:cNvSpPr/>
          <p:nvPr/>
        </p:nvSpPr>
        <p:spPr>
          <a:xfrm>
            <a:off x="7149637" y="1376846"/>
            <a:ext cx="130935" cy="194271"/>
          </a:xfrm>
          <a:custGeom>
            <a:avLst/>
            <a:gdLst>
              <a:gd name="csX0" fmla="*/ 5743 w 130935"/>
              <a:gd name="csY0" fmla="*/ 160882 h 194271"/>
              <a:gd name="csX1" fmla="*/ 49349 w 130935"/>
              <a:gd name="csY1" fmla="*/ 114402 h 194271"/>
              <a:gd name="csX2" fmla="*/ 102196 w 130935"/>
              <a:gd name="csY2" fmla="*/ 28262 h 194271"/>
              <a:gd name="csX3" fmla="*/ 118275 w 130935"/>
              <a:gd name="csY3" fmla="*/ 3453 h 194271"/>
              <a:gd name="csX4" fmla="*/ 129586 w 130935"/>
              <a:gd name="csY4" fmla="*/ 11018 h 194271"/>
              <a:gd name="csX5" fmla="*/ 113730 w 130935"/>
              <a:gd name="csY5" fmla="*/ 35481 h 194271"/>
              <a:gd name="csX6" fmla="*/ 62335 w 130935"/>
              <a:gd name="csY6" fmla="*/ 121992 h 194271"/>
              <a:gd name="csX7" fmla="*/ 43434 w 130935"/>
              <a:gd name="csY7" fmla="*/ 181876 h 194271"/>
              <a:gd name="csX8" fmla="*/ 5743 w 130935"/>
              <a:gd name="csY8" fmla="*/ 160881 h 194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0935" h="194271">
                <a:moveTo>
                  <a:pt x="5743" y="160882"/>
                </a:moveTo>
                <a:cubicBezTo>
                  <a:pt x="22279" y="147246"/>
                  <a:pt x="35590" y="130471"/>
                  <a:pt x="49349" y="114402"/>
                </a:cubicBezTo>
                <a:cubicBezTo>
                  <a:pt x="67484" y="86020"/>
                  <a:pt x="84524" y="56943"/>
                  <a:pt x="102196" y="28262"/>
                </a:cubicBezTo>
                <a:cubicBezTo>
                  <a:pt x="107083" y="19690"/>
                  <a:pt x="112918" y="11720"/>
                  <a:pt x="118275" y="3453"/>
                </a:cubicBezTo>
                <a:cubicBezTo>
                  <a:pt x="123508" y="-4621"/>
                  <a:pt x="134819" y="2943"/>
                  <a:pt x="129586" y="11018"/>
                </a:cubicBezTo>
                <a:cubicBezTo>
                  <a:pt x="124303" y="19169"/>
                  <a:pt x="118537" y="27020"/>
                  <a:pt x="113730" y="35481"/>
                </a:cubicBezTo>
                <a:cubicBezTo>
                  <a:pt x="96138" y="64030"/>
                  <a:pt x="78220" y="92449"/>
                  <a:pt x="62335" y="121992"/>
                </a:cubicBezTo>
                <a:cubicBezTo>
                  <a:pt x="55199" y="141544"/>
                  <a:pt x="46992" y="161103"/>
                  <a:pt x="43434" y="181876"/>
                </a:cubicBezTo>
                <a:cubicBezTo>
                  <a:pt x="38284" y="211946"/>
                  <a:pt x="-17794" y="180290"/>
                  <a:pt x="5743" y="16088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7" name="任意多边形: 形状 106">
            <a:extLst>
              <a:ext uri="{FF2B5EF4-FFF2-40B4-BE49-F238E27FC236}">
                <a16:creationId xmlns:a16="http://schemas.microsoft.com/office/drawing/2014/main" id="{DC179826-2698-14E3-585F-2E9C337BB408}"/>
              </a:ext>
            </a:extLst>
          </p:cNvPr>
          <p:cNvSpPr/>
          <p:nvPr/>
        </p:nvSpPr>
        <p:spPr>
          <a:xfrm>
            <a:off x="7458021" y="1282809"/>
            <a:ext cx="263894" cy="209188"/>
          </a:xfrm>
          <a:custGeom>
            <a:avLst/>
            <a:gdLst>
              <a:gd name="csX0" fmla="*/ 25210 w 263894"/>
              <a:gd name="csY0" fmla="*/ 316 h 209188"/>
              <a:gd name="csX1" fmla="*/ 78320 w 263894"/>
              <a:gd name="csY1" fmla="*/ 24771 h 209188"/>
              <a:gd name="csX2" fmla="*/ 146886 w 263894"/>
              <a:gd name="csY2" fmla="*/ 66876 h 209188"/>
              <a:gd name="csX3" fmla="*/ 201486 w 263894"/>
              <a:gd name="csY3" fmla="*/ 110256 h 209188"/>
              <a:gd name="csX4" fmla="*/ 238472 w 263894"/>
              <a:gd name="csY4" fmla="*/ 150923 h 209188"/>
              <a:gd name="csX5" fmla="*/ 263895 w 263894"/>
              <a:gd name="csY5" fmla="*/ 177360 h 209188"/>
              <a:gd name="csX6" fmla="*/ 256267 w 263894"/>
              <a:gd name="csY6" fmla="*/ 190797 h 209188"/>
              <a:gd name="csX7" fmla="*/ 245107 w 263894"/>
              <a:gd name="csY7" fmla="*/ 201530 h 209188"/>
              <a:gd name="csX8" fmla="*/ 231923 w 263894"/>
              <a:gd name="csY8" fmla="*/ 209189 h 209188"/>
              <a:gd name="csX9" fmla="*/ 204864 w 263894"/>
              <a:gd name="csY9" fmla="*/ 181795 h 209188"/>
              <a:gd name="csX10" fmla="*/ 170504 w 263894"/>
              <a:gd name="csY10" fmla="*/ 138652 h 209188"/>
              <a:gd name="csX11" fmla="*/ 125749 w 263894"/>
              <a:gd name="csY11" fmla="*/ 98478 h 209188"/>
              <a:gd name="csX12" fmla="*/ 59687 w 263894"/>
              <a:gd name="csY12" fmla="*/ 58328 h 209188"/>
              <a:gd name="csX13" fmla="*/ 13807 w 263894"/>
              <a:gd name="csY13" fmla="*/ 35812 h 209188"/>
              <a:gd name="csX14" fmla="*/ 25210 w 263894"/>
              <a:gd name="csY14" fmla="*/ 315 h 2091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63894" h="209188">
                <a:moveTo>
                  <a:pt x="25210" y="316"/>
                </a:moveTo>
                <a:cubicBezTo>
                  <a:pt x="45312" y="3069"/>
                  <a:pt x="60857" y="15208"/>
                  <a:pt x="78320" y="24771"/>
                </a:cubicBezTo>
                <a:cubicBezTo>
                  <a:pt x="100797" y="39536"/>
                  <a:pt x="123959" y="52988"/>
                  <a:pt x="146886" y="66876"/>
                </a:cubicBezTo>
                <a:cubicBezTo>
                  <a:pt x="167865" y="78010"/>
                  <a:pt x="185018" y="93456"/>
                  <a:pt x="201486" y="110256"/>
                </a:cubicBezTo>
                <a:cubicBezTo>
                  <a:pt x="213361" y="125090"/>
                  <a:pt x="224632" y="138563"/>
                  <a:pt x="238472" y="150923"/>
                </a:cubicBezTo>
                <a:cubicBezTo>
                  <a:pt x="247778" y="158852"/>
                  <a:pt x="255841" y="168398"/>
                  <a:pt x="263895" y="177360"/>
                </a:cubicBezTo>
                <a:cubicBezTo>
                  <a:pt x="261352" y="181839"/>
                  <a:pt x="258810" y="186318"/>
                  <a:pt x="256267" y="190797"/>
                </a:cubicBezTo>
                <a:cubicBezTo>
                  <a:pt x="250862" y="200319"/>
                  <a:pt x="254574" y="196030"/>
                  <a:pt x="245107" y="201530"/>
                </a:cubicBezTo>
                <a:cubicBezTo>
                  <a:pt x="240712" y="204083"/>
                  <a:pt x="236317" y="206636"/>
                  <a:pt x="231923" y="209189"/>
                </a:cubicBezTo>
                <a:cubicBezTo>
                  <a:pt x="222780" y="200389"/>
                  <a:pt x="213272" y="191458"/>
                  <a:pt x="204864" y="181795"/>
                </a:cubicBezTo>
                <a:cubicBezTo>
                  <a:pt x="194406" y="166396"/>
                  <a:pt x="183183" y="152548"/>
                  <a:pt x="170504" y="138652"/>
                </a:cubicBezTo>
                <a:cubicBezTo>
                  <a:pt x="156191" y="124727"/>
                  <a:pt x="142048" y="110348"/>
                  <a:pt x="125749" y="98478"/>
                </a:cubicBezTo>
                <a:cubicBezTo>
                  <a:pt x="104920" y="83011"/>
                  <a:pt x="84234" y="67749"/>
                  <a:pt x="59687" y="58328"/>
                </a:cubicBezTo>
                <a:cubicBezTo>
                  <a:pt x="44491" y="50060"/>
                  <a:pt x="29128" y="43048"/>
                  <a:pt x="13807" y="35812"/>
                </a:cubicBezTo>
                <a:cubicBezTo>
                  <a:pt x="-10032" y="24554"/>
                  <a:pt x="-910" y="-3262"/>
                  <a:pt x="25210" y="315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8" name="任意多边形: 形状 107">
            <a:extLst>
              <a:ext uri="{FF2B5EF4-FFF2-40B4-BE49-F238E27FC236}">
                <a16:creationId xmlns:a16="http://schemas.microsoft.com/office/drawing/2014/main" id="{E297EE80-A524-61A6-9781-0FEA9AE34523}"/>
              </a:ext>
            </a:extLst>
          </p:cNvPr>
          <p:cNvSpPr/>
          <p:nvPr/>
        </p:nvSpPr>
        <p:spPr>
          <a:xfrm>
            <a:off x="8431425" y="1064301"/>
            <a:ext cx="445019" cy="281435"/>
          </a:xfrm>
          <a:custGeom>
            <a:avLst/>
            <a:gdLst>
              <a:gd name="csX0" fmla="*/ 10211 w 445019"/>
              <a:gd name="csY0" fmla="*/ 186820 h 281435"/>
              <a:gd name="csX1" fmla="*/ 56722 w 445019"/>
              <a:gd name="csY1" fmla="*/ 148896 h 281435"/>
              <a:gd name="csX2" fmla="*/ 129318 w 445019"/>
              <a:gd name="csY2" fmla="*/ 75082 h 281435"/>
              <a:gd name="csX3" fmla="*/ 179984 w 445019"/>
              <a:gd name="csY3" fmla="*/ 18127 h 281435"/>
              <a:gd name="csX4" fmla="*/ 244975 w 445019"/>
              <a:gd name="csY4" fmla="*/ 725 h 281435"/>
              <a:gd name="csX5" fmla="*/ 319183 w 445019"/>
              <a:gd name="csY5" fmla="*/ 62044 h 281435"/>
              <a:gd name="csX6" fmla="*/ 394010 w 445019"/>
              <a:gd name="csY6" fmla="*/ 159351 h 281435"/>
              <a:gd name="csX7" fmla="*/ 442515 w 445019"/>
              <a:gd name="csY7" fmla="*/ 237074 h 281435"/>
              <a:gd name="csX8" fmla="*/ 442226 w 445019"/>
              <a:gd name="csY8" fmla="*/ 273257 h 281435"/>
              <a:gd name="csX9" fmla="*/ 429467 w 445019"/>
              <a:gd name="csY9" fmla="*/ 277984 h 281435"/>
              <a:gd name="csX10" fmla="*/ 404675 w 445019"/>
              <a:gd name="csY10" fmla="*/ 256664 h 281435"/>
              <a:gd name="csX11" fmla="*/ 362919 w 445019"/>
              <a:gd name="csY11" fmla="*/ 179530 h 281435"/>
              <a:gd name="csX12" fmla="*/ 294827 w 445019"/>
              <a:gd name="csY12" fmla="*/ 85175 h 281435"/>
              <a:gd name="csX13" fmla="*/ 235732 w 445019"/>
              <a:gd name="csY13" fmla="*/ 42551 h 281435"/>
              <a:gd name="csX14" fmla="*/ 206237 w 445019"/>
              <a:gd name="csY14" fmla="*/ 48750 h 281435"/>
              <a:gd name="csX15" fmla="*/ 151084 w 445019"/>
              <a:gd name="csY15" fmla="*/ 95610 h 281435"/>
              <a:gd name="csX16" fmla="*/ 82803 w 445019"/>
              <a:gd name="csY16" fmla="*/ 172772 h 281435"/>
              <a:gd name="csX17" fmla="*/ 48667 w 445019"/>
              <a:gd name="csY17" fmla="*/ 223045 h 281435"/>
              <a:gd name="csX18" fmla="*/ 10210 w 445019"/>
              <a:gd name="csY18" fmla="*/ 186821 h 2814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45019" h="281435">
                <a:moveTo>
                  <a:pt x="10211" y="186820"/>
                </a:moveTo>
                <a:cubicBezTo>
                  <a:pt x="27756" y="176936"/>
                  <a:pt x="42005" y="162369"/>
                  <a:pt x="56722" y="148896"/>
                </a:cubicBezTo>
                <a:cubicBezTo>
                  <a:pt x="83991" y="127432"/>
                  <a:pt x="105936" y="100515"/>
                  <a:pt x="129318" y="75082"/>
                </a:cubicBezTo>
                <a:cubicBezTo>
                  <a:pt x="144891" y="54938"/>
                  <a:pt x="162232" y="36318"/>
                  <a:pt x="179984" y="18127"/>
                </a:cubicBezTo>
                <a:cubicBezTo>
                  <a:pt x="199923" y="-961"/>
                  <a:pt x="219390" y="-1061"/>
                  <a:pt x="244975" y="725"/>
                </a:cubicBezTo>
                <a:cubicBezTo>
                  <a:pt x="275506" y="12669"/>
                  <a:pt x="296744" y="39336"/>
                  <a:pt x="319183" y="62044"/>
                </a:cubicBezTo>
                <a:cubicBezTo>
                  <a:pt x="346366" y="92673"/>
                  <a:pt x="369577" y="126513"/>
                  <a:pt x="394010" y="159351"/>
                </a:cubicBezTo>
                <a:cubicBezTo>
                  <a:pt x="411489" y="184673"/>
                  <a:pt x="429014" y="209437"/>
                  <a:pt x="442515" y="237074"/>
                </a:cubicBezTo>
                <a:cubicBezTo>
                  <a:pt x="447381" y="248806"/>
                  <a:pt x="443959" y="261099"/>
                  <a:pt x="442226" y="273257"/>
                </a:cubicBezTo>
                <a:cubicBezTo>
                  <a:pt x="440869" y="282783"/>
                  <a:pt x="437371" y="283470"/>
                  <a:pt x="429467" y="277984"/>
                </a:cubicBezTo>
                <a:cubicBezTo>
                  <a:pt x="420578" y="271816"/>
                  <a:pt x="410840" y="265713"/>
                  <a:pt x="404675" y="256664"/>
                </a:cubicBezTo>
                <a:cubicBezTo>
                  <a:pt x="389857" y="231444"/>
                  <a:pt x="378392" y="204465"/>
                  <a:pt x="362919" y="179530"/>
                </a:cubicBezTo>
                <a:cubicBezTo>
                  <a:pt x="343205" y="145800"/>
                  <a:pt x="322482" y="113177"/>
                  <a:pt x="294827" y="85175"/>
                </a:cubicBezTo>
                <a:cubicBezTo>
                  <a:pt x="277223" y="67612"/>
                  <a:pt x="261129" y="49923"/>
                  <a:pt x="235732" y="42551"/>
                </a:cubicBezTo>
                <a:cubicBezTo>
                  <a:pt x="224772" y="43233"/>
                  <a:pt x="215944" y="37919"/>
                  <a:pt x="206237" y="48750"/>
                </a:cubicBezTo>
                <a:cubicBezTo>
                  <a:pt x="187433" y="63878"/>
                  <a:pt x="168778" y="79138"/>
                  <a:pt x="151084" y="95610"/>
                </a:cubicBezTo>
                <a:cubicBezTo>
                  <a:pt x="126954" y="120152"/>
                  <a:pt x="101637" y="143717"/>
                  <a:pt x="82803" y="172772"/>
                </a:cubicBezTo>
                <a:cubicBezTo>
                  <a:pt x="70721" y="188939"/>
                  <a:pt x="57810" y="204905"/>
                  <a:pt x="48667" y="223045"/>
                </a:cubicBezTo>
                <a:cubicBezTo>
                  <a:pt x="31857" y="256406"/>
                  <a:pt x="-22338" y="205158"/>
                  <a:pt x="10210" y="18682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09" name="任意多边形: 形状 108">
            <a:extLst>
              <a:ext uri="{FF2B5EF4-FFF2-40B4-BE49-F238E27FC236}">
                <a16:creationId xmlns:a16="http://schemas.microsoft.com/office/drawing/2014/main" id="{3B555F25-3B55-1FF6-1A61-F78478F490C1}"/>
              </a:ext>
            </a:extLst>
          </p:cNvPr>
          <p:cNvSpPr/>
          <p:nvPr/>
        </p:nvSpPr>
        <p:spPr>
          <a:xfrm>
            <a:off x="6682906" y="1375979"/>
            <a:ext cx="337008" cy="251072"/>
          </a:xfrm>
          <a:custGeom>
            <a:avLst/>
            <a:gdLst>
              <a:gd name="csX0" fmla="*/ 225 w 337008"/>
              <a:gd name="csY0" fmla="*/ 228711 h 251072"/>
              <a:gd name="csX1" fmla="*/ 8328 w 337008"/>
              <a:gd name="csY1" fmla="*/ 169139 h 251072"/>
              <a:gd name="csX2" fmla="*/ 18822 w 337008"/>
              <a:gd name="csY2" fmla="*/ 84459 h 251072"/>
              <a:gd name="csX3" fmla="*/ 41739 w 337008"/>
              <a:gd name="csY3" fmla="*/ 20603 h 251072"/>
              <a:gd name="csX4" fmla="*/ 116574 w 337008"/>
              <a:gd name="csY4" fmla="*/ 2438 h 251072"/>
              <a:gd name="csX5" fmla="*/ 203925 w 337008"/>
              <a:gd name="csY5" fmla="*/ 43773 h 251072"/>
              <a:gd name="csX6" fmla="*/ 287550 w 337008"/>
              <a:gd name="csY6" fmla="*/ 117553 h 251072"/>
              <a:gd name="csX7" fmla="*/ 335457 w 337008"/>
              <a:gd name="csY7" fmla="*/ 176779 h 251072"/>
              <a:gd name="csX8" fmla="*/ 325029 w 337008"/>
              <a:gd name="csY8" fmla="*/ 185521 h 251072"/>
              <a:gd name="csX9" fmla="*/ 273188 w 337008"/>
              <a:gd name="csY9" fmla="*/ 131914 h 251072"/>
              <a:gd name="csX10" fmla="*/ 192933 w 337008"/>
              <a:gd name="csY10" fmla="*/ 60102 h 251072"/>
              <a:gd name="csX11" fmla="*/ 115266 w 337008"/>
              <a:gd name="csY11" fmla="*/ 30636 h 251072"/>
              <a:gd name="csX12" fmla="*/ 77482 w 337008"/>
              <a:gd name="csY12" fmla="*/ 48194 h 251072"/>
              <a:gd name="csX13" fmla="*/ 58318 w 337008"/>
              <a:gd name="csY13" fmla="*/ 91903 h 251072"/>
              <a:gd name="csX14" fmla="*/ 43994 w 337008"/>
              <a:gd name="csY14" fmla="*/ 173133 h 251072"/>
              <a:gd name="csX15" fmla="*/ 36584 w 337008"/>
              <a:gd name="csY15" fmla="*/ 234331 h 251072"/>
              <a:gd name="csX16" fmla="*/ 227 w 337008"/>
              <a:gd name="csY16" fmla="*/ 228711 h 2510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37008" h="251072">
                <a:moveTo>
                  <a:pt x="225" y="228711"/>
                </a:moveTo>
                <a:cubicBezTo>
                  <a:pt x="2841" y="208922"/>
                  <a:pt x="5020" y="188874"/>
                  <a:pt x="8328" y="169139"/>
                </a:cubicBezTo>
                <a:cubicBezTo>
                  <a:pt x="12861" y="141003"/>
                  <a:pt x="16570" y="112855"/>
                  <a:pt x="18822" y="84459"/>
                </a:cubicBezTo>
                <a:cubicBezTo>
                  <a:pt x="20329" y="60650"/>
                  <a:pt x="29536" y="40563"/>
                  <a:pt x="41739" y="20603"/>
                </a:cubicBezTo>
                <a:cubicBezTo>
                  <a:pt x="64918" y="-3777"/>
                  <a:pt x="86943" y="-1453"/>
                  <a:pt x="116574" y="2438"/>
                </a:cubicBezTo>
                <a:cubicBezTo>
                  <a:pt x="148371" y="11743"/>
                  <a:pt x="176256" y="26044"/>
                  <a:pt x="203925" y="43773"/>
                </a:cubicBezTo>
                <a:cubicBezTo>
                  <a:pt x="232818" y="67450"/>
                  <a:pt x="260645" y="91639"/>
                  <a:pt x="287550" y="117553"/>
                </a:cubicBezTo>
                <a:cubicBezTo>
                  <a:pt x="307817" y="134134"/>
                  <a:pt x="321976" y="154804"/>
                  <a:pt x="335457" y="176779"/>
                </a:cubicBezTo>
                <a:cubicBezTo>
                  <a:pt x="340488" y="184980"/>
                  <a:pt x="332291" y="191834"/>
                  <a:pt x="325029" y="185521"/>
                </a:cubicBezTo>
                <a:cubicBezTo>
                  <a:pt x="306120" y="169081"/>
                  <a:pt x="288444" y="151952"/>
                  <a:pt x="273188" y="131914"/>
                </a:cubicBezTo>
                <a:cubicBezTo>
                  <a:pt x="248031" y="106356"/>
                  <a:pt x="223696" y="79087"/>
                  <a:pt x="192933" y="60102"/>
                </a:cubicBezTo>
                <a:cubicBezTo>
                  <a:pt x="168459" y="44668"/>
                  <a:pt x="145653" y="26404"/>
                  <a:pt x="115266" y="30636"/>
                </a:cubicBezTo>
                <a:cubicBezTo>
                  <a:pt x="101727" y="35501"/>
                  <a:pt x="87636" y="37078"/>
                  <a:pt x="77482" y="48194"/>
                </a:cubicBezTo>
                <a:cubicBezTo>
                  <a:pt x="70268" y="62127"/>
                  <a:pt x="59836" y="74541"/>
                  <a:pt x="58318" y="91903"/>
                </a:cubicBezTo>
                <a:cubicBezTo>
                  <a:pt x="50967" y="118512"/>
                  <a:pt x="46307" y="145489"/>
                  <a:pt x="43994" y="173133"/>
                </a:cubicBezTo>
                <a:cubicBezTo>
                  <a:pt x="42470" y="193676"/>
                  <a:pt x="39514" y="214090"/>
                  <a:pt x="36584" y="234331"/>
                </a:cubicBezTo>
                <a:cubicBezTo>
                  <a:pt x="32857" y="260076"/>
                  <a:pt x="-3182" y="254500"/>
                  <a:pt x="227" y="22871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0" name="任意多边形: 形状 109">
            <a:extLst>
              <a:ext uri="{FF2B5EF4-FFF2-40B4-BE49-F238E27FC236}">
                <a16:creationId xmlns:a16="http://schemas.microsoft.com/office/drawing/2014/main" id="{AC32A6D5-AD12-C94B-9A85-BD5FD6E12F0F}"/>
              </a:ext>
            </a:extLst>
          </p:cNvPr>
          <p:cNvSpPr/>
          <p:nvPr/>
        </p:nvSpPr>
        <p:spPr>
          <a:xfrm>
            <a:off x="7738960" y="2367277"/>
            <a:ext cx="66858" cy="207618"/>
          </a:xfrm>
          <a:custGeom>
            <a:avLst/>
            <a:gdLst>
              <a:gd name="csX0" fmla="*/ 47833 w 66858"/>
              <a:gd name="csY0" fmla="*/ 18177 h 207618"/>
              <a:gd name="csX1" fmla="*/ 62329 w 66858"/>
              <a:gd name="csY1" fmla="*/ 76306 h 207618"/>
              <a:gd name="csX2" fmla="*/ 53745 w 66858"/>
              <a:gd name="csY2" fmla="*/ 179100 h 207618"/>
              <a:gd name="csX3" fmla="*/ 56229 w 66858"/>
              <a:gd name="csY3" fmla="*/ 199583 h 207618"/>
              <a:gd name="csX4" fmla="*/ 42720 w 66858"/>
              <a:gd name="csY4" fmla="*/ 201221 h 207618"/>
              <a:gd name="csX5" fmla="*/ 40242 w 66858"/>
              <a:gd name="csY5" fmla="*/ 180791 h 207618"/>
              <a:gd name="csX6" fmla="*/ 5235 w 66858"/>
              <a:gd name="csY6" fmla="*/ 85939 h 207618"/>
              <a:gd name="csX7" fmla="*/ 3982 w 66858"/>
              <a:gd name="csY7" fmla="*/ 24254 h 207618"/>
              <a:gd name="csX8" fmla="*/ 47832 w 66858"/>
              <a:gd name="csY8" fmla="*/ 18180 h 2076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6858" h="207618">
                <a:moveTo>
                  <a:pt x="47833" y="18177"/>
                </a:moveTo>
                <a:cubicBezTo>
                  <a:pt x="58471" y="35904"/>
                  <a:pt x="60238" y="56043"/>
                  <a:pt x="62329" y="76306"/>
                </a:cubicBezTo>
                <a:cubicBezTo>
                  <a:pt x="68263" y="113464"/>
                  <a:pt x="70948" y="144858"/>
                  <a:pt x="53745" y="179100"/>
                </a:cubicBezTo>
                <a:cubicBezTo>
                  <a:pt x="54572" y="185928"/>
                  <a:pt x="55401" y="192755"/>
                  <a:pt x="56229" y="199583"/>
                </a:cubicBezTo>
                <a:cubicBezTo>
                  <a:pt x="57387" y="209134"/>
                  <a:pt x="43879" y="210773"/>
                  <a:pt x="42720" y="201221"/>
                </a:cubicBezTo>
                <a:cubicBezTo>
                  <a:pt x="41894" y="194411"/>
                  <a:pt x="41068" y="187601"/>
                  <a:pt x="40242" y="180791"/>
                </a:cubicBezTo>
                <a:cubicBezTo>
                  <a:pt x="15935" y="152486"/>
                  <a:pt x="10784" y="122089"/>
                  <a:pt x="5235" y="85939"/>
                </a:cubicBezTo>
                <a:cubicBezTo>
                  <a:pt x="1277" y="65141"/>
                  <a:pt x="-3603" y="44565"/>
                  <a:pt x="3982" y="24254"/>
                </a:cubicBezTo>
                <a:cubicBezTo>
                  <a:pt x="14934" y="-5070"/>
                  <a:pt x="31724" y="-8660"/>
                  <a:pt x="47832" y="18180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1" name="任意多边形: 形状 110">
            <a:extLst>
              <a:ext uri="{FF2B5EF4-FFF2-40B4-BE49-F238E27FC236}">
                <a16:creationId xmlns:a16="http://schemas.microsoft.com/office/drawing/2014/main" id="{8B30B57B-0523-F499-0E35-CC74AF5D9C70}"/>
              </a:ext>
            </a:extLst>
          </p:cNvPr>
          <p:cNvSpPr/>
          <p:nvPr/>
        </p:nvSpPr>
        <p:spPr>
          <a:xfrm>
            <a:off x="7869818" y="2327116"/>
            <a:ext cx="52223" cy="212725"/>
          </a:xfrm>
          <a:custGeom>
            <a:avLst/>
            <a:gdLst>
              <a:gd name="csX0" fmla="*/ 51944 w 52223"/>
              <a:gd name="csY0" fmla="*/ 24714 h 212725"/>
              <a:gd name="csX1" fmla="*/ 49750 w 52223"/>
              <a:gd name="csY1" fmla="*/ 107165 h 212725"/>
              <a:gd name="csX2" fmla="*/ 46608 w 52223"/>
              <a:gd name="csY2" fmla="*/ 204749 h 212725"/>
              <a:gd name="csX3" fmla="*/ 33086 w 52223"/>
              <a:gd name="csY3" fmla="*/ 206273 h 212725"/>
              <a:gd name="csX4" fmla="*/ 12139 w 52223"/>
              <a:gd name="csY4" fmla="*/ 109242 h 212725"/>
              <a:gd name="csX5" fmla="*/ 393 w 52223"/>
              <a:gd name="csY5" fmla="*/ 30267 h 212725"/>
              <a:gd name="csX6" fmla="*/ 51945 w 52223"/>
              <a:gd name="csY6" fmla="*/ 24713 h 212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2223" h="212725">
                <a:moveTo>
                  <a:pt x="51944" y="24714"/>
                </a:moveTo>
                <a:cubicBezTo>
                  <a:pt x="53213" y="50015"/>
                  <a:pt x="49738" y="79953"/>
                  <a:pt x="49750" y="107165"/>
                </a:cubicBezTo>
                <a:cubicBezTo>
                  <a:pt x="51486" y="140498"/>
                  <a:pt x="43242" y="171770"/>
                  <a:pt x="46608" y="204749"/>
                </a:cubicBezTo>
                <a:cubicBezTo>
                  <a:pt x="47585" y="214320"/>
                  <a:pt x="34265" y="215822"/>
                  <a:pt x="33086" y="206273"/>
                </a:cubicBezTo>
                <a:cubicBezTo>
                  <a:pt x="28976" y="172967"/>
                  <a:pt x="14397" y="143176"/>
                  <a:pt x="12139" y="109242"/>
                </a:cubicBezTo>
                <a:cubicBezTo>
                  <a:pt x="9265" y="82998"/>
                  <a:pt x="4107" y="54451"/>
                  <a:pt x="393" y="30267"/>
                </a:cubicBezTo>
                <a:cubicBezTo>
                  <a:pt x="-5171" y="-5971"/>
                  <a:pt x="50107" y="-11904"/>
                  <a:pt x="51945" y="24713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2" name="任意多边形: 形状 111">
            <a:extLst>
              <a:ext uri="{FF2B5EF4-FFF2-40B4-BE49-F238E27FC236}">
                <a16:creationId xmlns:a16="http://schemas.microsoft.com/office/drawing/2014/main" id="{58519FED-F861-8B1F-0F2E-F42612860B5A}"/>
              </a:ext>
            </a:extLst>
          </p:cNvPr>
          <p:cNvSpPr/>
          <p:nvPr/>
        </p:nvSpPr>
        <p:spPr>
          <a:xfrm>
            <a:off x="7979304" y="2182545"/>
            <a:ext cx="88535" cy="275731"/>
          </a:xfrm>
          <a:custGeom>
            <a:avLst/>
            <a:gdLst>
              <a:gd name="csX0" fmla="*/ 88000 w 88535"/>
              <a:gd name="csY0" fmla="*/ 43080 h 275731"/>
              <a:gd name="csX1" fmla="*/ 80173 w 88535"/>
              <a:gd name="csY1" fmla="*/ 123295 h 275731"/>
              <a:gd name="csX2" fmla="*/ 42379 w 88535"/>
              <a:gd name="csY2" fmla="*/ 269018 h 275731"/>
              <a:gd name="csX3" fmla="*/ 28783 w 88535"/>
              <a:gd name="csY3" fmla="*/ 268458 h 275731"/>
              <a:gd name="csX4" fmla="*/ 7331 w 88535"/>
              <a:gd name="csY4" fmla="*/ 120049 h 275731"/>
              <a:gd name="csX5" fmla="*/ 177 w 88535"/>
              <a:gd name="csY5" fmla="*/ 50420 h 275731"/>
              <a:gd name="csX6" fmla="*/ 87999 w 88535"/>
              <a:gd name="csY6" fmla="*/ 43079 h 275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8535" h="275731">
                <a:moveTo>
                  <a:pt x="88000" y="43080"/>
                </a:moveTo>
                <a:cubicBezTo>
                  <a:pt x="90330" y="70310"/>
                  <a:pt x="84570" y="96546"/>
                  <a:pt x="80173" y="123295"/>
                </a:cubicBezTo>
                <a:cubicBezTo>
                  <a:pt x="78611" y="175047"/>
                  <a:pt x="56890" y="220527"/>
                  <a:pt x="42379" y="269018"/>
                </a:cubicBezTo>
                <a:cubicBezTo>
                  <a:pt x="39621" y="278236"/>
                  <a:pt x="30743" y="277878"/>
                  <a:pt x="28783" y="268458"/>
                </a:cubicBezTo>
                <a:cubicBezTo>
                  <a:pt x="18484" y="218922"/>
                  <a:pt x="2919" y="171560"/>
                  <a:pt x="7331" y="120049"/>
                </a:cubicBezTo>
                <a:cubicBezTo>
                  <a:pt x="5453" y="96803"/>
                  <a:pt x="1893" y="73564"/>
                  <a:pt x="177" y="50420"/>
                </a:cubicBezTo>
                <a:cubicBezTo>
                  <a:pt x="-4433" y="-11726"/>
                  <a:pt x="82686" y="-19011"/>
                  <a:pt x="87999" y="4307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3" name="任意多边形: 形状 112">
            <a:extLst>
              <a:ext uri="{FF2B5EF4-FFF2-40B4-BE49-F238E27FC236}">
                <a16:creationId xmlns:a16="http://schemas.microsoft.com/office/drawing/2014/main" id="{3B05B9A7-30B4-94E8-1B07-D1A454042637}"/>
              </a:ext>
            </a:extLst>
          </p:cNvPr>
          <p:cNvSpPr/>
          <p:nvPr/>
        </p:nvSpPr>
        <p:spPr>
          <a:xfrm>
            <a:off x="8118183" y="2329951"/>
            <a:ext cx="45837" cy="178196"/>
          </a:xfrm>
          <a:custGeom>
            <a:avLst/>
            <a:gdLst>
              <a:gd name="csX0" fmla="*/ 45514 w 45837"/>
              <a:gd name="csY0" fmla="*/ 22642 h 178196"/>
              <a:gd name="csX1" fmla="*/ 33145 w 45837"/>
              <a:gd name="csY1" fmla="*/ 92095 h 178196"/>
              <a:gd name="csX2" fmla="*/ 15864 w 45837"/>
              <a:gd name="csY2" fmla="*/ 171596 h 178196"/>
              <a:gd name="csX3" fmla="*/ 2307 w 45837"/>
              <a:gd name="csY3" fmla="*/ 170433 h 178196"/>
              <a:gd name="csX4" fmla="*/ 1615 w 45837"/>
              <a:gd name="csY4" fmla="*/ 88074 h 178196"/>
              <a:gd name="csX5" fmla="*/ 5340 w 45837"/>
              <a:gd name="csY5" fmla="*/ 19908 h 178196"/>
              <a:gd name="csX6" fmla="*/ 45513 w 45837"/>
              <a:gd name="csY6" fmla="*/ 22641 h 1781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5837" h="178196">
                <a:moveTo>
                  <a:pt x="45514" y="22642"/>
                </a:moveTo>
                <a:cubicBezTo>
                  <a:pt x="41815" y="45591"/>
                  <a:pt x="36473" y="68751"/>
                  <a:pt x="33145" y="92095"/>
                </a:cubicBezTo>
                <a:cubicBezTo>
                  <a:pt x="29933" y="119406"/>
                  <a:pt x="20755" y="144694"/>
                  <a:pt x="15864" y="171596"/>
                </a:cubicBezTo>
                <a:cubicBezTo>
                  <a:pt x="14143" y="181063"/>
                  <a:pt x="2382" y="180055"/>
                  <a:pt x="2307" y="170433"/>
                </a:cubicBezTo>
                <a:cubicBezTo>
                  <a:pt x="2091" y="142687"/>
                  <a:pt x="-2292" y="115855"/>
                  <a:pt x="1615" y="88074"/>
                </a:cubicBezTo>
                <a:cubicBezTo>
                  <a:pt x="4022" y="65320"/>
                  <a:pt x="5168" y="42602"/>
                  <a:pt x="5340" y="19908"/>
                </a:cubicBezTo>
                <a:cubicBezTo>
                  <a:pt x="5554" y="-8564"/>
                  <a:pt x="50044" y="-5469"/>
                  <a:pt x="45513" y="22641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4" name="任意多边形: 形状 113">
            <a:extLst>
              <a:ext uri="{FF2B5EF4-FFF2-40B4-BE49-F238E27FC236}">
                <a16:creationId xmlns:a16="http://schemas.microsoft.com/office/drawing/2014/main" id="{F90DD313-B4E5-5F69-8CA1-F2FEFA9255A8}"/>
              </a:ext>
            </a:extLst>
          </p:cNvPr>
          <p:cNvSpPr/>
          <p:nvPr/>
        </p:nvSpPr>
        <p:spPr>
          <a:xfrm>
            <a:off x="8215581" y="2244573"/>
            <a:ext cx="87043" cy="281548"/>
          </a:xfrm>
          <a:custGeom>
            <a:avLst/>
            <a:gdLst>
              <a:gd name="csX0" fmla="*/ 86133 w 87043"/>
              <a:gd name="csY0" fmla="*/ 48394 h 281548"/>
              <a:gd name="csX1" fmla="*/ 57384 w 87043"/>
              <a:gd name="csY1" fmla="*/ 147396 h 281548"/>
              <a:gd name="csX2" fmla="*/ 15961 w 87043"/>
              <a:gd name="csY2" fmla="*/ 275450 h 281548"/>
              <a:gd name="csX3" fmla="*/ 2539 w 87043"/>
              <a:gd name="csY3" fmla="*/ 273214 h 281548"/>
              <a:gd name="csX4" fmla="*/ 5887 w 87043"/>
              <a:gd name="csY4" fmla="*/ 139569 h 281548"/>
              <a:gd name="csX5" fmla="*/ 194 w 87043"/>
              <a:gd name="csY5" fmla="*/ 42261 h 281548"/>
              <a:gd name="csX6" fmla="*/ 86133 w 87043"/>
              <a:gd name="csY6" fmla="*/ 48389 h 2815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7043" h="281548">
                <a:moveTo>
                  <a:pt x="86133" y="48394"/>
                </a:moveTo>
                <a:cubicBezTo>
                  <a:pt x="79801" y="81100"/>
                  <a:pt x="66812" y="114674"/>
                  <a:pt x="57384" y="147396"/>
                </a:cubicBezTo>
                <a:cubicBezTo>
                  <a:pt x="43947" y="191218"/>
                  <a:pt x="23546" y="229929"/>
                  <a:pt x="15961" y="275450"/>
                </a:cubicBezTo>
                <a:cubicBezTo>
                  <a:pt x="14380" y="284941"/>
                  <a:pt x="957" y="282705"/>
                  <a:pt x="2539" y="273214"/>
                </a:cubicBezTo>
                <a:cubicBezTo>
                  <a:pt x="10043" y="228183"/>
                  <a:pt x="4653" y="184950"/>
                  <a:pt x="5887" y="139569"/>
                </a:cubicBezTo>
                <a:cubicBezTo>
                  <a:pt x="6373" y="106894"/>
                  <a:pt x="2924" y="73907"/>
                  <a:pt x="194" y="42261"/>
                </a:cubicBezTo>
                <a:cubicBezTo>
                  <a:pt x="-5044" y="-18436"/>
                  <a:pt x="97711" y="-11423"/>
                  <a:pt x="86133" y="4838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5" name="任意多边形: 形状 114">
            <a:extLst>
              <a:ext uri="{FF2B5EF4-FFF2-40B4-BE49-F238E27FC236}">
                <a16:creationId xmlns:a16="http://schemas.microsoft.com/office/drawing/2014/main" id="{3D0F943C-AF13-F5E9-9A04-7A0AAA3FE255}"/>
              </a:ext>
            </a:extLst>
          </p:cNvPr>
          <p:cNvSpPr/>
          <p:nvPr/>
        </p:nvSpPr>
        <p:spPr>
          <a:xfrm>
            <a:off x="8470186" y="3975045"/>
            <a:ext cx="2147025" cy="630768"/>
          </a:xfrm>
          <a:custGeom>
            <a:avLst/>
            <a:gdLst>
              <a:gd name="csX0" fmla="*/ 49460 w 2147025"/>
              <a:gd name="csY0" fmla="*/ 10609 h 630768"/>
              <a:gd name="csX1" fmla="*/ 106868 w 2147025"/>
              <a:gd name="csY1" fmla="*/ 76467 h 630768"/>
              <a:gd name="csX2" fmla="*/ 245209 w 2147025"/>
              <a:gd name="csY2" fmla="*/ 187376 h 630768"/>
              <a:gd name="csX3" fmla="*/ 392361 w 2147025"/>
              <a:gd name="csY3" fmla="*/ 343881 h 630768"/>
              <a:gd name="csX4" fmla="*/ 530245 w 2147025"/>
              <a:gd name="csY4" fmla="*/ 450133 h 630768"/>
              <a:gd name="csX5" fmla="*/ 681483 w 2147025"/>
              <a:gd name="csY5" fmla="*/ 509009 h 630768"/>
              <a:gd name="csX6" fmla="*/ 901063 w 2147025"/>
              <a:gd name="csY6" fmla="*/ 526990 h 630768"/>
              <a:gd name="csX7" fmla="*/ 1214721 w 2147025"/>
              <a:gd name="csY7" fmla="*/ 495998 h 630768"/>
              <a:gd name="csX8" fmla="*/ 1565546 w 2147025"/>
              <a:gd name="csY8" fmla="*/ 395214 h 630768"/>
              <a:gd name="csX9" fmla="*/ 1843723 w 2147025"/>
              <a:gd name="csY9" fmla="*/ 269218 h 630768"/>
              <a:gd name="csX10" fmla="*/ 1990418 w 2147025"/>
              <a:gd name="csY10" fmla="*/ 191307 h 630768"/>
              <a:gd name="csX11" fmla="*/ 2076938 w 2147025"/>
              <a:gd name="csY11" fmla="*/ 161025 h 630768"/>
              <a:gd name="csX12" fmla="*/ 2136401 w 2147025"/>
              <a:gd name="csY12" fmla="*/ 183899 h 630768"/>
              <a:gd name="csX13" fmla="*/ 2145261 w 2147025"/>
              <a:gd name="csY13" fmla="*/ 200982 h 630768"/>
              <a:gd name="csX14" fmla="*/ 2130465 w 2147025"/>
              <a:gd name="csY14" fmla="*/ 263673 h 630768"/>
              <a:gd name="csX15" fmla="*/ 2038987 w 2147025"/>
              <a:gd name="csY15" fmla="*/ 313142 h 630768"/>
              <a:gd name="csX16" fmla="*/ 1880977 w 2147025"/>
              <a:gd name="csY16" fmla="*/ 360337 h 630768"/>
              <a:gd name="csX17" fmla="*/ 1589436 w 2147025"/>
              <a:gd name="csY17" fmla="*/ 462073 h 630768"/>
              <a:gd name="csX18" fmla="*/ 1229238 w 2147025"/>
              <a:gd name="csY18" fmla="*/ 569591 h 630768"/>
              <a:gd name="csX19" fmla="*/ 905407 w 2147025"/>
              <a:gd name="csY19" fmla="*/ 623267 h 630768"/>
              <a:gd name="csX20" fmla="*/ 653842 w 2147025"/>
              <a:gd name="csY20" fmla="*/ 621384 h 630768"/>
              <a:gd name="csX21" fmla="*/ 467572 w 2147025"/>
              <a:gd name="csY21" fmla="*/ 540003 h 630768"/>
              <a:gd name="csX22" fmla="*/ 324535 w 2147025"/>
              <a:gd name="csY22" fmla="*/ 404643 h 630768"/>
              <a:gd name="csX23" fmla="*/ 188861 w 2147025"/>
              <a:gd name="csY23" fmla="*/ 240108 h 630768"/>
              <a:gd name="csX24" fmla="*/ 78885 w 2147025"/>
              <a:gd name="csY24" fmla="*/ 106158 h 630768"/>
              <a:gd name="csX25" fmla="*/ 9472 w 2147025"/>
              <a:gd name="csY25" fmla="*/ 47048 h 630768"/>
              <a:gd name="csX26" fmla="*/ 49460 w 2147025"/>
              <a:gd name="csY26" fmla="*/ 10599 h 6307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2147025" h="630768">
                <a:moveTo>
                  <a:pt x="49460" y="10609"/>
                </a:moveTo>
                <a:cubicBezTo>
                  <a:pt x="67011" y="33672"/>
                  <a:pt x="87320" y="54897"/>
                  <a:pt x="106868" y="76467"/>
                </a:cubicBezTo>
                <a:cubicBezTo>
                  <a:pt x="155457" y="108607"/>
                  <a:pt x="204061" y="145359"/>
                  <a:pt x="245209" y="187376"/>
                </a:cubicBezTo>
                <a:cubicBezTo>
                  <a:pt x="294503" y="239353"/>
                  <a:pt x="343146" y="291627"/>
                  <a:pt x="392361" y="343881"/>
                </a:cubicBezTo>
                <a:cubicBezTo>
                  <a:pt x="431934" y="386587"/>
                  <a:pt x="482973" y="416498"/>
                  <a:pt x="530245" y="450133"/>
                </a:cubicBezTo>
                <a:cubicBezTo>
                  <a:pt x="577995" y="477808"/>
                  <a:pt x="628848" y="494013"/>
                  <a:pt x="681483" y="509009"/>
                </a:cubicBezTo>
                <a:cubicBezTo>
                  <a:pt x="753364" y="525401"/>
                  <a:pt x="827625" y="526779"/>
                  <a:pt x="901063" y="526990"/>
                </a:cubicBezTo>
                <a:cubicBezTo>
                  <a:pt x="1006276" y="523954"/>
                  <a:pt x="1111080" y="514244"/>
                  <a:pt x="1214721" y="495998"/>
                </a:cubicBezTo>
                <a:cubicBezTo>
                  <a:pt x="1335203" y="475846"/>
                  <a:pt x="1451418" y="437882"/>
                  <a:pt x="1565546" y="395214"/>
                </a:cubicBezTo>
                <a:cubicBezTo>
                  <a:pt x="1660496" y="358357"/>
                  <a:pt x="1752883" y="315206"/>
                  <a:pt x="1843723" y="269218"/>
                </a:cubicBezTo>
                <a:cubicBezTo>
                  <a:pt x="1892290" y="242605"/>
                  <a:pt x="1941774" y="217638"/>
                  <a:pt x="1990418" y="191307"/>
                </a:cubicBezTo>
                <a:cubicBezTo>
                  <a:pt x="2018566" y="175852"/>
                  <a:pt x="2045726" y="165180"/>
                  <a:pt x="2076938" y="161025"/>
                </a:cubicBezTo>
                <a:cubicBezTo>
                  <a:pt x="2096241" y="170754"/>
                  <a:pt x="2116983" y="176303"/>
                  <a:pt x="2136401" y="183899"/>
                </a:cubicBezTo>
                <a:cubicBezTo>
                  <a:pt x="2149073" y="188855"/>
                  <a:pt x="2148041" y="187662"/>
                  <a:pt x="2145261" y="200982"/>
                </a:cubicBezTo>
                <a:cubicBezTo>
                  <a:pt x="2140961" y="221581"/>
                  <a:pt x="2135208" y="242579"/>
                  <a:pt x="2130465" y="263673"/>
                </a:cubicBezTo>
                <a:cubicBezTo>
                  <a:pt x="2103652" y="288580"/>
                  <a:pt x="2075747" y="304484"/>
                  <a:pt x="2038987" y="313142"/>
                </a:cubicBezTo>
                <a:cubicBezTo>
                  <a:pt x="1986044" y="327867"/>
                  <a:pt x="1933840" y="345209"/>
                  <a:pt x="1880977" y="360337"/>
                </a:cubicBezTo>
                <a:cubicBezTo>
                  <a:pt x="1782850" y="391529"/>
                  <a:pt x="1686286" y="427186"/>
                  <a:pt x="1589436" y="462073"/>
                </a:cubicBezTo>
                <a:cubicBezTo>
                  <a:pt x="1470783" y="502569"/>
                  <a:pt x="1351292" y="540580"/>
                  <a:pt x="1229238" y="569591"/>
                </a:cubicBezTo>
                <a:cubicBezTo>
                  <a:pt x="1122273" y="592879"/>
                  <a:pt x="1014897" y="615570"/>
                  <a:pt x="905407" y="623267"/>
                </a:cubicBezTo>
                <a:cubicBezTo>
                  <a:pt x="821623" y="630800"/>
                  <a:pt x="737253" y="636227"/>
                  <a:pt x="653842" y="621384"/>
                </a:cubicBezTo>
                <a:cubicBezTo>
                  <a:pt x="587396" y="607071"/>
                  <a:pt x="521226" y="582693"/>
                  <a:pt x="467572" y="540003"/>
                </a:cubicBezTo>
                <a:cubicBezTo>
                  <a:pt x="413876" y="499871"/>
                  <a:pt x="365978" y="457946"/>
                  <a:pt x="324535" y="404643"/>
                </a:cubicBezTo>
                <a:cubicBezTo>
                  <a:pt x="278321" y="350469"/>
                  <a:pt x="235060" y="294048"/>
                  <a:pt x="188861" y="240108"/>
                </a:cubicBezTo>
                <a:cubicBezTo>
                  <a:pt x="150361" y="196981"/>
                  <a:pt x="115730" y="150084"/>
                  <a:pt x="78885" y="106158"/>
                </a:cubicBezTo>
                <a:cubicBezTo>
                  <a:pt x="55686" y="86517"/>
                  <a:pt x="32658" y="66413"/>
                  <a:pt x="9472" y="47048"/>
                </a:cubicBezTo>
                <a:cubicBezTo>
                  <a:pt x="-19893" y="22523"/>
                  <a:pt x="26292" y="-19846"/>
                  <a:pt x="49460" y="10599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6" name="任意多边形: 形状 115">
            <a:extLst>
              <a:ext uri="{FF2B5EF4-FFF2-40B4-BE49-F238E27FC236}">
                <a16:creationId xmlns:a16="http://schemas.microsoft.com/office/drawing/2014/main" id="{E64170E1-3962-7E77-C8A0-F6A6F5DDAFEE}"/>
              </a:ext>
            </a:extLst>
          </p:cNvPr>
          <p:cNvSpPr/>
          <p:nvPr/>
        </p:nvSpPr>
        <p:spPr>
          <a:xfrm>
            <a:off x="9221283" y="2789271"/>
            <a:ext cx="1618891" cy="886123"/>
          </a:xfrm>
          <a:custGeom>
            <a:avLst/>
            <a:gdLst>
              <a:gd name="csX0" fmla="*/ 48552 w 1618891"/>
              <a:gd name="csY0" fmla="*/ 783760 h 886123"/>
              <a:gd name="csX1" fmla="*/ 207496 w 1618891"/>
              <a:gd name="csY1" fmla="*/ 774590 h 886123"/>
              <a:gd name="csX2" fmla="*/ 582867 w 1618891"/>
              <a:gd name="csY2" fmla="*/ 672948 h 886123"/>
              <a:gd name="csX3" fmla="*/ 985641 w 1618891"/>
              <a:gd name="csY3" fmla="*/ 510290 h 886123"/>
              <a:gd name="csX4" fmla="*/ 1237368 w 1618891"/>
              <a:gd name="csY4" fmla="*/ 352699 h 886123"/>
              <a:gd name="csX5" fmla="*/ 1391349 w 1618891"/>
              <a:gd name="csY5" fmla="*/ 242295 h 886123"/>
              <a:gd name="csX6" fmla="*/ 1491590 w 1618891"/>
              <a:gd name="csY6" fmla="*/ 148969 h 886123"/>
              <a:gd name="csX7" fmla="*/ 1535508 w 1618891"/>
              <a:gd name="csY7" fmla="*/ 89944 h 886123"/>
              <a:gd name="csX8" fmla="*/ 1535859 w 1618891"/>
              <a:gd name="csY8" fmla="*/ 73989 h 886123"/>
              <a:gd name="csX9" fmla="*/ 1492913 w 1618891"/>
              <a:gd name="csY9" fmla="*/ 58640 h 886123"/>
              <a:gd name="csX10" fmla="*/ 1268856 w 1618891"/>
              <a:gd name="csY10" fmla="*/ 53098 h 886123"/>
              <a:gd name="csX11" fmla="*/ 962790 w 1618891"/>
              <a:gd name="csY11" fmla="*/ 87514 h 886123"/>
              <a:gd name="csX12" fmla="*/ 667419 w 1618891"/>
              <a:gd name="csY12" fmla="*/ 135733 h 886123"/>
              <a:gd name="csX13" fmla="*/ 664138 w 1618891"/>
              <a:gd name="csY13" fmla="*/ 116772 h 886123"/>
              <a:gd name="csX14" fmla="*/ 960118 w 1618891"/>
              <a:gd name="csY14" fmla="*/ 68458 h 886123"/>
              <a:gd name="csX15" fmla="*/ 1266804 w 1618891"/>
              <a:gd name="csY15" fmla="*/ 29436 h 886123"/>
              <a:gd name="csX16" fmla="*/ 1498842 w 1618891"/>
              <a:gd name="csY16" fmla="*/ 0 h 886123"/>
              <a:gd name="csX17" fmla="*/ 1614333 w 1618891"/>
              <a:gd name="csY17" fmla="*/ 40216 h 886123"/>
              <a:gd name="csX18" fmla="*/ 1606122 w 1618891"/>
              <a:gd name="csY18" fmla="*/ 121758 h 886123"/>
              <a:gd name="csX19" fmla="*/ 1550863 w 1618891"/>
              <a:gd name="csY19" fmla="*/ 206835 h 886123"/>
              <a:gd name="csX20" fmla="*/ 1433953 w 1618891"/>
              <a:gd name="csY20" fmla="*/ 300841 h 886123"/>
              <a:gd name="csX21" fmla="*/ 1267361 w 1618891"/>
              <a:gd name="csY21" fmla="*/ 402768 h 886123"/>
              <a:gd name="csX22" fmla="*/ 993651 w 1618891"/>
              <a:gd name="csY22" fmla="*/ 527774 h 886123"/>
              <a:gd name="csX23" fmla="*/ 589210 w 1618891"/>
              <a:gd name="csY23" fmla="*/ 691099 h 886123"/>
              <a:gd name="csX24" fmla="*/ 219763 w 1618891"/>
              <a:gd name="csY24" fmla="*/ 825078 h 886123"/>
              <a:gd name="csX25" fmla="*/ 54752 w 1618891"/>
              <a:gd name="csY25" fmla="*/ 883557 h 886123"/>
              <a:gd name="csX26" fmla="*/ 48551 w 1618891"/>
              <a:gd name="csY26" fmla="*/ 783754 h 8861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1618891" h="886123">
                <a:moveTo>
                  <a:pt x="48552" y="783760"/>
                </a:moveTo>
                <a:cubicBezTo>
                  <a:pt x="101861" y="790208"/>
                  <a:pt x="154823" y="783109"/>
                  <a:pt x="207496" y="774590"/>
                </a:cubicBezTo>
                <a:cubicBezTo>
                  <a:pt x="336922" y="758876"/>
                  <a:pt x="460461" y="715779"/>
                  <a:pt x="582867" y="672948"/>
                </a:cubicBezTo>
                <a:cubicBezTo>
                  <a:pt x="719903" y="625696"/>
                  <a:pt x="853949" y="570698"/>
                  <a:pt x="985641" y="510290"/>
                </a:cubicBezTo>
                <a:cubicBezTo>
                  <a:pt x="1073867" y="464802"/>
                  <a:pt x="1156024" y="409239"/>
                  <a:pt x="1237368" y="352699"/>
                </a:cubicBezTo>
                <a:cubicBezTo>
                  <a:pt x="1289216" y="316495"/>
                  <a:pt x="1341343" y="280927"/>
                  <a:pt x="1391349" y="242295"/>
                </a:cubicBezTo>
                <a:cubicBezTo>
                  <a:pt x="1428012" y="214581"/>
                  <a:pt x="1460496" y="182500"/>
                  <a:pt x="1491590" y="148969"/>
                </a:cubicBezTo>
                <a:cubicBezTo>
                  <a:pt x="1509248" y="131025"/>
                  <a:pt x="1522744" y="111281"/>
                  <a:pt x="1535508" y="89944"/>
                </a:cubicBezTo>
                <a:cubicBezTo>
                  <a:pt x="1536922" y="84816"/>
                  <a:pt x="1535742" y="79308"/>
                  <a:pt x="1535859" y="73989"/>
                </a:cubicBezTo>
                <a:cubicBezTo>
                  <a:pt x="1542644" y="75103"/>
                  <a:pt x="1500028" y="60736"/>
                  <a:pt x="1492913" y="58640"/>
                </a:cubicBezTo>
                <a:cubicBezTo>
                  <a:pt x="1419115" y="45610"/>
                  <a:pt x="1343390" y="48466"/>
                  <a:pt x="1268856" y="53098"/>
                </a:cubicBezTo>
                <a:cubicBezTo>
                  <a:pt x="1166225" y="57674"/>
                  <a:pt x="1064422" y="73230"/>
                  <a:pt x="962790" y="87514"/>
                </a:cubicBezTo>
                <a:cubicBezTo>
                  <a:pt x="864311" y="103445"/>
                  <a:pt x="765717" y="118717"/>
                  <a:pt x="667419" y="135733"/>
                </a:cubicBezTo>
                <a:cubicBezTo>
                  <a:pt x="654012" y="138054"/>
                  <a:pt x="650730" y="119092"/>
                  <a:pt x="664138" y="116772"/>
                </a:cubicBezTo>
                <a:cubicBezTo>
                  <a:pt x="762636" y="99724"/>
                  <a:pt x="861429" y="84413"/>
                  <a:pt x="960118" y="68458"/>
                </a:cubicBezTo>
                <a:cubicBezTo>
                  <a:pt x="1062207" y="54110"/>
                  <a:pt x="1164524" y="42001"/>
                  <a:pt x="1266804" y="29436"/>
                </a:cubicBezTo>
                <a:cubicBezTo>
                  <a:pt x="1344374" y="20788"/>
                  <a:pt x="1421223" y="7726"/>
                  <a:pt x="1498842" y="0"/>
                </a:cubicBezTo>
                <a:cubicBezTo>
                  <a:pt x="1543941" y="1865"/>
                  <a:pt x="1586478" y="-785"/>
                  <a:pt x="1614333" y="40216"/>
                </a:cubicBezTo>
                <a:cubicBezTo>
                  <a:pt x="1620097" y="70382"/>
                  <a:pt x="1623163" y="94090"/>
                  <a:pt x="1606122" y="121758"/>
                </a:cubicBezTo>
                <a:cubicBezTo>
                  <a:pt x="1590561" y="151797"/>
                  <a:pt x="1575875" y="183305"/>
                  <a:pt x="1550863" y="206835"/>
                </a:cubicBezTo>
                <a:cubicBezTo>
                  <a:pt x="1513812" y="240126"/>
                  <a:pt x="1475708" y="272966"/>
                  <a:pt x="1433953" y="300841"/>
                </a:cubicBezTo>
                <a:cubicBezTo>
                  <a:pt x="1379322" y="336317"/>
                  <a:pt x="1326035" y="373981"/>
                  <a:pt x="1267361" y="402768"/>
                </a:cubicBezTo>
                <a:cubicBezTo>
                  <a:pt x="1178045" y="448525"/>
                  <a:pt x="1086291" y="489230"/>
                  <a:pt x="993651" y="527774"/>
                </a:cubicBezTo>
                <a:cubicBezTo>
                  <a:pt x="861405" y="588425"/>
                  <a:pt x="726808" y="643655"/>
                  <a:pt x="589210" y="691099"/>
                </a:cubicBezTo>
                <a:cubicBezTo>
                  <a:pt x="465556" y="734369"/>
                  <a:pt x="341931" y="777735"/>
                  <a:pt x="219763" y="825078"/>
                </a:cubicBezTo>
                <a:cubicBezTo>
                  <a:pt x="164133" y="843186"/>
                  <a:pt x="110111" y="865161"/>
                  <a:pt x="54752" y="883557"/>
                </a:cubicBezTo>
                <a:cubicBezTo>
                  <a:pt x="-12350" y="905856"/>
                  <a:pt x="-21648" y="775258"/>
                  <a:pt x="48551" y="783754"/>
                </a:cubicBezTo>
                <a:close/>
              </a:path>
            </a:pathLst>
          </a:custGeom>
          <a:grpFill/>
          <a:ln w="9525" cap="flat">
            <a:noFill/>
            <a:prstDash val="solid"/>
            <a:miter/>
          </a:ln>
        </p:spPr>
      </p:sp>
      <p:sp>
        <p:nvSpPr>
          <p:cNvPr id="118" name="Arc 12+++">
            <a:extLst>
              <a:ext uri="{FF2B5EF4-FFF2-40B4-BE49-F238E27FC236}">
                <a16:creationId xmlns:a16="http://schemas.microsoft.com/office/drawing/2014/main" id="{64511CEC-FFFA-61DD-44F2-8A962B4A1378}"/>
              </a:ext>
            </a:extLst>
          </p:cNvPr>
          <p:cNvSpPr/>
          <p:nvPr/>
        </p:nvSpPr>
        <p:spPr>
          <a:xfrm>
            <a:off x="2365829" y="-301171"/>
            <a:ext cx="7460342" cy="7460342"/>
          </a:xfrm>
          <a:prstGeom prst="arc">
            <a:avLst>
              <a:gd name="adj1" fmla="val 13889976"/>
              <a:gd name="adj2" fmla="val 20987688"/>
            </a:avLst>
          </a:prstGeom>
          <a:ln w="127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9" name="Arc 12+++">
            <a:extLst>
              <a:ext uri="{FF2B5EF4-FFF2-40B4-BE49-F238E27FC236}">
                <a16:creationId xmlns:a16="http://schemas.microsoft.com/office/drawing/2014/main" id="{DFB732D3-E2FE-8D3B-B9FB-CBF4765A97CB}"/>
              </a:ext>
            </a:extLst>
          </p:cNvPr>
          <p:cNvSpPr/>
          <p:nvPr/>
        </p:nvSpPr>
        <p:spPr>
          <a:xfrm>
            <a:off x="2365829" y="-301171"/>
            <a:ext cx="7460342" cy="7460342"/>
          </a:xfrm>
          <a:prstGeom prst="arc">
            <a:avLst>
              <a:gd name="adj1" fmla="val 3318285"/>
              <a:gd name="adj2" fmla="val 8796885"/>
            </a:avLst>
          </a:prstGeom>
          <a:ln w="1270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8" name="图片 37" descr="D:\51PPT模板网\51pptmoban.com\图片.jpg">
            <a:extLst>
              <a:ext uri="{FF2B5EF4-FFF2-40B4-BE49-F238E27FC236}">
                <a16:creationId xmlns:a16="http://schemas.microsoft.com/office/drawing/2014/main" id="{418DE79E-6329-CC7D-4024-DE4BE8B0AF32}"/>
              </a:ext>
            </a:extLst>
          </p:cNvPr>
          <p:cNvPicPr>
            <a:picLocks noChangeAspect="1"/>
          </p:cNvPicPr>
          <p:nvPr/>
        </p:nvPicPr>
        <p:blipFill>
          <a:blip r:embed="injBgRid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264372"/>
            <a:ext cx="12192000" cy="4590980"/>
          </a:xfrm>
          <a:prstGeom prst="rect">
            <a:avLst/>
          </a:prstGeom>
        </p:spPr>
      </p:pic>
      <p:pic>
        <p:nvPicPr>
          <p:cNvPr id="117" name="图片 116" descr="D:\51PPT模板网\51pptmoban.com\图片.jpg">
            <a:extLst>
              <a:ext uri="{FF2B5EF4-FFF2-40B4-BE49-F238E27FC236}">
                <a16:creationId xmlns:a16="http://schemas.microsoft.com/office/drawing/2014/main" id="{AC1D7A55-A4EB-26F3-5B7E-D45CA3260521}"/>
              </a:ext>
            </a:extLst>
          </p:cNvPr>
          <p:cNvPicPr>
            <a:picLocks noChangeAspect="1"/>
          </p:cNvPicPr>
          <p:nvPr/>
        </p:nvPicPr>
        <p:blipFill>
          <a:blip r:embed="injBgRid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2766509" flipH="1" flipV="1">
            <a:off x="2111162" y="627448"/>
            <a:ext cx="1810966" cy="138521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The Chinese University of Hong Kong, Shenzhen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2024年度商务报告</dc:title>
  <dc:subject>国风雅致（浅色）</dc:subject>
  <dc:creator>AI Writer 3.0</dc:creator>
  <cp:lastModifiedBy>AI Writer 3.0</cp:lastModifiedBy>
  <cp:revision>1</cp:revision>
  <dcterms:created xsi:type="dcterms:W3CDTF">2026-05-09T10:28:21Z</dcterms:created>
  <dcterms:modified xsi:type="dcterms:W3CDTF">2026-05-09T10:28:21Z</dcterms:modified>
</cp:coreProperties>
</file>