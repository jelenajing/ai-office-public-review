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 产品介绍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赋能企业高效办公的智能解决方案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产品概述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功能模块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商业价值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总结展望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第一章 产品概述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重新定义数字化办公体验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市场痛点与产品定位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传统办公模式面临信息孤岛、重复劳动多、协同效率低等痛点。AI Office 以生成式大模型为核心底座，深度融合文档处理、流程自动化与智能决策，为企业提供一站式、全场景的下一代办公平台，实现从“人找工具”到“工具懂人”的跨越。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核心功能架构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第二章 功能模块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全链路智能化工作流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智能创作与处理模块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第三章 商业价值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可量化的企业效能提升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降本增效核心指标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实测数据显示，部署 AI Office 后，企业日常文档处理时间平均缩短 65%，跨部门沟通成本降低 40%，内容合规审查准确率达 99.5%。员工可将节省的精力聚焦于高价值创新业务，整体人效与组织敏捷度实现双重跃升。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感谢聆听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致谢并引导进入Q&amp;A环节。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