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产品介绍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赋能企业高效办公的智能解决方案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产品概述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重新定义数字化办公体验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市场痛点与产品定位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分析传统办公痛点并明确AI Office的战略定位。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核心功能架构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智能文档生成与润色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多模态数据一键解析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功能模块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全链路智能化工作流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智能创作与处理模块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会议纪要自动生成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合同与报告智能起草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第三章 商业价值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可量化的企业效能提升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降本增效核心指标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通过核心数据验证AI Office带来的直接商业回报。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致谢并引导进入Q&amp;A环节。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