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2" r:id="rId2"/>
    <p:sldId id="300" r:id="rId3"/>
    <p:sldId id="301" r:id="rId4"/>
    <p:sldId id="302" r:id="rId5"/>
    <p:sldId id="2147310892" r:id="rId6"/>
    <p:sldId id="2147310893" r:id="rId7"/>
    <p:sldId id="2147310894" r:id="rId8"/>
    <p:sldId id="2147310889" r:id="rId9"/>
    <p:sldId id="303" r:id="rId10"/>
    <p:sldId id="2147310895" r:id="rId11"/>
    <p:sldId id="2147310896" r:id="rId12"/>
    <p:sldId id="2147310897" r:id="rId13"/>
    <p:sldId id="2147310890" r:id="rId14"/>
    <p:sldId id="304" r:id="rId15"/>
    <p:sldId id="2147310898" r:id="rId16"/>
    <p:sldId id="2147310899" r:id="rId17"/>
    <p:sldId id="2147310900" r:id="rId18"/>
    <p:sldId id="2147310891" r:id="rId19"/>
    <p:sldId id="305" r:id="rId20"/>
    <p:sldId id="2147310901" r:id="rId21"/>
    <p:sldId id="2147310902" r:id="rId22"/>
    <p:sldId id="2147310903" r:id="rId23"/>
    <p:sldId id="2147310904" r:id="rId24"/>
    <p:sldId id="2007578505" r:id="rId25"/>
    <p:sldId id="200757850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工作汇报商务通用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Your content to play here, or through paste in this box, and select only the text. Your content to play here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单击此处添加标题文本</a:t>
                </a:r>
              </a:p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单击此处添加标题文本</a:t>
                </a:r>
              </a:p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单击此处添加标题文本</a:t>
                </a:r>
              </a:p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单击此处添加标题文本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C6300-1C1F-6A02-1AE2-9B3086CB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BADAFE13-BE7E-6B3A-6A93-E72F1DDB3394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014B0C79-CC21-2BFA-8E8B-0D83D70F7EBB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2F4B404A-91B3-A4C4-0C1F-3B4538B4CA72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7D9D864-9865-9FC9-F9DC-571C25056F63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A5F262F-A3B4-9241-49D5-92EFE18E7650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9696D3C2-F0D6-63B2-38DF-7CEC369A23D4}"/>
              </a:ext>
            </a:extLst>
          </p:cNvPr>
          <p:cNvSpPr/>
          <p:nvPr/>
        </p:nvSpPr>
        <p:spPr>
          <a:xfrm rot="2700000">
            <a:off x="1340596" y="2493795"/>
            <a:ext cx="1896876" cy="1896876"/>
          </a:xfrm>
          <a:prstGeom prst="rect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41BEF3-2476-D597-0337-239593846566}"/>
              </a:ext>
            </a:extLst>
          </p:cNvPr>
          <p:cNvSpPr/>
          <p:nvPr/>
        </p:nvSpPr>
        <p:spPr>
          <a:xfrm rot="2700000">
            <a:off x="6204873" y="1618294"/>
            <a:ext cx="708427" cy="708427"/>
          </a:xfrm>
          <a:prstGeom prst="rect">
            <a:avLst/>
          </a:pr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 descr="D:\51PPT模板网\51pptmoban.com\图片.jpg">
            <a:extLst>
              <a:ext uri="{FF2B5EF4-FFF2-40B4-BE49-F238E27FC236}">
                <a16:creationId xmlns:a16="http://schemas.microsoft.com/office/drawing/2014/main" id="{88230A9D-557D-7F69-4460-53A6D73541CE}"/>
              </a:ext>
            </a:extLst>
          </p:cNvPr>
          <p:cNvSpPr/>
          <p:nvPr/>
        </p:nvSpPr>
        <p:spPr>
          <a:xfrm rot="2700000">
            <a:off x="2085395" y="1884066"/>
            <a:ext cx="3089867" cy="3089867"/>
          </a:xfrm>
          <a:prstGeom prst="rect">
            <a:avLst/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635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EC7A082-E9ED-D7F6-6F04-EAA71D68AFF7}"/>
              </a:ext>
            </a:extLst>
          </p:cNvPr>
          <p:cNvGrpSpPr/>
          <p:nvPr/>
        </p:nvGrpSpPr>
        <p:grpSpPr>
          <a:xfrm>
            <a:off x="7204037" y="1527738"/>
            <a:ext cx="2966425" cy="889537"/>
            <a:chOff x="6966751" y="1680636"/>
            <a:chExt cx="2966425" cy="889537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8ECED46-385C-BE22-2A3C-13A0BAB13618}"/>
                </a:ext>
              </a:extLst>
            </p:cNvPr>
            <p:cNvSpPr txBox="1"/>
            <p:nvPr/>
          </p:nvSpPr>
          <p:spPr>
            <a:xfrm>
              <a:off x="6966751" y="1993733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AF353F-2188-D9DB-6B16-DF7453081541}"/>
                </a:ext>
              </a:extLst>
            </p:cNvPr>
            <p:cNvSpPr txBox="1"/>
            <p:nvPr/>
          </p:nvSpPr>
          <p:spPr>
            <a:xfrm>
              <a:off x="6966751" y="1680636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99095394-9E36-FEC6-08F6-B6EA592BFA8E}"/>
              </a:ext>
            </a:extLst>
          </p:cNvPr>
          <p:cNvSpPr/>
          <p:nvPr/>
        </p:nvSpPr>
        <p:spPr>
          <a:xfrm rot="2700000">
            <a:off x="6204874" y="3074785"/>
            <a:ext cx="708427" cy="708427"/>
          </a:xfrm>
          <a:prstGeom prst="rect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DD16B8-4FF3-015A-4D4B-AB1CD8E9A655}"/>
              </a:ext>
            </a:extLst>
          </p:cNvPr>
          <p:cNvSpPr/>
          <p:nvPr/>
        </p:nvSpPr>
        <p:spPr>
          <a:xfrm rot="2700000">
            <a:off x="6204875" y="4531276"/>
            <a:ext cx="708427" cy="708427"/>
          </a:xfrm>
          <a:prstGeom prst="rect">
            <a:avLst/>
          </a:pr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C37253-1032-A362-5BB8-4A1C09101629}"/>
              </a:ext>
            </a:extLst>
          </p:cNvPr>
          <p:cNvSpPr txBox="1"/>
          <p:nvPr/>
        </p:nvSpPr>
        <p:spPr>
          <a:xfrm>
            <a:off x="6312864" y="1787842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01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A012F4-5B9A-0CC6-242E-658EB1B91748}"/>
              </a:ext>
            </a:extLst>
          </p:cNvPr>
          <p:cNvSpPr txBox="1"/>
          <p:nvPr/>
        </p:nvSpPr>
        <p:spPr>
          <a:xfrm>
            <a:off x="6312864" y="3242178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02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39D8F0-08EC-ED3C-09EC-BC944555942C}"/>
              </a:ext>
            </a:extLst>
          </p:cNvPr>
          <p:cNvSpPr txBox="1"/>
          <p:nvPr/>
        </p:nvSpPr>
        <p:spPr>
          <a:xfrm>
            <a:off x="6312864" y="4696514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03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A6F7FCD-BFA8-EB28-2806-F93266E93B4D}"/>
              </a:ext>
            </a:extLst>
          </p:cNvPr>
          <p:cNvGrpSpPr/>
          <p:nvPr/>
        </p:nvGrpSpPr>
        <p:grpSpPr>
          <a:xfrm>
            <a:off x="7204037" y="2984229"/>
            <a:ext cx="2966425" cy="889537"/>
            <a:chOff x="6966751" y="1680636"/>
            <a:chExt cx="2966425" cy="889537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9A20577-B792-57A2-20A8-746B5A433A44}"/>
                </a:ext>
              </a:extLst>
            </p:cNvPr>
            <p:cNvSpPr txBox="1"/>
            <p:nvPr/>
          </p:nvSpPr>
          <p:spPr>
            <a:xfrm>
              <a:off x="6966751" y="1993733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D1BCFE2-D855-07A1-6586-418155D9C87B}"/>
                </a:ext>
              </a:extLst>
            </p:cNvPr>
            <p:cNvSpPr txBox="1"/>
            <p:nvPr/>
          </p:nvSpPr>
          <p:spPr>
            <a:xfrm>
              <a:off x="6966751" y="1680636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8813896-9687-AC51-E7BE-C03436D88CE3}"/>
              </a:ext>
            </a:extLst>
          </p:cNvPr>
          <p:cNvGrpSpPr/>
          <p:nvPr/>
        </p:nvGrpSpPr>
        <p:grpSpPr>
          <a:xfrm>
            <a:off x="7204037" y="4440720"/>
            <a:ext cx="2966425" cy="889537"/>
            <a:chOff x="6966751" y="1680636"/>
            <a:chExt cx="2966425" cy="88953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2FDCCEF-3670-8566-808F-E919D7E083F6}"/>
                </a:ext>
              </a:extLst>
            </p:cNvPr>
            <p:cNvSpPr txBox="1"/>
            <p:nvPr/>
          </p:nvSpPr>
          <p:spPr>
            <a:xfrm>
              <a:off x="6966751" y="1993733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C2358DB-88D2-3C6B-092E-91B010ABB890}"/>
                </a:ext>
              </a:extLst>
            </p:cNvPr>
            <p:cNvSpPr txBox="1"/>
            <p:nvPr/>
          </p:nvSpPr>
          <p:spPr>
            <a:xfrm>
              <a:off x="6966751" y="1680636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366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1492A-4D37-8FC9-8A1A-03557F74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9C2750B3-8CDF-C6C8-19B9-DA5B1F6AD7A5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93C3980-48E7-771D-938D-70FB84F7D020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401F6F9D-3A17-358D-99BD-29EC6A2C4A56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849C725-AC75-0920-DB5D-B7EA617CFB6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08FC7C6-39D6-3A1A-5509-E4402A8C8D81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12293" name="矩形 4">
            <a:extLst>
              <a:ext uri="{FF2B5EF4-FFF2-40B4-BE49-F238E27FC236}">
                <a16:creationId xmlns:a16="http://schemas.microsoft.com/office/drawing/2014/main" id="{E26C5C37-10A3-45C0-9FE4-A205439C4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128" y="1182000"/>
            <a:ext cx="9037282" cy="1753503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2304" name="Freeform 12">
            <a:extLst>
              <a:ext uri="{FF2B5EF4-FFF2-40B4-BE49-F238E27FC236}">
                <a16:creationId xmlns:a16="http://schemas.microsoft.com/office/drawing/2014/main" id="{76B94800-543A-4B8D-96A2-1240DE30B137}"/>
              </a:ext>
            </a:extLst>
          </p:cNvPr>
          <p:cNvSpPr>
            <a:spLocks/>
          </p:cNvSpPr>
          <p:nvPr/>
        </p:nvSpPr>
        <p:spPr bwMode="auto">
          <a:xfrm>
            <a:off x="1468657" y="1036007"/>
            <a:ext cx="528431" cy="530018"/>
          </a:xfrm>
          <a:custGeom>
            <a:avLst/>
            <a:gdLst>
              <a:gd name="T0" fmla="*/ 0 w 1446"/>
              <a:gd name="T1" fmla="*/ 0 h 1446"/>
              <a:gd name="T2" fmla="*/ 2147483646 w 1446"/>
              <a:gd name="T3" fmla="*/ 0 h 1446"/>
              <a:gd name="T4" fmla="*/ 2147483646 w 1446"/>
              <a:gd name="T5" fmla="*/ 2147483646 h 1446"/>
              <a:gd name="T6" fmla="*/ 2147483646 w 1446"/>
              <a:gd name="T7" fmla="*/ 2147483646 h 1446"/>
              <a:gd name="T8" fmla="*/ 2147483646 w 1446"/>
              <a:gd name="T9" fmla="*/ 2147483646 h 1446"/>
              <a:gd name="T10" fmla="*/ 0 w 1446"/>
              <a:gd name="T11" fmla="*/ 2147483646 h 1446"/>
              <a:gd name="T12" fmla="*/ 0 w 1446"/>
              <a:gd name="T13" fmla="*/ 0 h 14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12305" name="Freeform 12" descr="D:\51PPT模板网\51pptmoban.com\图片.jpg">
            <a:extLst>
              <a:ext uri="{FF2B5EF4-FFF2-40B4-BE49-F238E27FC236}">
                <a16:creationId xmlns:a16="http://schemas.microsoft.com/office/drawing/2014/main" id="{F6D86ECF-BD0F-498E-94BE-D09C1D25263D}"/>
              </a:ext>
            </a:extLst>
          </p:cNvPr>
          <p:cNvSpPr>
            <a:spLocks/>
          </p:cNvSpPr>
          <p:nvPr/>
        </p:nvSpPr>
        <p:spPr bwMode="auto">
          <a:xfrm flipH="1" flipV="1">
            <a:off x="10194910" y="2478482"/>
            <a:ext cx="528432" cy="530018"/>
          </a:xfrm>
          <a:custGeom>
            <a:avLst/>
            <a:gdLst>
              <a:gd name="T0" fmla="*/ 0 w 1446"/>
              <a:gd name="T1" fmla="*/ 0 h 1446"/>
              <a:gd name="T2" fmla="*/ 2147483646 w 1446"/>
              <a:gd name="T3" fmla="*/ 0 h 1446"/>
              <a:gd name="T4" fmla="*/ 2147483646 w 1446"/>
              <a:gd name="T5" fmla="*/ 2147483646 h 1446"/>
              <a:gd name="T6" fmla="*/ 2147483646 w 1446"/>
              <a:gd name="T7" fmla="*/ 2147483646 h 1446"/>
              <a:gd name="T8" fmla="*/ 2147483646 w 1446"/>
              <a:gd name="T9" fmla="*/ 2147483646 h 1446"/>
              <a:gd name="T10" fmla="*/ 0 w 1446"/>
              <a:gd name="T11" fmla="*/ 2147483646 h 1446"/>
              <a:gd name="T12" fmla="*/ 0 w 1446"/>
              <a:gd name="T13" fmla="*/ 0 h 14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8679C7-9E4B-B451-8D3F-763F020B2416}"/>
              </a:ext>
            </a:extLst>
          </p:cNvPr>
          <p:cNvSpPr txBox="1"/>
          <p:nvPr/>
        </p:nvSpPr>
        <p:spPr>
          <a:xfrm>
            <a:off x="2652732" y="1772597"/>
            <a:ext cx="6886533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8A434F-36A8-EE7B-4D96-EDEDC8EC4587}"/>
              </a:ext>
            </a:extLst>
          </p:cNvPr>
          <p:cNvSpPr txBox="1"/>
          <p:nvPr/>
        </p:nvSpPr>
        <p:spPr>
          <a:xfrm>
            <a:off x="4559299" y="1399373"/>
            <a:ext cx="3073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sz="1800" dirty="0">
                <a:sym typeface="HarmonyOS Sans SC Light" panose="00000400000000000000" pitchFamily="2" charset="-122"/>
              </a:rPr>
              <a:t>单击此处添加标题文本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61AC5DA-479B-76A3-A522-3CC109A02B61}"/>
              </a:ext>
            </a:extLst>
          </p:cNvPr>
          <p:cNvSpPr/>
          <p:nvPr/>
        </p:nvSpPr>
        <p:spPr>
          <a:xfrm>
            <a:off x="2668586" y="3217970"/>
            <a:ext cx="1266825" cy="1266825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D9B7B82-1514-DB11-B86D-E421D3E3A454}"/>
              </a:ext>
            </a:extLst>
          </p:cNvPr>
          <p:cNvGrpSpPr/>
          <p:nvPr/>
        </p:nvGrpSpPr>
        <p:grpSpPr>
          <a:xfrm>
            <a:off x="2264350" y="4637395"/>
            <a:ext cx="2075296" cy="1047355"/>
            <a:chOff x="729163" y="1906534"/>
            <a:chExt cx="2075296" cy="104735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7602D99-52F6-E7EA-B2F8-254EBB6CBB7F}"/>
                </a:ext>
              </a:extLst>
            </p:cNvPr>
            <p:cNvSpPr txBox="1"/>
            <p:nvPr/>
          </p:nvSpPr>
          <p:spPr>
            <a:xfrm>
              <a:off x="729163" y="2190603"/>
              <a:ext cx="2075296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D9D2A7A-8D2F-314F-F067-61EC749CC9DF}"/>
                </a:ext>
              </a:extLst>
            </p:cNvPr>
            <p:cNvSpPr txBox="1"/>
            <p:nvPr/>
          </p:nvSpPr>
          <p:spPr>
            <a:xfrm>
              <a:off x="1000623" y="1906534"/>
              <a:ext cx="15323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0B3C71F1-AB9A-79BF-9BF9-347488EBC652}"/>
              </a:ext>
            </a:extLst>
          </p:cNvPr>
          <p:cNvSpPr/>
          <p:nvPr/>
        </p:nvSpPr>
        <p:spPr>
          <a:xfrm>
            <a:off x="5462586" y="3217970"/>
            <a:ext cx="1266825" cy="1266825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307209E-D69C-1C19-9BF5-8B53B45CBBF6}"/>
              </a:ext>
            </a:extLst>
          </p:cNvPr>
          <p:cNvGrpSpPr/>
          <p:nvPr/>
        </p:nvGrpSpPr>
        <p:grpSpPr>
          <a:xfrm>
            <a:off x="5058350" y="4637395"/>
            <a:ext cx="2075296" cy="1047355"/>
            <a:chOff x="729163" y="1906534"/>
            <a:chExt cx="2075296" cy="1047355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87F0D3B-094B-67AC-452C-DFF76BB71F87}"/>
                </a:ext>
              </a:extLst>
            </p:cNvPr>
            <p:cNvSpPr txBox="1"/>
            <p:nvPr/>
          </p:nvSpPr>
          <p:spPr>
            <a:xfrm>
              <a:off x="729163" y="2190603"/>
              <a:ext cx="2075296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EA54C7B-7ACE-818A-6077-1C858C1FD6F0}"/>
                </a:ext>
              </a:extLst>
            </p:cNvPr>
            <p:cNvSpPr txBox="1"/>
            <p:nvPr/>
          </p:nvSpPr>
          <p:spPr>
            <a:xfrm>
              <a:off x="1000623" y="1906534"/>
              <a:ext cx="15323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20" name="椭圆 19" descr="D:\51PPT模板网\51pptmoban.com\图片.jpg">
            <a:extLst>
              <a:ext uri="{FF2B5EF4-FFF2-40B4-BE49-F238E27FC236}">
                <a16:creationId xmlns:a16="http://schemas.microsoft.com/office/drawing/2014/main" id="{09F0F8EA-A5D1-3E42-5666-BE02F25DB9CF}"/>
              </a:ext>
            </a:extLst>
          </p:cNvPr>
          <p:cNvSpPr/>
          <p:nvPr/>
        </p:nvSpPr>
        <p:spPr>
          <a:xfrm>
            <a:off x="8256586" y="3217970"/>
            <a:ext cx="1266825" cy="1266825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6297A65-EF17-F2C6-18F3-C8A81756E612}"/>
              </a:ext>
            </a:extLst>
          </p:cNvPr>
          <p:cNvGrpSpPr/>
          <p:nvPr/>
        </p:nvGrpSpPr>
        <p:grpSpPr>
          <a:xfrm>
            <a:off x="7852350" y="4637395"/>
            <a:ext cx="2075296" cy="1047355"/>
            <a:chOff x="729163" y="1906534"/>
            <a:chExt cx="2075296" cy="104735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7033F6B-F386-3A0A-74FB-FCCF44B28302}"/>
                </a:ext>
              </a:extLst>
            </p:cNvPr>
            <p:cNvSpPr txBox="1"/>
            <p:nvPr/>
          </p:nvSpPr>
          <p:spPr>
            <a:xfrm>
              <a:off x="729163" y="2190603"/>
              <a:ext cx="2075296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C1C302F-1F93-1D31-B5B7-1EE78BE96B05}"/>
                </a:ext>
              </a:extLst>
            </p:cNvPr>
            <p:cNvSpPr txBox="1"/>
            <p:nvPr/>
          </p:nvSpPr>
          <p:spPr>
            <a:xfrm>
              <a:off x="1000623" y="1906534"/>
              <a:ext cx="15323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31" name="图形 25" descr="书籍 纯色填充">
            <a:extLst>
              <a:ext uri="{FF2B5EF4-FFF2-40B4-BE49-F238E27FC236}">
                <a16:creationId xmlns:a16="http://schemas.microsoft.com/office/drawing/2014/main" id="{C61770F8-06E7-8A07-F854-BA1EB15F3EF5}"/>
              </a:ext>
            </a:extLst>
          </p:cNvPr>
          <p:cNvSpPr/>
          <p:nvPr/>
        </p:nvSpPr>
        <p:spPr>
          <a:xfrm>
            <a:off x="3011527" y="3594463"/>
            <a:ext cx="580952" cy="542086"/>
          </a:xfrm>
          <a:custGeom>
            <a:avLst/>
            <a:gdLst>
              <a:gd name="connsiteX0" fmla="*/ 811530 w 811529"/>
              <a:gd name="connsiteY0" fmla="*/ 266700 h 757237"/>
              <a:gd name="connsiteX1" fmla="*/ 762000 w 811529"/>
              <a:gd name="connsiteY1" fmla="*/ 248603 h 757237"/>
              <a:gd name="connsiteX2" fmla="*/ 762000 w 811529"/>
              <a:gd name="connsiteY2" fmla="*/ 144780 h 757237"/>
              <a:gd name="connsiteX3" fmla="*/ 811530 w 811529"/>
              <a:gd name="connsiteY3" fmla="*/ 123825 h 757237"/>
              <a:gd name="connsiteX4" fmla="*/ 476250 w 811529"/>
              <a:gd name="connsiteY4" fmla="*/ 0 h 757237"/>
              <a:gd name="connsiteX5" fmla="*/ 68580 w 811529"/>
              <a:gd name="connsiteY5" fmla="*/ 142875 h 757237"/>
              <a:gd name="connsiteX6" fmla="*/ 28575 w 811529"/>
              <a:gd name="connsiteY6" fmla="*/ 257175 h 757237"/>
              <a:gd name="connsiteX7" fmla="*/ 33337 w 811529"/>
              <a:gd name="connsiteY7" fmla="*/ 299085 h 757237"/>
              <a:gd name="connsiteX8" fmla="*/ 0 w 811529"/>
              <a:gd name="connsiteY8" fmla="*/ 409575 h 757237"/>
              <a:gd name="connsiteX9" fmla="*/ 28575 w 811529"/>
              <a:gd name="connsiteY9" fmla="*/ 492443 h 757237"/>
              <a:gd name="connsiteX10" fmla="*/ 26670 w 811529"/>
              <a:gd name="connsiteY10" fmla="*/ 552450 h 757237"/>
              <a:gd name="connsiteX11" fmla="*/ 76200 w 811529"/>
              <a:gd name="connsiteY11" fmla="*/ 647700 h 757237"/>
              <a:gd name="connsiteX12" fmla="*/ 340995 w 811529"/>
              <a:gd name="connsiteY12" fmla="*/ 757238 h 757237"/>
              <a:gd name="connsiteX13" fmla="*/ 809625 w 811529"/>
              <a:gd name="connsiteY13" fmla="*/ 562928 h 757237"/>
              <a:gd name="connsiteX14" fmla="*/ 760095 w 811529"/>
              <a:gd name="connsiteY14" fmla="*/ 544830 h 757237"/>
              <a:gd name="connsiteX15" fmla="*/ 760095 w 811529"/>
              <a:gd name="connsiteY15" fmla="*/ 440055 h 757237"/>
              <a:gd name="connsiteX16" fmla="*/ 809625 w 811529"/>
              <a:gd name="connsiteY16" fmla="*/ 419100 h 757237"/>
              <a:gd name="connsiteX17" fmla="*/ 733425 w 811529"/>
              <a:gd name="connsiteY17" fmla="*/ 390525 h 757237"/>
              <a:gd name="connsiteX18" fmla="*/ 733425 w 811529"/>
              <a:gd name="connsiteY18" fmla="*/ 299085 h 757237"/>
              <a:gd name="connsiteX19" fmla="*/ 811530 w 811529"/>
              <a:gd name="connsiteY19" fmla="*/ 266700 h 757237"/>
              <a:gd name="connsiteX20" fmla="*/ 80010 w 811529"/>
              <a:gd name="connsiteY20" fmla="*/ 209550 h 757237"/>
              <a:gd name="connsiteX21" fmla="*/ 344805 w 811529"/>
              <a:gd name="connsiteY21" fmla="*/ 313373 h 757237"/>
              <a:gd name="connsiteX22" fmla="*/ 724853 w 811529"/>
              <a:gd name="connsiteY22" fmla="*/ 160020 h 757237"/>
              <a:gd name="connsiteX23" fmla="*/ 724853 w 811529"/>
              <a:gd name="connsiteY23" fmla="*/ 241935 h 757237"/>
              <a:gd name="connsiteX24" fmla="*/ 344805 w 811529"/>
              <a:gd name="connsiteY24" fmla="*/ 400050 h 757237"/>
              <a:gd name="connsiteX25" fmla="*/ 80010 w 811529"/>
              <a:gd name="connsiteY25" fmla="*/ 295275 h 757237"/>
              <a:gd name="connsiteX26" fmla="*/ 80010 w 811529"/>
              <a:gd name="connsiteY26" fmla="*/ 209550 h 757237"/>
              <a:gd name="connsiteX27" fmla="*/ 722948 w 811529"/>
              <a:gd name="connsiteY27" fmla="*/ 538163 h 757237"/>
              <a:gd name="connsiteX28" fmla="*/ 342900 w 811529"/>
              <a:gd name="connsiteY28" fmla="*/ 695325 h 757237"/>
              <a:gd name="connsiteX29" fmla="*/ 77153 w 811529"/>
              <a:gd name="connsiteY29" fmla="*/ 590550 h 757237"/>
              <a:gd name="connsiteX30" fmla="*/ 77153 w 811529"/>
              <a:gd name="connsiteY30" fmla="*/ 516255 h 757237"/>
              <a:gd name="connsiteX31" fmla="*/ 314325 w 811529"/>
              <a:gd name="connsiteY31" fmla="*/ 613410 h 757237"/>
              <a:gd name="connsiteX32" fmla="*/ 723900 w 811529"/>
              <a:gd name="connsiteY32" fmla="*/ 451485 h 757237"/>
              <a:gd name="connsiteX33" fmla="*/ 722948 w 811529"/>
              <a:gd name="connsiteY33" fmla="*/ 538163 h 757237"/>
              <a:gd name="connsiteX34" fmla="*/ 696278 w 811529"/>
              <a:gd name="connsiteY34" fmla="*/ 395288 h 757237"/>
              <a:gd name="connsiteX35" fmla="*/ 316230 w 811529"/>
              <a:gd name="connsiteY35" fmla="*/ 552450 h 757237"/>
              <a:gd name="connsiteX36" fmla="*/ 51435 w 811529"/>
              <a:gd name="connsiteY36" fmla="*/ 447675 h 757237"/>
              <a:gd name="connsiteX37" fmla="*/ 51435 w 811529"/>
              <a:gd name="connsiteY37" fmla="*/ 361950 h 757237"/>
              <a:gd name="connsiteX38" fmla="*/ 323850 w 811529"/>
              <a:gd name="connsiteY38" fmla="*/ 470535 h 757237"/>
              <a:gd name="connsiteX39" fmla="*/ 697230 w 811529"/>
              <a:gd name="connsiteY39" fmla="*/ 314325 h 757237"/>
              <a:gd name="connsiteX40" fmla="*/ 697230 w 811529"/>
              <a:gd name="connsiteY40" fmla="*/ 395288 h 75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811529" h="757237">
                <a:moveTo>
                  <a:pt x="811530" y="266700"/>
                </a:moveTo>
                <a:lnTo>
                  <a:pt x="762000" y="248603"/>
                </a:lnTo>
                <a:lnTo>
                  <a:pt x="762000" y="144780"/>
                </a:lnTo>
                <a:lnTo>
                  <a:pt x="811530" y="123825"/>
                </a:lnTo>
                <a:lnTo>
                  <a:pt x="476250" y="0"/>
                </a:lnTo>
                <a:lnTo>
                  <a:pt x="68580" y="142875"/>
                </a:lnTo>
                <a:cubicBezTo>
                  <a:pt x="29528" y="161925"/>
                  <a:pt x="28575" y="214312"/>
                  <a:pt x="28575" y="257175"/>
                </a:cubicBezTo>
                <a:cubicBezTo>
                  <a:pt x="28575" y="271463"/>
                  <a:pt x="30480" y="285750"/>
                  <a:pt x="33337" y="299085"/>
                </a:cubicBezTo>
                <a:cubicBezTo>
                  <a:pt x="952" y="320040"/>
                  <a:pt x="0" y="368618"/>
                  <a:pt x="0" y="409575"/>
                </a:cubicBezTo>
                <a:cubicBezTo>
                  <a:pt x="0" y="442913"/>
                  <a:pt x="7620" y="473393"/>
                  <a:pt x="28575" y="492443"/>
                </a:cubicBezTo>
                <a:cubicBezTo>
                  <a:pt x="23813" y="508635"/>
                  <a:pt x="26670" y="528638"/>
                  <a:pt x="26670" y="552450"/>
                </a:cubicBezTo>
                <a:cubicBezTo>
                  <a:pt x="26670" y="595313"/>
                  <a:pt x="38100" y="634365"/>
                  <a:pt x="76200" y="647700"/>
                </a:cubicBezTo>
                <a:lnTo>
                  <a:pt x="340995" y="757238"/>
                </a:lnTo>
                <a:lnTo>
                  <a:pt x="809625" y="562928"/>
                </a:lnTo>
                <a:lnTo>
                  <a:pt x="760095" y="544830"/>
                </a:lnTo>
                <a:lnTo>
                  <a:pt x="760095" y="440055"/>
                </a:lnTo>
                <a:lnTo>
                  <a:pt x="809625" y="419100"/>
                </a:lnTo>
                <a:lnTo>
                  <a:pt x="733425" y="390525"/>
                </a:lnTo>
                <a:lnTo>
                  <a:pt x="733425" y="299085"/>
                </a:lnTo>
                <a:lnTo>
                  <a:pt x="811530" y="266700"/>
                </a:lnTo>
                <a:close/>
                <a:moveTo>
                  <a:pt x="80010" y="209550"/>
                </a:moveTo>
                <a:lnTo>
                  <a:pt x="344805" y="313373"/>
                </a:lnTo>
                <a:lnTo>
                  <a:pt x="724853" y="160020"/>
                </a:lnTo>
                <a:lnTo>
                  <a:pt x="724853" y="241935"/>
                </a:lnTo>
                <a:lnTo>
                  <a:pt x="344805" y="400050"/>
                </a:lnTo>
                <a:lnTo>
                  <a:pt x="80010" y="295275"/>
                </a:lnTo>
                <a:lnTo>
                  <a:pt x="80010" y="209550"/>
                </a:lnTo>
                <a:close/>
                <a:moveTo>
                  <a:pt x="722948" y="538163"/>
                </a:moveTo>
                <a:lnTo>
                  <a:pt x="342900" y="695325"/>
                </a:lnTo>
                <a:lnTo>
                  <a:pt x="77153" y="590550"/>
                </a:lnTo>
                <a:lnTo>
                  <a:pt x="77153" y="516255"/>
                </a:lnTo>
                <a:lnTo>
                  <a:pt x="314325" y="613410"/>
                </a:lnTo>
                <a:lnTo>
                  <a:pt x="723900" y="451485"/>
                </a:lnTo>
                <a:lnTo>
                  <a:pt x="722948" y="538163"/>
                </a:lnTo>
                <a:close/>
                <a:moveTo>
                  <a:pt x="696278" y="395288"/>
                </a:moveTo>
                <a:lnTo>
                  <a:pt x="316230" y="552450"/>
                </a:lnTo>
                <a:lnTo>
                  <a:pt x="51435" y="447675"/>
                </a:lnTo>
                <a:lnTo>
                  <a:pt x="51435" y="361950"/>
                </a:lnTo>
                <a:lnTo>
                  <a:pt x="323850" y="470535"/>
                </a:lnTo>
                <a:lnTo>
                  <a:pt x="697230" y="314325"/>
                </a:lnTo>
                <a:lnTo>
                  <a:pt x="697230" y="395288"/>
                </a:ln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图形 27" descr="D:\51PPT模板网\51pptmoban.com\图片.jpg">
            <a:extLst>
              <a:ext uri="{FF2B5EF4-FFF2-40B4-BE49-F238E27FC236}">
                <a16:creationId xmlns:a16="http://schemas.microsoft.com/office/drawing/2014/main" id="{037809CA-AD2A-6A80-4E39-8ED9472DFA1F}"/>
              </a:ext>
            </a:extLst>
          </p:cNvPr>
          <p:cNvSpPr/>
          <p:nvPr/>
        </p:nvSpPr>
        <p:spPr>
          <a:xfrm>
            <a:off x="5813481" y="3672315"/>
            <a:ext cx="568270" cy="354846"/>
          </a:xfrm>
          <a:custGeom>
            <a:avLst/>
            <a:gdLst>
              <a:gd name="connsiteX0" fmla="*/ 793813 w 793813"/>
              <a:gd name="connsiteY0" fmla="*/ 193359 h 495682"/>
              <a:gd name="connsiteX1" fmla="*/ 676275 w 793813"/>
              <a:gd name="connsiteY1" fmla="*/ 28957 h 495682"/>
              <a:gd name="connsiteX2" fmla="*/ 504825 w 793813"/>
              <a:gd name="connsiteY2" fmla="*/ 28957 h 495682"/>
              <a:gd name="connsiteX3" fmla="*/ 484251 w 793813"/>
              <a:gd name="connsiteY3" fmla="*/ 10479 h 495682"/>
              <a:gd name="connsiteX4" fmla="*/ 455676 w 793813"/>
              <a:gd name="connsiteY4" fmla="*/ 10479 h 495682"/>
              <a:gd name="connsiteX5" fmla="*/ 429006 w 793813"/>
              <a:gd name="connsiteY5" fmla="*/ 1 h 495682"/>
              <a:gd name="connsiteX6" fmla="*/ 399669 w 793813"/>
              <a:gd name="connsiteY6" fmla="*/ 12574 h 495682"/>
              <a:gd name="connsiteX7" fmla="*/ 367665 w 793813"/>
              <a:gd name="connsiteY7" fmla="*/ 12574 h 495682"/>
              <a:gd name="connsiteX8" fmla="*/ 349663 w 793813"/>
              <a:gd name="connsiteY8" fmla="*/ 28957 h 495682"/>
              <a:gd name="connsiteX9" fmla="*/ 96679 w 793813"/>
              <a:gd name="connsiteY9" fmla="*/ 29529 h 495682"/>
              <a:gd name="connsiteX10" fmla="*/ 0 w 793813"/>
              <a:gd name="connsiteY10" fmla="*/ 190882 h 495682"/>
              <a:gd name="connsiteX11" fmla="*/ 104775 w 793813"/>
              <a:gd name="connsiteY11" fmla="*/ 352807 h 495682"/>
              <a:gd name="connsiteX12" fmla="*/ 328613 w 793813"/>
              <a:gd name="connsiteY12" fmla="*/ 352807 h 495682"/>
              <a:gd name="connsiteX13" fmla="*/ 328613 w 793813"/>
              <a:gd name="connsiteY13" fmla="*/ 495682 h 495682"/>
              <a:gd name="connsiteX14" fmla="*/ 423863 w 793813"/>
              <a:gd name="connsiteY14" fmla="*/ 421864 h 495682"/>
              <a:gd name="connsiteX15" fmla="*/ 519113 w 793813"/>
              <a:gd name="connsiteY15" fmla="*/ 495682 h 495682"/>
              <a:gd name="connsiteX16" fmla="*/ 519113 w 793813"/>
              <a:gd name="connsiteY16" fmla="*/ 352807 h 495682"/>
              <a:gd name="connsiteX17" fmla="*/ 742950 w 793813"/>
              <a:gd name="connsiteY17" fmla="*/ 352807 h 495682"/>
              <a:gd name="connsiteX18" fmla="*/ 762000 w 793813"/>
              <a:gd name="connsiteY18" fmla="*/ 333757 h 495682"/>
              <a:gd name="connsiteX19" fmla="*/ 742950 w 793813"/>
              <a:gd name="connsiteY19" fmla="*/ 314707 h 495682"/>
              <a:gd name="connsiteX20" fmla="*/ 690563 w 793813"/>
              <a:gd name="connsiteY20" fmla="*/ 267082 h 495682"/>
              <a:gd name="connsiteX21" fmla="*/ 747713 w 793813"/>
              <a:gd name="connsiteY21" fmla="*/ 267082 h 495682"/>
              <a:gd name="connsiteX22" fmla="*/ 793813 w 793813"/>
              <a:gd name="connsiteY22" fmla="*/ 193359 h 495682"/>
              <a:gd name="connsiteX23" fmla="*/ 427101 w 793813"/>
              <a:gd name="connsiteY23" fmla="*/ 68772 h 495682"/>
              <a:gd name="connsiteX24" fmla="*/ 510730 w 793813"/>
              <a:gd name="connsiteY24" fmla="*/ 152402 h 495682"/>
              <a:gd name="connsiteX25" fmla="*/ 427099 w 793813"/>
              <a:gd name="connsiteY25" fmla="*/ 236031 h 495682"/>
              <a:gd name="connsiteX26" fmla="*/ 343472 w 793813"/>
              <a:gd name="connsiteY26" fmla="*/ 152782 h 495682"/>
              <a:gd name="connsiteX27" fmla="*/ 426719 w 793813"/>
              <a:gd name="connsiteY27" fmla="*/ 68773 h 495682"/>
              <a:gd name="connsiteX28" fmla="*/ 427101 w 793813"/>
              <a:gd name="connsiteY28" fmla="*/ 68772 h 495682"/>
              <a:gd name="connsiteX29" fmla="*/ 310134 w 793813"/>
              <a:gd name="connsiteY29" fmla="*/ 67057 h 495682"/>
              <a:gd name="connsiteX30" fmla="*/ 310134 w 793813"/>
              <a:gd name="connsiteY30" fmla="*/ 74296 h 495682"/>
              <a:gd name="connsiteX31" fmla="*/ 287655 w 793813"/>
              <a:gd name="connsiteY31" fmla="*/ 125636 h 495682"/>
              <a:gd name="connsiteX32" fmla="*/ 276797 w 793813"/>
              <a:gd name="connsiteY32" fmla="*/ 152782 h 495682"/>
              <a:gd name="connsiteX33" fmla="*/ 289370 w 793813"/>
              <a:gd name="connsiteY33" fmla="*/ 181357 h 495682"/>
              <a:gd name="connsiteX34" fmla="*/ 289370 w 793813"/>
              <a:gd name="connsiteY34" fmla="*/ 213266 h 495682"/>
              <a:gd name="connsiteX35" fmla="*/ 301371 w 793813"/>
              <a:gd name="connsiteY35" fmla="*/ 228982 h 495682"/>
              <a:gd name="connsiteX36" fmla="*/ 194501 w 793813"/>
              <a:gd name="connsiteY36" fmla="*/ 228982 h 495682"/>
              <a:gd name="connsiteX37" fmla="*/ 204788 w 793813"/>
              <a:gd name="connsiteY37" fmla="*/ 181357 h 495682"/>
              <a:gd name="connsiteX38" fmla="*/ 173641 w 793813"/>
              <a:gd name="connsiteY38" fmla="*/ 67057 h 495682"/>
              <a:gd name="connsiteX39" fmla="*/ 104775 w 793813"/>
              <a:gd name="connsiteY39" fmla="*/ 314707 h 495682"/>
              <a:gd name="connsiteX40" fmla="*/ 38100 w 793813"/>
              <a:gd name="connsiteY40" fmla="*/ 190882 h 495682"/>
              <a:gd name="connsiteX41" fmla="*/ 104775 w 793813"/>
              <a:gd name="connsiteY41" fmla="*/ 67057 h 495682"/>
              <a:gd name="connsiteX42" fmla="*/ 166688 w 793813"/>
              <a:gd name="connsiteY42" fmla="*/ 181357 h 495682"/>
              <a:gd name="connsiteX43" fmla="*/ 138113 w 793813"/>
              <a:gd name="connsiteY43" fmla="*/ 228982 h 495682"/>
              <a:gd name="connsiteX44" fmla="*/ 109538 w 793813"/>
              <a:gd name="connsiteY44" fmla="*/ 176595 h 495682"/>
              <a:gd name="connsiteX45" fmla="*/ 111538 w 793813"/>
              <a:gd name="connsiteY45" fmla="*/ 157545 h 495682"/>
              <a:gd name="connsiteX46" fmla="*/ 97060 w 793813"/>
              <a:gd name="connsiteY46" fmla="*/ 134780 h 495682"/>
              <a:gd name="connsiteX47" fmla="*/ 74295 w 793813"/>
              <a:gd name="connsiteY47" fmla="*/ 149258 h 495682"/>
              <a:gd name="connsiteX48" fmla="*/ 71438 w 793813"/>
              <a:gd name="connsiteY48" fmla="*/ 176595 h 495682"/>
              <a:gd name="connsiteX49" fmla="*/ 138113 w 793813"/>
              <a:gd name="connsiteY49" fmla="*/ 267082 h 495682"/>
              <a:gd name="connsiteX50" fmla="*/ 328613 w 793813"/>
              <a:gd name="connsiteY50" fmla="*/ 267082 h 495682"/>
              <a:gd name="connsiteX51" fmla="*/ 328613 w 793813"/>
              <a:gd name="connsiteY51" fmla="*/ 314707 h 495682"/>
              <a:gd name="connsiteX52" fmla="*/ 423863 w 793813"/>
              <a:gd name="connsiteY52" fmla="*/ 373667 h 495682"/>
              <a:gd name="connsiteX53" fmla="*/ 366713 w 793813"/>
              <a:gd name="connsiteY53" fmla="*/ 417958 h 495682"/>
              <a:gd name="connsiteX54" fmla="*/ 366713 w 793813"/>
              <a:gd name="connsiteY54" fmla="*/ 290800 h 495682"/>
              <a:gd name="connsiteX55" fmla="*/ 373666 w 793813"/>
              <a:gd name="connsiteY55" fmla="*/ 294324 h 495682"/>
              <a:gd name="connsiteX56" fmla="*/ 402241 w 793813"/>
              <a:gd name="connsiteY56" fmla="*/ 294324 h 495682"/>
              <a:gd name="connsiteX57" fmla="*/ 429197 w 793813"/>
              <a:gd name="connsiteY57" fmla="*/ 305182 h 495682"/>
              <a:gd name="connsiteX58" fmla="*/ 458534 w 793813"/>
              <a:gd name="connsiteY58" fmla="*/ 292609 h 495682"/>
              <a:gd name="connsiteX59" fmla="*/ 481013 w 793813"/>
              <a:gd name="connsiteY59" fmla="*/ 295276 h 495682"/>
              <a:gd name="connsiteX60" fmla="*/ 481013 w 793813"/>
              <a:gd name="connsiteY60" fmla="*/ 417958 h 495682"/>
              <a:gd name="connsiteX61" fmla="*/ 519113 w 793813"/>
              <a:gd name="connsiteY61" fmla="*/ 314707 h 495682"/>
              <a:gd name="connsiteX62" fmla="*/ 519113 w 793813"/>
              <a:gd name="connsiteY62" fmla="*/ 270416 h 495682"/>
              <a:gd name="connsiteX63" fmla="*/ 527495 w 793813"/>
              <a:gd name="connsiteY63" fmla="*/ 267082 h 495682"/>
              <a:gd name="connsiteX64" fmla="*/ 652463 w 793813"/>
              <a:gd name="connsiteY64" fmla="*/ 267082 h 495682"/>
              <a:gd name="connsiteX65" fmla="*/ 667798 w 793813"/>
              <a:gd name="connsiteY65" fmla="*/ 314707 h 495682"/>
              <a:gd name="connsiteX66" fmla="*/ 551498 w 793813"/>
              <a:gd name="connsiteY66" fmla="*/ 228982 h 495682"/>
              <a:gd name="connsiteX67" fmla="*/ 571119 w 793813"/>
              <a:gd name="connsiteY67" fmla="*/ 207932 h 495682"/>
              <a:gd name="connsiteX68" fmla="*/ 571119 w 793813"/>
              <a:gd name="connsiteY68" fmla="*/ 179357 h 495682"/>
              <a:gd name="connsiteX69" fmla="*/ 581597 w 793813"/>
              <a:gd name="connsiteY69" fmla="*/ 152687 h 495682"/>
              <a:gd name="connsiteX70" fmla="*/ 569024 w 793813"/>
              <a:gd name="connsiteY70" fmla="*/ 123350 h 495682"/>
              <a:gd name="connsiteX71" fmla="*/ 569024 w 793813"/>
              <a:gd name="connsiteY71" fmla="*/ 91346 h 495682"/>
              <a:gd name="connsiteX72" fmla="*/ 548545 w 793813"/>
              <a:gd name="connsiteY72" fmla="*/ 70963 h 495682"/>
              <a:gd name="connsiteX73" fmla="*/ 547688 w 793813"/>
              <a:gd name="connsiteY73" fmla="*/ 67057 h 495682"/>
              <a:gd name="connsiteX74" fmla="*/ 676275 w 793813"/>
              <a:gd name="connsiteY74" fmla="*/ 67057 h 495682"/>
              <a:gd name="connsiteX75" fmla="*/ 749332 w 793813"/>
              <a:gd name="connsiteY75" fmla="*/ 147258 h 495682"/>
              <a:gd name="connsiteX76" fmla="*/ 747713 w 793813"/>
              <a:gd name="connsiteY76" fmla="*/ 228982 h 495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793813" h="495682">
                <a:moveTo>
                  <a:pt x="793813" y="193359"/>
                </a:moveTo>
                <a:cubicBezTo>
                  <a:pt x="793813" y="126684"/>
                  <a:pt x="756476" y="28957"/>
                  <a:pt x="676275" y="28957"/>
                </a:cubicBezTo>
                <a:lnTo>
                  <a:pt x="504825" y="28957"/>
                </a:lnTo>
                <a:cubicBezTo>
                  <a:pt x="500569" y="20404"/>
                  <a:pt x="493211" y="13795"/>
                  <a:pt x="484251" y="10479"/>
                </a:cubicBezTo>
                <a:cubicBezTo>
                  <a:pt x="475087" y="6772"/>
                  <a:pt x="464840" y="6772"/>
                  <a:pt x="455676" y="10479"/>
                </a:cubicBezTo>
                <a:cubicBezTo>
                  <a:pt x="448366" y="3844"/>
                  <a:pt x="438878" y="117"/>
                  <a:pt x="429006" y="1"/>
                </a:cubicBezTo>
                <a:cubicBezTo>
                  <a:pt x="417899" y="-94"/>
                  <a:pt x="407259" y="4466"/>
                  <a:pt x="399669" y="12574"/>
                </a:cubicBezTo>
                <a:cubicBezTo>
                  <a:pt x="389471" y="8098"/>
                  <a:pt x="377863" y="8098"/>
                  <a:pt x="367665" y="12574"/>
                </a:cubicBezTo>
                <a:cubicBezTo>
                  <a:pt x="360075" y="15983"/>
                  <a:pt x="353770" y="21722"/>
                  <a:pt x="349663" y="28957"/>
                </a:cubicBezTo>
                <a:cubicBezTo>
                  <a:pt x="349663" y="28957"/>
                  <a:pt x="97441" y="28957"/>
                  <a:pt x="96679" y="29529"/>
                </a:cubicBezTo>
                <a:cubicBezTo>
                  <a:pt x="41910" y="35720"/>
                  <a:pt x="0" y="104300"/>
                  <a:pt x="0" y="190882"/>
                </a:cubicBezTo>
                <a:cubicBezTo>
                  <a:pt x="0" y="281656"/>
                  <a:pt x="46006" y="352807"/>
                  <a:pt x="104775" y="352807"/>
                </a:cubicBezTo>
                <a:lnTo>
                  <a:pt x="328613" y="352807"/>
                </a:lnTo>
                <a:lnTo>
                  <a:pt x="328613" y="495682"/>
                </a:lnTo>
                <a:lnTo>
                  <a:pt x="423863" y="421864"/>
                </a:lnTo>
                <a:lnTo>
                  <a:pt x="519113" y="495682"/>
                </a:lnTo>
                <a:lnTo>
                  <a:pt x="519113" y="352807"/>
                </a:lnTo>
                <a:lnTo>
                  <a:pt x="742950" y="352807"/>
                </a:lnTo>
                <a:cubicBezTo>
                  <a:pt x="753471" y="352807"/>
                  <a:pt x="762000" y="344279"/>
                  <a:pt x="762000" y="333757"/>
                </a:cubicBezTo>
                <a:cubicBezTo>
                  <a:pt x="762000" y="323236"/>
                  <a:pt x="753471" y="314707"/>
                  <a:pt x="742950" y="314707"/>
                </a:cubicBezTo>
                <a:cubicBezTo>
                  <a:pt x="715359" y="315948"/>
                  <a:pt x="691949" y="294666"/>
                  <a:pt x="690563" y="267082"/>
                </a:cubicBezTo>
                <a:lnTo>
                  <a:pt x="747713" y="267082"/>
                </a:lnTo>
                <a:cubicBezTo>
                  <a:pt x="770001" y="267082"/>
                  <a:pt x="793813" y="248032"/>
                  <a:pt x="793813" y="193359"/>
                </a:cubicBezTo>
                <a:close/>
                <a:moveTo>
                  <a:pt x="427101" y="68772"/>
                </a:moveTo>
                <a:cubicBezTo>
                  <a:pt x="473289" y="68772"/>
                  <a:pt x="510731" y="106215"/>
                  <a:pt x="510730" y="152402"/>
                </a:cubicBezTo>
                <a:cubicBezTo>
                  <a:pt x="510730" y="198590"/>
                  <a:pt x="473287" y="236032"/>
                  <a:pt x="427099" y="236031"/>
                </a:cubicBezTo>
                <a:cubicBezTo>
                  <a:pt x="381061" y="236030"/>
                  <a:pt x="343681" y="198821"/>
                  <a:pt x="343472" y="152782"/>
                </a:cubicBezTo>
                <a:cubicBezTo>
                  <a:pt x="343261" y="106596"/>
                  <a:pt x="380532" y="68983"/>
                  <a:pt x="426719" y="68773"/>
                </a:cubicBezTo>
                <a:cubicBezTo>
                  <a:pt x="426847" y="68772"/>
                  <a:pt x="426973" y="68772"/>
                  <a:pt x="427101" y="68772"/>
                </a:cubicBezTo>
                <a:close/>
                <a:moveTo>
                  <a:pt x="310134" y="67057"/>
                </a:moveTo>
                <a:cubicBezTo>
                  <a:pt x="309944" y="69466"/>
                  <a:pt x="309944" y="71888"/>
                  <a:pt x="310134" y="74296"/>
                </a:cubicBezTo>
                <a:cubicBezTo>
                  <a:pt x="289787" y="82304"/>
                  <a:pt x="279739" y="105253"/>
                  <a:pt x="287655" y="125636"/>
                </a:cubicBezTo>
                <a:cubicBezTo>
                  <a:pt x="280796" y="133027"/>
                  <a:pt x="276926" y="142700"/>
                  <a:pt x="276797" y="152782"/>
                </a:cubicBezTo>
                <a:cubicBezTo>
                  <a:pt x="276912" y="163624"/>
                  <a:pt x="281454" y="173948"/>
                  <a:pt x="289370" y="181357"/>
                </a:cubicBezTo>
                <a:cubicBezTo>
                  <a:pt x="284898" y="191524"/>
                  <a:pt x="284898" y="203100"/>
                  <a:pt x="289370" y="213266"/>
                </a:cubicBezTo>
                <a:cubicBezTo>
                  <a:pt x="291992" y="219427"/>
                  <a:pt x="296118" y="224831"/>
                  <a:pt x="301371" y="228982"/>
                </a:cubicBezTo>
                <a:lnTo>
                  <a:pt x="194501" y="228982"/>
                </a:lnTo>
                <a:cubicBezTo>
                  <a:pt x="201171" y="213984"/>
                  <a:pt x="204672" y="197771"/>
                  <a:pt x="204788" y="181357"/>
                </a:cubicBezTo>
                <a:cubicBezTo>
                  <a:pt x="204788" y="133732"/>
                  <a:pt x="193167" y="94108"/>
                  <a:pt x="173641" y="67057"/>
                </a:cubicBezTo>
                <a:close/>
                <a:moveTo>
                  <a:pt x="104775" y="314707"/>
                </a:moveTo>
                <a:cubicBezTo>
                  <a:pt x="72581" y="314707"/>
                  <a:pt x="38100" y="264987"/>
                  <a:pt x="38100" y="190882"/>
                </a:cubicBezTo>
                <a:cubicBezTo>
                  <a:pt x="38100" y="116778"/>
                  <a:pt x="72581" y="67057"/>
                  <a:pt x="104775" y="67057"/>
                </a:cubicBezTo>
                <a:cubicBezTo>
                  <a:pt x="140684" y="67057"/>
                  <a:pt x="166688" y="114682"/>
                  <a:pt x="166688" y="181357"/>
                </a:cubicBezTo>
                <a:cubicBezTo>
                  <a:pt x="166688" y="181357"/>
                  <a:pt x="166021" y="228982"/>
                  <a:pt x="138113" y="228982"/>
                </a:cubicBezTo>
                <a:cubicBezTo>
                  <a:pt x="124587" y="228982"/>
                  <a:pt x="109538" y="206599"/>
                  <a:pt x="109538" y="176595"/>
                </a:cubicBezTo>
                <a:cubicBezTo>
                  <a:pt x="109491" y="170190"/>
                  <a:pt x="110161" y="163800"/>
                  <a:pt x="111538" y="157545"/>
                </a:cubicBezTo>
                <a:cubicBezTo>
                  <a:pt x="113826" y="147261"/>
                  <a:pt x="107344" y="137068"/>
                  <a:pt x="97060" y="134780"/>
                </a:cubicBezTo>
                <a:cubicBezTo>
                  <a:pt x="86776" y="132492"/>
                  <a:pt x="76583" y="138974"/>
                  <a:pt x="74295" y="149258"/>
                </a:cubicBezTo>
                <a:cubicBezTo>
                  <a:pt x="72344" y="158238"/>
                  <a:pt x="71386" y="167405"/>
                  <a:pt x="71438" y="176595"/>
                </a:cubicBezTo>
                <a:cubicBezTo>
                  <a:pt x="71438" y="227363"/>
                  <a:pt x="100775" y="267082"/>
                  <a:pt x="138113" y="267082"/>
                </a:cubicBezTo>
                <a:lnTo>
                  <a:pt x="328613" y="267082"/>
                </a:lnTo>
                <a:lnTo>
                  <a:pt x="328613" y="314707"/>
                </a:lnTo>
                <a:close/>
                <a:moveTo>
                  <a:pt x="423863" y="373667"/>
                </a:moveTo>
                <a:lnTo>
                  <a:pt x="366713" y="417958"/>
                </a:lnTo>
                <a:lnTo>
                  <a:pt x="366713" y="290800"/>
                </a:lnTo>
                <a:cubicBezTo>
                  <a:pt x="368919" y="292182"/>
                  <a:pt x="371246" y="293361"/>
                  <a:pt x="373666" y="294324"/>
                </a:cubicBezTo>
                <a:cubicBezTo>
                  <a:pt x="382855" y="297897"/>
                  <a:pt x="393051" y="297897"/>
                  <a:pt x="402241" y="294324"/>
                </a:cubicBezTo>
                <a:cubicBezTo>
                  <a:pt x="409583" y="301139"/>
                  <a:pt x="419181" y="305006"/>
                  <a:pt x="429197" y="305182"/>
                </a:cubicBezTo>
                <a:cubicBezTo>
                  <a:pt x="440294" y="305231"/>
                  <a:pt x="450915" y="300679"/>
                  <a:pt x="458534" y="292609"/>
                </a:cubicBezTo>
                <a:cubicBezTo>
                  <a:pt x="465627" y="295593"/>
                  <a:pt x="473418" y="296517"/>
                  <a:pt x="481013" y="295276"/>
                </a:cubicBezTo>
                <a:lnTo>
                  <a:pt x="481013" y="417958"/>
                </a:lnTo>
                <a:close/>
                <a:moveTo>
                  <a:pt x="519113" y="314707"/>
                </a:moveTo>
                <a:lnTo>
                  <a:pt x="519113" y="270416"/>
                </a:lnTo>
                <a:cubicBezTo>
                  <a:pt x="522011" y="269587"/>
                  <a:pt x="524819" y="268470"/>
                  <a:pt x="527495" y="267082"/>
                </a:cubicBezTo>
                <a:lnTo>
                  <a:pt x="652463" y="267082"/>
                </a:lnTo>
                <a:cubicBezTo>
                  <a:pt x="652463" y="284171"/>
                  <a:pt x="657827" y="300829"/>
                  <a:pt x="667798" y="314707"/>
                </a:cubicBezTo>
                <a:close/>
                <a:moveTo>
                  <a:pt x="551498" y="228982"/>
                </a:moveTo>
                <a:cubicBezTo>
                  <a:pt x="560539" y="224800"/>
                  <a:pt x="567581" y="217244"/>
                  <a:pt x="571119" y="207932"/>
                </a:cubicBezTo>
                <a:cubicBezTo>
                  <a:pt x="574664" y="198737"/>
                  <a:pt x="574664" y="188553"/>
                  <a:pt x="571119" y="179357"/>
                </a:cubicBezTo>
                <a:cubicBezTo>
                  <a:pt x="577848" y="172106"/>
                  <a:pt x="581591" y="162580"/>
                  <a:pt x="581597" y="152687"/>
                </a:cubicBezTo>
                <a:cubicBezTo>
                  <a:pt x="581645" y="141590"/>
                  <a:pt x="577093" y="130968"/>
                  <a:pt x="569024" y="123350"/>
                </a:cubicBezTo>
                <a:cubicBezTo>
                  <a:pt x="573454" y="113142"/>
                  <a:pt x="573454" y="101554"/>
                  <a:pt x="569024" y="91346"/>
                </a:cubicBezTo>
                <a:cubicBezTo>
                  <a:pt x="565095" y="82156"/>
                  <a:pt x="557754" y="74848"/>
                  <a:pt x="548545" y="70963"/>
                </a:cubicBezTo>
                <a:cubicBezTo>
                  <a:pt x="548370" y="69639"/>
                  <a:pt x="548084" y="68333"/>
                  <a:pt x="547688" y="67057"/>
                </a:cubicBezTo>
                <a:lnTo>
                  <a:pt x="676275" y="67057"/>
                </a:lnTo>
                <a:cubicBezTo>
                  <a:pt x="714375" y="67057"/>
                  <a:pt x="738950" y="108491"/>
                  <a:pt x="749332" y="147258"/>
                </a:cubicBezTo>
                <a:cubicBezTo>
                  <a:pt x="761429" y="192787"/>
                  <a:pt x="753428" y="225649"/>
                  <a:pt x="747713" y="228982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7E09974-D0CF-C2E3-CAF1-7F346B80F873}"/>
              </a:ext>
            </a:extLst>
          </p:cNvPr>
          <p:cNvGrpSpPr/>
          <p:nvPr/>
        </p:nvGrpSpPr>
        <p:grpSpPr>
          <a:xfrm>
            <a:off x="8609767" y="3562747"/>
            <a:ext cx="543792" cy="588658"/>
            <a:chOff x="8501853" y="3409191"/>
            <a:chExt cx="759619" cy="822292"/>
          </a:xfrm>
          <a:solidFill>
            <a:schemeClr val="bg1"/>
          </a:solidFill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5BE981B9-91EC-1008-D16C-ACBBF63CBE28}"/>
                </a:ext>
              </a:extLst>
            </p:cNvPr>
            <p:cNvSpPr/>
            <p:nvPr/>
          </p:nvSpPr>
          <p:spPr>
            <a:xfrm>
              <a:off x="8772267" y="3679510"/>
              <a:ext cx="218122" cy="216788"/>
            </a:xfrm>
            <a:custGeom>
              <a:avLst/>
              <a:gdLst>
                <a:gd name="connsiteX0" fmla="*/ 187547 w 218122"/>
                <a:gd name="connsiteY0" fmla="*/ 64675 h 216788"/>
                <a:gd name="connsiteX1" fmla="*/ 195644 w 218122"/>
                <a:gd name="connsiteY1" fmla="*/ 40672 h 216788"/>
                <a:gd name="connsiteX2" fmla="*/ 177355 w 218122"/>
                <a:gd name="connsiteY2" fmla="*/ 22384 h 216788"/>
                <a:gd name="connsiteX3" fmla="*/ 153353 w 218122"/>
                <a:gd name="connsiteY3" fmla="*/ 30480 h 216788"/>
                <a:gd name="connsiteX4" fmla="*/ 133541 w 218122"/>
                <a:gd name="connsiteY4" fmla="*/ 22384 h 216788"/>
                <a:gd name="connsiteX5" fmla="*/ 122301 w 218122"/>
                <a:gd name="connsiteY5" fmla="*/ 0 h 216788"/>
                <a:gd name="connsiteX6" fmla="*/ 96774 w 218122"/>
                <a:gd name="connsiteY6" fmla="*/ 0 h 216788"/>
                <a:gd name="connsiteX7" fmla="*/ 85439 w 218122"/>
                <a:gd name="connsiteY7" fmla="*/ 22479 h 216788"/>
                <a:gd name="connsiteX8" fmla="*/ 65532 w 218122"/>
                <a:gd name="connsiteY8" fmla="*/ 30575 h 216788"/>
                <a:gd name="connsiteX9" fmla="*/ 41529 w 218122"/>
                <a:gd name="connsiteY9" fmla="*/ 22479 h 216788"/>
                <a:gd name="connsiteX10" fmla="*/ 23241 w 218122"/>
                <a:gd name="connsiteY10" fmla="*/ 40767 h 216788"/>
                <a:gd name="connsiteX11" fmla="*/ 30861 w 218122"/>
                <a:gd name="connsiteY11" fmla="*/ 64770 h 216788"/>
                <a:gd name="connsiteX12" fmla="*/ 22479 w 218122"/>
                <a:gd name="connsiteY12" fmla="*/ 84582 h 216788"/>
                <a:gd name="connsiteX13" fmla="*/ 0 w 218122"/>
                <a:gd name="connsiteY13" fmla="*/ 95821 h 216788"/>
                <a:gd name="connsiteX14" fmla="*/ 0 w 218122"/>
                <a:gd name="connsiteY14" fmla="*/ 120968 h 216788"/>
                <a:gd name="connsiteX15" fmla="*/ 22479 w 218122"/>
                <a:gd name="connsiteY15" fmla="*/ 132302 h 216788"/>
                <a:gd name="connsiteX16" fmla="*/ 30575 w 218122"/>
                <a:gd name="connsiteY16" fmla="*/ 152114 h 216788"/>
                <a:gd name="connsiteX17" fmla="*/ 22479 w 218122"/>
                <a:gd name="connsiteY17" fmla="*/ 176117 h 216788"/>
                <a:gd name="connsiteX18" fmla="*/ 41529 w 218122"/>
                <a:gd name="connsiteY18" fmla="*/ 194405 h 216788"/>
                <a:gd name="connsiteX19" fmla="*/ 65532 w 218122"/>
                <a:gd name="connsiteY19" fmla="*/ 186214 h 216788"/>
                <a:gd name="connsiteX20" fmla="*/ 85344 w 218122"/>
                <a:gd name="connsiteY20" fmla="*/ 194405 h 216788"/>
                <a:gd name="connsiteX21" fmla="*/ 96583 w 218122"/>
                <a:gd name="connsiteY21" fmla="*/ 216789 h 216788"/>
                <a:gd name="connsiteX22" fmla="*/ 122111 w 218122"/>
                <a:gd name="connsiteY22" fmla="*/ 216789 h 216788"/>
                <a:gd name="connsiteX23" fmla="*/ 133445 w 218122"/>
                <a:gd name="connsiteY23" fmla="*/ 194786 h 216788"/>
                <a:gd name="connsiteX24" fmla="*/ 152972 w 218122"/>
                <a:gd name="connsiteY24" fmla="*/ 186880 h 216788"/>
                <a:gd name="connsiteX25" fmla="*/ 176879 w 218122"/>
                <a:gd name="connsiteY25" fmla="*/ 195072 h 216788"/>
                <a:gd name="connsiteX26" fmla="*/ 195167 w 218122"/>
                <a:gd name="connsiteY26" fmla="*/ 176689 h 216788"/>
                <a:gd name="connsiteX27" fmla="*/ 187071 w 218122"/>
                <a:gd name="connsiteY27" fmla="*/ 152781 h 216788"/>
                <a:gd name="connsiteX28" fmla="*/ 195739 w 218122"/>
                <a:gd name="connsiteY28" fmla="*/ 132874 h 216788"/>
                <a:gd name="connsiteX29" fmla="*/ 218123 w 218122"/>
                <a:gd name="connsiteY29" fmla="*/ 121634 h 216788"/>
                <a:gd name="connsiteX30" fmla="*/ 218123 w 218122"/>
                <a:gd name="connsiteY30" fmla="*/ 95821 h 216788"/>
                <a:gd name="connsiteX31" fmla="*/ 195644 w 218122"/>
                <a:gd name="connsiteY31" fmla="*/ 84487 h 216788"/>
                <a:gd name="connsiteX32" fmla="*/ 187547 w 218122"/>
                <a:gd name="connsiteY32" fmla="*/ 64675 h 216788"/>
                <a:gd name="connsiteX33" fmla="*/ 109442 w 218122"/>
                <a:gd name="connsiteY33" fmla="*/ 146875 h 216788"/>
                <a:gd name="connsiteX34" fmla="*/ 71342 w 218122"/>
                <a:gd name="connsiteY34" fmla="*/ 108775 h 216788"/>
                <a:gd name="connsiteX35" fmla="*/ 109442 w 218122"/>
                <a:gd name="connsiteY35" fmla="*/ 70675 h 216788"/>
                <a:gd name="connsiteX36" fmla="*/ 147542 w 218122"/>
                <a:gd name="connsiteY36" fmla="*/ 108775 h 216788"/>
                <a:gd name="connsiteX37" fmla="*/ 109442 w 218122"/>
                <a:gd name="connsiteY37" fmla="*/ 146875 h 21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18122" h="216788">
                  <a:moveTo>
                    <a:pt x="187547" y="64675"/>
                  </a:moveTo>
                  <a:lnTo>
                    <a:pt x="195644" y="40672"/>
                  </a:lnTo>
                  <a:lnTo>
                    <a:pt x="177355" y="22384"/>
                  </a:lnTo>
                  <a:lnTo>
                    <a:pt x="153353" y="30480"/>
                  </a:lnTo>
                  <a:cubicBezTo>
                    <a:pt x="147113" y="26964"/>
                    <a:pt x="140457" y="24244"/>
                    <a:pt x="133541" y="22384"/>
                  </a:cubicBezTo>
                  <a:lnTo>
                    <a:pt x="122301" y="0"/>
                  </a:lnTo>
                  <a:lnTo>
                    <a:pt x="96774" y="0"/>
                  </a:lnTo>
                  <a:lnTo>
                    <a:pt x="85439" y="22479"/>
                  </a:lnTo>
                  <a:cubicBezTo>
                    <a:pt x="78498" y="24356"/>
                    <a:pt x="71813" y="27075"/>
                    <a:pt x="65532" y="30575"/>
                  </a:cubicBezTo>
                  <a:lnTo>
                    <a:pt x="41529" y="22479"/>
                  </a:lnTo>
                  <a:lnTo>
                    <a:pt x="23241" y="40767"/>
                  </a:lnTo>
                  <a:lnTo>
                    <a:pt x="30861" y="64770"/>
                  </a:lnTo>
                  <a:cubicBezTo>
                    <a:pt x="27206" y="70976"/>
                    <a:pt x="24388" y="77637"/>
                    <a:pt x="22479" y="84582"/>
                  </a:cubicBezTo>
                  <a:lnTo>
                    <a:pt x="0" y="95821"/>
                  </a:lnTo>
                  <a:lnTo>
                    <a:pt x="0" y="120968"/>
                  </a:lnTo>
                  <a:lnTo>
                    <a:pt x="22479" y="132302"/>
                  </a:lnTo>
                  <a:cubicBezTo>
                    <a:pt x="24332" y="139221"/>
                    <a:pt x="27052" y="145878"/>
                    <a:pt x="30575" y="152114"/>
                  </a:cubicBezTo>
                  <a:lnTo>
                    <a:pt x="22479" y="176117"/>
                  </a:lnTo>
                  <a:lnTo>
                    <a:pt x="41529" y="194405"/>
                  </a:lnTo>
                  <a:lnTo>
                    <a:pt x="65532" y="186214"/>
                  </a:lnTo>
                  <a:cubicBezTo>
                    <a:pt x="71767" y="189763"/>
                    <a:pt x="78423" y="192515"/>
                    <a:pt x="85344" y="194405"/>
                  </a:cubicBezTo>
                  <a:lnTo>
                    <a:pt x="96583" y="216789"/>
                  </a:lnTo>
                  <a:lnTo>
                    <a:pt x="122111" y="216789"/>
                  </a:lnTo>
                  <a:lnTo>
                    <a:pt x="133445" y="194786"/>
                  </a:lnTo>
                  <a:cubicBezTo>
                    <a:pt x="140245" y="192937"/>
                    <a:pt x="146800" y="190283"/>
                    <a:pt x="152972" y="186880"/>
                  </a:cubicBezTo>
                  <a:lnTo>
                    <a:pt x="176879" y="195072"/>
                  </a:lnTo>
                  <a:lnTo>
                    <a:pt x="195167" y="176689"/>
                  </a:lnTo>
                  <a:lnTo>
                    <a:pt x="187071" y="152781"/>
                  </a:lnTo>
                  <a:cubicBezTo>
                    <a:pt x="190710" y="146497"/>
                    <a:pt x="193618" y="139818"/>
                    <a:pt x="195739" y="132874"/>
                  </a:cubicBezTo>
                  <a:lnTo>
                    <a:pt x="218123" y="121634"/>
                  </a:lnTo>
                  <a:lnTo>
                    <a:pt x="218123" y="95821"/>
                  </a:lnTo>
                  <a:lnTo>
                    <a:pt x="195644" y="84487"/>
                  </a:lnTo>
                  <a:cubicBezTo>
                    <a:pt x="193825" y="77556"/>
                    <a:pt x="191103" y="70896"/>
                    <a:pt x="187547" y="64675"/>
                  </a:cubicBezTo>
                  <a:close/>
                  <a:moveTo>
                    <a:pt x="109442" y="146875"/>
                  </a:moveTo>
                  <a:cubicBezTo>
                    <a:pt x="88401" y="146875"/>
                    <a:pt x="71342" y="129817"/>
                    <a:pt x="71342" y="108775"/>
                  </a:cubicBezTo>
                  <a:cubicBezTo>
                    <a:pt x="71342" y="87734"/>
                    <a:pt x="88401" y="70675"/>
                    <a:pt x="109442" y="70675"/>
                  </a:cubicBezTo>
                  <a:cubicBezTo>
                    <a:pt x="130356" y="70982"/>
                    <a:pt x="147236" y="87861"/>
                    <a:pt x="147542" y="108775"/>
                  </a:cubicBezTo>
                  <a:cubicBezTo>
                    <a:pt x="147542" y="129817"/>
                    <a:pt x="130484" y="146875"/>
                    <a:pt x="109442" y="146875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62D02CBB-9E57-D989-ABE9-D87D0D0E2ABC}"/>
                </a:ext>
              </a:extLst>
            </p:cNvPr>
            <p:cNvSpPr/>
            <p:nvPr/>
          </p:nvSpPr>
          <p:spPr>
            <a:xfrm>
              <a:off x="8773694" y="4083465"/>
              <a:ext cx="215744" cy="54959"/>
            </a:xfrm>
            <a:custGeom>
              <a:avLst/>
              <a:gdLst>
                <a:gd name="connsiteX0" fmla="*/ 189835 w 215744"/>
                <a:gd name="connsiteY0" fmla="*/ 0 h 54959"/>
                <a:gd name="connsiteX1" fmla="*/ 25910 w 215744"/>
                <a:gd name="connsiteY1" fmla="*/ 0 h 54959"/>
                <a:gd name="connsiteX2" fmla="*/ 48 w 215744"/>
                <a:gd name="connsiteY2" fmla="*/ 29098 h 54959"/>
                <a:gd name="connsiteX3" fmla="*/ 25910 w 215744"/>
                <a:gd name="connsiteY3" fmla="*/ 54959 h 54959"/>
                <a:gd name="connsiteX4" fmla="*/ 189835 w 215744"/>
                <a:gd name="connsiteY4" fmla="*/ 54959 h 54959"/>
                <a:gd name="connsiteX5" fmla="*/ 215696 w 215744"/>
                <a:gd name="connsiteY5" fmla="*/ 25861 h 54959"/>
                <a:gd name="connsiteX6" fmla="*/ 189835 w 215744"/>
                <a:gd name="connsiteY6" fmla="*/ 0 h 54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744" h="54959">
                  <a:moveTo>
                    <a:pt x="189835" y="0"/>
                  </a:moveTo>
                  <a:lnTo>
                    <a:pt x="25910" y="0"/>
                  </a:lnTo>
                  <a:cubicBezTo>
                    <a:pt x="10734" y="894"/>
                    <a:pt x="-845" y="13922"/>
                    <a:pt x="48" y="29098"/>
                  </a:cubicBezTo>
                  <a:cubicBezTo>
                    <a:pt x="869" y="43027"/>
                    <a:pt x="11981" y="54139"/>
                    <a:pt x="25910" y="54959"/>
                  </a:cubicBezTo>
                  <a:lnTo>
                    <a:pt x="189835" y="54959"/>
                  </a:lnTo>
                  <a:cubicBezTo>
                    <a:pt x="205011" y="54065"/>
                    <a:pt x="216590" y="41037"/>
                    <a:pt x="215696" y="25861"/>
                  </a:cubicBezTo>
                  <a:cubicBezTo>
                    <a:pt x="214875" y="11932"/>
                    <a:pt x="203763" y="820"/>
                    <a:pt x="189835" y="0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5B5A02EE-4398-02A8-DF3D-229D86E14E77}"/>
                </a:ext>
              </a:extLst>
            </p:cNvPr>
            <p:cNvSpPr/>
            <p:nvPr/>
          </p:nvSpPr>
          <p:spPr>
            <a:xfrm>
              <a:off x="8822083" y="4176524"/>
              <a:ext cx="118967" cy="54959"/>
            </a:xfrm>
            <a:custGeom>
              <a:avLst/>
              <a:gdLst>
                <a:gd name="connsiteX0" fmla="*/ 59531 w 118967"/>
                <a:gd name="connsiteY0" fmla="*/ 54959 h 54959"/>
                <a:gd name="connsiteX1" fmla="*/ 118967 w 118967"/>
                <a:gd name="connsiteY1" fmla="*/ 0 h 54959"/>
                <a:gd name="connsiteX2" fmla="*/ 0 w 118967"/>
                <a:gd name="connsiteY2" fmla="*/ 0 h 54959"/>
                <a:gd name="connsiteX3" fmla="*/ 59531 w 118967"/>
                <a:gd name="connsiteY3" fmla="*/ 54959 h 54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967" h="54959">
                  <a:moveTo>
                    <a:pt x="59531" y="54959"/>
                  </a:moveTo>
                  <a:cubicBezTo>
                    <a:pt x="90631" y="54910"/>
                    <a:pt x="116487" y="31001"/>
                    <a:pt x="118967" y="0"/>
                  </a:cubicBezTo>
                  <a:lnTo>
                    <a:pt x="0" y="0"/>
                  </a:lnTo>
                  <a:cubicBezTo>
                    <a:pt x="2527" y="31016"/>
                    <a:pt x="28413" y="54914"/>
                    <a:pt x="59531" y="54959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96A66725-7268-EC4E-A129-D4DCEC1CB00D}"/>
                </a:ext>
              </a:extLst>
            </p:cNvPr>
            <p:cNvSpPr/>
            <p:nvPr/>
          </p:nvSpPr>
          <p:spPr>
            <a:xfrm>
              <a:off x="8643204" y="3551304"/>
              <a:ext cx="476249" cy="494061"/>
            </a:xfrm>
            <a:custGeom>
              <a:avLst/>
              <a:gdLst>
                <a:gd name="connsiteX0" fmla="*/ 476250 w 476249"/>
                <a:gd name="connsiteY0" fmla="*/ 243364 h 494061"/>
                <a:gd name="connsiteX1" fmla="*/ 476250 w 476249"/>
                <a:gd name="connsiteY1" fmla="*/ 235172 h 494061"/>
                <a:gd name="connsiteX2" fmla="*/ 238125 w 476249"/>
                <a:gd name="connsiteY2" fmla="*/ 0 h 494061"/>
                <a:gd name="connsiteX3" fmla="*/ 238125 w 476249"/>
                <a:gd name="connsiteY3" fmla="*/ 0 h 494061"/>
                <a:gd name="connsiteX4" fmla="*/ 0 w 476249"/>
                <a:gd name="connsiteY4" fmla="*/ 235172 h 494061"/>
                <a:gd name="connsiteX5" fmla="*/ 0 w 476249"/>
                <a:gd name="connsiteY5" fmla="*/ 243364 h 494061"/>
                <a:gd name="connsiteX6" fmla="*/ 16573 w 476249"/>
                <a:gd name="connsiteY6" fmla="*/ 325755 h 494061"/>
                <a:gd name="connsiteX7" fmla="*/ 57912 w 476249"/>
                <a:gd name="connsiteY7" fmla="*/ 393478 h 494061"/>
                <a:gd name="connsiteX8" fmla="*/ 113633 w 476249"/>
                <a:gd name="connsiteY8" fmla="*/ 483965 h 494061"/>
                <a:gd name="connsiteX9" fmla="*/ 130016 w 476249"/>
                <a:gd name="connsiteY9" fmla="*/ 494062 h 494061"/>
                <a:gd name="connsiteX10" fmla="*/ 346234 w 476249"/>
                <a:gd name="connsiteY10" fmla="*/ 494062 h 494061"/>
                <a:gd name="connsiteX11" fmla="*/ 362617 w 476249"/>
                <a:gd name="connsiteY11" fmla="*/ 483965 h 494061"/>
                <a:gd name="connsiteX12" fmla="*/ 418338 w 476249"/>
                <a:gd name="connsiteY12" fmla="*/ 393478 h 494061"/>
                <a:gd name="connsiteX13" fmla="*/ 459676 w 476249"/>
                <a:gd name="connsiteY13" fmla="*/ 325755 h 494061"/>
                <a:gd name="connsiteX14" fmla="*/ 476250 w 476249"/>
                <a:gd name="connsiteY14" fmla="*/ 243364 h 494061"/>
                <a:gd name="connsiteX15" fmla="*/ 421386 w 476249"/>
                <a:gd name="connsiteY15" fmla="*/ 242507 h 494061"/>
                <a:gd name="connsiteX16" fmla="*/ 408718 w 476249"/>
                <a:gd name="connsiteY16" fmla="*/ 306515 h 494061"/>
                <a:gd name="connsiteX17" fmla="*/ 377857 w 476249"/>
                <a:gd name="connsiteY17" fmla="*/ 356807 h 494061"/>
                <a:gd name="connsiteX18" fmla="*/ 323850 w 476249"/>
                <a:gd name="connsiteY18" fmla="*/ 438912 h 494061"/>
                <a:gd name="connsiteX19" fmla="*/ 152400 w 476249"/>
                <a:gd name="connsiteY19" fmla="*/ 438912 h 494061"/>
                <a:gd name="connsiteX20" fmla="*/ 98870 w 476249"/>
                <a:gd name="connsiteY20" fmla="*/ 356521 h 494061"/>
                <a:gd name="connsiteX21" fmla="*/ 68008 w 476249"/>
                <a:gd name="connsiteY21" fmla="*/ 306229 h 494061"/>
                <a:gd name="connsiteX22" fmla="*/ 54864 w 476249"/>
                <a:gd name="connsiteY22" fmla="*/ 242221 h 494061"/>
                <a:gd name="connsiteX23" fmla="*/ 54864 w 476249"/>
                <a:gd name="connsiteY23" fmla="*/ 235363 h 494061"/>
                <a:gd name="connsiteX24" fmla="*/ 237839 w 476249"/>
                <a:gd name="connsiteY24" fmla="*/ 54388 h 494061"/>
                <a:gd name="connsiteX25" fmla="*/ 237839 w 476249"/>
                <a:gd name="connsiteY25" fmla="*/ 54388 h 494061"/>
                <a:gd name="connsiteX26" fmla="*/ 420814 w 476249"/>
                <a:gd name="connsiteY26" fmla="*/ 235363 h 49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76249" h="494061">
                  <a:moveTo>
                    <a:pt x="476250" y="243364"/>
                  </a:moveTo>
                  <a:lnTo>
                    <a:pt x="476250" y="235172"/>
                  </a:lnTo>
                  <a:cubicBezTo>
                    <a:pt x="473823" y="105160"/>
                    <a:pt x="368157" y="804"/>
                    <a:pt x="238125" y="0"/>
                  </a:cubicBezTo>
                  <a:lnTo>
                    <a:pt x="238125" y="0"/>
                  </a:lnTo>
                  <a:cubicBezTo>
                    <a:pt x="108093" y="804"/>
                    <a:pt x="2427" y="105160"/>
                    <a:pt x="0" y="235172"/>
                  </a:cubicBezTo>
                  <a:lnTo>
                    <a:pt x="0" y="243364"/>
                  </a:lnTo>
                  <a:cubicBezTo>
                    <a:pt x="871" y="271562"/>
                    <a:pt x="6473" y="299414"/>
                    <a:pt x="16573" y="325755"/>
                  </a:cubicBezTo>
                  <a:cubicBezTo>
                    <a:pt x="26214" y="350609"/>
                    <a:pt x="40213" y="373543"/>
                    <a:pt x="57912" y="393478"/>
                  </a:cubicBezTo>
                  <a:cubicBezTo>
                    <a:pt x="79724" y="417195"/>
                    <a:pt x="103537" y="463391"/>
                    <a:pt x="113633" y="483965"/>
                  </a:cubicBezTo>
                  <a:cubicBezTo>
                    <a:pt x="116721" y="490180"/>
                    <a:pt x="123076" y="494096"/>
                    <a:pt x="130016" y="494062"/>
                  </a:cubicBezTo>
                  <a:lnTo>
                    <a:pt x="346234" y="494062"/>
                  </a:lnTo>
                  <a:cubicBezTo>
                    <a:pt x="353174" y="494096"/>
                    <a:pt x="359529" y="490180"/>
                    <a:pt x="362617" y="483965"/>
                  </a:cubicBezTo>
                  <a:cubicBezTo>
                    <a:pt x="372713" y="463391"/>
                    <a:pt x="396526" y="417290"/>
                    <a:pt x="418338" y="393478"/>
                  </a:cubicBezTo>
                  <a:cubicBezTo>
                    <a:pt x="436037" y="373543"/>
                    <a:pt x="450036" y="350609"/>
                    <a:pt x="459676" y="325755"/>
                  </a:cubicBezTo>
                  <a:cubicBezTo>
                    <a:pt x="469777" y="299414"/>
                    <a:pt x="475379" y="271562"/>
                    <a:pt x="476250" y="243364"/>
                  </a:cubicBezTo>
                  <a:close/>
                  <a:moveTo>
                    <a:pt x="421386" y="242507"/>
                  </a:moveTo>
                  <a:cubicBezTo>
                    <a:pt x="420709" y="264394"/>
                    <a:pt x="416429" y="286020"/>
                    <a:pt x="408718" y="306515"/>
                  </a:cubicBezTo>
                  <a:cubicBezTo>
                    <a:pt x="401485" y="324971"/>
                    <a:pt x="391037" y="341999"/>
                    <a:pt x="377857" y="356807"/>
                  </a:cubicBezTo>
                  <a:cubicBezTo>
                    <a:pt x="356714" y="381975"/>
                    <a:pt x="338588" y="409531"/>
                    <a:pt x="323850" y="438912"/>
                  </a:cubicBezTo>
                  <a:lnTo>
                    <a:pt x="152400" y="438912"/>
                  </a:lnTo>
                  <a:cubicBezTo>
                    <a:pt x="137831" y="409455"/>
                    <a:pt x="119864" y="381803"/>
                    <a:pt x="98870" y="356521"/>
                  </a:cubicBezTo>
                  <a:cubicBezTo>
                    <a:pt x="85690" y="341713"/>
                    <a:pt x="75241" y="324685"/>
                    <a:pt x="68008" y="306229"/>
                  </a:cubicBezTo>
                  <a:cubicBezTo>
                    <a:pt x="60135" y="285761"/>
                    <a:pt x="55694" y="264135"/>
                    <a:pt x="54864" y="242221"/>
                  </a:cubicBezTo>
                  <a:lnTo>
                    <a:pt x="54864" y="235363"/>
                  </a:lnTo>
                  <a:cubicBezTo>
                    <a:pt x="56570" y="135350"/>
                    <a:pt x="137813" y="54995"/>
                    <a:pt x="237839" y="54388"/>
                  </a:cubicBezTo>
                  <a:lnTo>
                    <a:pt x="237839" y="54388"/>
                  </a:lnTo>
                  <a:cubicBezTo>
                    <a:pt x="337865" y="54995"/>
                    <a:pt x="419109" y="135350"/>
                    <a:pt x="420814" y="235363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8CC090D-6CF5-82A7-10DB-D4E046962E62}"/>
                </a:ext>
              </a:extLst>
            </p:cNvPr>
            <p:cNvSpPr/>
            <p:nvPr/>
          </p:nvSpPr>
          <p:spPr>
            <a:xfrm>
              <a:off x="8864374" y="3409191"/>
              <a:ext cx="38100" cy="104775"/>
            </a:xfrm>
            <a:custGeom>
              <a:avLst/>
              <a:gdLst>
                <a:gd name="connsiteX0" fmla="*/ 19050 w 38100"/>
                <a:gd name="connsiteY0" fmla="*/ 104775 h 104775"/>
                <a:gd name="connsiteX1" fmla="*/ 38100 w 38100"/>
                <a:gd name="connsiteY1" fmla="*/ 85725 h 104775"/>
                <a:gd name="connsiteX2" fmla="*/ 38100 w 38100"/>
                <a:gd name="connsiteY2" fmla="*/ 19050 h 104775"/>
                <a:gd name="connsiteX3" fmla="*/ 19050 w 38100"/>
                <a:gd name="connsiteY3" fmla="*/ 0 h 104775"/>
                <a:gd name="connsiteX4" fmla="*/ 0 w 38100"/>
                <a:gd name="connsiteY4" fmla="*/ 19050 h 104775"/>
                <a:gd name="connsiteX5" fmla="*/ 0 w 38100"/>
                <a:gd name="connsiteY5" fmla="*/ 85725 h 104775"/>
                <a:gd name="connsiteX6" fmla="*/ 19050 w 38100"/>
                <a:gd name="connsiteY6" fmla="*/ 10477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104775">
                  <a:moveTo>
                    <a:pt x="19050" y="104775"/>
                  </a:moveTo>
                  <a:cubicBezTo>
                    <a:pt x="29571" y="104775"/>
                    <a:pt x="38100" y="96246"/>
                    <a:pt x="38100" y="85725"/>
                  </a:cubicBezTo>
                  <a:lnTo>
                    <a:pt x="38100" y="19050"/>
                  </a:ln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  <a:lnTo>
                    <a:pt x="0" y="85725"/>
                  </a:lnTo>
                  <a:cubicBezTo>
                    <a:pt x="0" y="96246"/>
                    <a:pt x="8529" y="104775"/>
                    <a:pt x="19050" y="104775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2EB1CDD9-2475-4298-48B8-B10A9AA529CB}"/>
                </a:ext>
              </a:extLst>
            </p:cNvPr>
            <p:cNvSpPr/>
            <p:nvPr/>
          </p:nvSpPr>
          <p:spPr>
            <a:xfrm>
              <a:off x="8605291" y="3518580"/>
              <a:ext cx="84504" cy="84649"/>
            </a:xfrm>
            <a:custGeom>
              <a:avLst/>
              <a:gdLst>
                <a:gd name="connsiteX0" fmla="*/ 52105 w 84504"/>
                <a:gd name="connsiteY0" fmla="*/ 79111 h 84649"/>
                <a:gd name="connsiteX1" fmla="*/ 78965 w 84504"/>
                <a:gd name="connsiteY1" fmla="*/ 79111 h 84649"/>
                <a:gd name="connsiteX2" fmla="*/ 78965 w 84504"/>
                <a:gd name="connsiteY2" fmla="*/ 52250 h 84649"/>
                <a:gd name="connsiteX3" fmla="*/ 31817 w 84504"/>
                <a:gd name="connsiteY3" fmla="*/ 4911 h 84649"/>
                <a:gd name="connsiteX4" fmla="*/ 4910 w 84504"/>
                <a:gd name="connsiteY4" fmla="*/ 6283 h 84649"/>
                <a:gd name="connsiteX5" fmla="*/ 4956 w 84504"/>
                <a:gd name="connsiteY5" fmla="*/ 31866 h 8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04" h="84649">
                  <a:moveTo>
                    <a:pt x="52105" y="79111"/>
                  </a:moveTo>
                  <a:cubicBezTo>
                    <a:pt x="59535" y="86496"/>
                    <a:pt x="71535" y="86496"/>
                    <a:pt x="78965" y="79111"/>
                  </a:cubicBezTo>
                  <a:cubicBezTo>
                    <a:pt x="86351" y="71680"/>
                    <a:pt x="86351" y="59680"/>
                    <a:pt x="78965" y="52250"/>
                  </a:cubicBezTo>
                  <a:lnTo>
                    <a:pt x="31817" y="4911"/>
                  </a:lnTo>
                  <a:cubicBezTo>
                    <a:pt x="24008" y="-2140"/>
                    <a:pt x="11962" y="-1525"/>
                    <a:pt x="4910" y="6283"/>
                  </a:cubicBezTo>
                  <a:cubicBezTo>
                    <a:pt x="-1654" y="13555"/>
                    <a:pt x="-1634" y="24619"/>
                    <a:pt x="4956" y="31866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DAD93DA7-9EB8-6CFB-E613-5C829F38F27B}"/>
                </a:ext>
              </a:extLst>
            </p:cNvPr>
            <p:cNvSpPr/>
            <p:nvPr/>
          </p:nvSpPr>
          <p:spPr>
            <a:xfrm>
              <a:off x="9076862" y="3523522"/>
              <a:ext cx="83603" cy="83426"/>
            </a:xfrm>
            <a:custGeom>
              <a:avLst/>
              <a:gdLst>
                <a:gd name="connsiteX0" fmla="*/ 19446 w 83603"/>
                <a:gd name="connsiteY0" fmla="*/ 83407 h 83426"/>
                <a:gd name="connsiteX1" fmla="*/ 32971 w 83603"/>
                <a:gd name="connsiteY1" fmla="*/ 77787 h 83426"/>
                <a:gd name="connsiteX2" fmla="*/ 80025 w 83603"/>
                <a:gd name="connsiteY2" fmla="*/ 30162 h 83426"/>
                <a:gd name="connsiteX3" fmla="*/ 75664 w 83603"/>
                <a:gd name="connsiteY3" fmla="*/ 3577 h 83426"/>
                <a:gd name="connsiteX4" fmla="*/ 53164 w 83603"/>
                <a:gd name="connsiteY4" fmla="*/ 3778 h 83426"/>
                <a:gd name="connsiteX5" fmla="*/ 5539 w 83603"/>
                <a:gd name="connsiteY5" fmla="*/ 51403 h 83426"/>
                <a:gd name="connsiteX6" fmla="*/ 5539 w 83603"/>
                <a:gd name="connsiteY6" fmla="*/ 78264 h 83426"/>
                <a:gd name="connsiteX7" fmla="*/ 19446 w 83603"/>
                <a:gd name="connsiteY7" fmla="*/ 83407 h 8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03" h="83426">
                  <a:moveTo>
                    <a:pt x="19446" y="83407"/>
                  </a:moveTo>
                  <a:cubicBezTo>
                    <a:pt x="24523" y="83411"/>
                    <a:pt x="29392" y="81388"/>
                    <a:pt x="32971" y="77787"/>
                  </a:cubicBezTo>
                  <a:lnTo>
                    <a:pt x="80025" y="30162"/>
                  </a:lnTo>
                  <a:cubicBezTo>
                    <a:pt x="86162" y="21617"/>
                    <a:pt x="84210" y="9714"/>
                    <a:pt x="75664" y="3577"/>
                  </a:cubicBezTo>
                  <a:cubicBezTo>
                    <a:pt x="68922" y="-1265"/>
                    <a:pt x="59819" y="-1184"/>
                    <a:pt x="53164" y="3778"/>
                  </a:cubicBezTo>
                  <a:lnTo>
                    <a:pt x="5539" y="51403"/>
                  </a:lnTo>
                  <a:cubicBezTo>
                    <a:pt x="-1846" y="58834"/>
                    <a:pt x="-1846" y="70833"/>
                    <a:pt x="5539" y="78264"/>
                  </a:cubicBezTo>
                  <a:cubicBezTo>
                    <a:pt x="9290" y="81786"/>
                    <a:pt x="14306" y="83641"/>
                    <a:pt x="19446" y="83407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8FCCFA59-CF26-6EEC-7E3C-F945F7E301BE}"/>
                </a:ext>
              </a:extLst>
            </p:cNvPr>
            <p:cNvSpPr/>
            <p:nvPr/>
          </p:nvSpPr>
          <p:spPr>
            <a:xfrm>
              <a:off x="8501853" y="3766378"/>
              <a:ext cx="104775" cy="38100"/>
            </a:xfrm>
            <a:custGeom>
              <a:avLst/>
              <a:gdLst>
                <a:gd name="connsiteX0" fmla="*/ 85725 w 104775"/>
                <a:gd name="connsiteY0" fmla="*/ 0 h 38100"/>
                <a:gd name="connsiteX1" fmla="*/ 19050 w 104775"/>
                <a:gd name="connsiteY1" fmla="*/ 0 h 38100"/>
                <a:gd name="connsiteX2" fmla="*/ 0 w 104775"/>
                <a:gd name="connsiteY2" fmla="*/ 19050 h 38100"/>
                <a:gd name="connsiteX3" fmla="*/ 19050 w 104775"/>
                <a:gd name="connsiteY3" fmla="*/ 38100 h 38100"/>
                <a:gd name="connsiteX4" fmla="*/ 85725 w 104775"/>
                <a:gd name="connsiteY4" fmla="*/ 38100 h 38100"/>
                <a:gd name="connsiteX5" fmla="*/ 104775 w 104775"/>
                <a:gd name="connsiteY5" fmla="*/ 19050 h 38100"/>
                <a:gd name="connsiteX6" fmla="*/ 85725 w 104775"/>
                <a:gd name="connsiteY6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38100">
                  <a:moveTo>
                    <a:pt x="85725" y="0"/>
                  </a:moveTo>
                  <a:lnTo>
                    <a:pt x="19050" y="0"/>
                  </a:lnTo>
                  <a:cubicBezTo>
                    <a:pt x="8529" y="0"/>
                    <a:pt x="0" y="8529"/>
                    <a:pt x="0" y="19050"/>
                  </a:cubicBezTo>
                  <a:cubicBezTo>
                    <a:pt x="0" y="29571"/>
                    <a:pt x="8529" y="38100"/>
                    <a:pt x="19050" y="38100"/>
                  </a:cubicBezTo>
                  <a:lnTo>
                    <a:pt x="85725" y="38100"/>
                  </a:lnTo>
                  <a:cubicBezTo>
                    <a:pt x="96246" y="38100"/>
                    <a:pt x="104775" y="29571"/>
                    <a:pt x="104775" y="19050"/>
                  </a:cubicBezTo>
                  <a:cubicBezTo>
                    <a:pt x="104775" y="8529"/>
                    <a:pt x="96246" y="0"/>
                    <a:pt x="85725" y="0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CA01B58F-7205-5A2F-7357-3D628E52992E}"/>
                </a:ext>
              </a:extLst>
            </p:cNvPr>
            <p:cNvSpPr/>
            <p:nvPr/>
          </p:nvSpPr>
          <p:spPr>
            <a:xfrm>
              <a:off x="8603588" y="3967918"/>
              <a:ext cx="85249" cy="85725"/>
            </a:xfrm>
            <a:custGeom>
              <a:avLst/>
              <a:gdLst>
                <a:gd name="connsiteX0" fmla="*/ 53808 w 85249"/>
                <a:gd name="connsiteY0" fmla="*/ 4581 h 85725"/>
                <a:gd name="connsiteX1" fmla="*/ 6659 w 85249"/>
                <a:gd name="connsiteY1" fmla="*/ 52206 h 85725"/>
                <a:gd name="connsiteX2" fmla="*/ 4581 w 85249"/>
                <a:gd name="connsiteY2" fmla="*/ 79066 h 85725"/>
                <a:gd name="connsiteX3" fmla="*/ 31442 w 85249"/>
                <a:gd name="connsiteY3" fmla="*/ 81144 h 85725"/>
                <a:gd name="connsiteX4" fmla="*/ 33520 w 85249"/>
                <a:gd name="connsiteY4" fmla="*/ 79066 h 85725"/>
                <a:gd name="connsiteX5" fmla="*/ 80669 w 85249"/>
                <a:gd name="connsiteY5" fmla="*/ 31441 h 85725"/>
                <a:gd name="connsiteX6" fmla="*/ 78590 w 85249"/>
                <a:gd name="connsiteY6" fmla="*/ 4581 h 85725"/>
                <a:gd name="connsiteX7" fmla="*/ 53808 w 85249"/>
                <a:gd name="connsiteY7" fmla="*/ 458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249" h="85725">
                  <a:moveTo>
                    <a:pt x="53808" y="4581"/>
                  </a:moveTo>
                  <a:lnTo>
                    <a:pt x="6659" y="52206"/>
                  </a:lnTo>
                  <a:cubicBezTo>
                    <a:pt x="-1332" y="59049"/>
                    <a:pt x="-2263" y="71075"/>
                    <a:pt x="4581" y="79066"/>
                  </a:cubicBezTo>
                  <a:cubicBezTo>
                    <a:pt x="11425" y="87058"/>
                    <a:pt x="23451" y="87987"/>
                    <a:pt x="31442" y="81144"/>
                  </a:cubicBezTo>
                  <a:cubicBezTo>
                    <a:pt x="32187" y="80506"/>
                    <a:pt x="32882" y="79811"/>
                    <a:pt x="33520" y="79066"/>
                  </a:cubicBezTo>
                  <a:lnTo>
                    <a:pt x="80669" y="31441"/>
                  </a:lnTo>
                  <a:cubicBezTo>
                    <a:pt x="87512" y="23450"/>
                    <a:pt x="86582" y="11424"/>
                    <a:pt x="78590" y="4581"/>
                  </a:cubicBezTo>
                  <a:cubicBezTo>
                    <a:pt x="71459" y="-1527"/>
                    <a:pt x="60941" y="-1527"/>
                    <a:pt x="53808" y="4581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7BF39D00-5C38-8CBA-3643-98ACC7A0F4BC}"/>
                </a:ext>
              </a:extLst>
            </p:cNvPr>
            <p:cNvSpPr/>
            <p:nvPr/>
          </p:nvSpPr>
          <p:spPr>
            <a:xfrm>
              <a:off x="9076644" y="3962596"/>
              <a:ext cx="87546" cy="87626"/>
            </a:xfrm>
            <a:custGeom>
              <a:avLst/>
              <a:gdLst>
                <a:gd name="connsiteX0" fmla="*/ 33190 w 87546"/>
                <a:gd name="connsiteY0" fmla="*/ 6283 h 87626"/>
                <a:gd name="connsiteX1" fmla="*/ 6283 w 87546"/>
                <a:gd name="connsiteY1" fmla="*/ 4911 h 87626"/>
                <a:gd name="connsiteX2" fmla="*/ 4911 w 87546"/>
                <a:gd name="connsiteY2" fmla="*/ 31817 h 87626"/>
                <a:gd name="connsiteX3" fmla="*/ 6234 w 87546"/>
                <a:gd name="connsiteY3" fmla="*/ 33144 h 87626"/>
                <a:gd name="connsiteX4" fmla="*/ 53859 w 87546"/>
                <a:gd name="connsiteY4" fmla="*/ 80769 h 87626"/>
                <a:gd name="connsiteX5" fmla="*/ 80689 w 87546"/>
                <a:gd name="connsiteY5" fmla="*/ 83213 h 87626"/>
                <a:gd name="connsiteX6" fmla="*/ 83133 w 87546"/>
                <a:gd name="connsiteY6" fmla="*/ 56384 h 87626"/>
                <a:gd name="connsiteX7" fmla="*/ 80052 w 87546"/>
                <a:gd name="connsiteY7" fmla="*/ 53432 h 87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546" h="87626">
                  <a:moveTo>
                    <a:pt x="33190" y="6283"/>
                  </a:moveTo>
                  <a:cubicBezTo>
                    <a:pt x="26139" y="-1525"/>
                    <a:pt x="14093" y="-2140"/>
                    <a:pt x="6283" y="4911"/>
                  </a:cubicBezTo>
                  <a:cubicBezTo>
                    <a:pt x="-1525" y="11961"/>
                    <a:pt x="-2140" y="24007"/>
                    <a:pt x="4911" y="31817"/>
                  </a:cubicBezTo>
                  <a:cubicBezTo>
                    <a:pt x="5330" y="32280"/>
                    <a:pt x="5772" y="32724"/>
                    <a:pt x="6234" y="33144"/>
                  </a:cubicBezTo>
                  <a:lnTo>
                    <a:pt x="53859" y="80769"/>
                  </a:lnTo>
                  <a:cubicBezTo>
                    <a:pt x="60593" y="88853"/>
                    <a:pt x="72605" y="89947"/>
                    <a:pt x="80689" y="83213"/>
                  </a:cubicBezTo>
                  <a:cubicBezTo>
                    <a:pt x="88773" y="76480"/>
                    <a:pt x="89866" y="64468"/>
                    <a:pt x="83133" y="56384"/>
                  </a:cubicBezTo>
                  <a:cubicBezTo>
                    <a:pt x="82219" y="55288"/>
                    <a:pt x="81187" y="54298"/>
                    <a:pt x="80052" y="53432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7A94F83-D5B9-B633-5433-99B230146B22}"/>
                </a:ext>
              </a:extLst>
            </p:cNvPr>
            <p:cNvSpPr/>
            <p:nvPr/>
          </p:nvSpPr>
          <p:spPr>
            <a:xfrm>
              <a:off x="9156697" y="3765711"/>
              <a:ext cx="104775" cy="38100"/>
            </a:xfrm>
            <a:custGeom>
              <a:avLst/>
              <a:gdLst>
                <a:gd name="connsiteX0" fmla="*/ 85725 w 104775"/>
                <a:gd name="connsiteY0" fmla="*/ 0 h 38100"/>
                <a:gd name="connsiteX1" fmla="*/ 19050 w 104775"/>
                <a:gd name="connsiteY1" fmla="*/ 0 h 38100"/>
                <a:gd name="connsiteX2" fmla="*/ 0 w 104775"/>
                <a:gd name="connsiteY2" fmla="*/ 19050 h 38100"/>
                <a:gd name="connsiteX3" fmla="*/ 19050 w 104775"/>
                <a:gd name="connsiteY3" fmla="*/ 38100 h 38100"/>
                <a:gd name="connsiteX4" fmla="*/ 85725 w 104775"/>
                <a:gd name="connsiteY4" fmla="*/ 38100 h 38100"/>
                <a:gd name="connsiteX5" fmla="*/ 104775 w 104775"/>
                <a:gd name="connsiteY5" fmla="*/ 19050 h 38100"/>
                <a:gd name="connsiteX6" fmla="*/ 85725 w 104775"/>
                <a:gd name="connsiteY6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38100">
                  <a:moveTo>
                    <a:pt x="85725" y="0"/>
                  </a:moveTo>
                  <a:lnTo>
                    <a:pt x="19050" y="0"/>
                  </a:lnTo>
                  <a:cubicBezTo>
                    <a:pt x="8529" y="0"/>
                    <a:pt x="0" y="8529"/>
                    <a:pt x="0" y="19050"/>
                  </a:cubicBezTo>
                  <a:cubicBezTo>
                    <a:pt x="0" y="29571"/>
                    <a:pt x="8529" y="38100"/>
                    <a:pt x="19050" y="38100"/>
                  </a:cubicBezTo>
                  <a:lnTo>
                    <a:pt x="85725" y="38100"/>
                  </a:lnTo>
                  <a:cubicBezTo>
                    <a:pt x="96246" y="38100"/>
                    <a:pt x="104775" y="29571"/>
                    <a:pt x="104775" y="19050"/>
                  </a:cubicBezTo>
                  <a:cubicBezTo>
                    <a:pt x="104775" y="8529"/>
                    <a:pt x="96246" y="0"/>
                    <a:pt x="85725" y="0"/>
                  </a:cubicBezTo>
                  <a:close/>
                </a:path>
              </a:pathLst>
            </a:custGeom>
            <a:grpFill/>
            <a:ln w="428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278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71A70-08B5-E440-50B4-C495B881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6A74DD9D-271D-8609-DE24-5608A1AF40EE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98E22FF-3E1C-270F-88A1-01657A1378A7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DB36272-65CC-0801-C1A0-8D84E1618B4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A9FB09C-470F-E744-02E3-313C38328734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D271D31-A8BC-D407-16F5-9445BAE56121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3" name="Freeform 4">
            <a:extLst>
              <a:ext uri="{FF2B5EF4-FFF2-40B4-BE49-F238E27FC236}">
                <a16:creationId xmlns:a16="http://schemas.microsoft.com/office/drawing/2014/main" id="{4214FA21-B18B-3B13-94CD-19A43FD83913}"/>
              </a:ext>
            </a:extLst>
          </p:cNvPr>
          <p:cNvSpPr>
            <a:spLocks/>
          </p:cNvSpPr>
          <p:nvPr/>
        </p:nvSpPr>
        <p:spPr bwMode="auto">
          <a:xfrm rot="2686389">
            <a:off x="5996647" y="1848939"/>
            <a:ext cx="2300280" cy="816496"/>
          </a:xfrm>
          <a:custGeom>
            <a:avLst/>
            <a:gdLst>
              <a:gd name="T0" fmla="*/ 17 w 234"/>
              <a:gd name="T1" fmla="*/ 44 h 83"/>
              <a:gd name="T2" fmla="*/ 234 w 234"/>
              <a:gd name="T3" fmla="*/ 54 h 83"/>
              <a:gd name="T4" fmla="*/ 209 w 234"/>
              <a:gd name="T5" fmla="*/ 78 h 83"/>
              <a:gd name="T6" fmla="*/ 41 w 234"/>
              <a:gd name="T7" fmla="*/ 69 h 83"/>
              <a:gd name="T8" fmla="*/ 55 w 234"/>
              <a:gd name="T9" fmla="*/ 83 h 83"/>
              <a:gd name="T10" fmla="*/ 0 w 234"/>
              <a:gd name="T11" fmla="*/ 82 h 83"/>
              <a:gd name="T12" fmla="*/ 0 w 234"/>
              <a:gd name="T13" fmla="*/ 27 h 83"/>
              <a:gd name="T14" fmla="*/ 17 w 234"/>
              <a:gd name="T15" fmla="*/ 44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34" h="83">
                <a:moveTo>
                  <a:pt x="17" y="44"/>
                </a:moveTo>
                <a:cubicBezTo>
                  <a:pt x="83" y="0"/>
                  <a:pt x="171" y="3"/>
                  <a:pt x="234" y="54"/>
                </a:cubicBezTo>
                <a:cubicBezTo>
                  <a:pt x="209" y="78"/>
                  <a:pt x="209" y="78"/>
                  <a:pt x="209" y="78"/>
                </a:cubicBezTo>
                <a:cubicBezTo>
                  <a:pt x="161" y="40"/>
                  <a:pt x="93" y="37"/>
                  <a:pt x="41" y="69"/>
                </a:cubicBezTo>
                <a:cubicBezTo>
                  <a:pt x="55" y="83"/>
                  <a:pt x="55" y="83"/>
                  <a:pt x="55" y="83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27"/>
                  <a:pt x="0" y="27"/>
                  <a:pt x="0" y="27"/>
                </a:cubicBezTo>
                <a:cubicBezTo>
                  <a:pt x="17" y="44"/>
                  <a:pt x="17" y="44"/>
                  <a:pt x="17" y="44"/>
                </a:cubicBezTo>
                <a:close/>
              </a:path>
            </a:pathLst>
          </a:custGeom>
          <a:solidFill>
            <a:srgbClr val="4F6DD9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6B323A28-03F3-22F7-9CF6-8E240888B2DB}"/>
              </a:ext>
            </a:extLst>
          </p:cNvPr>
          <p:cNvSpPr>
            <a:spLocks/>
          </p:cNvSpPr>
          <p:nvPr/>
        </p:nvSpPr>
        <p:spPr bwMode="auto">
          <a:xfrm rot="2686389">
            <a:off x="6785597" y="3280627"/>
            <a:ext cx="783339" cy="2246399"/>
          </a:xfrm>
          <a:custGeom>
            <a:avLst/>
            <a:gdLst>
              <a:gd name="T0" fmla="*/ 0 w 80"/>
              <a:gd name="T1" fmla="*/ 56 h 228"/>
              <a:gd name="T2" fmla="*/ 14 w 80"/>
              <a:gd name="T3" fmla="*/ 42 h 228"/>
              <a:gd name="T4" fmla="*/ 3 w 80"/>
              <a:gd name="T5" fmla="*/ 204 h 228"/>
              <a:gd name="T6" fmla="*/ 28 w 80"/>
              <a:gd name="T7" fmla="*/ 228 h 228"/>
              <a:gd name="T8" fmla="*/ 39 w 80"/>
              <a:gd name="T9" fmla="*/ 17 h 228"/>
              <a:gd name="T10" fmla="*/ 56 w 80"/>
              <a:gd name="T11" fmla="*/ 0 h 228"/>
              <a:gd name="T12" fmla="*/ 0 w 80"/>
              <a:gd name="T13" fmla="*/ 0 h 228"/>
              <a:gd name="T14" fmla="*/ 0 w 80"/>
              <a:gd name="T15" fmla="*/ 56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0" h="228">
                <a:moveTo>
                  <a:pt x="0" y="56"/>
                </a:moveTo>
                <a:cubicBezTo>
                  <a:pt x="14" y="42"/>
                  <a:pt x="14" y="42"/>
                  <a:pt x="14" y="42"/>
                </a:cubicBezTo>
                <a:cubicBezTo>
                  <a:pt x="43" y="93"/>
                  <a:pt x="39" y="157"/>
                  <a:pt x="3" y="204"/>
                </a:cubicBezTo>
                <a:cubicBezTo>
                  <a:pt x="28" y="228"/>
                  <a:pt x="28" y="228"/>
                  <a:pt x="28" y="228"/>
                </a:cubicBezTo>
                <a:cubicBezTo>
                  <a:pt x="76" y="167"/>
                  <a:pt x="80" y="82"/>
                  <a:pt x="39" y="17"/>
                </a:cubicBezTo>
                <a:cubicBezTo>
                  <a:pt x="56" y="0"/>
                  <a:pt x="56" y="0"/>
                  <a:pt x="5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"/>
                  <a:pt x="0" y="56"/>
                  <a:pt x="0" y="56"/>
                </a:cubicBezTo>
                <a:close/>
              </a:path>
            </a:pathLst>
          </a:custGeom>
          <a:solidFill>
            <a:srgbClr val="97B6F3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A4A1722-6EDA-8A4A-4254-DCBF0621002B}"/>
              </a:ext>
            </a:extLst>
          </p:cNvPr>
          <p:cNvSpPr>
            <a:spLocks/>
          </p:cNvSpPr>
          <p:nvPr/>
        </p:nvSpPr>
        <p:spPr bwMode="auto">
          <a:xfrm rot="2686389">
            <a:off x="3910209" y="4007460"/>
            <a:ext cx="2246400" cy="787483"/>
          </a:xfrm>
          <a:custGeom>
            <a:avLst/>
            <a:gdLst>
              <a:gd name="T0" fmla="*/ 229 w 229"/>
              <a:gd name="T1" fmla="*/ 56 h 80"/>
              <a:gd name="T2" fmla="*/ 211 w 229"/>
              <a:gd name="T3" fmla="*/ 38 h 80"/>
              <a:gd name="T4" fmla="*/ 0 w 229"/>
              <a:gd name="T5" fmla="*/ 29 h 80"/>
              <a:gd name="T6" fmla="*/ 24 w 229"/>
              <a:gd name="T7" fmla="*/ 4 h 80"/>
              <a:gd name="T8" fmla="*/ 187 w 229"/>
              <a:gd name="T9" fmla="*/ 13 h 80"/>
              <a:gd name="T10" fmla="*/ 174 w 229"/>
              <a:gd name="T11" fmla="*/ 0 h 80"/>
              <a:gd name="T12" fmla="*/ 229 w 229"/>
              <a:gd name="T13" fmla="*/ 0 h 80"/>
              <a:gd name="T14" fmla="*/ 229 w 229"/>
              <a:gd name="T15" fmla="*/ 56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9" h="80">
                <a:moveTo>
                  <a:pt x="229" y="56"/>
                </a:moveTo>
                <a:cubicBezTo>
                  <a:pt x="211" y="38"/>
                  <a:pt x="211" y="38"/>
                  <a:pt x="211" y="38"/>
                </a:cubicBezTo>
                <a:cubicBezTo>
                  <a:pt x="147" y="80"/>
                  <a:pt x="62" y="77"/>
                  <a:pt x="0" y="29"/>
                </a:cubicBezTo>
                <a:cubicBezTo>
                  <a:pt x="24" y="4"/>
                  <a:pt x="24" y="4"/>
                  <a:pt x="24" y="4"/>
                </a:cubicBezTo>
                <a:cubicBezTo>
                  <a:pt x="72" y="40"/>
                  <a:pt x="136" y="43"/>
                  <a:pt x="187" y="13"/>
                </a:cubicBezTo>
                <a:cubicBezTo>
                  <a:pt x="174" y="0"/>
                  <a:pt x="174" y="0"/>
                  <a:pt x="174" y="0"/>
                </a:cubicBezTo>
                <a:cubicBezTo>
                  <a:pt x="229" y="0"/>
                  <a:pt x="229" y="0"/>
                  <a:pt x="229" y="0"/>
                </a:cubicBezTo>
                <a:cubicBezTo>
                  <a:pt x="229" y="56"/>
                  <a:pt x="229" y="56"/>
                  <a:pt x="229" y="56"/>
                </a:cubicBezTo>
                <a:close/>
              </a:path>
            </a:pathLst>
          </a:custGeom>
          <a:solidFill>
            <a:srgbClr val="4F6DD9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1D7A951E-9C1F-2FCE-0902-A526E73A2559}"/>
              </a:ext>
            </a:extLst>
          </p:cNvPr>
          <p:cNvSpPr>
            <a:spLocks/>
          </p:cNvSpPr>
          <p:nvPr/>
        </p:nvSpPr>
        <p:spPr bwMode="auto">
          <a:xfrm rot="2686389">
            <a:off x="4602286" y="1155820"/>
            <a:ext cx="795773" cy="2275413"/>
          </a:xfrm>
          <a:custGeom>
            <a:avLst/>
            <a:gdLst>
              <a:gd name="T0" fmla="*/ 26 w 81"/>
              <a:gd name="T1" fmla="*/ 231 h 231"/>
              <a:gd name="T2" fmla="*/ 43 w 81"/>
              <a:gd name="T3" fmla="*/ 213 h 231"/>
              <a:gd name="T4" fmla="*/ 52 w 81"/>
              <a:gd name="T5" fmla="*/ 0 h 231"/>
              <a:gd name="T6" fmla="*/ 77 w 81"/>
              <a:gd name="T7" fmla="*/ 24 h 231"/>
              <a:gd name="T8" fmla="*/ 68 w 81"/>
              <a:gd name="T9" fmla="*/ 189 h 231"/>
              <a:gd name="T10" fmla="*/ 81 w 81"/>
              <a:gd name="T11" fmla="*/ 175 h 231"/>
              <a:gd name="T12" fmla="*/ 81 w 81"/>
              <a:gd name="T13" fmla="*/ 231 h 231"/>
              <a:gd name="T14" fmla="*/ 26 w 81"/>
              <a:gd name="T15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" h="231">
                <a:moveTo>
                  <a:pt x="26" y="231"/>
                </a:moveTo>
                <a:cubicBezTo>
                  <a:pt x="43" y="213"/>
                  <a:pt x="43" y="213"/>
                  <a:pt x="43" y="213"/>
                </a:cubicBezTo>
                <a:cubicBezTo>
                  <a:pt x="0" y="148"/>
                  <a:pt x="3" y="62"/>
                  <a:pt x="52" y="0"/>
                </a:cubicBezTo>
                <a:cubicBezTo>
                  <a:pt x="77" y="24"/>
                  <a:pt x="77" y="24"/>
                  <a:pt x="77" y="24"/>
                </a:cubicBezTo>
                <a:cubicBezTo>
                  <a:pt x="40" y="72"/>
                  <a:pt x="37" y="138"/>
                  <a:pt x="68" y="189"/>
                </a:cubicBezTo>
                <a:cubicBezTo>
                  <a:pt x="81" y="175"/>
                  <a:pt x="81" y="175"/>
                  <a:pt x="81" y="175"/>
                </a:cubicBezTo>
                <a:cubicBezTo>
                  <a:pt x="81" y="231"/>
                  <a:pt x="81" y="231"/>
                  <a:pt x="81" y="231"/>
                </a:cubicBezTo>
                <a:lnTo>
                  <a:pt x="26" y="231"/>
                </a:lnTo>
                <a:close/>
              </a:path>
            </a:pathLst>
          </a:custGeom>
          <a:solidFill>
            <a:srgbClr val="97B6F3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33" descr="D:\51PPT模板网\51pptmoban.com\图片.jpg">
            <a:extLst>
              <a:ext uri="{FF2B5EF4-FFF2-40B4-BE49-F238E27FC236}">
                <a16:creationId xmlns:a16="http://schemas.microsoft.com/office/drawing/2014/main" id="{640F6103-3E2A-6CED-C4B2-1EAB7A896B62}"/>
              </a:ext>
            </a:extLst>
          </p:cNvPr>
          <p:cNvSpPr>
            <a:spLocks noEditPoints="1"/>
          </p:cNvSpPr>
          <p:nvPr/>
        </p:nvSpPr>
        <p:spPr bwMode="auto">
          <a:xfrm>
            <a:off x="5553385" y="2587686"/>
            <a:ext cx="1061068" cy="1200019"/>
          </a:xfrm>
          <a:custGeom>
            <a:avLst/>
            <a:gdLst>
              <a:gd name="T0" fmla="*/ 20 w 78"/>
              <a:gd name="T1" fmla="*/ 7 h 88"/>
              <a:gd name="T2" fmla="*/ 20 w 78"/>
              <a:gd name="T3" fmla="*/ 11 h 88"/>
              <a:gd name="T4" fmla="*/ 5 w 78"/>
              <a:gd name="T5" fmla="*/ 6 h 88"/>
              <a:gd name="T6" fmla="*/ 1 w 78"/>
              <a:gd name="T7" fmla="*/ 8 h 88"/>
              <a:gd name="T8" fmla="*/ 0 w 78"/>
              <a:gd name="T9" fmla="*/ 20 h 88"/>
              <a:gd name="T10" fmla="*/ 3 w 78"/>
              <a:gd name="T11" fmla="*/ 38 h 88"/>
              <a:gd name="T12" fmla="*/ 17 w 78"/>
              <a:gd name="T13" fmla="*/ 49 h 88"/>
              <a:gd name="T14" fmla="*/ 20 w 78"/>
              <a:gd name="T15" fmla="*/ 50 h 88"/>
              <a:gd name="T16" fmla="*/ 20 w 78"/>
              <a:gd name="T17" fmla="*/ 49 h 88"/>
              <a:gd name="T18" fmla="*/ 31 w 78"/>
              <a:gd name="T19" fmla="*/ 52 h 88"/>
              <a:gd name="T20" fmla="*/ 31 w 78"/>
              <a:gd name="T21" fmla="*/ 64 h 88"/>
              <a:gd name="T22" fmla="*/ 27 w 78"/>
              <a:gd name="T23" fmla="*/ 64 h 88"/>
              <a:gd name="T24" fmla="*/ 27 w 78"/>
              <a:gd name="T25" fmla="*/ 68 h 88"/>
              <a:gd name="T26" fmla="*/ 15 w 78"/>
              <a:gd name="T27" fmla="*/ 68 h 88"/>
              <a:gd name="T28" fmla="*/ 15 w 78"/>
              <a:gd name="T29" fmla="*/ 88 h 88"/>
              <a:gd name="T30" fmla="*/ 64 w 78"/>
              <a:gd name="T31" fmla="*/ 88 h 88"/>
              <a:gd name="T32" fmla="*/ 64 w 78"/>
              <a:gd name="T33" fmla="*/ 68 h 88"/>
              <a:gd name="T34" fmla="*/ 52 w 78"/>
              <a:gd name="T35" fmla="*/ 68 h 88"/>
              <a:gd name="T36" fmla="*/ 52 w 78"/>
              <a:gd name="T37" fmla="*/ 64 h 88"/>
              <a:gd name="T38" fmla="*/ 47 w 78"/>
              <a:gd name="T39" fmla="*/ 64 h 88"/>
              <a:gd name="T40" fmla="*/ 47 w 78"/>
              <a:gd name="T41" fmla="*/ 52 h 88"/>
              <a:gd name="T42" fmla="*/ 58 w 78"/>
              <a:gd name="T43" fmla="*/ 49 h 88"/>
              <a:gd name="T44" fmla="*/ 58 w 78"/>
              <a:gd name="T45" fmla="*/ 50 h 88"/>
              <a:gd name="T46" fmla="*/ 61 w 78"/>
              <a:gd name="T47" fmla="*/ 49 h 88"/>
              <a:gd name="T48" fmla="*/ 75 w 78"/>
              <a:gd name="T49" fmla="*/ 38 h 88"/>
              <a:gd name="T50" fmla="*/ 78 w 78"/>
              <a:gd name="T51" fmla="*/ 20 h 88"/>
              <a:gd name="T52" fmla="*/ 77 w 78"/>
              <a:gd name="T53" fmla="*/ 8 h 88"/>
              <a:gd name="T54" fmla="*/ 73 w 78"/>
              <a:gd name="T55" fmla="*/ 6 h 88"/>
              <a:gd name="T56" fmla="*/ 58 w 78"/>
              <a:gd name="T57" fmla="*/ 11 h 88"/>
              <a:gd name="T58" fmla="*/ 58 w 78"/>
              <a:gd name="T59" fmla="*/ 7 h 88"/>
              <a:gd name="T60" fmla="*/ 60 w 78"/>
              <a:gd name="T61" fmla="*/ 7 h 88"/>
              <a:gd name="T62" fmla="*/ 60 w 78"/>
              <a:gd name="T63" fmla="*/ 0 h 88"/>
              <a:gd name="T64" fmla="*/ 17 w 78"/>
              <a:gd name="T65" fmla="*/ 0 h 88"/>
              <a:gd name="T66" fmla="*/ 17 w 78"/>
              <a:gd name="T67" fmla="*/ 7 h 88"/>
              <a:gd name="T68" fmla="*/ 20 w 78"/>
              <a:gd name="T69" fmla="*/ 7 h 88"/>
              <a:gd name="T70" fmla="*/ 63 w 78"/>
              <a:gd name="T71" fmla="*/ 42 h 88"/>
              <a:gd name="T72" fmla="*/ 59 w 78"/>
              <a:gd name="T73" fmla="*/ 20 h 88"/>
              <a:gd name="T74" fmla="*/ 61 w 78"/>
              <a:gd name="T75" fmla="*/ 22 h 88"/>
              <a:gd name="T76" fmla="*/ 66 w 78"/>
              <a:gd name="T77" fmla="*/ 18 h 88"/>
              <a:gd name="T78" fmla="*/ 64 w 78"/>
              <a:gd name="T79" fmla="*/ 16 h 88"/>
              <a:gd name="T80" fmla="*/ 71 w 78"/>
              <a:gd name="T81" fmla="*/ 13 h 88"/>
              <a:gd name="T82" fmla="*/ 72 w 78"/>
              <a:gd name="T83" fmla="*/ 20 h 88"/>
              <a:gd name="T84" fmla="*/ 69 w 78"/>
              <a:gd name="T85" fmla="*/ 36 h 88"/>
              <a:gd name="T86" fmla="*/ 63 w 78"/>
              <a:gd name="T87" fmla="*/ 42 h 88"/>
              <a:gd name="T88" fmla="*/ 19 w 78"/>
              <a:gd name="T89" fmla="*/ 20 h 88"/>
              <a:gd name="T90" fmla="*/ 15 w 78"/>
              <a:gd name="T91" fmla="*/ 42 h 88"/>
              <a:gd name="T92" fmla="*/ 9 w 78"/>
              <a:gd name="T93" fmla="*/ 36 h 88"/>
              <a:gd name="T94" fmla="*/ 6 w 78"/>
              <a:gd name="T95" fmla="*/ 20 h 88"/>
              <a:gd name="T96" fmla="*/ 7 w 78"/>
              <a:gd name="T97" fmla="*/ 13 h 88"/>
              <a:gd name="T98" fmla="*/ 14 w 78"/>
              <a:gd name="T99" fmla="*/ 16 h 88"/>
              <a:gd name="T100" fmla="*/ 12 w 78"/>
              <a:gd name="T101" fmla="*/ 18 h 88"/>
              <a:gd name="T102" fmla="*/ 17 w 78"/>
              <a:gd name="T103" fmla="*/ 22 h 88"/>
              <a:gd name="T104" fmla="*/ 19 w 78"/>
              <a:gd name="T105" fmla="*/ 20 h 88"/>
              <a:gd name="T106" fmla="*/ 32 w 78"/>
              <a:gd name="T107" fmla="*/ 10 h 88"/>
              <a:gd name="T108" fmla="*/ 32 w 78"/>
              <a:gd name="T109" fmla="*/ 45 h 88"/>
              <a:gd name="T110" fmla="*/ 25 w 78"/>
              <a:gd name="T111" fmla="*/ 41 h 88"/>
              <a:gd name="T112" fmla="*/ 28 w 78"/>
              <a:gd name="T113" fmla="*/ 14 h 88"/>
              <a:gd name="T114" fmla="*/ 28 w 78"/>
              <a:gd name="T115" fmla="*/ 10 h 88"/>
              <a:gd name="T116" fmla="*/ 32 w 78"/>
              <a:gd name="T117" fmla="*/ 10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8" h="88">
                <a:moveTo>
                  <a:pt x="20" y="7"/>
                </a:moveTo>
                <a:cubicBezTo>
                  <a:pt x="20" y="8"/>
                  <a:pt x="21" y="10"/>
                  <a:pt x="20" y="11"/>
                </a:cubicBezTo>
                <a:cubicBezTo>
                  <a:pt x="5" y="6"/>
                  <a:pt x="5" y="6"/>
                  <a:pt x="5" y="6"/>
                </a:cubicBezTo>
                <a:cubicBezTo>
                  <a:pt x="1" y="8"/>
                  <a:pt x="1" y="8"/>
                  <a:pt x="1" y="8"/>
                </a:cubicBezTo>
                <a:cubicBezTo>
                  <a:pt x="0" y="11"/>
                  <a:pt x="0" y="16"/>
                  <a:pt x="0" y="20"/>
                </a:cubicBezTo>
                <a:cubicBezTo>
                  <a:pt x="0" y="26"/>
                  <a:pt x="1" y="33"/>
                  <a:pt x="3" y="38"/>
                </a:cubicBezTo>
                <a:cubicBezTo>
                  <a:pt x="6" y="44"/>
                  <a:pt x="10" y="48"/>
                  <a:pt x="17" y="49"/>
                </a:cubicBezTo>
                <a:cubicBezTo>
                  <a:pt x="18" y="50"/>
                  <a:pt x="19" y="50"/>
                  <a:pt x="20" y="50"/>
                </a:cubicBezTo>
                <a:cubicBezTo>
                  <a:pt x="20" y="49"/>
                  <a:pt x="20" y="49"/>
                  <a:pt x="20" y="49"/>
                </a:cubicBezTo>
                <a:cubicBezTo>
                  <a:pt x="22" y="51"/>
                  <a:pt x="26" y="52"/>
                  <a:pt x="31" y="52"/>
                </a:cubicBezTo>
                <a:cubicBezTo>
                  <a:pt x="31" y="64"/>
                  <a:pt x="31" y="64"/>
                  <a:pt x="31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8"/>
                  <a:pt x="27" y="68"/>
                  <a:pt x="27" y="68"/>
                </a:cubicBezTo>
                <a:cubicBezTo>
                  <a:pt x="15" y="68"/>
                  <a:pt x="15" y="68"/>
                  <a:pt x="15" y="68"/>
                </a:cubicBezTo>
                <a:cubicBezTo>
                  <a:pt x="15" y="88"/>
                  <a:pt x="15" y="88"/>
                  <a:pt x="15" y="88"/>
                </a:cubicBezTo>
                <a:cubicBezTo>
                  <a:pt x="64" y="88"/>
                  <a:pt x="64" y="88"/>
                  <a:pt x="64" y="88"/>
                </a:cubicBezTo>
                <a:cubicBezTo>
                  <a:pt x="64" y="68"/>
                  <a:pt x="64" y="68"/>
                  <a:pt x="64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4"/>
                  <a:pt x="52" y="64"/>
                  <a:pt x="52" y="64"/>
                </a:cubicBezTo>
                <a:cubicBezTo>
                  <a:pt x="47" y="64"/>
                  <a:pt x="47" y="64"/>
                  <a:pt x="47" y="64"/>
                </a:cubicBezTo>
                <a:cubicBezTo>
                  <a:pt x="47" y="52"/>
                  <a:pt x="47" y="52"/>
                  <a:pt x="47" y="52"/>
                </a:cubicBezTo>
                <a:cubicBezTo>
                  <a:pt x="52" y="52"/>
                  <a:pt x="56" y="51"/>
                  <a:pt x="58" y="49"/>
                </a:cubicBezTo>
                <a:cubicBezTo>
                  <a:pt x="58" y="50"/>
                  <a:pt x="58" y="50"/>
                  <a:pt x="58" y="50"/>
                </a:cubicBezTo>
                <a:cubicBezTo>
                  <a:pt x="59" y="50"/>
                  <a:pt x="60" y="50"/>
                  <a:pt x="61" y="49"/>
                </a:cubicBezTo>
                <a:cubicBezTo>
                  <a:pt x="68" y="48"/>
                  <a:pt x="72" y="44"/>
                  <a:pt x="75" y="38"/>
                </a:cubicBezTo>
                <a:cubicBezTo>
                  <a:pt x="77" y="33"/>
                  <a:pt x="78" y="26"/>
                  <a:pt x="78" y="20"/>
                </a:cubicBezTo>
                <a:cubicBezTo>
                  <a:pt x="78" y="16"/>
                  <a:pt x="78" y="11"/>
                  <a:pt x="77" y="8"/>
                </a:cubicBezTo>
                <a:cubicBezTo>
                  <a:pt x="73" y="6"/>
                  <a:pt x="73" y="6"/>
                  <a:pt x="73" y="6"/>
                </a:cubicBezTo>
                <a:cubicBezTo>
                  <a:pt x="58" y="11"/>
                  <a:pt x="58" y="11"/>
                  <a:pt x="58" y="11"/>
                </a:cubicBezTo>
                <a:cubicBezTo>
                  <a:pt x="57" y="10"/>
                  <a:pt x="58" y="8"/>
                  <a:pt x="58" y="7"/>
                </a:cubicBezTo>
                <a:cubicBezTo>
                  <a:pt x="60" y="7"/>
                  <a:pt x="60" y="7"/>
                  <a:pt x="60" y="7"/>
                </a:cubicBezTo>
                <a:cubicBezTo>
                  <a:pt x="60" y="0"/>
                  <a:pt x="60" y="0"/>
                  <a:pt x="6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7"/>
                  <a:pt x="17" y="7"/>
                  <a:pt x="17" y="7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63" y="42"/>
                </a:moveTo>
                <a:cubicBezTo>
                  <a:pt x="64" y="36"/>
                  <a:pt x="60" y="28"/>
                  <a:pt x="59" y="20"/>
                </a:cubicBezTo>
                <a:cubicBezTo>
                  <a:pt x="61" y="22"/>
                  <a:pt x="61" y="22"/>
                  <a:pt x="61" y="22"/>
                </a:cubicBezTo>
                <a:cubicBezTo>
                  <a:pt x="66" y="18"/>
                  <a:pt x="66" y="18"/>
                  <a:pt x="66" y="18"/>
                </a:cubicBezTo>
                <a:cubicBezTo>
                  <a:pt x="64" y="16"/>
                  <a:pt x="64" y="16"/>
                  <a:pt x="64" y="16"/>
                </a:cubicBezTo>
                <a:cubicBezTo>
                  <a:pt x="71" y="13"/>
                  <a:pt x="71" y="13"/>
                  <a:pt x="71" y="13"/>
                </a:cubicBezTo>
                <a:cubicBezTo>
                  <a:pt x="72" y="15"/>
                  <a:pt x="72" y="18"/>
                  <a:pt x="72" y="20"/>
                </a:cubicBezTo>
                <a:cubicBezTo>
                  <a:pt x="71" y="26"/>
                  <a:pt x="71" y="31"/>
                  <a:pt x="69" y="36"/>
                </a:cubicBezTo>
                <a:cubicBezTo>
                  <a:pt x="67" y="39"/>
                  <a:pt x="65" y="41"/>
                  <a:pt x="63" y="42"/>
                </a:cubicBezTo>
                <a:close/>
                <a:moveTo>
                  <a:pt x="19" y="20"/>
                </a:moveTo>
                <a:cubicBezTo>
                  <a:pt x="17" y="28"/>
                  <a:pt x="14" y="36"/>
                  <a:pt x="15" y="42"/>
                </a:cubicBezTo>
                <a:cubicBezTo>
                  <a:pt x="13" y="41"/>
                  <a:pt x="11" y="39"/>
                  <a:pt x="9" y="36"/>
                </a:cubicBezTo>
                <a:cubicBezTo>
                  <a:pt x="7" y="31"/>
                  <a:pt x="6" y="26"/>
                  <a:pt x="6" y="20"/>
                </a:cubicBezTo>
                <a:cubicBezTo>
                  <a:pt x="6" y="18"/>
                  <a:pt x="6" y="15"/>
                  <a:pt x="7" y="13"/>
                </a:cubicBezTo>
                <a:cubicBezTo>
                  <a:pt x="14" y="16"/>
                  <a:pt x="14" y="16"/>
                  <a:pt x="14" y="16"/>
                </a:cubicBezTo>
                <a:cubicBezTo>
                  <a:pt x="12" y="18"/>
                  <a:pt x="12" y="18"/>
                  <a:pt x="12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0"/>
                  <a:pt x="19" y="20"/>
                  <a:pt x="19" y="20"/>
                </a:cubicBezTo>
                <a:close/>
                <a:moveTo>
                  <a:pt x="32" y="10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5"/>
                  <a:pt x="27" y="45"/>
                  <a:pt x="25" y="41"/>
                </a:cubicBezTo>
                <a:cubicBezTo>
                  <a:pt x="24" y="37"/>
                  <a:pt x="28" y="16"/>
                  <a:pt x="28" y="14"/>
                </a:cubicBezTo>
                <a:cubicBezTo>
                  <a:pt x="28" y="13"/>
                  <a:pt x="28" y="10"/>
                  <a:pt x="28" y="10"/>
                </a:cubicBezTo>
                <a:lnTo>
                  <a:pt x="32" y="10"/>
                </a:lnTo>
                <a:close/>
              </a:path>
            </a:pathLst>
          </a:custGeom>
          <a:solidFill>
            <a:srgbClr val="4F6DD9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zh-CN" alt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TextBox 34">
            <a:extLst>
              <a:ext uri="{FF2B5EF4-FFF2-40B4-BE49-F238E27FC236}">
                <a16:creationId xmlns:a16="http://schemas.microsoft.com/office/drawing/2014/main" id="{92526588-46AA-1B2A-E25B-1579418A2AA2}"/>
              </a:ext>
            </a:extLst>
          </p:cNvPr>
          <p:cNvSpPr txBox="1"/>
          <p:nvPr/>
        </p:nvSpPr>
        <p:spPr>
          <a:xfrm>
            <a:off x="5675550" y="3858759"/>
            <a:ext cx="867545" cy="408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+mn-ea"/>
                <a:sym typeface="Arial" panose="020B0604020202020204" pitchFamily="34" charset="0"/>
              </a:rPr>
              <a:t>关键词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73770CC-7BC8-3F98-0DAA-10FCA42BD1CF}"/>
              </a:ext>
            </a:extLst>
          </p:cNvPr>
          <p:cNvGrpSpPr/>
          <p:nvPr/>
        </p:nvGrpSpPr>
        <p:grpSpPr>
          <a:xfrm>
            <a:off x="1526264" y="1626321"/>
            <a:ext cx="2984539" cy="816522"/>
            <a:chOff x="283598" y="1906534"/>
            <a:chExt cx="2984539" cy="81652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2480565-E502-ACB1-38A7-B4FF9A396E32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6058ECB-A45D-F1C9-217E-5AD97CFB4B8D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2E86C55-CEF5-D507-60C1-94FEF9800FBE}"/>
              </a:ext>
            </a:extLst>
          </p:cNvPr>
          <p:cNvGrpSpPr/>
          <p:nvPr/>
        </p:nvGrpSpPr>
        <p:grpSpPr>
          <a:xfrm>
            <a:off x="7725109" y="1626321"/>
            <a:ext cx="2966425" cy="816522"/>
            <a:chOff x="283598" y="1906534"/>
            <a:chExt cx="2966425" cy="81652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F665B1C-2B71-606D-D567-D6D4C657E357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B3EF142-5705-1B59-7A6B-0B6F9DA8C7A7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4A84F30-059F-D9A3-B2D3-0B073DE305B5}"/>
              </a:ext>
            </a:extLst>
          </p:cNvPr>
          <p:cNvGrpSpPr/>
          <p:nvPr/>
        </p:nvGrpSpPr>
        <p:grpSpPr>
          <a:xfrm>
            <a:off x="1526264" y="4191429"/>
            <a:ext cx="2984539" cy="816522"/>
            <a:chOff x="283598" y="1906534"/>
            <a:chExt cx="2984539" cy="81652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A514588-84FE-55C3-9602-F56A4A1B135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65DFF05-F3F9-648B-553F-D1CB6A887E70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4C3480-3FEC-A624-9560-B631F665FDE5}"/>
              </a:ext>
            </a:extLst>
          </p:cNvPr>
          <p:cNvGrpSpPr/>
          <p:nvPr/>
        </p:nvGrpSpPr>
        <p:grpSpPr>
          <a:xfrm>
            <a:off x="7725109" y="4191429"/>
            <a:ext cx="2966425" cy="816522"/>
            <a:chOff x="283598" y="1906534"/>
            <a:chExt cx="2966425" cy="816522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4D62E7F-0D90-AFA8-2CE5-64E284C4848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15616B5-F5D4-4093-BDAA-09CF13F8CBF7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788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1861-406B-CE52-AE46-209FBAC4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FC28C079-B5FA-24F3-3C1F-12CDC956A830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16975A16-6CE4-E95F-F064-F67D3032D17B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D6565191-1119-7D2E-E8F3-9801924AE7E2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AE329C0-F57F-D024-8A2E-F03D422CF604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97F4F8D3-E6E1-59D0-043D-FD029090F880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C30E3B91-B545-34CB-C184-6412A3F2939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CCE4910-C63B-CD18-2F8E-C579BA11B5A6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5A7A386-E72F-ACF9-1363-643C56925631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0BE738F-AD4F-1696-847E-5DD7CD86F620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166786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F0555-DBCB-1DF9-961F-A2247B08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AD58FE91-63D1-C487-3032-FEE9D10CAC9A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EBC9F3BE-4CEB-781D-6DB5-23903AC28A0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8F8DD9F4-9E43-60EA-55CC-2F44E2DDF364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2E1F50B-C759-E920-45A3-24C2A61BDD26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D3F84CB-084D-C922-8FF7-78A31BCC2F82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9" name="iSľiḋè">
            <a:extLst>
              <a:ext uri="{FF2B5EF4-FFF2-40B4-BE49-F238E27FC236}">
                <a16:creationId xmlns:a16="http://schemas.microsoft.com/office/drawing/2014/main" id="{4A128738-DEB6-418C-A475-2DF85F656DDE}"/>
              </a:ext>
            </a:extLst>
          </p:cNvPr>
          <p:cNvSpPr/>
          <p:nvPr/>
        </p:nvSpPr>
        <p:spPr>
          <a:xfrm>
            <a:off x="1092201" y="1246815"/>
            <a:ext cx="4420874" cy="3873618"/>
          </a:xfrm>
          <a:prstGeom prst="roundRect">
            <a:avLst>
              <a:gd name="adj" fmla="val 0"/>
            </a:avLst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ct val="20000"/>
              </a:spcBef>
              <a:buChar char="•"/>
            </a:pP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4" name="矩形 13" descr="D:\51PPT模板网\51pptmoban.com\图片.jpg">
            <a:extLst>
              <a:ext uri="{FF2B5EF4-FFF2-40B4-BE49-F238E27FC236}">
                <a16:creationId xmlns:a16="http://schemas.microsoft.com/office/drawing/2014/main" id="{C5D53556-55C5-4577-B611-8D94AC6BB915}"/>
              </a:ext>
            </a:extLst>
          </p:cNvPr>
          <p:cNvSpPr/>
          <p:nvPr/>
        </p:nvSpPr>
        <p:spPr>
          <a:xfrm>
            <a:off x="5627430" y="1246075"/>
            <a:ext cx="2679007" cy="3875099"/>
          </a:xfrm>
          <a:prstGeom prst="rect">
            <a:avLst/>
          </a:prstGeom>
          <a:blipFill dpi="0" rotWithShape="1">
            <a:blip r:embed="rId2"/>
            <a:srcRect/>
            <a:tile tx="-136525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77E7F3-FEAB-08FD-9AE6-162923912576}"/>
              </a:ext>
            </a:extLst>
          </p:cNvPr>
          <p:cNvSpPr/>
          <p:nvPr/>
        </p:nvSpPr>
        <p:spPr>
          <a:xfrm>
            <a:off x="8420793" y="1246075"/>
            <a:ext cx="2679007" cy="3875099"/>
          </a:xfrm>
          <a:prstGeom prst="rect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EDF35E5F-3506-311D-AFF1-A5D264CDD203}"/>
              </a:ext>
            </a:extLst>
          </p:cNvPr>
          <p:cNvSpPr/>
          <p:nvPr/>
        </p:nvSpPr>
        <p:spPr>
          <a:xfrm>
            <a:off x="1092200" y="1750331"/>
            <a:ext cx="2824480" cy="410092"/>
          </a:xfrm>
          <a:custGeom>
            <a:avLst/>
            <a:gdLst>
              <a:gd name="connsiteX0" fmla="*/ 0 w 2824480"/>
              <a:gd name="connsiteY0" fmla="*/ 0 h 410092"/>
              <a:gd name="connsiteX1" fmla="*/ 693420 w 2824480"/>
              <a:gd name="connsiteY1" fmla="*/ 0 h 410092"/>
              <a:gd name="connsiteX2" fmla="*/ 1926014 w 2824480"/>
              <a:gd name="connsiteY2" fmla="*/ 0 h 410092"/>
              <a:gd name="connsiteX3" fmla="*/ 2619434 w 2824480"/>
              <a:gd name="connsiteY3" fmla="*/ 0 h 410092"/>
              <a:gd name="connsiteX4" fmla="*/ 2824480 w 2824480"/>
              <a:gd name="connsiteY4" fmla="*/ 205046 h 410092"/>
              <a:gd name="connsiteX5" fmla="*/ 2824479 w 2824480"/>
              <a:gd name="connsiteY5" fmla="*/ 205046 h 410092"/>
              <a:gd name="connsiteX6" fmla="*/ 2619433 w 2824480"/>
              <a:gd name="connsiteY6" fmla="*/ 410092 h 410092"/>
              <a:gd name="connsiteX7" fmla="*/ 1926016 w 2824480"/>
              <a:gd name="connsiteY7" fmla="*/ 410092 h 410092"/>
              <a:gd name="connsiteX8" fmla="*/ 1926013 w 2824480"/>
              <a:gd name="connsiteY8" fmla="*/ 410092 h 410092"/>
              <a:gd name="connsiteX9" fmla="*/ 0 w 2824480"/>
              <a:gd name="connsiteY9" fmla="*/ 410091 h 410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24480" h="410092">
                <a:moveTo>
                  <a:pt x="0" y="0"/>
                </a:moveTo>
                <a:lnTo>
                  <a:pt x="693420" y="0"/>
                </a:lnTo>
                <a:lnTo>
                  <a:pt x="1926014" y="0"/>
                </a:lnTo>
                <a:lnTo>
                  <a:pt x="2619434" y="0"/>
                </a:lnTo>
                <a:cubicBezTo>
                  <a:pt x="2732678" y="0"/>
                  <a:pt x="2824480" y="91802"/>
                  <a:pt x="2824480" y="205046"/>
                </a:cubicBezTo>
                <a:lnTo>
                  <a:pt x="2824479" y="205046"/>
                </a:lnTo>
                <a:cubicBezTo>
                  <a:pt x="2824479" y="318290"/>
                  <a:pt x="2732677" y="410092"/>
                  <a:pt x="2619433" y="410092"/>
                </a:cubicBezTo>
                <a:lnTo>
                  <a:pt x="1926016" y="410092"/>
                </a:lnTo>
                <a:lnTo>
                  <a:pt x="1926013" y="410092"/>
                </a:lnTo>
                <a:lnTo>
                  <a:pt x="0" y="410091"/>
                </a:lnTo>
                <a:close/>
              </a:path>
            </a:pathLst>
          </a:custGeom>
          <a:solidFill>
            <a:srgbClr val="4F6DD9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zh-CN" alt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57CBD6-A3FC-23C9-0493-2AC98B5575FF}"/>
              </a:ext>
            </a:extLst>
          </p:cNvPr>
          <p:cNvSpPr txBox="1"/>
          <p:nvPr/>
        </p:nvSpPr>
        <p:spPr>
          <a:xfrm>
            <a:off x="1428596" y="2263000"/>
            <a:ext cx="3664104" cy="7632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>
                <a:sym typeface="HarmonyOS Sans SC Light" panose="00000400000000000000" pitchFamily="2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000" dirty="0">
                <a:sym typeface="HarmonyOS Sans SC Light" panose="00000400000000000000" pitchFamily="2" charset="-122"/>
              </a:rPr>
              <a:t>200</a:t>
            </a:r>
            <a:r>
              <a:rPr lang="zh-CN" altLang="en-US" sz="1000" dirty="0">
                <a:sym typeface="HarmonyOS Sans SC Light" panose="00000400000000000000" pitchFamily="2" charset="-122"/>
              </a:rPr>
              <a:t>字以内，据统计每页幻灯片的最好控制在</a:t>
            </a:r>
            <a:r>
              <a:rPr lang="en-US" altLang="zh-CN" sz="1000" dirty="0">
                <a:sym typeface="HarmonyOS Sans SC Light" panose="00000400000000000000" pitchFamily="2" charset="-122"/>
              </a:rPr>
              <a:t>5</a:t>
            </a:r>
            <a:r>
              <a:rPr lang="zh-CN" altLang="en-US" sz="1000" dirty="0">
                <a:sym typeface="HarmonyOS Sans SC Light" panose="00000400000000000000" pitchFamily="2" charset="-122"/>
              </a:rPr>
              <a:t>分钟之内。</a:t>
            </a:r>
            <a:endParaRPr lang="en-US" altLang="zh-CN" sz="1000" dirty="0">
              <a:sym typeface="HarmonyOS Sans SC Light" panose="00000400000000000000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8C7F83-1220-7D56-74ED-8ACDDF6BDB29}"/>
              </a:ext>
            </a:extLst>
          </p:cNvPr>
          <p:cNvSpPr txBox="1"/>
          <p:nvPr/>
        </p:nvSpPr>
        <p:spPr>
          <a:xfrm>
            <a:off x="1386657" y="1775731"/>
            <a:ext cx="1585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A9532F78-3653-26E4-EF25-1EA971E2C8C7}"/>
              </a:ext>
            </a:extLst>
          </p:cNvPr>
          <p:cNvSpPr/>
          <p:nvPr/>
        </p:nvSpPr>
        <p:spPr>
          <a:xfrm>
            <a:off x="1092200" y="3419382"/>
            <a:ext cx="2824480" cy="410092"/>
          </a:xfrm>
          <a:custGeom>
            <a:avLst/>
            <a:gdLst>
              <a:gd name="connsiteX0" fmla="*/ 0 w 2824480"/>
              <a:gd name="connsiteY0" fmla="*/ 0 h 410092"/>
              <a:gd name="connsiteX1" fmla="*/ 693420 w 2824480"/>
              <a:gd name="connsiteY1" fmla="*/ 0 h 410092"/>
              <a:gd name="connsiteX2" fmla="*/ 1926014 w 2824480"/>
              <a:gd name="connsiteY2" fmla="*/ 0 h 410092"/>
              <a:gd name="connsiteX3" fmla="*/ 2619434 w 2824480"/>
              <a:gd name="connsiteY3" fmla="*/ 0 h 410092"/>
              <a:gd name="connsiteX4" fmla="*/ 2824480 w 2824480"/>
              <a:gd name="connsiteY4" fmla="*/ 205046 h 410092"/>
              <a:gd name="connsiteX5" fmla="*/ 2824479 w 2824480"/>
              <a:gd name="connsiteY5" fmla="*/ 205046 h 410092"/>
              <a:gd name="connsiteX6" fmla="*/ 2619433 w 2824480"/>
              <a:gd name="connsiteY6" fmla="*/ 410092 h 410092"/>
              <a:gd name="connsiteX7" fmla="*/ 1926016 w 2824480"/>
              <a:gd name="connsiteY7" fmla="*/ 410092 h 410092"/>
              <a:gd name="connsiteX8" fmla="*/ 1926013 w 2824480"/>
              <a:gd name="connsiteY8" fmla="*/ 410092 h 410092"/>
              <a:gd name="connsiteX9" fmla="*/ 0 w 2824480"/>
              <a:gd name="connsiteY9" fmla="*/ 410091 h 410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24480" h="410092">
                <a:moveTo>
                  <a:pt x="0" y="0"/>
                </a:moveTo>
                <a:lnTo>
                  <a:pt x="693420" y="0"/>
                </a:lnTo>
                <a:lnTo>
                  <a:pt x="1926014" y="0"/>
                </a:lnTo>
                <a:lnTo>
                  <a:pt x="2619434" y="0"/>
                </a:lnTo>
                <a:cubicBezTo>
                  <a:pt x="2732678" y="0"/>
                  <a:pt x="2824480" y="91802"/>
                  <a:pt x="2824480" y="205046"/>
                </a:cubicBezTo>
                <a:lnTo>
                  <a:pt x="2824479" y="205046"/>
                </a:lnTo>
                <a:cubicBezTo>
                  <a:pt x="2824479" y="318290"/>
                  <a:pt x="2732677" y="410092"/>
                  <a:pt x="2619433" y="410092"/>
                </a:cubicBezTo>
                <a:lnTo>
                  <a:pt x="1926016" y="410092"/>
                </a:lnTo>
                <a:lnTo>
                  <a:pt x="1926013" y="410092"/>
                </a:lnTo>
                <a:lnTo>
                  <a:pt x="0" y="410091"/>
                </a:lnTo>
                <a:close/>
              </a:path>
            </a:pathLst>
          </a:custGeom>
          <a:solidFill>
            <a:srgbClr val="4F6DD9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zh-CN" alt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859BF32-0038-4629-ABAF-8ADA43D5D943}"/>
              </a:ext>
            </a:extLst>
          </p:cNvPr>
          <p:cNvSpPr txBox="1"/>
          <p:nvPr/>
        </p:nvSpPr>
        <p:spPr>
          <a:xfrm>
            <a:off x="1428596" y="3932051"/>
            <a:ext cx="3664104" cy="7632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>
                <a:sym typeface="HarmonyOS Sans SC Light" panose="00000400000000000000" pitchFamily="2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000" dirty="0">
                <a:sym typeface="HarmonyOS Sans SC Light" panose="00000400000000000000" pitchFamily="2" charset="-122"/>
              </a:rPr>
              <a:t>200</a:t>
            </a:r>
            <a:r>
              <a:rPr lang="zh-CN" altLang="en-US" sz="1000" dirty="0">
                <a:sym typeface="HarmonyOS Sans SC Light" panose="00000400000000000000" pitchFamily="2" charset="-122"/>
              </a:rPr>
              <a:t>字以内，据统计每页幻灯片的最好控制在</a:t>
            </a:r>
            <a:r>
              <a:rPr lang="en-US" altLang="zh-CN" sz="1000" dirty="0">
                <a:sym typeface="HarmonyOS Sans SC Light" panose="00000400000000000000" pitchFamily="2" charset="-122"/>
              </a:rPr>
              <a:t>5</a:t>
            </a:r>
            <a:r>
              <a:rPr lang="zh-CN" altLang="en-US" sz="1000" dirty="0">
                <a:sym typeface="HarmonyOS Sans SC Light" panose="00000400000000000000" pitchFamily="2" charset="-122"/>
              </a:rPr>
              <a:t>分钟之内。</a:t>
            </a:r>
            <a:endParaRPr lang="en-US" altLang="zh-CN" sz="1000" dirty="0">
              <a:sym typeface="HarmonyOS Sans SC Light" panose="000004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78E772-3A04-D9F2-F71E-F0418E42956C}"/>
              </a:ext>
            </a:extLst>
          </p:cNvPr>
          <p:cNvSpPr txBox="1"/>
          <p:nvPr/>
        </p:nvSpPr>
        <p:spPr>
          <a:xfrm>
            <a:off x="1386657" y="3444782"/>
            <a:ext cx="1585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添加标题文本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094360A-FE14-5E4E-8DC4-5D5065B56719}"/>
              </a:ext>
            </a:extLst>
          </p:cNvPr>
          <p:cNvGrpSpPr/>
          <p:nvPr/>
        </p:nvGrpSpPr>
        <p:grpSpPr>
          <a:xfrm>
            <a:off x="8742003" y="1750331"/>
            <a:ext cx="2235568" cy="1047355"/>
            <a:chOff x="8742003" y="2159906"/>
            <a:chExt cx="2235568" cy="1047355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395B71E-F8F6-62D2-0A0B-4E2A78C73500}"/>
                </a:ext>
              </a:extLst>
            </p:cNvPr>
            <p:cNvSpPr txBox="1"/>
            <p:nvPr/>
          </p:nvSpPr>
          <p:spPr>
            <a:xfrm>
              <a:off x="8742003" y="2443975"/>
              <a:ext cx="206334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B5F6E13-CC96-2E21-F4BD-B3215CA3816D}"/>
                </a:ext>
              </a:extLst>
            </p:cNvPr>
            <p:cNvSpPr txBox="1"/>
            <p:nvPr/>
          </p:nvSpPr>
          <p:spPr>
            <a:xfrm>
              <a:off x="8742004" y="2159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6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EA34D66-FA8F-5693-1164-BF3ACEF547C7}"/>
              </a:ext>
            </a:extLst>
          </p:cNvPr>
          <p:cNvGrpSpPr/>
          <p:nvPr/>
        </p:nvGrpSpPr>
        <p:grpSpPr>
          <a:xfrm>
            <a:off x="8742003" y="3305796"/>
            <a:ext cx="2235568" cy="1047355"/>
            <a:chOff x="8742003" y="2159906"/>
            <a:chExt cx="2235568" cy="1047355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8D38012-CF87-2091-7E27-013199AB0734}"/>
                </a:ext>
              </a:extLst>
            </p:cNvPr>
            <p:cNvSpPr txBox="1"/>
            <p:nvPr/>
          </p:nvSpPr>
          <p:spPr>
            <a:xfrm>
              <a:off x="8742003" y="2443975"/>
              <a:ext cx="206334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289A745-CFB0-5098-D879-0942B2CEE06D}"/>
                </a:ext>
              </a:extLst>
            </p:cNvPr>
            <p:cNvSpPr txBox="1"/>
            <p:nvPr/>
          </p:nvSpPr>
          <p:spPr>
            <a:xfrm>
              <a:off x="8742004" y="2159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6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52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B6D3B-C050-5D82-1F2D-7D4806BA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69AA32FB-9439-1DE3-B4EC-0344BAB2B568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EEEE7119-B4B3-E462-1BD7-16C117BC5134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D8A666CD-2C51-EE17-BB2E-E3791D9D26C6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0F13999-8965-A71E-81A4-AD5B73342BC1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2BAFACF-27FF-9DC4-62F4-BC70E23B1636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3" name="Freeform 6" descr="D:\51PPT模板网\51pptmoban.com\图片.jpg">
            <a:extLst>
              <a:ext uri="{FF2B5EF4-FFF2-40B4-BE49-F238E27FC236}">
                <a16:creationId xmlns:a16="http://schemas.microsoft.com/office/drawing/2014/main" id="{4F69789C-0B05-3045-D610-5B1D3D99FD17}"/>
              </a:ext>
            </a:extLst>
          </p:cNvPr>
          <p:cNvSpPr/>
          <p:nvPr/>
        </p:nvSpPr>
        <p:spPr bwMode="auto">
          <a:xfrm>
            <a:off x="4975754" y="3234973"/>
            <a:ext cx="2239089" cy="1737888"/>
          </a:xfrm>
          <a:custGeom>
            <a:avLst/>
            <a:gdLst>
              <a:gd name="T0" fmla="*/ 143 w 950"/>
              <a:gd name="T1" fmla="*/ 227 h 737"/>
              <a:gd name="T2" fmla="*/ 193 w 950"/>
              <a:gd name="T3" fmla="*/ 244 h 737"/>
              <a:gd name="T4" fmla="*/ 198 w 950"/>
              <a:gd name="T5" fmla="*/ 277 h 737"/>
              <a:gd name="T6" fmla="*/ 0 w 950"/>
              <a:gd name="T7" fmla="*/ 475 h 737"/>
              <a:gd name="T8" fmla="*/ 950 w 950"/>
              <a:gd name="T9" fmla="*/ 475 h 737"/>
              <a:gd name="T10" fmla="*/ 950 w 950"/>
              <a:gd name="T11" fmla="*/ 475 h 737"/>
              <a:gd name="T12" fmla="*/ 475 w 950"/>
              <a:gd name="T13" fmla="*/ 0 h 737"/>
              <a:gd name="T14" fmla="*/ 277 w 950"/>
              <a:gd name="T15" fmla="*/ 198 h 737"/>
              <a:gd name="T16" fmla="*/ 244 w 950"/>
              <a:gd name="T17" fmla="*/ 192 h 737"/>
              <a:gd name="T18" fmla="*/ 227 w 950"/>
              <a:gd name="T19" fmla="*/ 143 h 737"/>
              <a:gd name="T20" fmla="*/ 143 w 950"/>
              <a:gd name="T21" fmla="*/ 143 h 737"/>
              <a:gd name="T22" fmla="*/ 143 w 950"/>
              <a:gd name="T23" fmla="*/ 227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50" h="737">
                <a:moveTo>
                  <a:pt x="143" y="227"/>
                </a:moveTo>
                <a:cubicBezTo>
                  <a:pt x="157" y="240"/>
                  <a:pt x="175" y="246"/>
                  <a:pt x="193" y="244"/>
                </a:cubicBezTo>
                <a:cubicBezTo>
                  <a:pt x="198" y="253"/>
                  <a:pt x="199" y="266"/>
                  <a:pt x="198" y="277"/>
                </a:cubicBezTo>
                <a:cubicBezTo>
                  <a:pt x="0" y="475"/>
                  <a:pt x="0" y="475"/>
                  <a:pt x="0" y="475"/>
                </a:cubicBezTo>
                <a:cubicBezTo>
                  <a:pt x="262" y="737"/>
                  <a:pt x="688" y="737"/>
                  <a:pt x="950" y="475"/>
                </a:cubicBezTo>
                <a:cubicBezTo>
                  <a:pt x="950" y="475"/>
                  <a:pt x="950" y="475"/>
                  <a:pt x="950" y="475"/>
                </a:cubicBezTo>
                <a:cubicBezTo>
                  <a:pt x="475" y="0"/>
                  <a:pt x="475" y="0"/>
                  <a:pt x="475" y="0"/>
                </a:cubicBezTo>
                <a:cubicBezTo>
                  <a:pt x="277" y="198"/>
                  <a:pt x="277" y="198"/>
                  <a:pt x="277" y="198"/>
                </a:cubicBezTo>
                <a:cubicBezTo>
                  <a:pt x="266" y="199"/>
                  <a:pt x="254" y="198"/>
                  <a:pt x="244" y="192"/>
                </a:cubicBezTo>
                <a:cubicBezTo>
                  <a:pt x="246" y="175"/>
                  <a:pt x="241" y="156"/>
                  <a:pt x="227" y="143"/>
                </a:cubicBezTo>
                <a:cubicBezTo>
                  <a:pt x="204" y="120"/>
                  <a:pt x="166" y="120"/>
                  <a:pt x="143" y="143"/>
                </a:cubicBezTo>
                <a:cubicBezTo>
                  <a:pt x="120" y="166"/>
                  <a:pt x="120" y="204"/>
                  <a:pt x="143" y="227"/>
                </a:cubicBezTo>
              </a:path>
            </a:pathLst>
          </a:custGeom>
          <a:solidFill>
            <a:srgbClr val="97B6F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62ABE2E-D565-B89B-2643-FA2234B16CE3}"/>
              </a:ext>
            </a:extLst>
          </p:cNvPr>
          <p:cNvSpPr/>
          <p:nvPr/>
        </p:nvSpPr>
        <p:spPr bwMode="auto">
          <a:xfrm>
            <a:off x="6094727" y="2114658"/>
            <a:ext cx="1737579" cy="2240630"/>
          </a:xfrm>
          <a:custGeom>
            <a:avLst/>
            <a:gdLst>
              <a:gd name="T0" fmla="*/ 198 w 737"/>
              <a:gd name="T1" fmla="*/ 673 h 950"/>
              <a:gd name="T2" fmla="*/ 193 w 737"/>
              <a:gd name="T3" fmla="*/ 706 h 950"/>
              <a:gd name="T4" fmla="*/ 143 w 737"/>
              <a:gd name="T5" fmla="*/ 723 h 950"/>
              <a:gd name="T6" fmla="*/ 143 w 737"/>
              <a:gd name="T7" fmla="*/ 807 h 950"/>
              <a:gd name="T8" fmla="*/ 227 w 737"/>
              <a:gd name="T9" fmla="*/ 807 h 950"/>
              <a:gd name="T10" fmla="*/ 244 w 737"/>
              <a:gd name="T11" fmla="*/ 757 h 950"/>
              <a:gd name="T12" fmla="*/ 277 w 737"/>
              <a:gd name="T13" fmla="*/ 752 h 950"/>
              <a:gd name="T14" fmla="*/ 475 w 737"/>
              <a:gd name="T15" fmla="*/ 950 h 950"/>
              <a:gd name="T16" fmla="*/ 475 w 737"/>
              <a:gd name="T17" fmla="*/ 0 h 950"/>
              <a:gd name="T18" fmla="*/ 475 w 737"/>
              <a:gd name="T19" fmla="*/ 0 h 950"/>
              <a:gd name="T20" fmla="*/ 0 w 737"/>
              <a:gd name="T21" fmla="*/ 475 h 950"/>
              <a:gd name="T22" fmla="*/ 198 w 737"/>
              <a:gd name="T23" fmla="*/ 673 h 9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37" h="950">
                <a:moveTo>
                  <a:pt x="198" y="673"/>
                </a:moveTo>
                <a:cubicBezTo>
                  <a:pt x="199" y="684"/>
                  <a:pt x="198" y="696"/>
                  <a:pt x="193" y="706"/>
                </a:cubicBezTo>
                <a:cubicBezTo>
                  <a:pt x="175" y="704"/>
                  <a:pt x="156" y="709"/>
                  <a:pt x="143" y="723"/>
                </a:cubicBezTo>
                <a:cubicBezTo>
                  <a:pt x="120" y="746"/>
                  <a:pt x="120" y="784"/>
                  <a:pt x="143" y="807"/>
                </a:cubicBezTo>
                <a:cubicBezTo>
                  <a:pt x="166" y="830"/>
                  <a:pt x="204" y="830"/>
                  <a:pt x="227" y="807"/>
                </a:cubicBezTo>
                <a:cubicBezTo>
                  <a:pt x="240" y="793"/>
                  <a:pt x="246" y="775"/>
                  <a:pt x="244" y="757"/>
                </a:cubicBezTo>
                <a:cubicBezTo>
                  <a:pt x="254" y="752"/>
                  <a:pt x="266" y="751"/>
                  <a:pt x="277" y="752"/>
                </a:cubicBezTo>
                <a:cubicBezTo>
                  <a:pt x="475" y="950"/>
                  <a:pt x="475" y="950"/>
                  <a:pt x="475" y="950"/>
                </a:cubicBezTo>
                <a:cubicBezTo>
                  <a:pt x="737" y="687"/>
                  <a:pt x="737" y="262"/>
                  <a:pt x="475" y="0"/>
                </a:cubicBezTo>
                <a:cubicBezTo>
                  <a:pt x="475" y="0"/>
                  <a:pt x="475" y="0"/>
                  <a:pt x="475" y="0"/>
                </a:cubicBezTo>
                <a:cubicBezTo>
                  <a:pt x="0" y="475"/>
                  <a:pt x="0" y="475"/>
                  <a:pt x="0" y="475"/>
                </a:cubicBezTo>
                <a:cubicBezTo>
                  <a:pt x="198" y="673"/>
                  <a:pt x="198" y="673"/>
                  <a:pt x="198" y="673"/>
                </a:cubicBezTo>
              </a:path>
            </a:pathLst>
          </a:custGeom>
          <a:solidFill>
            <a:srgbClr val="4F6DD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Freeform 15">
            <a:extLst>
              <a:ext uri="{FF2B5EF4-FFF2-40B4-BE49-F238E27FC236}">
                <a16:creationId xmlns:a16="http://schemas.microsoft.com/office/drawing/2014/main" id="{7FFA0B3C-2E4D-AD80-04E0-82E20EBBB0E1}"/>
              </a:ext>
            </a:extLst>
          </p:cNvPr>
          <p:cNvSpPr/>
          <p:nvPr/>
        </p:nvSpPr>
        <p:spPr bwMode="auto">
          <a:xfrm>
            <a:off x="4975754" y="1497085"/>
            <a:ext cx="2239089" cy="1737888"/>
          </a:xfrm>
          <a:custGeom>
            <a:avLst/>
            <a:gdLst>
              <a:gd name="T0" fmla="*/ 475 w 950"/>
              <a:gd name="T1" fmla="*/ 737 h 737"/>
              <a:gd name="T2" fmla="*/ 673 w 950"/>
              <a:gd name="T3" fmla="*/ 539 h 737"/>
              <a:gd name="T4" fmla="*/ 706 w 950"/>
              <a:gd name="T5" fmla="*/ 544 h 737"/>
              <a:gd name="T6" fmla="*/ 723 w 950"/>
              <a:gd name="T7" fmla="*/ 594 h 737"/>
              <a:gd name="T8" fmla="*/ 807 w 950"/>
              <a:gd name="T9" fmla="*/ 594 h 737"/>
              <a:gd name="T10" fmla="*/ 807 w 950"/>
              <a:gd name="T11" fmla="*/ 510 h 737"/>
              <a:gd name="T12" fmla="*/ 757 w 950"/>
              <a:gd name="T13" fmla="*/ 493 h 737"/>
              <a:gd name="T14" fmla="*/ 752 w 950"/>
              <a:gd name="T15" fmla="*/ 460 h 737"/>
              <a:gd name="T16" fmla="*/ 950 w 950"/>
              <a:gd name="T17" fmla="*/ 262 h 737"/>
              <a:gd name="T18" fmla="*/ 0 w 950"/>
              <a:gd name="T19" fmla="*/ 262 h 737"/>
              <a:gd name="T20" fmla="*/ 0 w 950"/>
              <a:gd name="T21" fmla="*/ 262 h 737"/>
              <a:gd name="T22" fmla="*/ 475 w 950"/>
              <a:gd name="T23" fmla="*/ 737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50" h="737">
                <a:moveTo>
                  <a:pt x="475" y="737"/>
                </a:moveTo>
                <a:cubicBezTo>
                  <a:pt x="673" y="539"/>
                  <a:pt x="673" y="539"/>
                  <a:pt x="673" y="539"/>
                </a:cubicBezTo>
                <a:cubicBezTo>
                  <a:pt x="684" y="538"/>
                  <a:pt x="696" y="539"/>
                  <a:pt x="706" y="544"/>
                </a:cubicBezTo>
                <a:cubicBezTo>
                  <a:pt x="704" y="562"/>
                  <a:pt x="709" y="580"/>
                  <a:pt x="723" y="594"/>
                </a:cubicBezTo>
                <a:cubicBezTo>
                  <a:pt x="746" y="617"/>
                  <a:pt x="784" y="617"/>
                  <a:pt x="807" y="594"/>
                </a:cubicBezTo>
                <a:cubicBezTo>
                  <a:pt x="830" y="571"/>
                  <a:pt x="830" y="533"/>
                  <a:pt x="807" y="510"/>
                </a:cubicBezTo>
                <a:cubicBezTo>
                  <a:pt x="793" y="496"/>
                  <a:pt x="775" y="491"/>
                  <a:pt x="757" y="493"/>
                </a:cubicBezTo>
                <a:cubicBezTo>
                  <a:pt x="752" y="483"/>
                  <a:pt x="751" y="471"/>
                  <a:pt x="752" y="460"/>
                </a:cubicBezTo>
                <a:cubicBezTo>
                  <a:pt x="950" y="262"/>
                  <a:pt x="950" y="262"/>
                  <a:pt x="950" y="262"/>
                </a:cubicBezTo>
                <a:cubicBezTo>
                  <a:pt x="688" y="0"/>
                  <a:pt x="262" y="0"/>
                  <a:pt x="0" y="262"/>
                </a:cubicBezTo>
                <a:cubicBezTo>
                  <a:pt x="0" y="262"/>
                  <a:pt x="0" y="262"/>
                  <a:pt x="0" y="262"/>
                </a:cubicBezTo>
                <a:cubicBezTo>
                  <a:pt x="475" y="737"/>
                  <a:pt x="475" y="737"/>
                  <a:pt x="475" y="737"/>
                </a:cubicBezTo>
              </a:path>
            </a:pathLst>
          </a:custGeom>
          <a:solidFill>
            <a:srgbClr val="97B6F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Freeform 28">
            <a:extLst>
              <a:ext uri="{FF2B5EF4-FFF2-40B4-BE49-F238E27FC236}">
                <a16:creationId xmlns:a16="http://schemas.microsoft.com/office/drawing/2014/main" id="{517ECBC3-C7AE-8927-10D0-F17E17DB339B}"/>
              </a:ext>
            </a:extLst>
          </p:cNvPr>
          <p:cNvSpPr/>
          <p:nvPr/>
        </p:nvSpPr>
        <p:spPr bwMode="auto">
          <a:xfrm>
            <a:off x="4357148" y="2114658"/>
            <a:ext cx="1737579" cy="2240630"/>
          </a:xfrm>
          <a:custGeom>
            <a:avLst/>
            <a:gdLst>
              <a:gd name="T0" fmla="*/ 493 w 737"/>
              <a:gd name="T1" fmla="*/ 192 h 950"/>
              <a:gd name="T2" fmla="*/ 460 w 737"/>
              <a:gd name="T3" fmla="*/ 198 h 950"/>
              <a:gd name="T4" fmla="*/ 262 w 737"/>
              <a:gd name="T5" fmla="*/ 0 h 950"/>
              <a:gd name="T6" fmla="*/ 262 w 737"/>
              <a:gd name="T7" fmla="*/ 950 h 950"/>
              <a:gd name="T8" fmla="*/ 262 w 737"/>
              <a:gd name="T9" fmla="*/ 950 h 950"/>
              <a:gd name="T10" fmla="*/ 460 w 737"/>
              <a:gd name="T11" fmla="*/ 752 h 950"/>
              <a:gd name="T12" fmla="*/ 455 w 737"/>
              <a:gd name="T13" fmla="*/ 719 h 950"/>
              <a:gd name="T14" fmla="*/ 405 w 737"/>
              <a:gd name="T15" fmla="*/ 702 h 950"/>
              <a:gd name="T16" fmla="*/ 405 w 737"/>
              <a:gd name="T17" fmla="*/ 618 h 950"/>
              <a:gd name="T18" fmla="*/ 489 w 737"/>
              <a:gd name="T19" fmla="*/ 618 h 950"/>
              <a:gd name="T20" fmla="*/ 506 w 737"/>
              <a:gd name="T21" fmla="*/ 667 h 950"/>
              <a:gd name="T22" fmla="*/ 539 w 737"/>
              <a:gd name="T23" fmla="*/ 673 h 950"/>
              <a:gd name="T24" fmla="*/ 737 w 737"/>
              <a:gd name="T25" fmla="*/ 475 h 950"/>
              <a:gd name="T26" fmla="*/ 539 w 737"/>
              <a:gd name="T27" fmla="*/ 277 h 950"/>
              <a:gd name="T28" fmla="*/ 544 w 737"/>
              <a:gd name="T29" fmla="*/ 244 h 950"/>
              <a:gd name="T30" fmla="*/ 594 w 737"/>
              <a:gd name="T31" fmla="*/ 227 h 950"/>
              <a:gd name="T32" fmla="*/ 594 w 737"/>
              <a:gd name="T33" fmla="*/ 143 h 950"/>
              <a:gd name="T34" fmla="*/ 510 w 737"/>
              <a:gd name="T35" fmla="*/ 143 h 950"/>
              <a:gd name="T36" fmla="*/ 493 w 737"/>
              <a:gd name="T37" fmla="*/ 192 h 9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37" h="950">
                <a:moveTo>
                  <a:pt x="493" y="192"/>
                </a:moveTo>
                <a:cubicBezTo>
                  <a:pt x="484" y="198"/>
                  <a:pt x="471" y="199"/>
                  <a:pt x="460" y="198"/>
                </a:cubicBezTo>
                <a:cubicBezTo>
                  <a:pt x="262" y="0"/>
                  <a:pt x="262" y="0"/>
                  <a:pt x="262" y="0"/>
                </a:cubicBezTo>
                <a:cubicBezTo>
                  <a:pt x="0" y="262"/>
                  <a:pt x="0" y="687"/>
                  <a:pt x="262" y="950"/>
                </a:cubicBezTo>
                <a:cubicBezTo>
                  <a:pt x="262" y="950"/>
                  <a:pt x="262" y="950"/>
                  <a:pt x="262" y="950"/>
                </a:cubicBezTo>
                <a:cubicBezTo>
                  <a:pt x="460" y="752"/>
                  <a:pt x="460" y="752"/>
                  <a:pt x="460" y="752"/>
                </a:cubicBezTo>
                <a:cubicBezTo>
                  <a:pt x="461" y="741"/>
                  <a:pt x="460" y="728"/>
                  <a:pt x="455" y="719"/>
                </a:cubicBezTo>
                <a:cubicBezTo>
                  <a:pt x="437" y="721"/>
                  <a:pt x="419" y="715"/>
                  <a:pt x="405" y="702"/>
                </a:cubicBezTo>
                <a:cubicBezTo>
                  <a:pt x="382" y="679"/>
                  <a:pt x="382" y="641"/>
                  <a:pt x="405" y="618"/>
                </a:cubicBezTo>
                <a:cubicBezTo>
                  <a:pt x="428" y="595"/>
                  <a:pt x="466" y="595"/>
                  <a:pt x="489" y="618"/>
                </a:cubicBezTo>
                <a:cubicBezTo>
                  <a:pt x="503" y="631"/>
                  <a:pt x="508" y="650"/>
                  <a:pt x="506" y="667"/>
                </a:cubicBezTo>
                <a:cubicBezTo>
                  <a:pt x="516" y="673"/>
                  <a:pt x="528" y="674"/>
                  <a:pt x="539" y="673"/>
                </a:cubicBezTo>
                <a:cubicBezTo>
                  <a:pt x="737" y="475"/>
                  <a:pt x="737" y="475"/>
                  <a:pt x="737" y="475"/>
                </a:cubicBezTo>
                <a:cubicBezTo>
                  <a:pt x="539" y="277"/>
                  <a:pt x="539" y="277"/>
                  <a:pt x="539" y="277"/>
                </a:cubicBezTo>
                <a:cubicBezTo>
                  <a:pt x="538" y="266"/>
                  <a:pt x="539" y="253"/>
                  <a:pt x="544" y="244"/>
                </a:cubicBezTo>
                <a:cubicBezTo>
                  <a:pt x="562" y="246"/>
                  <a:pt x="581" y="240"/>
                  <a:pt x="594" y="227"/>
                </a:cubicBezTo>
                <a:cubicBezTo>
                  <a:pt x="617" y="204"/>
                  <a:pt x="617" y="166"/>
                  <a:pt x="594" y="143"/>
                </a:cubicBezTo>
                <a:cubicBezTo>
                  <a:pt x="571" y="120"/>
                  <a:pt x="533" y="120"/>
                  <a:pt x="510" y="143"/>
                </a:cubicBezTo>
                <a:cubicBezTo>
                  <a:pt x="497" y="156"/>
                  <a:pt x="491" y="175"/>
                  <a:pt x="493" y="192"/>
                </a:cubicBezTo>
                <a:close/>
              </a:path>
            </a:pathLst>
          </a:custGeom>
          <a:solidFill>
            <a:srgbClr val="4F6DD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9EB69A1B-F18B-00B4-DC17-570DBEA3DEE5}"/>
              </a:ext>
            </a:extLst>
          </p:cNvPr>
          <p:cNvSpPr/>
          <p:nvPr/>
        </p:nvSpPr>
        <p:spPr>
          <a:xfrm>
            <a:off x="4178935" y="1343977"/>
            <a:ext cx="3807022" cy="3757426"/>
          </a:xfrm>
          <a:prstGeom prst="arc">
            <a:avLst>
              <a:gd name="adj1" fmla="val 19872404"/>
              <a:gd name="adj2" fmla="val 1799806"/>
            </a:avLst>
          </a:prstGeom>
          <a:ln w="31750">
            <a:solidFill>
              <a:schemeClr val="tx1">
                <a:lumMod val="75000"/>
                <a:lumOff val="2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0EC1C859-6949-19DF-02BB-E167D338C3A7}"/>
              </a:ext>
            </a:extLst>
          </p:cNvPr>
          <p:cNvSpPr/>
          <p:nvPr/>
        </p:nvSpPr>
        <p:spPr>
          <a:xfrm>
            <a:off x="4192073" y="1356546"/>
            <a:ext cx="3807022" cy="3757426"/>
          </a:xfrm>
          <a:prstGeom prst="arc">
            <a:avLst>
              <a:gd name="adj1" fmla="val 3286547"/>
              <a:gd name="adj2" fmla="val 7915667"/>
            </a:avLst>
          </a:prstGeom>
          <a:ln w="31750">
            <a:solidFill>
              <a:schemeClr val="tx1">
                <a:lumMod val="75000"/>
                <a:lumOff val="2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弧形 8">
            <a:extLst>
              <a:ext uri="{FF2B5EF4-FFF2-40B4-BE49-F238E27FC236}">
                <a16:creationId xmlns:a16="http://schemas.microsoft.com/office/drawing/2014/main" id="{D3E53AB4-D946-34E9-FB4D-FE6DCE194AF1}"/>
              </a:ext>
            </a:extLst>
          </p:cNvPr>
          <p:cNvSpPr/>
          <p:nvPr/>
        </p:nvSpPr>
        <p:spPr>
          <a:xfrm>
            <a:off x="4192073" y="1356546"/>
            <a:ext cx="3807022" cy="3757426"/>
          </a:xfrm>
          <a:prstGeom prst="arc">
            <a:avLst>
              <a:gd name="adj1" fmla="val 9432568"/>
              <a:gd name="adj2" fmla="val 12657671"/>
            </a:avLst>
          </a:prstGeom>
          <a:ln w="31750">
            <a:solidFill>
              <a:schemeClr val="tx1">
                <a:lumMod val="75000"/>
                <a:lumOff val="2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81D1E21D-D765-3D87-FED6-710D0C339BB8}"/>
              </a:ext>
            </a:extLst>
          </p:cNvPr>
          <p:cNvSpPr/>
          <p:nvPr/>
        </p:nvSpPr>
        <p:spPr>
          <a:xfrm>
            <a:off x="4178935" y="1343977"/>
            <a:ext cx="3807022" cy="3757426"/>
          </a:xfrm>
          <a:prstGeom prst="arc">
            <a:avLst>
              <a:gd name="adj1" fmla="val 14308624"/>
              <a:gd name="adj2" fmla="val 18507006"/>
            </a:avLst>
          </a:prstGeom>
          <a:ln w="31750">
            <a:solidFill>
              <a:schemeClr val="tx1">
                <a:lumMod val="75000"/>
                <a:lumOff val="2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957CA7-ECBB-8465-FC81-10F37250DAC5}"/>
              </a:ext>
            </a:extLst>
          </p:cNvPr>
          <p:cNvSpPr txBox="1"/>
          <p:nvPr/>
        </p:nvSpPr>
        <p:spPr>
          <a:xfrm>
            <a:off x="4545643" y="3052729"/>
            <a:ext cx="1209793" cy="33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AE29E6-739A-0816-5A3B-2112F41C2AD5}"/>
              </a:ext>
            </a:extLst>
          </p:cNvPr>
          <p:cNvSpPr txBox="1"/>
          <p:nvPr/>
        </p:nvSpPr>
        <p:spPr>
          <a:xfrm>
            <a:off x="6358620" y="3065298"/>
            <a:ext cx="1209793" cy="33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61EF6D-3175-8DA5-954E-2E2614AAD6D5}"/>
              </a:ext>
            </a:extLst>
          </p:cNvPr>
          <p:cNvSpPr txBox="1"/>
          <p:nvPr/>
        </p:nvSpPr>
        <p:spPr>
          <a:xfrm>
            <a:off x="5490973" y="1988972"/>
            <a:ext cx="1209793" cy="33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120335-04ED-C0DE-6BE8-3F95E6038F65}"/>
              </a:ext>
            </a:extLst>
          </p:cNvPr>
          <p:cNvSpPr txBox="1"/>
          <p:nvPr/>
        </p:nvSpPr>
        <p:spPr>
          <a:xfrm>
            <a:off x="5473837" y="4112487"/>
            <a:ext cx="1209793" cy="33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关键词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5D64D19-E4C3-4D2B-B917-2C157E9CEF08}"/>
              </a:ext>
            </a:extLst>
          </p:cNvPr>
          <p:cNvSpPr/>
          <p:nvPr/>
        </p:nvSpPr>
        <p:spPr>
          <a:xfrm>
            <a:off x="4395990" y="1497085"/>
            <a:ext cx="579764" cy="579867"/>
          </a:xfrm>
          <a:prstGeom prst="ellipse">
            <a:avLst/>
          </a:prstGeom>
          <a:solidFill>
            <a:srgbClr val="97B6F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6B15399-B9D0-84DD-AA43-031A0C1277EC}"/>
              </a:ext>
            </a:extLst>
          </p:cNvPr>
          <p:cNvSpPr/>
          <p:nvPr/>
        </p:nvSpPr>
        <p:spPr>
          <a:xfrm>
            <a:off x="7406193" y="1534791"/>
            <a:ext cx="579764" cy="579867"/>
          </a:xfrm>
          <a:prstGeom prst="ellipse">
            <a:avLst/>
          </a:prstGeom>
          <a:solidFill>
            <a:srgbClr val="4F6D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42CF248-DC99-EDF1-EE45-B9302B789CD6}"/>
              </a:ext>
            </a:extLst>
          </p:cNvPr>
          <p:cNvSpPr/>
          <p:nvPr/>
        </p:nvSpPr>
        <p:spPr>
          <a:xfrm>
            <a:off x="7252542" y="4221605"/>
            <a:ext cx="579764" cy="579867"/>
          </a:xfrm>
          <a:prstGeom prst="ellipse">
            <a:avLst/>
          </a:prstGeom>
          <a:solidFill>
            <a:srgbClr val="97B6F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8A255CB-47F7-585D-C96B-7D60B451F987}"/>
              </a:ext>
            </a:extLst>
          </p:cNvPr>
          <p:cNvSpPr/>
          <p:nvPr/>
        </p:nvSpPr>
        <p:spPr>
          <a:xfrm>
            <a:off x="4192073" y="4112487"/>
            <a:ext cx="579764" cy="579867"/>
          </a:xfrm>
          <a:prstGeom prst="ellipse">
            <a:avLst/>
          </a:prstGeom>
          <a:solidFill>
            <a:srgbClr val="4F6D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AutoShape 114">
            <a:extLst>
              <a:ext uri="{FF2B5EF4-FFF2-40B4-BE49-F238E27FC236}">
                <a16:creationId xmlns:a16="http://schemas.microsoft.com/office/drawing/2014/main" id="{2B2A4384-F2F2-C29C-2022-45DE806C1D06}"/>
              </a:ext>
            </a:extLst>
          </p:cNvPr>
          <p:cNvSpPr>
            <a:spLocks noChangeAspect="1"/>
          </p:cNvSpPr>
          <p:nvPr/>
        </p:nvSpPr>
        <p:spPr bwMode="auto">
          <a:xfrm>
            <a:off x="4528858" y="1619836"/>
            <a:ext cx="322773" cy="31374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050" y="9182"/>
                </a:moveTo>
                <a:cubicBezTo>
                  <a:pt x="21200" y="9182"/>
                  <a:pt x="21329" y="9229"/>
                  <a:pt x="21435" y="9326"/>
                </a:cubicBezTo>
                <a:cubicBezTo>
                  <a:pt x="21544" y="9426"/>
                  <a:pt x="21599" y="9549"/>
                  <a:pt x="21599" y="9699"/>
                </a:cubicBezTo>
                <a:lnTo>
                  <a:pt x="21599" y="11867"/>
                </a:lnTo>
                <a:cubicBezTo>
                  <a:pt x="21599" y="12232"/>
                  <a:pt x="21415" y="12414"/>
                  <a:pt x="21050" y="12414"/>
                </a:cubicBezTo>
                <a:lnTo>
                  <a:pt x="18746" y="12414"/>
                </a:lnTo>
                <a:cubicBezTo>
                  <a:pt x="18575" y="13204"/>
                  <a:pt x="18299" y="13947"/>
                  <a:pt x="17915" y="14646"/>
                </a:cubicBezTo>
                <a:cubicBezTo>
                  <a:pt x="17530" y="15342"/>
                  <a:pt x="17066" y="15965"/>
                  <a:pt x="16517" y="16514"/>
                </a:cubicBezTo>
                <a:cubicBezTo>
                  <a:pt x="15968" y="17061"/>
                  <a:pt x="15346" y="17528"/>
                  <a:pt x="14647" y="17913"/>
                </a:cubicBezTo>
                <a:cubicBezTo>
                  <a:pt x="13948" y="18298"/>
                  <a:pt x="13206" y="18577"/>
                  <a:pt x="12419" y="18741"/>
                </a:cubicBezTo>
                <a:lnTo>
                  <a:pt x="12419" y="21050"/>
                </a:lnTo>
                <a:cubicBezTo>
                  <a:pt x="12419" y="21197"/>
                  <a:pt x="12369" y="21329"/>
                  <a:pt x="12269" y="21435"/>
                </a:cubicBezTo>
                <a:cubicBezTo>
                  <a:pt x="12172" y="21544"/>
                  <a:pt x="12049" y="21599"/>
                  <a:pt x="11896" y="21599"/>
                </a:cubicBezTo>
                <a:lnTo>
                  <a:pt x="9732" y="21599"/>
                </a:lnTo>
                <a:cubicBezTo>
                  <a:pt x="9368" y="21599"/>
                  <a:pt x="9183" y="21417"/>
                  <a:pt x="9183" y="21050"/>
                </a:cubicBezTo>
                <a:lnTo>
                  <a:pt x="9183" y="18741"/>
                </a:lnTo>
                <a:cubicBezTo>
                  <a:pt x="8396" y="18577"/>
                  <a:pt x="7654" y="18298"/>
                  <a:pt x="6955" y="17913"/>
                </a:cubicBezTo>
                <a:cubicBezTo>
                  <a:pt x="6259" y="17528"/>
                  <a:pt x="5634" y="17061"/>
                  <a:pt x="5085" y="16514"/>
                </a:cubicBezTo>
                <a:cubicBezTo>
                  <a:pt x="4536" y="15965"/>
                  <a:pt x="4069" y="15342"/>
                  <a:pt x="3687" y="14646"/>
                </a:cubicBezTo>
                <a:cubicBezTo>
                  <a:pt x="3300" y="13947"/>
                  <a:pt x="3024" y="13204"/>
                  <a:pt x="2856" y="12414"/>
                </a:cubicBezTo>
                <a:lnTo>
                  <a:pt x="551" y="12414"/>
                </a:lnTo>
                <a:cubicBezTo>
                  <a:pt x="187" y="12414"/>
                  <a:pt x="0" y="12231"/>
                  <a:pt x="0" y="11867"/>
                </a:cubicBezTo>
                <a:lnTo>
                  <a:pt x="0" y="9699"/>
                </a:lnTo>
                <a:cubicBezTo>
                  <a:pt x="0" y="9549"/>
                  <a:pt x="58" y="9426"/>
                  <a:pt x="167" y="9326"/>
                </a:cubicBezTo>
                <a:cubicBezTo>
                  <a:pt x="273" y="9229"/>
                  <a:pt x="402" y="9182"/>
                  <a:pt x="551" y="9182"/>
                </a:cubicBezTo>
                <a:lnTo>
                  <a:pt x="2856" y="9182"/>
                </a:lnTo>
                <a:cubicBezTo>
                  <a:pt x="3026" y="8392"/>
                  <a:pt x="3300" y="7652"/>
                  <a:pt x="3687" y="6953"/>
                </a:cubicBezTo>
                <a:cubicBezTo>
                  <a:pt x="4069" y="6251"/>
                  <a:pt x="4536" y="5631"/>
                  <a:pt x="5085" y="5081"/>
                </a:cubicBezTo>
                <a:cubicBezTo>
                  <a:pt x="5634" y="4532"/>
                  <a:pt x="6256" y="4065"/>
                  <a:pt x="6955" y="3680"/>
                </a:cubicBezTo>
                <a:cubicBezTo>
                  <a:pt x="7654" y="3298"/>
                  <a:pt x="8396" y="3022"/>
                  <a:pt x="9183" y="2852"/>
                </a:cubicBezTo>
                <a:lnTo>
                  <a:pt x="9183" y="546"/>
                </a:lnTo>
                <a:cubicBezTo>
                  <a:pt x="9183" y="181"/>
                  <a:pt x="9365" y="0"/>
                  <a:pt x="9732" y="0"/>
                </a:cubicBezTo>
                <a:lnTo>
                  <a:pt x="11896" y="0"/>
                </a:lnTo>
                <a:cubicBezTo>
                  <a:pt x="12049" y="0"/>
                  <a:pt x="12172" y="50"/>
                  <a:pt x="12269" y="158"/>
                </a:cubicBezTo>
                <a:cubicBezTo>
                  <a:pt x="12369" y="267"/>
                  <a:pt x="12419" y="396"/>
                  <a:pt x="12419" y="546"/>
                </a:cubicBezTo>
                <a:lnTo>
                  <a:pt x="12419" y="2852"/>
                </a:lnTo>
                <a:cubicBezTo>
                  <a:pt x="13206" y="3022"/>
                  <a:pt x="13948" y="3298"/>
                  <a:pt x="14647" y="3680"/>
                </a:cubicBezTo>
                <a:cubicBezTo>
                  <a:pt x="15343" y="4065"/>
                  <a:pt x="15968" y="4532"/>
                  <a:pt x="16517" y="5082"/>
                </a:cubicBezTo>
                <a:cubicBezTo>
                  <a:pt x="17066" y="5631"/>
                  <a:pt x="17530" y="6251"/>
                  <a:pt x="17915" y="6953"/>
                </a:cubicBezTo>
                <a:cubicBezTo>
                  <a:pt x="18299" y="7652"/>
                  <a:pt x="18578" y="8392"/>
                  <a:pt x="18746" y="9182"/>
                </a:cubicBezTo>
                <a:lnTo>
                  <a:pt x="21050" y="9182"/>
                </a:lnTo>
                <a:close/>
                <a:moveTo>
                  <a:pt x="12419" y="16465"/>
                </a:moveTo>
                <a:cubicBezTo>
                  <a:pt x="13411" y="16194"/>
                  <a:pt x="14268" y="15698"/>
                  <a:pt x="14991" y="14981"/>
                </a:cubicBezTo>
                <a:cubicBezTo>
                  <a:pt x="15710" y="14264"/>
                  <a:pt x="16203" y="13410"/>
                  <a:pt x="16467" y="12414"/>
                </a:cubicBezTo>
                <a:lnTo>
                  <a:pt x="14048" y="12414"/>
                </a:lnTo>
                <a:cubicBezTo>
                  <a:pt x="13684" y="12414"/>
                  <a:pt x="13505" y="12231"/>
                  <a:pt x="13514" y="11867"/>
                </a:cubicBezTo>
                <a:lnTo>
                  <a:pt x="13514" y="9699"/>
                </a:lnTo>
                <a:cubicBezTo>
                  <a:pt x="13514" y="9549"/>
                  <a:pt x="13567" y="9426"/>
                  <a:pt x="13669" y="9326"/>
                </a:cubicBezTo>
                <a:cubicBezTo>
                  <a:pt x="13772" y="9229"/>
                  <a:pt x="13898" y="9182"/>
                  <a:pt x="14048" y="9182"/>
                </a:cubicBezTo>
                <a:lnTo>
                  <a:pt x="16467" y="9182"/>
                </a:lnTo>
                <a:cubicBezTo>
                  <a:pt x="16194" y="8186"/>
                  <a:pt x="15698" y="7332"/>
                  <a:pt x="14982" y="6609"/>
                </a:cubicBezTo>
                <a:cubicBezTo>
                  <a:pt x="14265" y="5883"/>
                  <a:pt x="13411" y="5390"/>
                  <a:pt x="12419" y="5131"/>
                </a:cubicBezTo>
                <a:lnTo>
                  <a:pt x="12419" y="7549"/>
                </a:lnTo>
                <a:cubicBezTo>
                  <a:pt x="12419" y="7699"/>
                  <a:pt x="12369" y="7828"/>
                  <a:pt x="12269" y="7928"/>
                </a:cubicBezTo>
                <a:cubicBezTo>
                  <a:pt x="12172" y="8031"/>
                  <a:pt x="12049" y="8081"/>
                  <a:pt x="11896" y="8081"/>
                </a:cubicBezTo>
                <a:lnTo>
                  <a:pt x="9732" y="8081"/>
                </a:lnTo>
                <a:cubicBezTo>
                  <a:pt x="9368" y="8081"/>
                  <a:pt x="9183" y="7905"/>
                  <a:pt x="9183" y="7549"/>
                </a:cubicBezTo>
                <a:lnTo>
                  <a:pt x="9183" y="5131"/>
                </a:lnTo>
                <a:cubicBezTo>
                  <a:pt x="8191" y="5402"/>
                  <a:pt x="7334" y="5895"/>
                  <a:pt x="6608" y="6612"/>
                </a:cubicBezTo>
                <a:cubicBezTo>
                  <a:pt x="5889" y="7332"/>
                  <a:pt x="5399" y="8187"/>
                  <a:pt x="5135" y="9182"/>
                </a:cubicBezTo>
                <a:lnTo>
                  <a:pt x="7580" y="9182"/>
                </a:lnTo>
                <a:cubicBezTo>
                  <a:pt x="7733" y="9182"/>
                  <a:pt x="7853" y="9229"/>
                  <a:pt x="7947" y="9326"/>
                </a:cubicBezTo>
                <a:cubicBezTo>
                  <a:pt x="8038" y="9426"/>
                  <a:pt x="8088" y="9550"/>
                  <a:pt x="8088" y="9700"/>
                </a:cubicBezTo>
                <a:lnTo>
                  <a:pt x="8088" y="11867"/>
                </a:lnTo>
                <a:cubicBezTo>
                  <a:pt x="8088" y="12017"/>
                  <a:pt x="8038" y="12144"/>
                  <a:pt x="7947" y="12252"/>
                </a:cubicBezTo>
                <a:cubicBezTo>
                  <a:pt x="7853" y="12364"/>
                  <a:pt x="7733" y="12414"/>
                  <a:pt x="7580" y="12414"/>
                </a:cubicBezTo>
                <a:lnTo>
                  <a:pt x="5135" y="12414"/>
                </a:lnTo>
                <a:cubicBezTo>
                  <a:pt x="5408" y="13410"/>
                  <a:pt x="5904" y="14267"/>
                  <a:pt x="6620" y="14990"/>
                </a:cubicBezTo>
                <a:cubicBezTo>
                  <a:pt x="7337" y="15710"/>
                  <a:pt x="8191" y="16203"/>
                  <a:pt x="9183" y="16465"/>
                </a:cubicBezTo>
                <a:lnTo>
                  <a:pt x="9183" y="14018"/>
                </a:lnTo>
                <a:cubicBezTo>
                  <a:pt x="9183" y="13868"/>
                  <a:pt x="9239" y="13744"/>
                  <a:pt x="9348" y="13653"/>
                </a:cubicBezTo>
                <a:cubicBezTo>
                  <a:pt x="9453" y="13559"/>
                  <a:pt x="9583" y="13512"/>
                  <a:pt x="9732" y="13512"/>
                </a:cubicBezTo>
                <a:lnTo>
                  <a:pt x="11896" y="13512"/>
                </a:lnTo>
                <a:cubicBezTo>
                  <a:pt x="12049" y="13512"/>
                  <a:pt x="12172" y="13559"/>
                  <a:pt x="12269" y="13653"/>
                </a:cubicBezTo>
                <a:cubicBezTo>
                  <a:pt x="12369" y="13744"/>
                  <a:pt x="12419" y="13868"/>
                  <a:pt x="12419" y="14018"/>
                </a:cubicBezTo>
                <a:lnTo>
                  <a:pt x="12419" y="164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400">
              <a:defRPr/>
            </a:pPr>
            <a:endParaRPr lang="es-ES" sz="66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25" name="Freeform 16" descr="D:\51PPT模板网\51pptmoban.com\图片.jpg">
            <a:extLst>
              <a:ext uri="{FF2B5EF4-FFF2-40B4-BE49-F238E27FC236}">
                <a16:creationId xmlns:a16="http://schemas.microsoft.com/office/drawing/2014/main" id="{C58564BC-4080-C629-DFE0-312CC4306D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66143" y="4245970"/>
            <a:ext cx="223832" cy="351614"/>
          </a:xfrm>
          <a:custGeom>
            <a:avLst/>
            <a:gdLst>
              <a:gd name="T0" fmla="*/ 406 w 657"/>
              <a:gd name="T1" fmla="*/ 947 h 1032"/>
              <a:gd name="T2" fmla="*/ 333 w 657"/>
              <a:gd name="T3" fmla="*/ 1031 h 1032"/>
              <a:gd name="T4" fmla="*/ 250 w 657"/>
              <a:gd name="T5" fmla="*/ 947 h 1032"/>
              <a:gd name="T6" fmla="*/ 448 w 657"/>
              <a:gd name="T7" fmla="*/ 916 h 1032"/>
              <a:gd name="T8" fmla="*/ 198 w 657"/>
              <a:gd name="T9" fmla="*/ 833 h 1032"/>
              <a:gd name="T10" fmla="*/ 656 w 657"/>
              <a:gd name="T11" fmla="*/ 333 h 1032"/>
              <a:gd name="T12" fmla="*/ 562 w 657"/>
              <a:gd name="T13" fmla="*/ 562 h 1032"/>
              <a:gd name="T14" fmla="*/ 531 w 657"/>
              <a:gd name="T15" fmla="*/ 635 h 1032"/>
              <a:gd name="T16" fmla="*/ 500 w 657"/>
              <a:gd name="T17" fmla="*/ 708 h 1032"/>
              <a:gd name="T18" fmla="*/ 500 w 657"/>
              <a:gd name="T19" fmla="*/ 729 h 1032"/>
              <a:gd name="T20" fmla="*/ 166 w 657"/>
              <a:gd name="T21" fmla="*/ 791 h 1032"/>
              <a:gd name="T22" fmla="*/ 156 w 657"/>
              <a:gd name="T23" fmla="*/ 708 h 1032"/>
              <a:gd name="T24" fmla="*/ 135 w 657"/>
              <a:gd name="T25" fmla="*/ 635 h 1032"/>
              <a:gd name="T26" fmla="*/ 93 w 657"/>
              <a:gd name="T27" fmla="*/ 552 h 1032"/>
              <a:gd name="T28" fmla="*/ 0 w 657"/>
              <a:gd name="T29" fmla="*/ 333 h 1032"/>
              <a:gd name="T30" fmla="*/ 333 w 657"/>
              <a:gd name="T31" fmla="*/ 0 h 1032"/>
              <a:gd name="T32" fmla="*/ 656 w 657"/>
              <a:gd name="T33" fmla="*/ 333 h 1032"/>
              <a:gd name="T34" fmla="*/ 510 w 657"/>
              <a:gd name="T35" fmla="*/ 156 h 1032"/>
              <a:gd name="T36" fmla="*/ 156 w 657"/>
              <a:gd name="T37" fmla="*/ 156 h 1032"/>
              <a:gd name="T38" fmla="*/ 146 w 657"/>
              <a:gd name="T39" fmla="*/ 499 h 1032"/>
              <a:gd name="T40" fmla="*/ 166 w 657"/>
              <a:gd name="T41" fmla="*/ 541 h 1032"/>
              <a:gd name="T42" fmla="*/ 229 w 657"/>
              <a:gd name="T43" fmla="*/ 666 h 1032"/>
              <a:gd name="T44" fmla="*/ 427 w 657"/>
              <a:gd name="T45" fmla="*/ 718 h 1032"/>
              <a:gd name="T46" fmla="*/ 458 w 657"/>
              <a:gd name="T47" fmla="*/ 604 h 1032"/>
              <a:gd name="T48" fmla="*/ 510 w 657"/>
              <a:gd name="T49" fmla="*/ 520 h 1032"/>
              <a:gd name="T50" fmla="*/ 583 w 657"/>
              <a:gd name="T51" fmla="*/ 333 h 1032"/>
              <a:gd name="T52" fmla="*/ 354 w 657"/>
              <a:gd name="T53" fmla="*/ 354 h 1032"/>
              <a:gd name="T54" fmla="*/ 302 w 657"/>
              <a:gd name="T55" fmla="*/ 354 h 1032"/>
              <a:gd name="T56" fmla="*/ 239 w 657"/>
              <a:gd name="T57" fmla="*/ 354 h 1032"/>
              <a:gd name="T58" fmla="*/ 250 w 657"/>
              <a:gd name="T59" fmla="*/ 499 h 1032"/>
              <a:gd name="T60" fmla="*/ 302 w 657"/>
              <a:gd name="T61" fmla="*/ 499 h 1032"/>
              <a:gd name="T62" fmla="*/ 364 w 657"/>
              <a:gd name="T63" fmla="*/ 499 h 1032"/>
              <a:gd name="T64" fmla="*/ 416 w 657"/>
              <a:gd name="T65" fmla="*/ 499 h 1032"/>
              <a:gd name="T66" fmla="*/ 427 w 657"/>
              <a:gd name="T67" fmla="*/ 354 h 1032"/>
              <a:gd name="T68" fmla="*/ 385 w 657"/>
              <a:gd name="T69" fmla="*/ 416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57" h="1032">
                <a:moveTo>
                  <a:pt x="250" y="947"/>
                </a:moveTo>
                <a:cubicBezTo>
                  <a:pt x="406" y="947"/>
                  <a:pt x="406" y="947"/>
                  <a:pt x="406" y="947"/>
                </a:cubicBezTo>
                <a:cubicBezTo>
                  <a:pt x="406" y="968"/>
                  <a:pt x="396" y="989"/>
                  <a:pt x="385" y="1010"/>
                </a:cubicBezTo>
                <a:cubicBezTo>
                  <a:pt x="364" y="1020"/>
                  <a:pt x="354" y="1031"/>
                  <a:pt x="333" y="1031"/>
                </a:cubicBezTo>
                <a:cubicBezTo>
                  <a:pt x="312" y="1031"/>
                  <a:pt x="291" y="1020"/>
                  <a:pt x="281" y="1010"/>
                </a:cubicBezTo>
                <a:cubicBezTo>
                  <a:pt x="260" y="989"/>
                  <a:pt x="250" y="968"/>
                  <a:pt x="250" y="947"/>
                </a:cubicBezTo>
                <a:close/>
                <a:moveTo>
                  <a:pt x="208" y="916"/>
                </a:moveTo>
                <a:cubicBezTo>
                  <a:pt x="448" y="916"/>
                  <a:pt x="448" y="916"/>
                  <a:pt x="448" y="916"/>
                </a:cubicBezTo>
                <a:cubicBezTo>
                  <a:pt x="458" y="833"/>
                  <a:pt x="458" y="833"/>
                  <a:pt x="458" y="833"/>
                </a:cubicBezTo>
                <a:cubicBezTo>
                  <a:pt x="198" y="833"/>
                  <a:pt x="198" y="833"/>
                  <a:pt x="198" y="833"/>
                </a:cubicBezTo>
                <a:lnTo>
                  <a:pt x="208" y="916"/>
                </a:lnTo>
                <a:close/>
                <a:moveTo>
                  <a:pt x="656" y="333"/>
                </a:moveTo>
                <a:cubicBezTo>
                  <a:pt x="656" y="416"/>
                  <a:pt x="625" y="489"/>
                  <a:pt x="573" y="552"/>
                </a:cubicBezTo>
                <a:lnTo>
                  <a:pt x="562" y="562"/>
                </a:lnTo>
                <a:cubicBezTo>
                  <a:pt x="562" y="562"/>
                  <a:pt x="562" y="572"/>
                  <a:pt x="552" y="572"/>
                </a:cubicBezTo>
                <a:cubicBezTo>
                  <a:pt x="541" y="593"/>
                  <a:pt x="541" y="614"/>
                  <a:pt x="531" y="635"/>
                </a:cubicBezTo>
                <a:cubicBezTo>
                  <a:pt x="521" y="656"/>
                  <a:pt x="510" y="677"/>
                  <a:pt x="510" y="697"/>
                </a:cubicBezTo>
                <a:cubicBezTo>
                  <a:pt x="500" y="697"/>
                  <a:pt x="500" y="697"/>
                  <a:pt x="500" y="708"/>
                </a:cubicBezTo>
                <a:lnTo>
                  <a:pt x="500" y="718"/>
                </a:lnTo>
                <a:cubicBezTo>
                  <a:pt x="500" y="729"/>
                  <a:pt x="500" y="729"/>
                  <a:pt x="500" y="729"/>
                </a:cubicBezTo>
                <a:cubicBezTo>
                  <a:pt x="500" y="791"/>
                  <a:pt x="500" y="791"/>
                  <a:pt x="500" y="791"/>
                </a:cubicBezTo>
                <a:cubicBezTo>
                  <a:pt x="166" y="791"/>
                  <a:pt x="166" y="791"/>
                  <a:pt x="166" y="791"/>
                </a:cubicBezTo>
                <a:cubicBezTo>
                  <a:pt x="166" y="729"/>
                  <a:pt x="166" y="729"/>
                  <a:pt x="166" y="729"/>
                </a:cubicBezTo>
                <a:cubicBezTo>
                  <a:pt x="166" y="718"/>
                  <a:pt x="156" y="718"/>
                  <a:pt x="156" y="708"/>
                </a:cubicBezTo>
                <a:lnTo>
                  <a:pt x="156" y="697"/>
                </a:lnTo>
                <a:cubicBezTo>
                  <a:pt x="146" y="677"/>
                  <a:pt x="146" y="656"/>
                  <a:pt x="135" y="635"/>
                </a:cubicBezTo>
                <a:cubicBezTo>
                  <a:pt x="125" y="614"/>
                  <a:pt x="114" y="593"/>
                  <a:pt x="104" y="572"/>
                </a:cubicBezTo>
                <a:cubicBezTo>
                  <a:pt x="93" y="562"/>
                  <a:pt x="93" y="562"/>
                  <a:pt x="93" y="552"/>
                </a:cubicBezTo>
                <a:lnTo>
                  <a:pt x="83" y="552"/>
                </a:lnTo>
                <a:cubicBezTo>
                  <a:pt x="31" y="489"/>
                  <a:pt x="0" y="416"/>
                  <a:pt x="0" y="333"/>
                </a:cubicBezTo>
                <a:cubicBezTo>
                  <a:pt x="0" y="239"/>
                  <a:pt x="31" y="166"/>
                  <a:pt x="104" y="104"/>
                </a:cubicBezTo>
                <a:cubicBezTo>
                  <a:pt x="166" y="31"/>
                  <a:pt x="239" y="0"/>
                  <a:pt x="333" y="0"/>
                </a:cubicBezTo>
                <a:cubicBezTo>
                  <a:pt x="416" y="0"/>
                  <a:pt x="500" y="31"/>
                  <a:pt x="562" y="104"/>
                </a:cubicBezTo>
                <a:cubicBezTo>
                  <a:pt x="625" y="166"/>
                  <a:pt x="656" y="239"/>
                  <a:pt x="656" y="333"/>
                </a:cubicBezTo>
                <a:close/>
                <a:moveTo>
                  <a:pt x="583" y="333"/>
                </a:moveTo>
                <a:cubicBezTo>
                  <a:pt x="583" y="260"/>
                  <a:pt x="562" y="198"/>
                  <a:pt x="510" y="156"/>
                </a:cubicBezTo>
                <a:cubicBezTo>
                  <a:pt x="458" y="104"/>
                  <a:pt x="396" y="83"/>
                  <a:pt x="333" y="83"/>
                </a:cubicBezTo>
                <a:cubicBezTo>
                  <a:pt x="260" y="83"/>
                  <a:pt x="198" y="104"/>
                  <a:pt x="156" y="156"/>
                </a:cubicBezTo>
                <a:cubicBezTo>
                  <a:pt x="104" y="198"/>
                  <a:pt x="73" y="260"/>
                  <a:pt x="73" y="333"/>
                </a:cubicBezTo>
                <a:cubicBezTo>
                  <a:pt x="73" y="396"/>
                  <a:pt x="93" y="448"/>
                  <a:pt x="146" y="499"/>
                </a:cubicBezTo>
                <a:cubicBezTo>
                  <a:pt x="146" y="499"/>
                  <a:pt x="146" y="510"/>
                  <a:pt x="156" y="510"/>
                </a:cubicBezTo>
                <a:cubicBezTo>
                  <a:pt x="156" y="520"/>
                  <a:pt x="166" y="531"/>
                  <a:pt x="166" y="541"/>
                </a:cubicBezTo>
                <a:cubicBezTo>
                  <a:pt x="177" y="562"/>
                  <a:pt x="187" y="583"/>
                  <a:pt x="198" y="604"/>
                </a:cubicBezTo>
                <a:cubicBezTo>
                  <a:pt x="208" y="624"/>
                  <a:pt x="218" y="645"/>
                  <a:pt x="229" y="666"/>
                </a:cubicBezTo>
                <a:cubicBezTo>
                  <a:pt x="229" y="697"/>
                  <a:pt x="239" y="708"/>
                  <a:pt x="239" y="718"/>
                </a:cubicBezTo>
                <a:cubicBezTo>
                  <a:pt x="427" y="718"/>
                  <a:pt x="427" y="718"/>
                  <a:pt x="427" y="718"/>
                </a:cubicBezTo>
                <a:cubicBezTo>
                  <a:pt x="427" y="708"/>
                  <a:pt x="427" y="697"/>
                  <a:pt x="437" y="666"/>
                </a:cubicBezTo>
                <a:cubicBezTo>
                  <a:pt x="437" y="645"/>
                  <a:pt x="448" y="624"/>
                  <a:pt x="458" y="604"/>
                </a:cubicBezTo>
                <a:cubicBezTo>
                  <a:pt x="468" y="583"/>
                  <a:pt x="479" y="562"/>
                  <a:pt x="489" y="541"/>
                </a:cubicBezTo>
                <a:cubicBezTo>
                  <a:pt x="489" y="531"/>
                  <a:pt x="500" y="520"/>
                  <a:pt x="510" y="520"/>
                </a:cubicBezTo>
                <a:cubicBezTo>
                  <a:pt x="510" y="510"/>
                  <a:pt x="510" y="499"/>
                  <a:pt x="521" y="499"/>
                </a:cubicBezTo>
                <a:cubicBezTo>
                  <a:pt x="562" y="448"/>
                  <a:pt x="583" y="396"/>
                  <a:pt x="583" y="333"/>
                </a:cubicBezTo>
                <a:close/>
                <a:moveTo>
                  <a:pt x="385" y="416"/>
                </a:moveTo>
                <a:cubicBezTo>
                  <a:pt x="354" y="354"/>
                  <a:pt x="354" y="354"/>
                  <a:pt x="354" y="354"/>
                </a:cubicBezTo>
                <a:cubicBezTo>
                  <a:pt x="333" y="302"/>
                  <a:pt x="333" y="302"/>
                  <a:pt x="333" y="302"/>
                </a:cubicBezTo>
                <a:cubicBezTo>
                  <a:pt x="302" y="354"/>
                  <a:pt x="302" y="354"/>
                  <a:pt x="302" y="354"/>
                </a:cubicBezTo>
                <a:cubicBezTo>
                  <a:pt x="271" y="416"/>
                  <a:pt x="271" y="416"/>
                  <a:pt x="271" y="416"/>
                </a:cubicBezTo>
                <a:cubicBezTo>
                  <a:pt x="239" y="354"/>
                  <a:pt x="239" y="354"/>
                  <a:pt x="239" y="354"/>
                </a:cubicBezTo>
                <a:cubicBezTo>
                  <a:pt x="187" y="385"/>
                  <a:pt x="187" y="385"/>
                  <a:pt x="187" y="385"/>
                </a:cubicBezTo>
                <a:cubicBezTo>
                  <a:pt x="250" y="499"/>
                  <a:pt x="250" y="499"/>
                  <a:pt x="250" y="499"/>
                </a:cubicBezTo>
                <a:cubicBezTo>
                  <a:pt x="271" y="552"/>
                  <a:pt x="271" y="552"/>
                  <a:pt x="271" y="552"/>
                </a:cubicBezTo>
                <a:cubicBezTo>
                  <a:pt x="302" y="499"/>
                  <a:pt x="302" y="499"/>
                  <a:pt x="302" y="499"/>
                </a:cubicBezTo>
                <a:cubicBezTo>
                  <a:pt x="333" y="437"/>
                  <a:pt x="333" y="437"/>
                  <a:pt x="333" y="437"/>
                </a:cubicBezTo>
                <a:cubicBezTo>
                  <a:pt x="364" y="499"/>
                  <a:pt x="364" y="499"/>
                  <a:pt x="364" y="499"/>
                </a:cubicBezTo>
                <a:cubicBezTo>
                  <a:pt x="385" y="552"/>
                  <a:pt x="385" y="552"/>
                  <a:pt x="385" y="552"/>
                </a:cubicBezTo>
                <a:cubicBezTo>
                  <a:pt x="416" y="499"/>
                  <a:pt x="416" y="499"/>
                  <a:pt x="416" y="499"/>
                </a:cubicBezTo>
                <a:cubicBezTo>
                  <a:pt x="479" y="385"/>
                  <a:pt x="479" y="385"/>
                  <a:pt x="479" y="385"/>
                </a:cubicBezTo>
                <a:cubicBezTo>
                  <a:pt x="427" y="354"/>
                  <a:pt x="427" y="354"/>
                  <a:pt x="427" y="354"/>
                </a:cubicBezTo>
                <a:lnTo>
                  <a:pt x="385" y="416"/>
                </a:lnTo>
                <a:close/>
                <a:moveTo>
                  <a:pt x="385" y="416"/>
                </a:moveTo>
                <a:lnTo>
                  <a:pt x="385" y="4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82843" tIns="91422" rIns="182843" bIns="91422" anchor="ctr"/>
          <a:lstStyle/>
          <a:p>
            <a:pPr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26" name="Freeform 138" descr="D:\51PPT模板网\51pptmoban.com\图片.jpg">
            <a:extLst>
              <a:ext uri="{FF2B5EF4-FFF2-40B4-BE49-F238E27FC236}">
                <a16:creationId xmlns:a16="http://schemas.microsoft.com/office/drawing/2014/main" id="{4D384989-4A04-0573-3829-576905E70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5184" y="1663952"/>
            <a:ext cx="263783" cy="315709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27" name="AutoShape 29">
            <a:extLst>
              <a:ext uri="{FF2B5EF4-FFF2-40B4-BE49-F238E27FC236}">
                <a16:creationId xmlns:a16="http://schemas.microsoft.com/office/drawing/2014/main" id="{B749B06E-CBDC-EDC1-CB21-44C817EDB3C4}"/>
              </a:ext>
            </a:extLst>
          </p:cNvPr>
          <p:cNvSpPr>
            <a:spLocks noChangeAspect="1"/>
          </p:cNvSpPr>
          <p:nvPr/>
        </p:nvSpPr>
        <p:spPr bwMode="auto">
          <a:xfrm>
            <a:off x="7401952" y="4388681"/>
            <a:ext cx="280943" cy="28101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400">
              <a:defRPr/>
            </a:pPr>
            <a:endParaRPr lang="es-ES" sz="66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28" name="椭圆 27" descr="D:\51PPT模板网\51pptmoban.com\图片.jpg">
            <a:extLst>
              <a:ext uri="{FF2B5EF4-FFF2-40B4-BE49-F238E27FC236}">
                <a16:creationId xmlns:a16="http://schemas.microsoft.com/office/drawing/2014/main" id="{B9EDCB60-FE16-A8CA-4A8A-AF9983F52530}"/>
              </a:ext>
            </a:extLst>
          </p:cNvPr>
          <p:cNvSpPr/>
          <p:nvPr/>
        </p:nvSpPr>
        <p:spPr>
          <a:xfrm>
            <a:off x="5755005" y="2772727"/>
            <a:ext cx="715010" cy="71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DE74A66-AF51-3713-E5D0-C5639C99DDF8}"/>
              </a:ext>
            </a:extLst>
          </p:cNvPr>
          <p:cNvGrpSpPr/>
          <p:nvPr/>
        </p:nvGrpSpPr>
        <p:grpSpPr>
          <a:xfrm>
            <a:off x="8110080" y="1452687"/>
            <a:ext cx="2966425" cy="816522"/>
            <a:chOff x="283598" y="1906534"/>
            <a:chExt cx="2966425" cy="81652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533AF2A-A82E-7ABD-F7C8-68BF2AA34682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67C52BC-C805-75E8-F8AE-297FF9D0EBBA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B9B7E93-EE97-C082-B5A4-86B429A22E94}"/>
              </a:ext>
            </a:extLst>
          </p:cNvPr>
          <p:cNvGrpSpPr/>
          <p:nvPr/>
        </p:nvGrpSpPr>
        <p:grpSpPr>
          <a:xfrm>
            <a:off x="1298234" y="1452687"/>
            <a:ext cx="2984539" cy="816522"/>
            <a:chOff x="283598" y="1906534"/>
            <a:chExt cx="2984539" cy="816522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744E819-985B-3915-05A6-12F27D98B1A9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DE18720-2301-737E-9095-D825D7C1E45E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0D341C3-0A56-FB5F-845C-ED3E94AEA937}"/>
              </a:ext>
            </a:extLst>
          </p:cNvPr>
          <p:cNvGrpSpPr/>
          <p:nvPr/>
        </p:nvGrpSpPr>
        <p:grpSpPr>
          <a:xfrm>
            <a:off x="8110080" y="4196146"/>
            <a:ext cx="2966425" cy="816522"/>
            <a:chOff x="283598" y="1906534"/>
            <a:chExt cx="2966425" cy="816522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32634EE-C73D-88C8-9A05-E7681B2D36A7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A071295-0EE5-D19C-5199-927E66407022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01797E2-F9BD-9106-835F-40141B7E79AB}"/>
              </a:ext>
            </a:extLst>
          </p:cNvPr>
          <p:cNvGrpSpPr/>
          <p:nvPr/>
        </p:nvGrpSpPr>
        <p:grpSpPr>
          <a:xfrm>
            <a:off x="1298234" y="4196146"/>
            <a:ext cx="2984539" cy="816522"/>
            <a:chOff x="283598" y="1906534"/>
            <a:chExt cx="2984539" cy="81652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3604AB8-EE5A-58B9-CDB7-B10A247D88C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984DE91-C2CA-312F-8C3E-589A69041447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197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31CD3-46E0-454F-2530-C5FBDD59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91E616FF-2D15-2CB9-49CE-0D8F90E2DCB4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08E2EC7-49CD-7CDE-CC69-62F1FFEC5DCE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718DC101-AD2D-2A46-5A85-0C395CCAAABB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DF867CA-46A3-682A-592D-D41ED4D3DE3B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4C72DB-1EBF-8B8E-5192-2F54DB8B1FCA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CA365B-5FC4-C1EA-43B6-5843F96B59F0}"/>
              </a:ext>
            </a:extLst>
          </p:cNvPr>
          <p:cNvGrpSpPr/>
          <p:nvPr/>
        </p:nvGrpSpPr>
        <p:grpSpPr>
          <a:xfrm>
            <a:off x="4936550" y="1035006"/>
            <a:ext cx="2318899" cy="1354800"/>
            <a:chOff x="4864528" y="1396059"/>
            <a:chExt cx="2318899" cy="135480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93C6F31C-BBFB-23EC-7E3F-D4F6AAC85C5B}"/>
                </a:ext>
              </a:extLst>
            </p:cNvPr>
            <p:cNvSpPr/>
            <p:nvPr/>
          </p:nvSpPr>
          <p:spPr bwMode="auto">
            <a:xfrm>
              <a:off x="4864528" y="1396059"/>
              <a:ext cx="2318899" cy="1354800"/>
            </a:xfrm>
            <a:custGeom>
              <a:avLst/>
              <a:gdLst>
                <a:gd name="T0" fmla="*/ 893 w 893"/>
                <a:gd name="T1" fmla="*/ 275 h 569"/>
                <a:gd name="T2" fmla="*/ 455 w 893"/>
                <a:gd name="T3" fmla="*/ 0 h 569"/>
                <a:gd name="T4" fmla="*/ 0 w 893"/>
                <a:gd name="T5" fmla="*/ 275 h 569"/>
                <a:gd name="T6" fmla="*/ 108 w 893"/>
                <a:gd name="T7" fmla="*/ 275 h 569"/>
                <a:gd name="T8" fmla="*/ 108 w 893"/>
                <a:gd name="T9" fmla="*/ 569 h 569"/>
                <a:gd name="T10" fmla="*/ 805 w 893"/>
                <a:gd name="T11" fmla="*/ 569 h 569"/>
                <a:gd name="T12" fmla="*/ 805 w 893"/>
                <a:gd name="T13" fmla="*/ 275 h 569"/>
                <a:gd name="T14" fmla="*/ 893 w 893"/>
                <a:gd name="T15" fmla="*/ 275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3" h="569">
                  <a:moveTo>
                    <a:pt x="893" y="275"/>
                  </a:moveTo>
                  <a:lnTo>
                    <a:pt x="455" y="0"/>
                  </a:lnTo>
                  <a:lnTo>
                    <a:pt x="0" y="275"/>
                  </a:lnTo>
                  <a:lnTo>
                    <a:pt x="108" y="275"/>
                  </a:lnTo>
                  <a:lnTo>
                    <a:pt x="108" y="569"/>
                  </a:lnTo>
                  <a:lnTo>
                    <a:pt x="805" y="569"/>
                  </a:lnTo>
                  <a:lnTo>
                    <a:pt x="805" y="275"/>
                  </a:lnTo>
                  <a:lnTo>
                    <a:pt x="893" y="275"/>
                  </a:lnTo>
                  <a:close/>
                </a:path>
              </a:pathLst>
            </a:custGeom>
            <a:solidFill>
              <a:srgbClr val="4F6DD9"/>
            </a:solidFill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 b="1" dirty="0">
                <a:solidFill>
                  <a:schemeClr val="bg1"/>
                </a:solidFill>
                <a:ea typeface="+mj-ea"/>
                <a:sym typeface="+mn-lt"/>
              </a:endParaRPr>
            </a:p>
          </p:txBody>
        </p:sp>
        <p:sp>
          <p:nvSpPr>
            <p:cNvPr id="4" name="TextBox 13">
              <a:extLst>
                <a:ext uri="{FF2B5EF4-FFF2-40B4-BE49-F238E27FC236}">
                  <a16:creationId xmlns:a16="http://schemas.microsoft.com/office/drawing/2014/main" id="{FFDC4A81-804A-3628-97CA-76E9827EEA94}"/>
                </a:ext>
              </a:extLst>
            </p:cNvPr>
            <p:cNvSpPr txBox="1"/>
            <p:nvPr/>
          </p:nvSpPr>
          <p:spPr>
            <a:xfrm>
              <a:off x="5364323" y="2019070"/>
              <a:ext cx="1372819" cy="27943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关键词</a:t>
              </a:r>
              <a:endParaRPr 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A7E7899-E293-F085-95AD-01108F4FBF7F}"/>
              </a:ext>
            </a:extLst>
          </p:cNvPr>
          <p:cNvGrpSpPr/>
          <p:nvPr/>
        </p:nvGrpSpPr>
        <p:grpSpPr>
          <a:xfrm>
            <a:off x="5205299" y="2498272"/>
            <a:ext cx="1811837" cy="993031"/>
            <a:chOff x="5143547" y="2642250"/>
            <a:chExt cx="1811837" cy="99303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B5E229FC-6789-FA2C-FF48-35E5BF55BAA9}"/>
                </a:ext>
              </a:extLst>
            </p:cNvPr>
            <p:cNvSpPr/>
            <p:nvPr/>
          </p:nvSpPr>
          <p:spPr bwMode="auto">
            <a:xfrm>
              <a:off x="5143547" y="2642250"/>
              <a:ext cx="1811837" cy="993031"/>
            </a:xfrm>
            <a:custGeom>
              <a:avLst/>
              <a:gdLst>
                <a:gd name="T0" fmla="*/ 414 w 697"/>
                <a:gd name="T1" fmla="*/ 74 h 550"/>
                <a:gd name="T2" fmla="*/ 342 w 697"/>
                <a:gd name="T3" fmla="*/ 0 h 550"/>
                <a:gd name="T4" fmla="*/ 273 w 697"/>
                <a:gd name="T5" fmla="*/ 74 h 550"/>
                <a:gd name="T6" fmla="*/ 0 w 697"/>
                <a:gd name="T7" fmla="*/ 74 h 550"/>
                <a:gd name="T8" fmla="*/ 0 w 697"/>
                <a:gd name="T9" fmla="*/ 550 h 550"/>
                <a:gd name="T10" fmla="*/ 697 w 697"/>
                <a:gd name="T11" fmla="*/ 550 h 550"/>
                <a:gd name="T12" fmla="*/ 697 w 697"/>
                <a:gd name="T13" fmla="*/ 74 h 550"/>
                <a:gd name="T14" fmla="*/ 414 w 697"/>
                <a:gd name="T15" fmla="*/ 7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7" h="550">
                  <a:moveTo>
                    <a:pt x="414" y="74"/>
                  </a:moveTo>
                  <a:lnTo>
                    <a:pt x="342" y="0"/>
                  </a:lnTo>
                  <a:lnTo>
                    <a:pt x="273" y="74"/>
                  </a:lnTo>
                  <a:lnTo>
                    <a:pt x="0" y="74"/>
                  </a:lnTo>
                  <a:lnTo>
                    <a:pt x="0" y="550"/>
                  </a:lnTo>
                  <a:lnTo>
                    <a:pt x="697" y="550"/>
                  </a:lnTo>
                  <a:lnTo>
                    <a:pt x="697" y="74"/>
                  </a:lnTo>
                  <a:lnTo>
                    <a:pt x="414" y="74"/>
                  </a:lnTo>
                  <a:close/>
                </a:path>
              </a:pathLst>
            </a:custGeom>
            <a:solidFill>
              <a:srgbClr val="97B6F3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US" sz="949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537092DA-BBF6-1C6A-A233-CDAECEA78C4E}"/>
                </a:ext>
              </a:extLst>
            </p:cNvPr>
            <p:cNvSpPr txBox="1"/>
            <p:nvPr/>
          </p:nvSpPr>
          <p:spPr>
            <a:xfrm>
              <a:off x="5364323" y="3060043"/>
              <a:ext cx="1372819" cy="27943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关键词</a:t>
              </a:r>
              <a:endParaRPr 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CFEA18F-B0BB-6522-5772-79FC949005EC}"/>
              </a:ext>
            </a:extLst>
          </p:cNvPr>
          <p:cNvGrpSpPr/>
          <p:nvPr/>
        </p:nvGrpSpPr>
        <p:grpSpPr>
          <a:xfrm>
            <a:off x="5205298" y="3529909"/>
            <a:ext cx="1811837" cy="993031"/>
            <a:chOff x="5143546" y="3528746"/>
            <a:chExt cx="1811837" cy="99303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660000F-63B0-1136-5E4E-D65D6EE8E001}"/>
                </a:ext>
              </a:extLst>
            </p:cNvPr>
            <p:cNvSpPr/>
            <p:nvPr/>
          </p:nvSpPr>
          <p:spPr bwMode="auto">
            <a:xfrm>
              <a:off x="5143546" y="3528746"/>
              <a:ext cx="1811837" cy="993031"/>
            </a:xfrm>
            <a:custGeom>
              <a:avLst/>
              <a:gdLst>
                <a:gd name="T0" fmla="*/ 414 w 697"/>
                <a:gd name="T1" fmla="*/ 74 h 550"/>
                <a:gd name="T2" fmla="*/ 342 w 697"/>
                <a:gd name="T3" fmla="*/ 0 h 550"/>
                <a:gd name="T4" fmla="*/ 273 w 697"/>
                <a:gd name="T5" fmla="*/ 74 h 550"/>
                <a:gd name="T6" fmla="*/ 0 w 697"/>
                <a:gd name="T7" fmla="*/ 74 h 550"/>
                <a:gd name="T8" fmla="*/ 0 w 697"/>
                <a:gd name="T9" fmla="*/ 550 h 550"/>
                <a:gd name="T10" fmla="*/ 697 w 697"/>
                <a:gd name="T11" fmla="*/ 550 h 550"/>
                <a:gd name="T12" fmla="*/ 697 w 697"/>
                <a:gd name="T13" fmla="*/ 74 h 550"/>
                <a:gd name="T14" fmla="*/ 414 w 697"/>
                <a:gd name="T15" fmla="*/ 7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7" h="550">
                  <a:moveTo>
                    <a:pt x="414" y="74"/>
                  </a:moveTo>
                  <a:lnTo>
                    <a:pt x="342" y="0"/>
                  </a:lnTo>
                  <a:lnTo>
                    <a:pt x="273" y="74"/>
                  </a:lnTo>
                  <a:lnTo>
                    <a:pt x="0" y="74"/>
                  </a:lnTo>
                  <a:lnTo>
                    <a:pt x="0" y="550"/>
                  </a:lnTo>
                  <a:lnTo>
                    <a:pt x="697" y="550"/>
                  </a:lnTo>
                  <a:lnTo>
                    <a:pt x="697" y="74"/>
                  </a:lnTo>
                  <a:lnTo>
                    <a:pt x="414" y="74"/>
                  </a:lnTo>
                  <a:close/>
                </a:path>
              </a:pathLst>
            </a:custGeom>
            <a:solidFill>
              <a:srgbClr val="4F6DD9"/>
            </a:solidFill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 b="1" dirty="0">
                <a:solidFill>
                  <a:schemeClr val="bg1"/>
                </a:solidFill>
                <a:ea typeface="+mj-ea"/>
                <a:sym typeface="+mn-lt"/>
              </a:endParaRPr>
            </a:p>
            <a:p>
              <a:pPr algn="ctr"/>
              <a:endParaRPr lang="en-US" sz="1600" b="1" dirty="0">
                <a:solidFill>
                  <a:schemeClr val="bg1"/>
                </a:solidFill>
                <a:ea typeface="+mj-ea"/>
                <a:sym typeface="+mn-lt"/>
              </a:endParaRPr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DF508D74-87D3-25FD-BC68-F0D925C19D52}"/>
                </a:ext>
              </a:extLst>
            </p:cNvPr>
            <p:cNvSpPr txBox="1"/>
            <p:nvPr/>
          </p:nvSpPr>
          <p:spPr>
            <a:xfrm>
              <a:off x="5364323" y="3935836"/>
              <a:ext cx="1372819" cy="279435"/>
            </a:xfrm>
            <a:prstGeom prst="rect">
              <a:avLst/>
            </a:prstGeom>
            <a:noFill/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ctr">
                <a:defRPr sz="1600" b="1">
                  <a:solidFill>
                    <a:schemeClr val="bg2"/>
                  </a:solidFill>
                  <a:ea typeface="+mj-ea"/>
                </a:defRPr>
              </a:lvl1pPr>
            </a:lstStyle>
            <a:p>
              <a:r>
                <a:rPr lang="zh-CN" altLang="en-US">
                  <a:solidFill>
                    <a:schemeClr val="bg1"/>
                  </a:solidFill>
                  <a:sym typeface="+mn-lt"/>
                </a:rPr>
                <a:t>关键词</a:t>
              </a:r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0BDD527-8FD1-6F98-D9B0-EA141E4F2074}"/>
              </a:ext>
            </a:extLst>
          </p:cNvPr>
          <p:cNvGrpSpPr/>
          <p:nvPr/>
        </p:nvGrpSpPr>
        <p:grpSpPr>
          <a:xfrm>
            <a:off x="5205299" y="4642383"/>
            <a:ext cx="1816910" cy="1182615"/>
            <a:chOff x="5143547" y="4408990"/>
            <a:chExt cx="1816910" cy="1182615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C30F00E-84E1-BBF9-772D-B16E05564839}"/>
                </a:ext>
              </a:extLst>
            </p:cNvPr>
            <p:cNvSpPr/>
            <p:nvPr/>
          </p:nvSpPr>
          <p:spPr bwMode="auto">
            <a:xfrm>
              <a:off x="5143547" y="4408990"/>
              <a:ext cx="1816910" cy="1182615"/>
            </a:xfrm>
            <a:custGeom>
              <a:avLst/>
              <a:gdLst>
                <a:gd name="T0" fmla="*/ 414 w 697"/>
                <a:gd name="T1" fmla="*/ 74 h 552"/>
                <a:gd name="T2" fmla="*/ 342 w 697"/>
                <a:gd name="T3" fmla="*/ 0 h 552"/>
                <a:gd name="T4" fmla="*/ 273 w 697"/>
                <a:gd name="T5" fmla="*/ 74 h 552"/>
                <a:gd name="T6" fmla="*/ 0 w 697"/>
                <a:gd name="T7" fmla="*/ 74 h 552"/>
                <a:gd name="T8" fmla="*/ 0 w 697"/>
                <a:gd name="T9" fmla="*/ 552 h 552"/>
                <a:gd name="T10" fmla="*/ 697 w 697"/>
                <a:gd name="T11" fmla="*/ 552 h 552"/>
                <a:gd name="T12" fmla="*/ 697 w 697"/>
                <a:gd name="T13" fmla="*/ 74 h 552"/>
                <a:gd name="T14" fmla="*/ 414 w 697"/>
                <a:gd name="T15" fmla="*/ 74 h 552"/>
                <a:gd name="connsiteX0" fmla="*/ 5940 w 10000"/>
                <a:gd name="connsiteY0" fmla="*/ 1341 h 11866"/>
                <a:gd name="connsiteX1" fmla="*/ 4907 w 10000"/>
                <a:gd name="connsiteY1" fmla="*/ 0 h 11866"/>
                <a:gd name="connsiteX2" fmla="*/ 3917 w 10000"/>
                <a:gd name="connsiteY2" fmla="*/ 1341 h 11866"/>
                <a:gd name="connsiteX3" fmla="*/ 0 w 10000"/>
                <a:gd name="connsiteY3" fmla="*/ 1341 h 11866"/>
                <a:gd name="connsiteX4" fmla="*/ 0 w 10000"/>
                <a:gd name="connsiteY4" fmla="*/ 11866 h 11866"/>
                <a:gd name="connsiteX5" fmla="*/ 10000 w 10000"/>
                <a:gd name="connsiteY5" fmla="*/ 10000 h 11866"/>
                <a:gd name="connsiteX6" fmla="*/ 10000 w 10000"/>
                <a:gd name="connsiteY6" fmla="*/ 1341 h 11866"/>
                <a:gd name="connsiteX7" fmla="*/ 5940 w 10000"/>
                <a:gd name="connsiteY7" fmla="*/ 1341 h 11866"/>
                <a:gd name="connsiteX0-1" fmla="*/ 5940 w 10028"/>
                <a:gd name="connsiteY0-2" fmla="*/ 1341 h 11866"/>
                <a:gd name="connsiteX1-3" fmla="*/ 4907 w 10028"/>
                <a:gd name="connsiteY1-4" fmla="*/ 0 h 11866"/>
                <a:gd name="connsiteX2-5" fmla="*/ 3917 w 10028"/>
                <a:gd name="connsiteY2-6" fmla="*/ 1341 h 11866"/>
                <a:gd name="connsiteX3-7" fmla="*/ 0 w 10028"/>
                <a:gd name="connsiteY3-8" fmla="*/ 1341 h 11866"/>
                <a:gd name="connsiteX4-9" fmla="*/ 0 w 10028"/>
                <a:gd name="connsiteY4-10" fmla="*/ 11866 h 11866"/>
                <a:gd name="connsiteX5-11" fmla="*/ 10028 w 10028"/>
                <a:gd name="connsiteY5-12" fmla="*/ 11814 h 11866"/>
                <a:gd name="connsiteX6-13" fmla="*/ 10000 w 10028"/>
                <a:gd name="connsiteY6-14" fmla="*/ 1341 h 11866"/>
                <a:gd name="connsiteX7-15" fmla="*/ 5940 w 10028"/>
                <a:gd name="connsiteY7-16" fmla="*/ 1341 h 1186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0028" h="11866">
                  <a:moveTo>
                    <a:pt x="5940" y="1341"/>
                  </a:moveTo>
                  <a:lnTo>
                    <a:pt x="4907" y="0"/>
                  </a:lnTo>
                  <a:lnTo>
                    <a:pt x="3917" y="1341"/>
                  </a:lnTo>
                  <a:lnTo>
                    <a:pt x="0" y="1341"/>
                  </a:lnTo>
                  <a:lnTo>
                    <a:pt x="0" y="11866"/>
                  </a:lnTo>
                  <a:lnTo>
                    <a:pt x="10028" y="11814"/>
                  </a:lnTo>
                  <a:cubicBezTo>
                    <a:pt x="10019" y="8323"/>
                    <a:pt x="10009" y="4832"/>
                    <a:pt x="10000" y="1341"/>
                  </a:cubicBezTo>
                  <a:lnTo>
                    <a:pt x="5940" y="1341"/>
                  </a:lnTo>
                  <a:close/>
                </a:path>
              </a:pathLst>
            </a:custGeom>
            <a:solidFill>
              <a:srgbClr val="97B6F3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US" sz="949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0AB641D3-1425-280F-20D2-B7327ED82BE1}"/>
                </a:ext>
              </a:extLst>
            </p:cNvPr>
            <p:cNvSpPr txBox="1"/>
            <p:nvPr/>
          </p:nvSpPr>
          <p:spPr>
            <a:xfrm>
              <a:off x="5364323" y="4861483"/>
              <a:ext cx="1372819" cy="27943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关键词</a:t>
              </a:r>
              <a:endParaRPr 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07A2C0F-B594-5164-0715-F984E5BA4AEA}"/>
              </a:ext>
            </a:extLst>
          </p:cNvPr>
          <p:cNvGrpSpPr/>
          <p:nvPr/>
        </p:nvGrpSpPr>
        <p:grpSpPr>
          <a:xfrm>
            <a:off x="7755244" y="1336212"/>
            <a:ext cx="2859096" cy="791122"/>
            <a:chOff x="-94764" y="1931934"/>
            <a:chExt cx="2859096" cy="79112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9740296-7DE4-966D-7492-D22EB26A7BB4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B9CF344-7313-F196-2BF4-DDD49CEFD5EA}"/>
                </a:ext>
              </a:extLst>
            </p:cNvPr>
            <p:cNvSpPr txBox="1"/>
            <p:nvPr/>
          </p:nvSpPr>
          <p:spPr>
            <a:xfrm>
              <a:off x="-94764" y="19319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D09FF6B-9B76-5E25-5C55-5A89F9E51929}"/>
              </a:ext>
            </a:extLst>
          </p:cNvPr>
          <p:cNvGrpSpPr/>
          <p:nvPr/>
        </p:nvGrpSpPr>
        <p:grpSpPr>
          <a:xfrm>
            <a:off x="1502423" y="2660221"/>
            <a:ext cx="2880264" cy="791122"/>
            <a:chOff x="-94764" y="1931934"/>
            <a:chExt cx="2880264" cy="79112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FA34F75-D171-DAC1-1A91-FC685BAB6572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1DE491A-B3D2-9780-736D-47E93B2859E4}"/>
                </a:ext>
              </a:extLst>
            </p:cNvPr>
            <p:cNvSpPr txBox="1"/>
            <p:nvPr/>
          </p:nvSpPr>
          <p:spPr>
            <a:xfrm>
              <a:off x="549933" y="19319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4D20F70-44F3-9440-6B91-5B8A797DE165}"/>
              </a:ext>
            </a:extLst>
          </p:cNvPr>
          <p:cNvGrpSpPr/>
          <p:nvPr/>
        </p:nvGrpSpPr>
        <p:grpSpPr>
          <a:xfrm>
            <a:off x="7755244" y="3630863"/>
            <a:ext cx="2859096" cy="791122"/>
            <a:chOff x="-94764" y="1931934"/>
            <a:chExt cx="2859096" cy="791122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2376E30-2E9C-F9A6-438D-C0D56A03C77C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53648C3-ADC4-381C-1F8B-251C0489D979}"/>
                </a:ext>
              </a:extLst>
            </p:cNvPr>
            <p:cNvSpPr txBox="1"/>
            <p:nvPr/>
          </p:nvSpPr>
          <p:spPr>
            <a:xfrm>
              <a:off x="-94764" y="19319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7B5A39"/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F808BF5-B0DB-AD04-C5CB-C2ABDE9E4594}"/>
              </a:ext>
            </a:extLst>
          </p:cNvPr>
          <p:cNvGrpSpPr/>
          <p:nvPr/>
        </p:nvGrpSpPr>
        <p:grpSpPr>
          <a:xfrm>
            <a:off x="1502423" y="4838129"/>
            <a:ext cx="2880264" cy="791122"/>
            <a:chOff x="-94764" y="1931934"/>
            <a:chExt cx="2880264" cy="79112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551CD42-D7B9-1881-19AF-0A372E832643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D9EF326-BB59-F511-3401-566D712BD2A5}"/>
                </a:ext>
              </a:extLst>
            </p:cNvPr>
            <p:cNvSpPr txBox="1"/>
            <p:nvPr/>
          </p:nvSpPr>
          <p:spPr>
            <a:xfrm>
              <a:off x="549933" y="19319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r"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518860F-451B-7DB3-DD01-8DF266C9FF67}"/>
              </a:ext>
            </a:extLst>
          </p:cNvPr>
          <p:cNvCxnSpPr>
            <a:cxnSpLocks/>
          </p:cNvCxnSpPr>
          <p:nvPr/>
        </p:nvCxnSpPr>
        <p:spPr>
          <a:xfrm>
            <a:off x="6570502" y="1809706"/>
            <a:ext cx="1166267" cy="0"/>
          </a:xfrm>
          <a:prstGeom prst="line">
            <a:avLst/>
          </a:prstGeom>
          <a:ln w="12700">
            <a:solidFill>
              <a:srgbClr val="626155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2F063AE-1D92-6DDC-F1E1-2D991F9A9366}"/>
              </a:ext>
            </a:extLst>
          </p:cNvPr>
          <p:cNvCxnSpPr>
            <a:cxnSpLocks/>
          </p:cNvCxnSpPr>
          <p:nvPr/>
        </p:nvCxnSpPr>
        <p:spPr>
          <a:xfrm>
            <a:off x="6570502" y="4083006"/>
            <a:ext cx="1166267" cy="0"/>
          </a:xfrm>
          <a:prstGeom prst="line">
            <a:avLst/>
          </a:prstGeom>
          <a:ln w="12700">
            <a:solidFill>
              <a:srgbClr val="626155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1024D51-99CD-2583-DF20-2FF2CAC72941}"/>
              </a:ext>
            </a:extLst>
          </p:cNvPr>
          <p:cNvCxnSpPr>
            <a:cxnSpLocks/>
          </p:cNvCxnSpPr>
          <p:nvPr/>
        </p:nvCxnSpPr>
        <p:spPr>
          <a:xfrm flipH="1">
            <a:off x="4493075" y="3038278"/>
            <a:ext cx="1184742" cy="0"/>
          </a:xfrm>
          <a:prstGeom prst="line">
            <a:avLst/>
          </a:prstGeom>
          <a:ln w="12700">
            <a:solidFill>
              <a:srgbClr val="626155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EC5475E-5242-9000-8DAB-981C86967E81}"/>
              </a:ext>
            </a:extLst>
          </p:cNvPr>
          <p:cNvCxnSpPr>
            <a:cxnSpLocks/>
          </p:cNvCxnSpPr>
          <p:nvPr/>
        </p:nvCxnSpPr>
        <p:spPr>
          <a:xfrm flipH="1">
            <a:off x="4493075" y="5286178"/>
            <a:ext cx="1184742" cy="0"/>
          </a:xfrm>
          <a:prstGeom prst="line">
            <a:avLst/>
          </a:prstGeom>
          <a:ln w="12700">
            <a:solidFill>
              <a:srgbClr val="626155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8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9C58E-5A9D-2926-ED29-31F7904B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771E7841-77B3-CB3E-BCD0-4A22CA26E358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A4D306F-025B-B0BD-D946-6961528D386F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B74BDA7-90F2-B3FF-85EE-2330630983D4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AD064E3-6C5F-2BF7-5A10-E4BDE10EE305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2067F3C-AA5A-6D70-F7B6-B4BC4FF87B6D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56E9769-427E-D951-BD2A-D56323B67C78}"/>
              </a:ext>
            </a:extLst>
          </p:cNvPr>
          <p:cNvSpPr/>
          <p:nvPr/>
        </p:nvSpPr>
        <p:spPr>
          <a:xfrm>
            <a:off x="1219619" y="1449578"/>
            <a:ext cx="1234843" cy="138277"/>
          </a:xfrm>
          <a:custGeom>
            <a:avLst/>
            <a:gdLst>
              <a:gd name="connsiteX0" fmla="*/ 0 w 1234843"/>
              <a:gd name="connsiteY0" fmla="*/ 0 h 138277"/>
              <a:gd name="connsiteX1" fmla="*/ 1234843 w 1234843"/>
              <a:gd name="connsiteY1" fmla="*/ 0 h 138277"/>
              <a:gd name="connsiteX2" fmla="*/ 1105033 w 1234843"/>
              <a:gd name="connsiteY2" fmla="*/ 138277 h 138277"/>
              <a:gd name="connsiteX3" fmla="*/ 0 w 1234843"/>
              <a:gd name="connsiteY3" fmla="*/ 138277 h 138277"/>
              <a:gd name="connsiteX4" fmla="*/ 0 w 1234843"/>
              <a:gd name="connsiteY4" fmla="*/ 0 h 138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4843" h="138277">
                <a:moveTo>
                  <a:pt x="0" y="0"/>
                </a:moveTo>
                <a:lnTo>
                  <a:pt x="1234843" y="0"/>
                </a:lnTo>
                <a:lnTo>
                  <a:pt x="1105033" y="138277"/>
                </a:lnTo>
                <a:lnTo>
                  <a:pt x="0" y="138277"/>
                </a:lnTo>
                <a:lnTo>
                  <a:pt x="0" y="0"/>
                </a:lnTo>
                <a:close/>
              </a:path>
            </a:pathLst>
          </a:custGeom>
          <a:solidFill>
            <a:srgbClr val="97B6F3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zh-CN" alt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D3D7A74-B4CC-E738-AA5D-ADD89922C464}"/>
              </a:ext>
            </a:extLst>
          </p:cNvPr>
          <p:cNvSpPr/>
          <p:nvPr/>
        </p:nvSpPr>
        <p:spPr>
          <a:xfrm>
            <a:off x="1219618" y="1449578"/>
            <a:ext cx="4648200" cy="1626235"/>
          </a:xfrm>
          <a:custGeom>
            <a:avLst/>
            <a:gdLst>
              <a:gd name="connsiteX0" fmla="*/ 1234843 w 4648200"/>
              <a:gd name="connsiteY0" fmla="*/ 0 h 1626235"/>
              <a:gd name="connsiteX1" fmla="*/ 4648200 w 4648200"/>
              <a:gd name="connsiteY1" fmla="*/ 0 h 1626235"/>
              <a:gd name="connsiteX2" fmla="*/ 4648200 w 4648200"/>
              <a:gd name="connsiteY2" fmla="*/ 1557868 h 1626235"/>
              <a:gd name="connsiteX3" fmla="*/ 3088719 w 4648200"/>
              <a:gd name="connsiteY3" fmla="*/ 1557868 h 1626235"/>
              <a:gd name="connsiteX4" fmla="*/ 3024538 w 4648200"/>
              <a:gd name="connsiteY4" fmla="*/ 1626235 h 1626235"/>
              <a:gd name="connsiteX5" fmla="*/ 0 w 4648200"/>
              <a:gd name="connsiteY5" fmla="*/ 1626235 h 1626235"/>
              <a:gd name="connsiteX6" fmla="*/ 0 w 4648200"/>
              <a:gd name="connsiteY6" fmla="*/ 138277 h 1626235"/>
              <a:gd name="connsiteX7" fmla="*/ 1105033 w 4648200"/>
              <a:gd name="connsiteY7" fmla="*/ 138277 h 1626235"/>
              <a:gd name="connsiteX8" fmla="*/ 1234843 w 4648200"/>
              <a:gd name="connsiteY8" fmla="*/ 0 h 162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8200" h="1626235">
                <a:moveTo>
                  <a:pt x="1234843" y="0"/>
                </a:moveTo>
                <a:lnTo>
                  <a:pt x="4648200" y="0"/>
                </a:lnTo>
                <a:lnTo>
                  <a:pt x="4648200" y="1557868"/>
                </a:lnTo>
                <a:lnTo>
                  <a:pt x="3088719" y="1557868"/>
                </a:lnTo>
                <a:lnTo>
                  <a:pt x="3024538" y="1626235"/>
                </a:lnTo>
                <a:lnTo>
                  <a:pt x="0" y="1626235"/>
                </a:lnTo>
                <a:lnTo>
                  <a:pt x="0" y="138277"/>
                </a:lnTo>
                <a:lnTo>
                  <a:pt x="1105033" y="138277"/>
                </a:lnTo>
                <a:lnTo>
                  <a:pt x="1234843" y="0"/>
                </a:lnTo>
                <a:close/>
              </a:path>
            </a:pathLst>
          </a:cu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ct val="20000"/>
              </a:spcBef>
              <a:buChar char="•"/>
            </a:pP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A1C8BD0-56A2-E8D6-B42A-E0D88235F842}"/>
              </a:ext>
            </a:extLst>
          </p:cNvPr>
          <p:cNvSpPr/>
          <p:nvPr/>
        </p:nvSpPr>
        <p:spPr>
          <a:xfrm>
            <a:off x="1410118" y="1866695"/>
            <a:ext cx="792000" cy="792000"/>
          </a:xfrm>
          <a:prstGeom prst="ellipse">
            <a:avLst/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sp>
        <p:nvSpPr>
          <p:cNvPr id="22" name="任意多边形 67" descr="D:\51PPT模板网\51pptmoban.com\图片.jpg">
            <a:extLst>
              <a:ext uri="{FF2B5EF4-FFF2-40B4-BE49-F238E27FC236}">
                <a16:creationId xmlns:a16="http://schemas.microsoft.com/office/drawing/2014/main" id="{49C101BC-34A0-4209-516D-B24BDBA870CC}"/>
              </a:ext>
            </a:extLst>
          </p:cNvPr>
          <p:cNvSpPr/>
          <p:nvPr/>
        </p:nvSpPr>
        <p:spPr>
          <a:xfrm>
            <a:off x="1625383" y="2100453"/>
            <a:ext cx="361315" cy="3251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40" h="5680">
                <a:moveTo>
                  <a:pt x="1" y="910"/>
                </a:moveTo>
                <a:lnTo>
                  <a:pt x="6339" y="910"/>
                </a:lnTo>
                <a:lnTo>
                  <a:pt x="6339" y="2742"/>
                </a:lnTo>
                <a:lnTo>
                  <a:pt x="6339" y="2744"/>
                </a:lnTo>
                <a:lnTo>
                  <a:pt x="6339" y="2759"/>
                </a:lnTo>
                <a:lnTo>
                  <a:pt x="6340" y="2774"/>
                </a:lnTo>
                <a:lnTo>
                  <a:pt x="6340" y="5098"/>
                </a:lnTo>
                <a:lnTo>
                  <a:pt x="6340" y="5114"/>
                </a:lnTo>
                <a:lnTo>
                  <a:pt x="6340" y="5129"/>
                </a:lnTo>
                <a:cubicBezTo>
                  <a:pt x="6347" y="5441"/>
                  <a:pt x="6008" y="5687"/>
                  <a:pt x="5785" y="5680"/>
                </a:cubicBezTo>
                <a:lnTo>
                  <a:pt x="5772" y="5680"/>
                </a:lnTo>
                <a:lnTo>
                  <a:pt x="5758" y="5680"/>
                </a:lnTo>
                <a:lnTo>
                  <a:pt x="581" y="5680"/>
                </a:lnTo>
                <a:lnTo>
                  <a:pt x="566" y="5680"/>
                </a:lnTo>
                <a:lnTo>
                  <a:pt x="551" y="5680"/>
                </a:lnTo>
                <a:cubicBezTo>
                  <a:pt x="239" y="5687"/>
                  <a:pt x="-7" y="5348"/>
                  <a:pt x="0" y="5125"/>
                </a:cubicBezTo>
                <a:lnTo>
                  <a:pt x="0" y="5112"/>
                </a:lnTo>
                <a:lnTo>
                  <a:pt x="0" y="5098"/>
                </a:lnTo>
                <a:lnTo>
                  <a:pt x="0" y="2774"/>
                </a:lnTo>
                <a:lnTo>
                  <a:pt x="1" y="2759"/>
                </a:lnTo>
                <a:lnTo>
                  <a:pt x="1" y="2744"/>
                </a:lnTo>
                <a:lnTo>
                  <a:pt x="1" y="2742"/>
                </a:lnTo>
                <a:lnTo>
                  <a:pt x="1" y="910"/>
                </a:lnTo>
                <a:close/>
                <a:moveTo>
                  <a:pt x="637" y="1535"/>
                </a:moveTo>
                <a:lnTo>
                  <a:pt x="5702" y="1535"/>
                </a:lnTo>
                <a:lnTo>
                  <a:pt x="5702" y="5054"/>
                </a:lnTo>
                <a:lnTo>
                  <a:pt x="637" y="5054"/>
                </a:lnTo>
                <a:lnTo>
                  <a:pt x="637" y="1535"/>
                </a:lnTo>
                <a:close/>
                <a:moveTo>
                  <a:pt x="3157" y="3238"/>
                </a:moveTo>
                <a:lnTo>
                  <a:pt x="3158" y="3263"/>
                </a:lnTo>
                <a:cubicBezTo>
                  <a:pt x="3173" y="3781"/>
                  <a:pt x="2652" y="4193"/>
                  <a:pt x="2238" y="4181"/>
                </a:cubicBezTo>
                <a:lnTo>
                  <a:pt x="2215" y="4181"/>
                </a:lnTo>
                <a:lnTo>
                  <a:pt x="2190" y="4181"/>
                </a:lnTo>
                <a:cubicBezTo>
                  <a:pt x="1673" y="4196"/>
                  <a:pt x="1260" y="3675"/>
                  <a:pt x="1272" y="3261"/>
                </a:cubicBezTo>
                <a:lnTo>
                  <a:pt x="1273" y="3238"/>
                </a:lnTo>
                <a:lnTo>
                  <a:pt x="1272" y="3213"/>
                </a:lnTo>
                <a:cubicBezTo>
                  <a:pt x="1257" y="2696"/>
                  <a:pt x="1778" y="2284"/>
                  <a:pt x="2192" y="2296"/>
                </a:cubicBezTo>
                <a:lnTo>
                  <a:pt x="2215" y="2296"/>
                </a:lnTo>
                <a:lnTo>
                  <a:pt x="2215" y="3238"/>
                </a:lnTo>
                <a:lnTo>
                  <a:pt x="3157" y="3238"/>
                </a:lnTo>
                <a:close/>
                <a:moveTo>
                  <a:pt x="3481" y="2282"/>
                </a:moveTo>
                <a:lnTo>
                  <a:pt x="5067" y="2282"/>
                </a:lnTo>
                <a:lnTo>
                  <a:pt x="5067" y="2916"/>
                </a:lnTo>
                <a:lnTo>
                  <a:pt x="3481" y="2916"/>
                </a:lnTo>
                <a:lnTo>
                  <a:pt x="3481" y="2282"/>
                </a:lnTo>
                <a:close/>
                <a:moveTo>
                  <a:pt x="3481" y="3547"/>
                </a:moveTo>
                <a:lnTo>
                  <a:pt x="5067" y="3547"/>
                </a:lnTo>
                <a:lnTo>
                  <a:pt x="5067" y="4181"/>
                </a:lnTo>
                <a:lnTo>
                  <a:pt x="3481" y="4181"/>
                </a:lnTo>
                <a:lnTo>
                  <a:pt x="3481" y="3547"/>
                </a:lnTo>
                <a:close/>
                <a:moveTo>
                  <a:pt x="1" y="0"/>
                </a:moveTo>
                <a:lnTo>
                  <a:pt x="6339" y="0"/>
                </a:lnTo>
                <a:lnTo>
                  <a:pt x="6339" y="647"/>
                </a:lnTo>
                <a:lnTo>
                  <a:pt x="1" y="647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F004BF0-052B-EB44-3EED-3EE0D7680DB9}"/>
              </a:ext>
            </a:extLst>
          </p:cNvPr>
          <p:cNvGrpSpPr/>
          <p:nvPr/>
        </p:nvGrpSpPr>
        <p:grpSpPr>
          <a:xfrm>
            <a:off x="2377773" y="1842173"/>
            <a:ext cx="2966425" cy="816522"/>
            <a:chOff x="283598" y="1906534"/>
            <a:chExt cx="2966425" cy="816522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BC71479-1CA2-81EF-8F24-9A6B309418BE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1771BB5-CA24-80DF-5E83-5BA53D12268E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19EAD64E-FF58-E134-A342-A0BFF844BC1F}"/>
              </a:ext>
            </a:extLst>
          </p:cNvPr>
          <p:cNvSpPr/>
          <p:nvPr/>
        </p:nvSpPr>
        <p:spPr>
          <a:xfrm>
            <a:off x="6324182" y="1449578"/>
            <a:ext cx="1234843" cy="138277"/>
          </a:xfrm>
          <a:custGeom>
            <a:avLst/>
            <a:gdLst>
              <a:gd name="connsiteX0" fmla="*/ 0 w 1234843"/>
              <a:gd name="connsiteY0" fmla="*/ 0 h 138277"/>
              <a:gd name="connsiteX1" fmla="*/ 1234843 w 1234843"/>
              <a:gd name="connsiteY1" fmla="*/ 0 h 138277"/>
              <a:gd name="connsiteX2" fmla="*/ 1105033 w 1234843"/>
              <a:gd name="connsiteY2" fmla="*/ 138277 h 138277"/>
              <a:gd name="connsiteX3" fmla="*/ 0 w 1234843"/>
              <a:gd name="connsiteY3" fmla="*/ 138277 h 138277"/>
              <a:gd name="connsiteX4" fmla="*/ 0 w 1234843"/>
              <a:gd name="connsiteY4" fmla="*/ 0 h 138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4843" h="138277">
                <a:moveTo>
                  <a:pt x="0" y="0"/>
                </a:moveTo>
                <a:lnTo>
                  <a:pt x="1234843" y="0"/>
                </a:lnTo>
                <a:lnTo>
                  <a:pt x="1105033" y="138277"/>
                </a:lnTo>
                <a:lnTo>
                  <a:pt x="0" y="138277"/>
                </a:lnTo>
                <a:lnTo>
                  <a:pt x="0" y="0"/>
                </a:lnTo>
                <a:close/>
              </a:path>
            </a:pathLst>
          </a:custGeom>
          <a:solidFill>
            <a:srgbClr val="97B6F3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zh-CN" alt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4041BF-FE29-3389-545C-621DC08FCA7C}"/>
              </a:ext>
            </a:extLst>
          </p:cNvPr>
          <p:cNvSpPr/>
          <p:nvPr/>
        </p:nvSpPr>
        <p:spPr>
          <a:xfrm>
            <a:off x="6324181" y="1449578"/>
            <a:ext cx="4648200" cy="1626235"/>
          </a:xfrm>
          <a:custGeom>
            <a:avLst/>
            <a:gdLst>
              <a:gd name="connsiteX0" fmla="*/ 1234843 w 4648200"/>
              <a:gd name="connsiteY0" fmla="*/ 0 h 1626235"/>
              <a:gd name="connsiteX1" fmla="*/ 4648200 w 4648200"/>
              <a:gd name="connsiteY1" fmla="*/ 0 h 1626235"/>
              <a:gd name="connsiteX2" fmla="*/ 4648200 w 4648200"/>
              <a:gd name="connsiteY2" fmla="*/ 1557868 h 1626235"/>
              <a:gd name="connsiteX3" fmla="*/ 3088719 w 4648200"/>
              <a:gd name="connsiteY3" fmla="*/ 1557868 h 1626235"/>
              <a:gd name="connsiteX4" fmla="*/ 3024538 w 4648200"/>
              <a:gd name="connsiteY4" fmla="*/ 1626235 h 1626235"/>
              <a:gd name="connsiteX5" fmla="*/ 0 w 4648200"/>
              <a:gd name="connsiteY5" fmla="*/ 1626235 h 1626235"/>
              <a:gd name="connsiteX6" fmla="*/ 0 w 4648200"/>
              <a:gd name="connsiteY6" fmla="*/ 138277 h 1626235"/>
              <a:gd name="connsiteX7" fmla="*/ 1105033 w 4648200"/>
              <a:gd name="connsiteY7" fmla="*/ 138277 h 1626235"/>
              <a:gd name="connsiteX8" fmla="*/ 1234843 w 4648200"/>
              <a:gd name="connsiteY8" fmla="*/ 0 h 162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8200" h="1626235">
                <a:moveTo>
                  <a:pt x="1234843" y="0"/>
                </a:moveTo>
                <a:lnTo>
                  <a:pt x="4648200" y="0"/>
                </a:lnTo>
                <a:lnTo>
                  <a:pt x="4648200" y="1557868"/>
                </a:lnTo>
                <a:lnTo>
                  <a:pt x="3088719" y="1557868"/>
                </a:lnTo>
                <a:lnTo>
                  <a:pt x="3024538" y="1626235"/>
                </a:lnTo>
                <a:lnTo>
                  <a:pt x="0" y="1626235"/>
                </a:lnTo>
                <a:lnTo>
                  <a:pt x="0" y="138277"/>
                </a:lnTo>
                <a:lnTo>
                  <a:pt x="1105033" y="138277"/>
                </a:lnTo>
                <a:lnTo>
                  <a:pt x="1234843" y="0"/>
                </a:lnTo>
                <a:close/>
              </a:path>
            </a:pathLst>
          </a:cu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ct val="20000"/>
              </a:spcBef>
              <a:buChar char="•"/>
            </a:pP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6BFB6217-4269-AB96-EDC4-B98CF33DC203}"/>
              </a:ext>
            </a:extLst>
          </p:cNvPr>
          <p:cNvSpPr/>
          <p:nvPr/>
        </p:nvSpPr>
        <p:spPr>
          <a:xfrm>
            <a:off x="6514681" y="1866695"/>
            <a:ext cx="792000" cy="792000"/>
          </a:xfrm>
          <a:prstGeom prst="ellipse">
            <a:avLst/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5929740-219B-4EA9-0579-AD21380391B3}"/>
              </a:ext>
            </a:extLst>
          </p:cNvPr>
          <p:cNvGrpSpPr/>
          <p:nvPr/>
        </p:nvGrpSpPr>
        <p:grpSpPr>
          <a:xfrm>
            <a:off x="7482336" y="1842173"/>
            <a:ext cx="2966425" cy="816522"/>
            <a:chOff x="283598" y="1906534"/>
            <a:chExt cx="2966425" cy="81652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95DB021-4F5D-61B3-707F-8068EA4E5B3D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32FC6AC-05CD-C135-EFB8-9862D2FD8677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F0DFCE1F-705A-042F-6976-4829D80CB1D0}"/>
              </a:ext>
            </a:extLst>
          </p:cNvPr>
          <p:cNvSpPr/>
          <p:nvPr/>
        </p:nvSpPr>
        <p:spPr>
          <a:xfrm>
            <a:off x="1219619" y="3559732"/>
            <a:ext cx="1234843" cy="138277"/>
          </a:xfrm>
          <a:custGeom>
            <a:avLst/>
            <a:gdLst>
              <a:gd name="connsiteX0" fmla="*/ 0 w 1234843"/>
              <a:gd name="connsiteY0" fmla="*/ 0 h 138277"/>
              <a:gd name="connsiteX1" fmla="*/ 1234843 w 1234843"/>
              <a:gd name="connsiteY1" fmla="*/ 0 h 138277"/>
              <a:gd name="connsiteX2" fmla="*/ 1105033 w 1234843"/>
              <a:gd name="connsiteY2" fmla="*/ 138277 h 138277"/>
              <a:gd name="connsiteX3" fmla="*/ 0 w 1234843"/>
              <a:gd name="connsiteY3" fmla="*/ 138277 h 138277"/>
              <a:gd name="connsiteX4" fmla="*/ 0 w 1234843"/>
              <a:gd name="connsiteY4" fmla="*/ 0 h 138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4843" h="138277">
                <a:moveTo>
                  <a:pt x="0" y="0"/>
                </a:moveTo>
                <a:lnTo>
                  <a:pt x="1234843" y="0"/>
                </a:lnTo>
                <a:lnTo>
                  <a:pt x="1105033" y="138277"/>
                </a:lnTo>
                <a:lnTo>
                  <a:pt x="0" y="138277"/>
                </a:lnTo>
                <a:lnTo>
                  <a:pt x="0" y="0"/>
                </a:lnTo>
                <a:close/>
              </a:path>
            </a:pathLst>
          </a:custGeom>
          <a:solidFill>
            <a:srgbClr val="97B6F3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zh-CN" alt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8" name="任意多边形: 形状 57" descr="D:\51PPT模板网\51pptmoban.com\图片.jpg">
            <a:extLst>
              <a:ext uri="{FF2B5EF4-FFF2-40B4-BE49-F238E27FC236}">
                <a16:creationId xmlns:a16="http://schemas.microsoft.com/office/drawing/2014/main" id="{7542D6C4-69EE-2B74-FB20-CAFE5AB4185E}"/>
              </a:ext>
            </a:extLst>
          </p:cNvPr>
          <p:cNvSpPr/>
          <p:nvPr/>
        </p:nvSpPr>
        <p:spPr>
          <a:xfrm>
            <a:off x="1219618" y="3559732"/>
            <a:ext cx="4648200" cy="1626235"/>
          </a:xfrm>
          <a:custGeom>
            <a:avLst/>
            <a:gdLst>
              <a:gd name="connsiteX0" fmla="*/ 1234843 w 4648200"/>
              <a:gd name="connsiteY0" fmla="*/ 0 h 1626235"/>
              <a:gd name="connsiteX1" fmla="*/ 4648200 w 4648200"/>
              <a:gd name="connsiteY1" fmla="*/ 0 h 1626235"/>
              <a:gd name="connsiteX2" fmla="*/ 4648200 w 4648200"/>
              <a:gd name="connsiteY2" fmla="*/ 1557868 h 1626235"/>
              <a:gd name="connsiteX3" fmla="*/ 3088719 w 4648200"/>
              <a:gd name="connsiteY3" fmla="*/ 1557868 h 1626235"/>
              <a:gd name="connsiteX4" fmla="*/ 3024538 w 4648200"/>
              <a:gd name="connsiteY4" fmla="*/ 1626235 h 1626235"/>
              <a:gd name="connsiteX5" fmla="*/ 0 w 4648200"/>
              <a:gd name="connsiteY5" fmla="*/ 1626235 h 1626235"/>
              <a:gd name="connsiteX6" fmla="*/ 0 w 4648200"/>
              <a:gd name="connsiteY6" fmla="*/ 138277 h 1626235"/>
              <a:gd name="connsiteX7" fmla="*/ 1105033 w 4648200"/>
              <a:gd name="connsiteY7" fmla="*/ 138277 h 1626235"/>
              <a:gd name="connsiteX8" fmla="*/ 1234843 w 4648200"/>
              <a:gd name="connsiteY8" fmla="*/ 0 h 162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8200" h="1626235">
                <a:moveTo>
                  <a:pt x="1234843" y="0"/>
                </a:moveTo>
                <a:lnTo>
                  <a:pt x="4648200" y="0"/>
                </a:lnTo>
                <a:lnTo>
                  <a:pt x="4648200" y="1557868"/>
                </a:lnTo>
                <a:lnTo>
                  <a:pt x="3088719" y="1557868"/>
                </a:lnTo>
                <a:lnTo>
                  <a:pt x="3024538" y="1626235"/>
                </a:lnTo>
                <a:lnTo>
                  <a:pt x="0" y="1626235"/>
                </a:lnTo>
                <a:lnTo>
                  <a:pt x="0" y="138277"/>
                </a:lnTo>
                <a:lnTo>
                  <a:pt x="1105033" y="138277"/>
                </a:lnTo>
                <a:lnTo>
                  <a:pt x="1234843" y="0"/>
                </a:lnTo>
                <a:close/>
              </a:path>
            </a:pathLst>
          </a:cu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ct val="20000"/>
              </a:spcBef>
              <a:buChar char="•"/>
            </a:pP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79D012E4-2DC0-5C4C-6AD1-731F4DD0B548}"/>
              </a:ext>
            </a:extLst>
          </p:cNvPr>
          <p:cNvSpPr/>
          <p:nvPr/>
        </p:nvSpPr>
        <p:spPr>
          <a:xfrm>
            <a:off x="1410118" y="3976849"/>
            <a:ext cx="792000" cy="792000"/>
          </a:xfrm>
          <a:prstGeom prst="ellipse">
            <a:avLst/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759D7B5-9128-3EC6-9FE0-53A09024B615}"/>
              </a:ext>
            </a:extLst>
          </p:cNvPr>
          <p:cNvGrpSpPr/>
          <p:nvPr/>
        </p:nvGrpSpPr>
        <p:grpSpPr>
          <a:xfrm>
            <a:off x="2377773" y="3952327"/>
            <a:ext cx="2966425" cy="816522"/>
            <a:chOff x="283598" y="1906534"/>
            <a:chExt cx="2966425" cy="816522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AD77901B-AFB9-EE81-A15E-0BAE3487165C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10E834C-5AF6-511B-B7FD-E66307DF5A7D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066878F-011C-6A46-9005-9E6938D1FAA0}"/>
              </a:ext>
            </a:extLst>
          </p:cNvPr>
          <p:cNvSpPr/>
          <p:nvPr/>
        </p:nvSpPr>
        <p:spPr>
          <a:xfrm>
            <a:off x="6324182" y="3559732"/>
            <a:ext cx="1234843" cy="138277"/>
          </a:xfrm>
          <a:custGeom>
            <a:avLst/>
            <a:gdLst>
              <a:gd name="connsiteX0" fmla="*/ 0 w 1234843"/>
              <a:gd name="connsiteY0" fmla="*/ 0 h 138277"/>
              <a:gd name="connsiteX1" fmla="*/ 1234843 w 1234843"/>
              <a:gd name="connsiteY1" fmla="*/ 0 h 138277"/>
              <a:gd name="connsiteX2" fmla="*/ 1105033 w 1234843"/>
              <a:gd name="connsiteY2" fmla="*/ 138277 h 138277"/>
              <a:gd name="connsiteX3" fmla="*/ 0 w 1234843"/>
              <a:gd name="connsiteY3" fmla="*/ 138277 h 138277"/>
              <a:gd name="connsiteX4" fmla="*/ 0 w 1234843"/>
              <a:gd name="connsiteY4" fmla="*/ 0 h 138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4843" h="138277">
                <a:moveTo>
                  <a:pt x="0" y="0"/>
                </a:moveTo>
                <a:lnTo>
                  <a:pt x="1234843" y="0"/>
                </a:lnTo>
                <a:lnTo>
                  <a:pt x="1105033" y="138277"/>
                </a:lnTo>
                <a:lnTo>
                  <a:pt x="0" y="138277"/>
                </a:lnTo>
                <a:lnTo>
                  <a:pt x="0" y="0"/>
                </a:lnTo>
                <a:close/>
              </a:path>
            </a:pathLst>
          </a:custGeom>
          <a:solidFill>
            <a:srgbClr val="97B6F3"/>
          </a:solidFill>
          <a:ln>
            <a:noFill/>
          </a:ln>
        </p:spPr>
        <p:txBody>
          <a:bodyPr vert="horz" wrap="square" lIns="96430" tIns="48216" rIns="96430" bIns="4821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zh-CN" altLang="en-US" sz="949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DBE6D7C2-17E8-CD47-471E-DC1FD86E4691}"/>
              </a:ext>
            </a:extLst>
          </p:cNvPr>
          <p:cNvSpPr/>
          <p:nvPr/>
        </p:nvSpPr>
        <p:spPr>
          <a:xfrm>
            <a:off x="6324181" y="3559732"/>
            <a:ext cx="4648200" cy="1626235"/>
          </a:xfrm>
          <a:custGeom>
            <a:avLst/>
            <a:gdLst>
              <a:gd name="connsiteX0" fmla="*/ 1234843 w 4648200"/>
              <a:gd name="connsiteY0" fmla="*/ 0 h 1626235"/>
              <a:gd name="connsiteX1" fmla="*/ 4648200 w 4648200"/>
              <a:gd name="connsiteY1" fmla="*/ 0 h 1626235"/>
              <a:gd name="connsiteX2" fmla="*/ 4648200 w 4648200"/>
              <a:gd name="connsiteY2" fmla="*/ 1557868 h 1626235"/>
              <a:gd name="connsiteX3" fmla="*/ 3088719 w 4648200"/>
              <a:gd name="connsiteY3" fmla="*/ 1557868 h 1626235"/>
              <a:gd name="connsiteX4" fmla="*/ 3024538 w 4648200"/>
              <a:gd name="connsiteY4" fmla="*/ 1626235 h 1626235"/>
              <a:gd name="connsiteX5" fmla="*/ 0 w 4648200"/>
              <a:gd name="connsiteY5" fmla="*/ 1626235 h 1626235"/>
              <a:gd name="connsiteX6" fmla="*/ 0 w 4648200"/>
              <a:gd name="connsiteY6" fmla="*/ 138277 h 1626235"/>
              <a:gd name="connsiteX7" fmla="*/ 1105033 w 4648200"/>
              <a:gd name="connsiteY7" fmla="*/ 138277 h 1626235"/>
              <a:gd name="connsiteX8" fmla="*/ 1234843 w 4648200"/>
              <a:gd name="connsiteY8" fmla="*/ 0 h 162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8200" h="1626235">
                <a:moveTo>
                  <a:pt x="1234843" y="0"/>
                </a:moveTo>
                <a:lnTo>
                  <a:pt x="4648200" y="0"/>
                </a:lnTo>
                <a:lnTo>
                  <a:pt x="4648200" y="1557868"/>
                </a:lnTo>
                <a:lnTo>
                  <a:pt x="3088719" y="1557868"/>
                </a:lnTo>
                <a:lnTo>
                  <a:pt x="3024538" y="1626235"/>
                </a:lnTo>
                <a:lnTo>
                  <a:pt x="0" y="1626235"/>
                </a:lnTo>
                <a:lnTo>
                  <a:pt x="0" y="138277"/>
                </a:lnTo>
                <a:lnTo>
                  <a:pt x="1105033" y="138277"/>
                </a:lnTo>
                <a:lnTo>
                  <a:pt x="1234843" y="0"/>
                </a:lnTo>
                <a:close/>
              </a:path>
            </a:pathLst>
          </a:cu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ct val="20000"/>
              </a:spcBef>
              <a:buChar char="•"/>
            </a:pP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EF36EEC6-ED34-F2B7-57D1-E30FA4D3BB64}"/>
              </a:ext>
            </a:extLst>
          </p:cNvPr>
          <p:cNvSpPr/>
          <p:nvPr/>
        </p:nvSpPr>
        <p:spPr>
          <a:xfrm>
            <a:off x="6514681" y="3976849"/>
            <a:ext cx="792000" cy="792000"/>
          </a:xfrm>
          <a:prstGeom prst="ellipse">
            <a:avLst/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50FE2B6-C3AC-19D6-FF65-9A105245DA4B}"/>
              </a:ext>
            </a:extLst>
          </p:cNvPr>
          <p:cNvGrpSpPr/>
          <p:nvPr/>
        </p:nvGrpSpPr>
        <p:grpSpPr>
          <a:xfrm>
            <a:off x="7482336" y="3952327"/>
            <a:ext cx="2966425" cy="816522"/>
            <a:chOff x="283598" y="1906534"/>
            <a:chExt cx="2966425" cy="81652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BFFEC22-455E-6D5B-D10B-CB43337DED8F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E7C910B-7295-E241-3F90-7A3F6606ED1E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64" name="任意多边形 35" descr="D:\51PPT模板网\51pptmoban.com\图片.jpg">
            <a:extLst>
              <a:ext uri="{FF2B5EF4-FFF2-40B4-BE49-F238E27FC236}">
                <a16:creationId xmlns:a16="http://schemas.microsoft.com/office/drawing/2014/main" id="{F7402914-15D3-05BE-7F55-3B7798A37F6F}"/>
              </a:ext>
            </a:extLst>
          </p:cNvPr>
          <p:cNvSpPr/>
          <p:nvPr/>
        </p:nvSpPr>
        <p:spPr>
          <a:xfrm>
            <a:off x="6690336" y="2042350"/>
            <a:ext cx="440690" cy="4406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710" h="8710">
                <a:moveTo>
                  <a:pt x="3825" y="0"/>
                </a:moveTo>
                <a:lnTo>
                  <a:pt x="4885" y="0"/>
                </a:lnTo>
                <a:lnTo>
                  <a:pt x="4885" y="964"/>
                </a:lnTo>
                <a:cubicBezTo>
                  <a:pt x="5262" y="973"/>
                  <a:pt x="6146" y="1372"/>
                  <a:pt x="6368" y="1592"/>
                </a:cubicBezTo>
                <a:lnTo>
                  <a:pt x="7060" y="901"/>
                </a:lnTo>
                <a:lnTo>
                  <a:pt x="7809" y="1650"/>
                </a:lnTo>
                <a:lnTo>
                  <a:pt x="7112" y="2347"/>
                </a:lnTo>
                <a:cubicBezTo>
                  <a:pt x="7437" y="2729"/>
                  <a:pt x="7716" y="3528"/>
                  <a:pt x="7740" y="3825"/>
                </a:cubicBezTo>
                <a:lnTo>
                  <a:pt x="8710" y="3825"/>
                </a:lnTo>
                <a:lnTo>
                  <a:pt x="8710" y="4885"/>
                </a:lnTo>
                <a:lnTo>
                  <a:pt x="7745" y="4885"/>
                </a:lnTo>
                <a:cubicBezTo>
                  <a:pt x="7736" y="5267"/>
                  <a:pt x="7335" y="6150"/>
                  <a:pt x="7118" y="6369"/>
                </a:cubicBezTo>
                <a:lnTo>
                  <a:pt x="7809" y="7060"/>
                </a:lnTo>
                <a:lnTo>
                  <a:pt x="7060" y="7809"/>
                </a:lnTo>
                <a:lnTo>
                  <a:pt x="6364" y="7114"/>
                </a:lnTo>
                <a:cubicBezTo>
                  <a:pt x="5977" y="7442"/>
                  <a:pt x="5182" y="7719"/>
                  <a:pt x="4885" y="7743"/>
                </a:cubicBezTo>
                <a:lnTo>
                  <a:pt x="4885" y="8710"/>
                </a:lnTo>
                <a:lnTo>
                  <a:pt x="3825" y="8710"/>
                </a:lnTo>
                <a:lnTo>
                  <a:pt x="3825" y="7748"/>
                </a:lnTo>
                <a:cubicBezTo>
                  <a:pt x="3440" y="7739"/>
                  <a:pt x="2561" y="7339"/>
                  <a:pt x="2339" y="7120"/>
                </a:cubicBezTo>
                <a:lnTo>
                  <a:pt x="1650" y="7809"/>
                </a:lnTo>
                <a:lnTo>
                  <a:pt x="901" y="7060"/>
                </a:lnTo>
                <a:lnTo>
                  <a:pt x="1594" y="6366"/>
                </a:lnTo>
                <a:cubicBezTo>
                  <a:pt x="1268" y="5980"/>
                  <a:pt x="991" y="5187"/>
                  <a:pt x="966" y="4885"/>
                </a:cubicBezTo>
                <a:lnTo>
                  <a:pt x="0" y="4885"/>
                </a:lnTo>
                <a:lnTo>
                  <a:pt x="0" y="3825"/>
                </a:lnTo>
                <a:lnTo>
                  <a:pt x="961" y="3825"/>
                </a:lnTo>
                <a:cubicBezTo>
                  <a:pt x="971" y="3446"/>
                  <a:pt x="1368" y="2565"/>
                  <a:pt x="1590" y="2340"/>
                </a:cubicBezTo>
                <a:lnTo>
                  <a:pt x="901" y="1650"/>
                </a:lnTo>
                <a:lnTo>
                  <a:pt x="1650" y="901"/>
                </a:lnTo>
                <a:lnTo>
                  <a:pt x="2345" y="1596"/>
                </a:lnTo>
                <a:cubicBezTo>
                  <a:pt x="2726" y="1273"/>
                  <a:pt x="3522" y="993"/>
                  <a:pt x="3825" y="969"/>
                </a:cubicBezTo>
                <a:lnTo>
                  <a:pt x="3825" y="0"/>
                </a:lnTo>
                <a:close/>
                <a:moveTo>
                  <a:pt x="1814" y="4356"/>
                </a:moveTo>
                <a:lnTo>
                  <a:pt x="1813" y="4288"/>
                </a:lnTo>
                <a:cubicBezTo>
                  <a:pt x="1772" y="2894"/>
                  <a:pt x="3175" y="1783"/>
                  <a:pt x="4292" y="1816"/>
                </a:cubicBezTo>
                <a:lnTo>
                  <a:pt x="4353" y="1817"/>
                </a:lnTo>
                <a:lnTo>
                  <a:pt x="4421" y="1816"/>
                </a:lnTo>
                <a:cubicBezTo>
                  <a:pt x="5815" y="1775"/>
                  <a:pt x="6926" y="3178"/>
                  <a:pt x="6893" y="4295"/>
                </a:cubicBezTo>
                <a:lnTo>
                  <a:pt x="6892" y="4356"/>
                </a:lnTo>
                <a:lnTo>
                  <a:pt x="6894" y="4424"/>
                </a:lnTo>
                <a:cubicBezTo>
                  <a:pt x="6935" y="5818"/>
                  <a:pt x="5531" y="6929"/>
                  <a:pt x="4414" y="6896"/>
                </a:cubicBezTo>
                <a:lnTo>
                  <a:pt x="4353" y="6895"/>
                </a:lnTo>
                <a:lnTo>
                  <a:pt x="4285" y="6897"/>
                </a:lnTo>
                <a:cubicBezTo>
                  <a:pt x="2891" y="6938"/>
                  <a:pt x="1780" y="5534"/>
                  <a:pt x="1813" y="4417"/>
                </a:cubicBezTo>
                <a:lnTo>
                  <a:pt x="1814" y="43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任意多边形 68" descr="D:\51PPT模板网\51pptmoban.com\图片.jpg">
            <a:extLst>
              <a:ext uri="{FF2B5EF4-FFF2-40B4-BE49-F238E27FC236}">
                <a16:creationId xmlns:a16="http://schemas.microsoft.com/office/drawing/2014/main" id="{C4575AED-580B-C02E-79FA-10DFAAD17865}"/>
              </a:ext>
            </a:extLst>
          </p:cNvPr>
          <p:cNvSpPr/>
          <p:nvPr/>
        </p:nvSpPr>
        <p:spPr>
          <a:xfrm>
            <a:off x="1625383" y="4181565"/>
            <a:ext cx="361950" cy="396240"/>
          </a:xfrm>
          <a:custGeom>
            <a:avLst/>
            <a:gdLst>
              <a:gd name="idx" fmla="cos wd2 2700000"/>
              <a:gd name="idy" fmla="sin hd2 2700000"/>
              <a:gd name="il" fmla="+- hc 0 wd2"/>
              <a:gd name="ir" fmla="+- hc wd2 0"/>
              <a:gd name="it" fmla="+- vc 0 wd2"/>
              <a:gd name="ib" fmla="+- vc wd2 0"/>
            </a:gdLst>
            <a:ahLst/>
            <a:cxnLst>
              <a:cxn ang="3">
                <a:pos x="hc" y="t"/>
              </a:cxn>
              <a:cxn ang="3">
                <a:pos x="hd2" y="hd2"/>
              </a:cxn>
              <a:cxn ang="cd2">
                <a:pos x="l" y="vc"/>
              </a:cxn>
              <a:cxn ang="cd4">
                <a:pos x="hd2" y="idy"/>
              </a:cxn>
              <a:cxn ang="cd4">
                <a:pos x="hc" y="b"/>
              </a:cxn>
              <a:cxn ang="cd4">
                <a:pos x="idx" y="idy"/>
              </a:cxn>
              <a:cxn ang="0">
                <a:pos x="r" y="vc"/>
              </a:cxn>
              <a:cxn ang="3">
                <a:pos x="idx" y="hd2"/>
              </a:cxn>
            </a:cxnLst>
            <a:rect l="l" t="t" r="r" b="b"/>
            <a:pathLst>
              <a:path w="6085" h="6640">
                <a:moveTo>
                  <a:pt x="1" y="2610"/>
                </a:moveTo>
                <a:lnTo>
                  <a:pt x="0" y="2540"/>
                </a:lnTo>
                <a:cubicBezTo>
                  <a:pt x="-42" y="1108"/>
                  <a:pt x="1400" y="-33"/>
                  <a:pt x="2547" y="0"/>
                </a:cubicBezTo>
                <a:lnTo>
                  <a:pt x="2610" y="1"/>
                </a:lnTo>
                <a:lnTo>
                  <a:pt x="2680" y="0"/>
                </a:lnTo>
                <a:cubicBezTo>
                  <a:pt x="4112" y="-42"/>
                  <a:pt x="5253" y="1400"/>
                  <a:pt x="5220" y="2547"/>
                </a:cubicBezTo>
                <a:lnTo>
                  <a:pt x="5219" y="2610"/>
                </a:lnTo>
                <a:lnTo>
                  <a:pt x="5220" y="2680"/>
                </a:lnTo>
                <a:cubicBezTo>
                  <a:pt x="5262" y="3330"/>
                  <a:pt x="4826" y="4085"/>
                  <a:pt x="4515" y="4385"/>
                </a:cubicBezTo>
                <a:lnTo>
                  <a:pt x="5978" y="6010"/>
                </a:lnTo>
                <a:lnTo>
                  <a:pt x="5981" y="6013"/>
                </a:lnTo>
                <a:lnTo>
                  <a:pt x="5988" y="6020"/>
                </a:lnTo>
                <a:lnTo>
                  <a:pt x="5994" y="6027"/>
                </a:lnTo>
                <a:lnTo>
                  <a:pt x="5997" y="6031"/>
                </a:lnTo>
                <a:lnTo>
                  <a:pt x="6022" y="6059"/>
                </a:lnTo>
                <a:lnTo>
                  <a:pt x="6020" y="6061"/>
                </a:lnTo>
                <a:cubicBezTo>
                  <a:pt x="6059" y="6113"/>
                  <a:pt x="6085" y="6212"/>
                  <a:pt x="6083" y="6265"/>
                </a:cubicBezTo>
                <a:cubicBezTo>
                  <a:pt x="6101" y="6460"/>
                  <a:pt x="5889" y="6654"/>
                  <a:pt x="5714" y="6641"/>
                </a:cubicBezTo>
                <a:cubicBezTo>
                  <a:pt x="5630" y="6647"/>
                  <a:pt x="5520" y="6598"/>
                  <a:pt x="5472" y="6554"/>
                </a:cubicBezTo>
                <a:lnTo>
                  <a:pt x="5469" y="6557"/>
                </a:lnTo>
                <a:lnTo>
                  <a:pt x="3955" y="4875"/>
                </a:lnTo>
                <a:lnTo>
                  <a:pt x="3956" y="4875"/>
                </a:lnTo>
                <a:lnTo>
                  <a:pt x="3953" y="4872"/>
                </a:lnTo>
                <a:lnTo>
                  <a:pt x="3946" y="4865"/>
                </a:lnTo>
                <a:lnTo>
                  <a:pt x="3940" y="4858"/>
                </a:lnTo>
                <a:lnTo>
                  <a:pt x="3934" y="4852"/>
                </a:lnTo>
                <a:cubicBezTo>
                  <a:pt x="3568" y="5095"/>
                  <a:pt x="2992" y="5231"/>
                  <a:pt x="2673" y="5220"/>
                </a:cubicBezTo>
                <a:lnTo>
                  <a:pt x="2610" y="5219"/>
                </a:lnTo>
                <a:lnTo>
                  <a:pt x="2540" y="5220"/>
                </a:lnTo>
                <a:cubicBezTo>
                  <a:pt x="1108" y="5262"/>
                  <a:pt x="-33" y="3820"/>
                  <a:pt x="0" y="2673"/>
                </a:cubicBezTo>
                <a:lnTo>
                  <a:pt x="1" y="2610"/>
                </a:lnTo>
                <a:close/>
                <a:moveTo>
                  <a:pt x="614" y="2610"/>
                </a:moveTo>
                <a:lnTo>
                  <a:pt x="613" y="2557"/>
                </a:lnTo>
                <a:cubicBezTo>
                  <a:pt x="581" y="1461"/>
                  <a:pt x="1684" y="588"/>
                  <a:pt x="2562" y="613"/>
                </a:cubicBezTo>
                <a:lnTo>
                  <a:pt x="2610" y="614"/>
                </a:lnTo>
                <a:lnTo>
                  <a:pt x="2663" y="613"/>
                </a:lnTo>
                <a:cubicBezTo>
                  <a:pt x="3759" y="581"/>
                  <a:pt x="4632" y="1684"/>
                  <a:pt x="4607" y="2562"/>
                </a:cubicBezTo>
                <a:lnTo>
                  <a:pt x="4606" y="2610"/>
                </a:lnTo>
                <a:lnTo>
                  <a:pt x="4607" y="2663"/>
                </a:lnTo>
                <a:cubicBezTo>
                  <a:pt x="4639" y="3759"/>
                  <a:pt x="3536" y="4632"/>
                  <a:pt x="2658" y="4607"/>
                </a:cubicBezTo>
                <a:lnTo>
                  <a:pt x="2610" y="4606"/>
                </a:lnTo>
                <a:lnTo>
                  <a:pt x="2557" y="4607"/>
                </a:lnTo>
                <a:cubicBezTo>
                  <a:pt x="1461" y="4639"/>
                  <a:pt x="588" y="3536"/>
                  <a:pt x="613" y="2658"/>
                </a:cubicBezTo>
                <a:lnTo>
                  <a:pt x="614" y="26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任意多边形 36">
            <a:extLst>
              <a:ext uri="{FF2B5EF4-FFF2-40B4-BE49-F238E27FC236}">
                <a16:creationId xmlns:a16="http://schemas.microsoft.com/office/drawing/2014/main" id="{F64B1D8F-2AFA-B38D-9AA9-2EF56A3BEBE7}"/>
              </a:ext>
            </a:extLst>
          </p:cNvPr>
          <p:cNvSpPr/>
          <p:nvPr/>
        </p:nvSpPr>
        <p:spPr>
          <a:xfrm>
            <a:off x="6725348" y="4232196"/>
            <a:ext cx="375920" cy="281305"/>
          </a:xfrm>
          <a:custGeom>
            <a:avLst/>
            <a:gdLst>
              <a:gd name="adj" fmla="val 20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1" h="3770">
                <a:moveTo>
                  <a:pt x="0" y="768"/>
                </a:moveTo>
                <a:lnTo>
                  <a:pt x="0" y="748"/>
                </a:lnTo>
                <a:cubicBezTo>
                  <a:pt x="-12" y="326"/>
                  <a:pt x="412" y="-10"/>
                  <a:pt x="750" y="0"/>
                </a:cubicBezTo>
                <a:lnTo>
                  <a:pt x="768" y="0"/>
                </a:lnTo>
                <a:lnTo>
                  <a:pt x="4282" y="0"/>
                </a:lnTo>
                <a:lnTo>
                  <a:pt x="4302" y="0"/>
                </a:lnTo>
                <a:cubicBezTo>
                  <a:pt x="4724" y="-12"/>
                  <a:pt x="5060" y="412"/>
                  <a:pt x="5050" y="750"/>
                </a:cubicBezTo>
                <a:lnTo>
                  <a:pt x="5050" y="768"/>
                </a:lnTo>
                <a:lnTo>
                  <a:pt x="5050" y="3002"/>
                </a:lnTo>
                <a:lnTo>
                  <a:pt x="5050" y="3022"/>
                </a:lnTo>
                <a:cubicBezTo>
                  <a:pt x="5062" y="3444"/>
                  <a:pt x="4638" y="3780"/>
                  <a:pt x="4300" y="3770"/>
                </a:cubicBezTo>
                <a:lnTo>
                  <a:pt x="4282" y="3770"/>
                </a:lnTo>
                <a:lnTo>
                  <a:pt x="768" y="3770"/>
                </a:lnTo>
                <a:lnTo>
                  <a:pt x="748" y="3770"/>
                </a:lnTo>
                <a:cubicBezTo>
                  <a:pt x="326" y="3782"/>
                  <a:pt x="-10" y="3358"/>
                  <a:pt x="0" y="3020"/>
                </a:cubicBezTo>
                <a:lnTo>
                  <a:pt x="0" y="3002"/>
                </a:lnTo>
                <a:lnTo>
                  <a:pt x="0" y="768"/>
                </a:lnTo>
                <a:close/>
                <a:moveTo>
                  <a:pt x="602" y="475"/>
                </a:moveTo>
                <a:cubicBezTo>
                  <a:pt x="660" y="430"/>
                  <a:pt x="757" y="402"/>
                  <a:pt x="814" y="405"/>
                </a:cubicBezTo>
                <a:lnTo>
                  <a:pt x="823" y="405"/>
                </a:lnTo>
                <a:lnTo>
                  <a:pt x="4227" y="405"/>
                </a:lnTo>
                <a:lnTo>
                  <a:pt x="4237" y="405"/>
                </a:lnTo>
                <a:cubicBezTo>
                  <a:pt x="4310" y="400"/>
                  <a:pt x="4404" y="441"/>
                  <a:pt x="4439" y="468"/>
                </a:cubicBezTo>
                <a:lnTo>
                  <a:pt x="2515" y="1670"/>
                </a:lnTo>
                <a:lnTo>
                  <a:pt x="602" y="475"/>
                </a:lnTo>
                <a:close/>
                <a:moveTo>
                  <a:pt x="4617" y="830"/>
                </a:moveTo>
                <a:lnTo>
                  <a:pt x="4617" y="2975"/>
                </a:lnTo>
                <a:lnTo>
                  <a:pt x="4617" y="2985"/>
                </a:lnTo>
                <a:cubicBezTo>
                  <a:pt x="4624" y="3200"/>
                  <a:pt x="4408" y="3370"/>
                  <a:pt x="4236" y="3365"/>
                </a:cubicBezTo>
                <a:lnTo>
                  <a:pt x="4227" y="3365"/>
                </a:lnTo>
                <a:lnTo>
                  <a:pt x="823" y="3365"/>
                </a:lnTo>
                <a:lnTo>
                  <a:pt x="813" y="3365"/>
                </a:lnTo>
                <a:cubicBezTo>
                  <a:pt x="598" y="3372"/>
                  <a:pt x="428" y="3156"/>
                  <a:pt x="433" y="2984"/>
                </a:cubicBezTo>
                <a:lnTo>
                  <a:pt x="433" y="2975"/>
                </a:lnTo>
                <a:lnTo>
                  <a:pt x="433" y="843"/>
                </a:lnTo>
                <a:lnTo>
                  <a:pt x="2362" y="2049"/>
                </a:lnTo>
                <a:lnTo>
                  <a:pt x="2364" y="2046"/>
                </a:lnTo>
                <a:cubicBezTo>
                  <a:pt x="2364" y="2046"/>
                  <a:pt x="2389" y="2067"/>
                  <a:pt x="2397" y="2071"/>
                </a:cubicBezTo>
                <a:cubicBezTo>
                  <a:pt x="2423" y="2092"/>
                  <a:pt x="2472" y="2101"/>
                  <a:pt x="2504" y="2101"/>
                </a:cubicBezTo>
                <a:cubicBezTo>
                  <a:pt x="2535" y="2102"/>
                  <a:pt x="2572" y="2093"/>
                  <a:pt x="2589" y="2082"/>
                </a:cubicBezTo>
                <a:cubicBezTo>
                  <a:pt x="2604" y="2081"/>
                  <a:pt x="2651" y="2062"/>
                  <a:pt x="2665" y="2049"/>
                </a:cubicBezTo>
                <a:lnTo>
                  <a:pt x="2665" y="2050"/>
                </a:lnTo>
                <a:lnTo>
                  <a:pt x="4617" y="830"/>
                </a:lnTo>
                <a:close/>
                <a:moveTo>
                  <a:pt x="2364" y="2046"/>
                </a:moveTo>
                <a:lnTo>
                  <a:pt x="2364" y="2046"/>
                </a:lnTo>
                <a:lnTo>
                  <a:pt x="2364" y="2046"/>
                </a:lnTo>
                <a:lnTo>
                  <a:pt x="2365" y="2046"/>
                </a:lnTo>
                <a:lnTo>
                  <a:pt x="2364" y="20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703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B65D-61CE-2E66-B078-DDA9203C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E6D28A9-DFC1-E7A7-FB07-8B47B1747685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5C8B912-BD7B-2BA0-858A-E13D241E0F95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9562CB9B-0022-D579-0967-E047381AC18C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4FFD027-9281-6C8F-A2C2-0EDBB3122C8C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5AC879A-CE6F-D7D7-3624-1B5131FB0EC4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777C88E5-E70B-1BB6-B5A8-573DE09FA89B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C5B2024-98A0-7B57-6623-99B1553CBD4B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03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44921FF-DC73-BB5D-0642-08ED46214946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1E0CE-E339-1A35-A766-8DCF45E54D54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257721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95C8B-C592-0FB0-3D49-1FD05F80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68EDBABA-7ADA-B5F9-5896-27568485D46E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2273E558-D71A-5A78-7950-98EEB5CB0D54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24426DF-70AA-6805-A04E-E357DD372D5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3CA790B-DFB1-06F5-A01F-055B0CEB5BE1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03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EE024BF-331B-167C-8CBF-7C85B669A47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7" name="iS1ide-Arc 12">
            <a:extLst>
              <a:ext uri="{FF2B5EF4-FFF2-40B4-BE49-F238E27FC236}">
                <a16:creationId xmlns:a16="http://schemas.microsoft.com/office/drawing/2014/main" id="{74B825D7-5942-5D08-BE7B-73D7BC2732D1}"/>
              </a:ext>
            </a:extLst>
          </p:cNvPr>
          <p:cNvSpPr/>
          <p:nvPr/>
        </p:nvSpPr>
        <p:spPr>
          <a:xfrm flipH="1" flipV="1">
            <a:off x="3974657" y="1144763"/>
            <a:ext cx="4240694" cy="4240693"/>
          </a:xfrm>
          <a:prstGeom prst="arc">
            <a:avLst>
              <a:gd name="adj1" fmla="val 12136914"/>
              <a:gd name="adj2" fmla="val 20239707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/>
            </a:endParaRP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1DB01AC2-FBFB-B8CA-7F7C-A383186605EB}"/>
              </a:ext>
            </a:extLst>
          </p:cNvPr>
          <p:cNvGrpSpPr/>
          <p:nvPr/>
        </p:nvGrpSpPr>
        <p:grpSpPr>
          <a:xfrm>
            <a:off x="3300045" y="1118153"/>
            <a:ext cx="5589917" cy="4240693"/>
            <a:chOff x="3301042" y="1586073"/>
            <a:chExt cx="5589917" cy="4240693"/>
          </a:xfrm>
        </p:grpSpPr>
        <p:sp>
          <p:nvSpPr>
            <p:cNvPr id="9" name="iS1ide-Oval 8">
              <a:extLst>
                <a:ext uri="{FF2B5EF4-FFF2-40B4-BE49-F238E27FC236}">
                  <a16:creationId xmlns:a16="http://schemas.microsoft.com/office/drawing/2014/main" id="{6FF9DA82-1024-B560-4997-B4CDE71C1E27}"/>
                </a:ext>
              </a:extLst>
            </p:cNvPr>
            <p:cNvSpPr/>
            <p:nvPr/>
          </p:nvSpPr>
          <p:spPr>
            <a:xfrm>
              <a:off x="4535521" y="2145942"/>
              <a:ext cx="3120960" cy="3120955"/>
            </a:xfrm>
            <a:prstGeom prst="ellipse">
              <a:avLst/>
            </a:prstGeom>
            <a:solidFill>
              <a:srgbClr val="ECF1FB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ct val="20000"/>
                </a:spcBef>
                <a:buChar char="•"/>
              </a:pPr>
              <a:endPara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10" name="iS1ide-Oval 9">
              <a:extLst>
                <a:ext uri="{FF2B5EF4-FFF2-40B4-BE49-F238E27FC236}">
                  <a16:creationId xmlns:a16="http://schemas.microsoft.com/office/drawing/2014/main" id="{7F4DB05D-579C-EF7E-82A9-F11F196772EC}"/>
                </a:ext>
              </a:extLst>
            </p:cNvPr>
            <p:cNvSpPr/>
            <p:nvPr/>
          </p:nvSpPr>
          <p:spPr>
            <a:xfrm>
              <a:off x="3301042" y="2896402"/>
              <a:ext cx="1620039" cy="1620036"/>
            </a:xfrm>
            <a:prstGeom prst="ellipse">
              <a:avLst/>
            </a:prstGeom>
            <a:solidFill>
              <a:srgbClr val="97B6F3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/>
              </a:endParaRPr>
            </a:p>
          </p:txBody>
        </p:sp>
        <p:sp>
          <p:nvSpPr>
            <p:cNvPr id="11" name="iS1ide-Oval 10">
              <a:extLst>
                <a:ext uri="{FF2B5EF4-FFF2-40B4-BE49-F238E27FC236}">
                  <a16:creationId xmlns:a16="http://schemas.microsoft.com/office/drawing/2014/main" id="{52DDBDF2-65C1-35FA-A9F5-9FE311AC3645}"/>
                </a:ext>
              </a:extLst>
            </p:cNvPr>
            <p:cNvSpPr/>
            <p:nvPr/>
          </p:nvSpPr>
          <p:spPr>
            <a:xfrm>
              <a:off x="7270920" y="2896402"/>
              <a:ext cx="1620039" cy="1620036"/>
            </a:xfrm>
            <a:prstGeom prst="ellipse">
              <a:avLst/>
            </a:prstGeom>
            <a:solidFill>
              <a:srgbClr val="4F6DD9"/>
            </a:solidFill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sz="1600" b="1">
                <a:solidFill>
                  <a:schemeClr val="tx1">
                    <a:lumMod val="95000"/>
                    <a:lumOff val="5000"/>
                  </a:schemeClr>
                </a:solidFill>
                <a:ea typeface="+mj-ea"/>
                <a:sym typeface="Arial"/>
              </a:endParaRPr>
            </a:p>
          </p:txBody>
        </p:sp>
        <p:sp>
          <p:nvSpPr>
            <p:cNvPr id="12" name="iS1ide-Arc 11" descr="D:\51PPT模板网\51pptmoban.com\图片.jpg">
              <a:extLst>
                <a:ext uri="{FF2B5EF4-FFF2-40B4-BE49-F238E27FC236}">
                  <a16:creationId xmlns:a16="http://schemas.microsoft.com/office/drawing/2014/main" id="{A3021D8A-56E3-CB0E-EBA5-03B6BFF8AA6E}"/>
                </a:ext>
              </a:extLst>
            </p:cNvPr>
            <p:cNvSpPr/>
            <p:nvPr/>
          </p:nvSpPr>
          <p:spPr>
            <a:xfrm>
              <a:off x="3975654" y="1586073"/>
              <a:ext cx="4240694" cy="4240693"/>
            </a:xfrm>
            <a:prstGeom prst="arc">
              <a:avLst>
                <a:gd name="adj1" fmla="val 12136914"/>
                <a:gd name="adj2" fmla="val 20239707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/>
              </a:endParaRPr>
            </a:p>
          </p:txBody>
        </p:sp>
        <p:sp>
          <p:nvSpPr>
            <p:cNvPr id="13" name="iS1ide-Freeform: Shape 15" descr="D:\51PPT模板网\51pptmoban.com\图片.jpg">
              <a:extLst>
                <a:ext uri="{FF2B5EF4-FFF2-40B4-BE49-F238E27FC236}">
                  <a16:creationId xmlns:a16="http://schemas.microsoft.com/office/drawing/2014/main" id="{73E73C60-4E43-8C4A-8EA5-54FB897130BF}"/>
                </a:ext>
              </a:extLst>
            </p:cNvPr>
            <p:cNvSpPr/>
            <p:nvPr/>
          </p:nvSpPr>
          <p:spPr bwMode="auto">
            <a:xfrm>
              <a:off x="3792393" y="3441049"/>
              <a:ext cx="637337" cy="530742"/>
            </a:xfrm>
            <a:custGeom>
              <a:avLst/>
              <a:gdLst>
                <a:gd name="T0" fmla="*/ 1028 w 1149"/>
                <a:gd name="T1" fmla="*/ 541 h 955"/>
                <a:gd name="T2" fmla="*/ 1044 w 1149"/>
                <a:gd name="T3" fmla="*/ 661 h 955"/>
                <a:gd name="T4" fmla="*/ 1005 w 1149"/>
                <a:gd name="T5" fmla="*/ 753 h 955"/>
                <a:gd name="T6" fmla="*/ 915 w 1149"/>
                <a:gd name="T7" fmla="*/ 813 h 955"/>
                <a:gd name="T8" fmla="*/ 862 w 1149"/>
                <a:gd name="T9" fmla="*/ 882 h 955"/>
                <a:gd name="T10" fmla="*/ 786 w 1149"/>
                <a:gd name="T11" fmla="*/ 926 h 955"/>
                <a:gd name="T12" fmla="*/ 670 w 1149"/>
                <a:gd name="T13" fmla="*/ 944 h 955"/>
                <a:gd name="T14" fmla="*/ 702 w 1149"/>
                <a:gd name="T15" fmla="*/ 895 h 955"/>
                <a:gd name="T16" fmla="*/ 752 w 1149"/>
                <a:gd name="T17" fmla="*/ 876 h 955"/>
                <a:gd name="T18" fmla="*/ 670 w 1149"/>
                <a:gd name="T19" fmla="*/ 761 h 955"/>
                <a:gd name="T20" fmla="*/ 793 w 1149"/>
                <a:gd name="T21" fmla="*/ 816 h 955"/>
                <a:gd name="T22" fmla="*/ 854 w 1149"/>
                <a:gd name="T23" fmla="*/ 819 h 955"/>
                <a:gd name="T24" fmla="*/ 754 w 1149"/>
                <a:gd name="T25" fmla="*/ 707 h 955"/>
                <a:gd name="T26" fmla="*/ 767 w 1149"/>
                <a:gd name="T27" fmla="*/ 662 h 955"/>
                <a:gd name="T28" fmla="*/ 909 w 1149"/>
                <a:gd name="T29" fmla="*/ 755 h 955"/>
                <a:gd name="T30" fmla="*/ 948 w 1149"/>
                <a:gd name="T31" fmla="*/ 714 h 955"/>
                <a:gd name="T32" fmla="*/ 813 w 1149"/>
                <a:gd name="T33" fmla="*/ 581 h 955"/>
                <a:gd name="T34" fmla="*/ 858 w 1149"/>
                <a:gd name="T35" fmla="*/ 566 h 955"/>
                <a:gd name="T36" fmla="*/ 998 w 1149"/>
                <a:gd name="T37" fmla="*/ 628 h 955"/>
                <a:gd name="T38" fmla="*/ 683 w 1149"/>
                <a:gd name="T39" fmla="*/ 301 h 955"/>
                <a:gd name="T40" fmla="*/ 730 w 1149"/>
                <a:gd name="T41" fmla="*/ 285 h 955"/>
                <a:gd name="T42" fmla="*/ 97 w 1149"/>
                <a:gd name="T43" fmla="*/ 439 h 955"/>
                <a:gd name="T44" fmla="*/ 0 w 1149"/>
                <a:gd name="T45" fmla="*/ 254 h 955"/>
                <a:gd name="T46" fmla="*/ 174 w 1149"/>
                <a:gd name="T47" fmla="*/ 32 h 955"/>
                <a:gd name="T48" fmla="*/ 260 w 1149"/>
                <a:gd name="T49" fmla="*/ 2 h 955"/>
                <a:gd name="T50" fmla="*/ 362 w 1149"/>
                <a:gd name="T51" fmla="*/ 59 h 955"/>
                <a:gd name="T52" fmla="*/ 525 w 1149"/>
                <a:gd name="T53" fmla="*/ 40 h 955"/>
                <a:gd name="T54" fmla="*/ 338 w 1149"/>
                <a:gd name="T55" fmla="*/ 112 h 955"/>
                <a:gd name="T56" fmla="*/ 233 w 1149"/>
                <a:gd name="T57" fmla="*/ 59 h 955"/>
                <a:gd name="T58" fmla="*/ 60 w 1149"/>
                <a:gd name="T59" fmla="*/ 267 h 955"/>
                <a:gd name="T60" fmla="*/ 143 w 1149"/>
                <a:gd name="T61" fmla="*/ 367 h 955"/>
                <a:gd name="T62" fmla="*/ 149 w 1149"/>
                <a:gd name="T63" fmla="*/ 500 h 955"/>
                <a:gd name="T64" fmla="*/ 538 w 1149"/>
                <a:gd name="T65" fmla="*/ 788 h 955"/>
                <a:gd name="T66" fmla="*/ 512 w 1149"/>
                <a:gd name="T67" fmla="*/ 773 h 955"/>
                <a:gd name="T68" fmla="*/ 456 w 1149"/>
                <a:gd name="T69" fmla="*/ 707 h 955"/>
                <a:gd name="T70" fmla="*/ 394 w 1149"/>
                <a:gd name="T71" fmla="*/ 710 h 955"/>
                <a:gd name="T72" fmla="*/ 370 w 1149"/>
                <a:gd name="T73" fmla="*/ 642 h 955"/>
                <a:gd name="T74" fmla="*/ 295 w 1149"/>
                <a:gd name="T75" fmla="*/ 627 h 955"/>
                <a:gd name="T76" fmla="*/ 283 w 1149"/>
                <a:gd name="T77" fmla="*/ 546 h 955"/>
                <a:gd name="T78" fmla="*/ 195 w 1149"/>
                <a:gd name="T79" fmla="*/ 527 h 955"/>
                <a:gd name="T80" fmla="*/ 135 w 1149"/>
                <a:gd name="T81" fmla="*/ 607 h 955"/>
                <a:gd name="T82" fmla="*/ 174 w 1149"/>
                <a:gd name="T83" fmla="*/ 681 h 955"/>
                <a:gd name="T84" fmla="*/ 230 w 1149"/>
                <a:gd name="T85" fmla="*/ 692 h 955"/>
                <a:gd name="T86" fmla="*/ 239 w 1149"/>
                <a:gd name="T87" fmla="*/ 794 h 955"/>
                <a:gd name="T88" fmla="*/ 341 w 1149"/>
                <a:gd name="T89" fmla="*/ 789 h 955"/>
                <a:gd name="T90" fmla="*/ 358 w 1149"/>
                <a:gd name="T91" fmla="*/ 843 h 955"/>
                <a:gd name="T92" fmla="*/ 458 w 1149"/>
                <a:gd name="T93" fmla="*/ 862 h 955"/>
                <a:gd name="T94" fmla="*/ 478 w 1149"/>
                <a:gd name="T95" fmla="*/ 883 h 955"/>
                <a:gd name="T96" fmla="*/ 540 w 1149"/>
                <a:gd name="T97" fmla="*/ 937 h 955"/>
                <a:gd name="T98" fmla="*/ 618 w 1149"/>
                <a:gd name="T99" fmla="*/ 894 h 955"/>
                <a:gd name="T100" fmla="*/ 602 w 1149"/>
                <a:gd name="T101" fmla="*/ 804 h 955"/>
                <a:gd name="T102" fmla="*/ 1035 w 1149"/>
                <a:gd name="T103" fmla="*/ 442 h 955"/>
                <a:gd name="T104" fmla="*/ 1090 w 1149"/>
                <a:gd name="T105" fmla="*/ 313 h 955"/>
                <a:gd name="T106" fmla="*/ 1130 w 1149"/>
                <a:gd name="T107" fmla="*/ 172 h 955"/>
                <a:gd name="T108" fmla="*/ 864 w 1149"/>
                <a:gd name="T109" fmla="*/ 42 h 955"/>
                <a:gd name="T110" fmla="*/ 685 w 1149"/>
                <a:gd name="T111" fmla="*/ 43 h 955"/>
                <a:gd name="T112" fmla="*/ 333 w 1149"/>
                <a:gd name="T113" fmla="*/ 247 h 955"/>
                <a:gd name="T114" fmla="*/ 358 w 1149"/>
                <a:gd name="T115" fmla="*/ 338 h 955"/>
                <a:gd name="T116" fmla="*/ 609 w 1149"/>
                <a:gd name="T117" fmla="*/ 222 h 955"/>
                <a:gd name="T118" fmla="*/ 713 w 1149"/>
                <a:gd name="T119" fmla="*/ 240 h 955"/>
                <a:gd name="T120" fmla="*/ 797 w 1149"/>
                <a:gd name="T121" fmla="*/ 256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49" h="955">
                  <a:moveTo>
                    <a:pt x="748" y="284"/>
                  </a:moveTo>
                  <a:lnTo>
                    <a:pt x="748" y="284"/>
                  </a:lnTo>
                  <a:lnTo>
                    <a:pt x="852" y="378"/>
                  </a:lnTo>
                  <a:lnTo>
                    <a:pt x="903" y="424"/>
                  </a:lnTo>
                  <a:lnTo>
                    <a:pt x="954" y="473"/>
                  </a:lnTo>
                  <a:lnTo>
                    <a:pt x="954" y="473"/>
                  </a:lnTo>
                  <a:lnTo>
                    <a:pt x="961" y="478"/>
                  </a:lnTo>
                  <a:lnTo>
                    <a:pt x="968" y="484"/>
                  </a:lnTo>
                  <a:lnTo>
                    <a:pt x="1006" y="518"/>
                  </a:lnTo>
                  <a:lnTo>
                    <a:pt x="1028" y="541"/>
                  </a:lnTo>
                  <a:lnTo>
                    <a:pt x="1028" y="541"/>
                  </a:lnTo>
                  <a:lnTo>
                    <a:pt x="1037" y="552"/>
                  </a:lnTo>
                  <a:lnTo>
                    <a:pt x="1044" y="562"/>
                  </a:lnTo>
                  <a:lnTo>
                    <a:pt x="1050" y="573"/>
                  </a:lnTo>
                  <a:lnTo>
                    <a:pt x="1054" y="585"/>
                  </a:lnTo>
                  <a:lnTo>
                    <a:pt x="1057" y="596"/>
                  </a:lnTo>
                  <a:lnTo>
                    <a:pt x="1057" y="607"/>
                  </a:lnTo>
                  <a:lnTo>
                    <a:pt x="1057" y="618"/>
                  </a:lnTo>
                  <a:lnTo>
                    <a:pt x="1056" y="630"/>
                  </a:lnTo>
                  <a:lnTo>
                    <a:pt x="1054" y="641"/>
                  </a:lnTo>
                  <a:lnTo>
                    <a:pt x="1049" y="651"/>
                  </a:lnTo>
                  <a:lnTo>
                    <a:pt x="1044" y="661"/>
                  </a:lnTo>
                  <a:lnTo>
                    <a:pt x="1038" y="671"/>
                  </a:lnTo>
                  <a:lnTo>
                    <a:pt x="1030" y="679"/>
                  </a:lnTo>
                  <a:lnTo>
                    <a:pt x="1022" y="686"/>
                  </a:lnTo>
                  <a:lnTo>
                    <a:pt x="1013" y="692"/>
                  </a:lnTo>
                  <a:lnTo>
                    <a:pt x="1003" y="697"/>
                  </a:lnTo>
                  <a:lnTo>
                    <a:pt x="1003" y="697"/>
                  </a:lnTo>
                  <a:lnTo>
                    <a:pt x="1006" y="709"/>
                  </a:lnTo>
                  <a:lnTo>
                    <a:pt x="1009" y="720"/>
                  </a:lnTo>
                  <a:lnTo>
                    <a:pt x="1009" y="731"/>
                  </a:lnTo>
                  <a:lnTo>
                    <a:pt x="1008" y="742"/>
                  </a:lnTo>
                  <a:lnTo>
                    <a:pt x="1005" y="753"/>
                  </a:lnTo>
                  <a:lnTo>
                    <a:pt x="1002" y="762"/>
                  </a:lnTo>
                  <a:lnTo>
                    <a:pt x="997" y="772"/>
                  </a:lnTo>
                  <a:lnTo>
                    <a:pt x="991" y="780"/>
                  </a:lnTo>
                  <a:lnTo>
                    <a:pt x="984" y="787"/>
                  </a:lnTo>
                  <a:lnTo>
                    <a:pt x="977" y="794"/>
                  </a:lnTo>
                  <a:lnTo>
                    <a:pt x="967" y="800"/>
                  </a:lnTo>
                  <a:lnTo>
                    <a:pt x="958" y="806"/>
                  </a:lnTo>
                  <a:lnTo>
                    <a:pt x="948" y="810"/>
                  </a:lnTo>
                  <a:lnTo>
                    <a:pt x="937" y="812"/>
                  </a:lnTo>
                  <a:lnTo>
                    <a:pt x="927" y="813"/>
                  </a:lnTo>
                  <a:lnTo>
                    <a:pt x="915" y="813"/>
                  </a:lnTo>
                  <a:lnTo>
                    <a:pt x="915" y="813"/>
                  </a:lnTo>
                  <a:lnTo>
                    <a:pt x="914" y="823"/>
                  </a:lnTo>
                  <a:lnTo>
                    <a:pt x="911" y="832"/>
                  </a:lnTo>
                  <a:lnTo>
                    <a:pt x="908" y="841"/>
                  </a:lnTo>
                  <a:lnTo>
                    <a:pt x="903" y="849"/>
                  </a:lnTo>
                  <a:lnTo>
                    <a:pt x="898" y="856"/>
                  </a:lnTo>
                  <a:lnTo>
                    <a:pt x="892" y="862"/>
                  </a:lnTo>
                  <a:lnTo>
                    <a:pt x="885" y="869"/>
                  </a:lnTo>
                  <a:lnTo>
                    <a:pt x="878" y="874"/>
                  </a:lnTo>
                  <a:lnTo>
                    <a:pt x="871" y="879"/>
                  </a:lnTo>
                  <a:lnTo>
                    <a:pt x="862" y="882"/>
                  </a:lnTo>
                  <a:lnTo>
                    <a:pt x="854" y="886"/>
                  </a:lnTo>
                  <a:lnTo>
                    <a:pt x="846" y="888"/>
                  </a:lnTo>
                  <a:lnTo>
                    <a:pt x="836" y="889"/>
                  </a:lnTo>
                  <a:lnTo>
                    <a:pt x="827" y="889"/>
                  </a:lnTo>
                  <a:lnTo>
                    <a:pt x="817" y="888"/>
                  </a:lnTo>
                  <a:lnTo>
                    <a:pt x="808" y="887"/>
                  </a:lnTo>
                  <a:lnTo>
                    <a:pt x="808" y="887"/>
                  </a:lnTo>
                  <a:lnTo>
                    <a:pt x="804" y="898"/>
                  </a:lnTo>
                  <a:lnTo>
                    <a:pt x="799" y="908"/>
                  </a:lnTo>
                  <a:lnTo>
                    <a:pt x="793" y="918"/>
                  </a:lnTo>
                  <a:lnTo>
                    <a:pt x="786" y="926"/>
                  </a:lnTo>
                  <a:lnTo>
                    <a:pt x="778" y="934"/>
                  </a:lnTo>
                  <a:lnTo>
                    <a:pt x="770" y="940"/>
                  </a:lnTo>
                  <a:lnTo>
                    <a:pt x="760" y="945"/>
                  </a:lnTo>
                  <a:lnTo>
                    <a:pt x="750" y="950"/>
                  </a:lnTo>
                  <a:lnTo>
                    <a:pt x="739" y="952"/>
                  </a:lnTo>
                  <a:lnTo>
                    <a:pt x="728" y="955"/>
                  </a:lnTo>
                  <a:lnTo>
                    <a:pt x="716" y="955"/>
                  </a:lnTo>
                  <a:lnTo>
                    <a:pt x="704" y="953"/>
                  </a:lnTo>
                  <a:lnTo>
                    <a:pt x="692" y="952"/>
                  </a:lnTo>
                  <a:lnTo>
                    <a:pt x="681" y="949"/>
                  </a:lnTo>
                  <a:lnTo>
                    <a:pt x="670" y="944"/>
                  </a:lnTo>
                  <a:lnTo>
                    <a:pt x="658" y="938"/>
                  </a:lnTo>
                  <a:lnTo>
                    <a:pt x="650" y="932"/>
                  </a:lnTo>
                  <a:lnTo>
                    <a:pt x="650" y="932"/>
                  </a:lnTo>
                  <a:lnTo>
                    <a:pt x="658" y="920"/>
                  </a:lnTo>
                  <a:lnTo>
                    <a:pt x="664" y="907"/>
                  </a:lnTo>
                  <a:lnTo>
                    <a:pt x="669" y="894"/>
                  </a:lnTo>
                  <a:lnTo>
                    <a:pt x="672" y="880"/>
                  </a:lnTo>
                  <a:lnTo>
                    <a:pt x="672" y="880"/>
                  </a:lnTo>
                  <a:lnTo>
                    <a:pt x="684" y="887"/>
                  </a:lnTo>
                  <a:lnTo>
                    <a:pt x="696" y="893"/>
                  </a:lnTo>
                  <a:lnTo>
                    <a:pt x="702" y="895"/>
                  </a:lnTo>
                  <a:lnTo>
                    <a:pt x="708" y="896"/>
                  </a:lnTo>
                  <a:lnTo>
                    <a:pt x="714" y="898"/>
                  </a:lnTo>
                  <a:lnTo>
                    <a:pt x="721" y="898"/>
                  </a:lnTo>
                  <a:lnTo>
                    <a:pt x="721" y="898"/>
                  </a:lnTo>
                  <a:lnTo>
                    <a:pt x="732" y="895"/>
                  </a:lnTo>
                  <a:lnTo>
                    <a:pt x="740" y="892"/>
                  </a:lnTo>
                  <a:lnTo>
                    <a:pt x="744" y="888"/>
                  </a:lnTo>
                  <a:lnTo>
                    <a:pt x="747" y="885"/>
                  </a:lnTo>
                  <a:lnTo>
                    <a:pt x="750" y="881"/>
                  </a:lnTo>
                  <a:lnTo>
                    <a:pt x="752" y="876"/>
                  </a:lnTo>
                  <a:lnTo>
                    <a:pt x="752" y="876"/>
                  </a:lnTo>
                  <a:lnTo>
                    <a:pt x="753" y="867"/>
                  </a:lnTo>
                  <a:lnTo>
                    <a:pt x="751" y="855"/>
                  </a:lnTo>
                  <a:lnTo>
                    <a:pt x="677" y="795"/>
                  </a:lnTo>
                  <a:lnTo>
                    <a:pt x="677" y="795"/>
                  </a:lnTo>
                  <a:lnTo>
                    <a:pt x="673" y="792"/>
                  </a:lnTo>
                  <a:lnTo>
                    <a:pt x="670" y="787"/>
                  </a:lnTo>
                  <a:lnTo>
                    <a:pt x="667" y="782"/>
                  </a:lnTo>
                  <a:lnTo>
                    <a:pt x="666" y="776"/>
                  </a:lnTo>
                  <a:lnTo>
                    <a:pt x="666" y="772"/>
                  </a:lnTo>
                  <a:lnTo>
                    <a:pt x="667" y="766"/>
                  </a:lnTo>
                  <a:lnTo>
                    <a:pt x="670" y="761"/>
                  </a:lnTo>
                  <a:lnTo>
                    <a:pt x="672" y="756"/>
                  </a:lnTo>
                  <a:lnTo>
                    <a:pt x="672" y="756"/>
                  </a:lnTo>
                  <a:lnTo>
                    <a:pt x="677" y="751"/>
                  </a:lnTo>
                  <a:lnTo>
                    <a:pt x="682" y="749"/>
                  </a:lnTo>
                  <a:lnTo>
                    <a:pt x="686" y="747"/>
                  </a:lnTo>
                  <a:lnTo>
                    <a:pt x="691" y="745"/>
                  </a:lnTo>
                  <a:lnTo>
                    <a:pt x="697" y="745"/>
                  </a:lnTo>
                  <a:lnTo>
                    <a:pt x="702" y="747"/>
                  </a:lnTo>
                  <a:lnTo>
                    <a:pt x="708" y="748"/>
                  </a:lnTo>
                  <a:lnTo>
                    <a:pt x="713" y="751"/>
                  </a:lnTo>
                  <a:lnTo>
                    <a:pt x="793" y="816"/>
                  </a:lnTo>
                  <a:lnTo>
                    <a:pt x="793" y="816"/>
                  </a:lnTo>
                  <a:lnTo>
                    <a:pt x="801" y="821"/>
                  </a:lnTo>
                  <a:lnTo>
                    <a:pt x="808" y="826"/>
                  </a:lnTo>
                  <a:lnTo>
                    <a:pt x="816" y="830"/>
                  </a:lnTo>
                  <a:lnTo>
                    <a:pt x="823" y="831"/>
                  </a:lnTo>
                  <a:lnTo>
                    <a:pt x="829" y="832"/>
                  </a:lnTo>
                  <a:lnTo>
                    <a:pt x="836" y="831"/>
                  </a:lnTo>
                  <a:lnTo>
                    <a:pt x="843" y="829"/>
                  </a:lnTo>
                  <a:lnTo>
                    <a:pt x="849" y="825"/>
                  </a:lnTo>
                  <a:lnTo>
                    <a:pt x="849" y="825"/>
                  </a:lnTo>
                  <a:lnTo>
                    <a:pt x="854" y="819"/>
                  </a:lnTo>
                  <a:lnTo>
                    <a:pt x="858" y="813"/>
                  </a:lnTo>
                  <a:lnTo>
                    <a:pt x="858" y="813"/>
                  </a:lnTo>
                  <a:lnTo>
                    <a:pt x="859" y="806"/>
                  </a:lnTo>
                  <a:lnTo>
                    <a:pt x="860" y="799"/>
                  </a:lnTo>
                  <a:lnTo>
                    <a:pt x="860" y="795"/>
                  </a:lnTo>
                  <a:lnTo>
                    <a:pt x="859" y="792"/>
                  </a:lnTo>
                  <a:lnTo>
                    <a:pt x="857" y="789"/>
                  </a:lnTo>
                  <a:lnTo>
                    <a:pt x="854" y="786"/>
                  </a:lnTo>
                  <a:lnTo>
                    <a:pt x="758" y="711"/>
                  </a:lnTo>
                  <a:lnTo>
                    <a:pt x="758" y="711"/>
                  </a:lnTo>
                  <a:lnTo>
                    <a:pt x="754" y="707"/>
                  </a:lnTo>
                  <a:lnTo>
                    <a:pt x="751" y="703"/>
                  </a:lnTo>
                  <a:lnTo>
                    <a:pt x="748" y="698"/>
                  </a:lnTo>
                  <a:lnTo>
                    <a:pt x="747" y="692"/>
                  </a:lnTo>
                  <a:lnTo>
                    <a:pt x="747" y="687"/>
                  </a:lnTo>
                  <a:lnTo>
                    <a:pt x="748" y="681"/>
                  </a:lnTo>
                  <a:lnTo>
                    <a:pt x="751" y="676"/>
                  </a:lnTo>
                  <a:lnTo>
                    <a:pt x="753" y="672"/>
                  </a:lnTo>
                  <a:lnTo>
                    <a:pt x="753" y="672"/>
                  </a:lnTo>
                  <a:lnTo>
                    <a:pt x="758" y="667"/>
                  </a:lnTo>
                  <a:lnTo>
                    <a:pt x="763" y="665"/>
                  </a:lnTo>
                  <a:lnTo>
                    <a:pt x="767" y="662"/>
                  </a:lnTo>
                  <a:lnTo>
                    <a:pt x="772" y="661"/>
                  </a:lnTo>
                  <a:lnTo>
                    <a:pt x="778" y="661"/>
                  </a:lnTo>
                  <a:lnTo>
                    <a:pt x="783" y="661"/>
                  </a:lnTo>
                  <a:lnTo>
                    <a:pt x="789" y="663"/>
                  </a:lnTo>
                  <a:lnTo>
                    <a:pt x="793" y="667"/>
                  </a:lnTo>
                  <a:lnTo>
                    <a:pt x="893" y="745"/>
                  </a:lnTo>
                  <a:lnTo>
                    <a:pt x="893" y="745"/>
                  </a:lnTo>
                  <a:lnTo>
                    <a:pt x="896" y="747"/>
                  </a:lnTo>
                  <a:lnTo>
                    <a:pt x="896" y="747"/>
                  </a:lnTo>
                  <a:lnTo>
                    <a:pt x="902" y="751"/>
                  </a:lnTo>
                  <a:lnTo>
                    <a:pt x="909" y="755"/>
                  </a:lnTo>
                  <a:lnTo>
                    <a:pt x="916" y="756"/>
                  </a:lnTo>
                  <a:lnTo>
                    <a:pt x="922" y="757"/>
                  </a:lnTo>
                  <a:lnTo>
                    <a:pt x="929" y="756"/>
                  </a:lnTo>
                  <a:lnTo>
                    <a:pt x="935" y="754"/>
                  </a:lnTo>
                  <a:lnTo>
                    <a:pt x="940" y="750"/>
                  </a:lnTo>
                  <a:lnTo>
                    <a:pt x="944" y="747"/>
                  </a:lnTo>
                  <a:lnTo>
                    <a:pt x="948" y="741"/>
                  </a:lnTo>
                  <a:lnTo>
                    <a:pt x="950" y="735"/>
                  </a:lnTo>
                  <a:lnTo>
                    <a:pt x="952" y="729"/>
                  </a:lnTo>
                  <a:lnTo>
                    <a:pt x="950" y="722"/>
                  </a:lnTo>
                  <a:lnTo>
                    <a:pt x="948" y="714"/>
                  </a:lnTo>
                  <a:lnTo>
                    <a:pt x="944" y="706"/>
                  </a:lnTo>
                  <a:lnTo>
                    <a:pt x="937" y="699"/>
                  </a:lnTo>
                  <a:lnTo>
                    <a:pt x="929" y="691"/>
                  </a:lnTo>
                  <a:lnTo>
                    <a:pt x="823" y="611"/>
                  </a:lnTo>
                  <a:lnTo>
                    <a:pt x="823" y="611"/>
                  </a:lnTo>
                  <a:lnTo>
                    <a:pt x="818" y="607"/>
                  </a:lnTo>
                  <a:lnTo>
                    <a:pt x="816" y="603"/>
                  </a:lnTo>
                  <a:lnTo>
                    <a:pt x="814" y="598"/>
                  </a:lnTo>
                  <a:lnTo>
                    <a:pt x="813" y="592"/>
                  </a:lnTo>
                  <a:lnTo>
                    <a:pt x="813" y="587"/>
                  </a:lnTo>
                  <a:lnTo>
                    <a:pt x="813" y="581"/>
                  </a:lnTo>
                  <a:lnTo>
                    <a:pt x="815" y="577"/>
                  </a:lnTo>
                  <a:lnTo>
                    <a:pt x="817" y="572"/>
                  </a:lnTo>
                  <a:lnTo>
                    <a:pt x="817" y="572"/>
                  </a:lnTo>
                  <a:lnTo>
                    <a:pt x="822" y="567"/>
                  </a:lnTo>
                  <a:lnTo>
                    <a:pt x="826" y="564"/>
                  </a:lnTo>
                  <a:lnTo>
                    <a:pt x="832" y="561"/>
                  </a:lnTo>
                  <a:lnTo>
                    <a:pt x="836" y="560"/>
                  </a:lnTo>
                  <a:lnTo>
                    <a:pt x="842" y="560"/>
                  </a:lnTo>
                  <a:lnTo>
                    <a:pt x="847" y="561"/>
                  </a:lnTo>
                  <a:lnTo>
                    <a:pt x="853" y="562"/>
                  </a:lnTo>
                  <a:lnTo>
                    <a:pt x="858" y="566"/>
                  </a:lnTo>
                  <a:lnTo>
                    <a:pt x="962" y="644"/>
                  </a:lnTo>
                  <a:lnTo>
                    <a:pt x="962" y="644"/>
                  </a:lnTo>
                  <a:lnTo>
                    <a:pt x="967" y="647"/>
                  </a:lnTo>
                  <a:lnTo>
                    <a:pt x="971" y="647"/>
                  </a:lnTo>
                  <a:lnTo>
                    <a:pt x="975" y="647"/>
                  </a:lnTo>
                  <a:lnTo>
                    <a:pt x="979" y="646"/>
                  </a:lnTo>
                  <a:lnTo>
                    <a:pt x="984" y="643"/>
                  </a:lnTo>
                  <a:lnTo>
                    <a:pt x="987" y="641"/>
                  </a:lnTo>
                  <a:lnTo>
                    <a:pt x="994" y="634"/>
                  </a:lnTo>
                  <a:lnTo>
                    <a:pt x="994" y="634"/>
                  </a:lnTo>
                  <a:lnTo>
                    <a:pt x="998" y="628"/>
                  </a:lnTo>
                  <a:lnTo>
                    <a:pt x="1000" y="621"/>
                  </a:lnTo>
                  <a:lnTo>
                    <a:pt x="1002" y="615"/>
                  </a:lnTo>
                  <a:lnTo>
                    <a:pt x="1002" y="607"/>
                  </a:lnTo>
                  <a:lnTo>
                    <a:pt x="999" y="600"/>
                  </a:lnTo>
                  <a:lnTo>
                    <a:pt x="997" y="593"/>
                  </a:lnTo>
                  <a:lnTo>
                    <a:pt x="993" y="587"/>
                  </a:lnTo>
                  <a:lnTo>
                    <a:pt x="987" y="581"/>
                  </a:lnTo>
                  <a:lnTo>
                    <a:pt x="966" y="559"/>
                  </a:lnTo>
                  <a:lnTo>
                    <a:pt x="685" y="303"/>
                  </a:lnTo>
                  <a:lnTo>
                    <a:pt x="685" y="303"/>
                  </a:lnTo>
                  <a:lnTo>
                    <a:pt x="683" y="301"/>
                  </a:lnTo>
                  <a:lnTo>
                    <a:pt x="683" y="298"/>
                  </a:lnTo>
                  <a:lnTo>
                    <a:pt x="682" y="296"/>
                  </a:lnTo>
                  <a:lnTo>
                    <a:pt x="683" y="292"/>
                  </a:lnTo>
                  <a:lnTo>
                    <a:pt x="684" y="290"/>
                  </a:lnTo>
                  <a:lnTo>
                    <a:pt x="686" y="289"/>
                  </a:lnTo>
                  <a:lnTo>
                    <a:pt x="689" y="288"/>
                  </a:lnTo>
                  <a:lnTo>
                    <a:pt x="692" y="288"/>
                  </a:lnTo>
                  <a:lnTo>
                    <a:pt x="692" y="288"/>
                  </a:lnTo>
                  <a:lnTo>
                    <a:pt x="706" y="288"/>
                  </a:lnTo>
                  <a:lnTo>
                    <a:pt x="719" y="286"/>
                  </a:lnTo>
                  <a:lnTo>
                    <a:pt x="730" y="285"/>
                  </a:lnTo>
                  <a:lnTo>
                    <a:pt x="744" y="284"/>
                  </a:lnTo>
                  <a:lnTo>
                    <a:pt x="744" y="284"/>
                  </a:lnTo>
                  <a:lnTo>
                    <a:pt x="748" y="284"/>
                  </a:lnTo>
                  <a:lnTo>
                    <a:pt x="748" y="284"/>
                  </a:lnTo>
                  <a:close/>
                  <a:moveTo>
                    <a:pt x="129" y="522"/>
                  </a:moveTo>
                  <a:lnTo>
                    <a:pt x="129" y="522"/>
                  </a:lnTo>
                  <a:lnTo>
                    <a:pt x="119" y="506"/>
                  </a:lnTo>
                  <a:lnTo>
                    <a:pt x="112" y="491"/>
                  </a:lnTo>
                  <a:lnTo>
                    <a:pt x="106" y="474"/>
                  </a:lnTo>
                  <a:lnTo>
                    <a:pt x="102" y="457"/>
                  </a:lnTo>
                  <a:lnTo>
                    <a:pt x="97" y="439"/>
                  </a:lnTo>
                  <a:lnTo>
                    <a:pt x="94" y="421"/>
                  </a:lnTo>
                  <a:lnTo>
                    <a:pt x="90" y="383"/>
                  </a:lnTo>
                  <a:lnTo>
                    <a:pt x="54" y="350"/>
                  </a:lnTo>
                  <a:lnTo>
                    <a:pt x="54" y="350"/>
                  </a:lnTo>
                  <a:lnTo>
                    <a:pt x="34" y="328"/>
                  </a:lnTo>
                  <a:lnTo>
                    <a:pt x="24" y="317"/>
                  </a:lnTo>
                  <a:lnTo>
                    <a:pt x="17" y="307"/>
                  </a:lnTo>
                  <a:lnTo>
                    <a:pt x="10" y="296"/>
                  </a:lnTo>
                  <a:lnTo>
                    <a:pt x="5" y="283"/>
                  </a:lnTo>
                  <a:lnTo>
                    <a:pt x="2" y="270"/>
                  </a:lnTo>
                  <a:lnTo>
                    <a:pt x="0" y="254"/>
                  </a:lnTo>
                  <a:lnTo>
                    <a:pt x="0" y="254"/>
                  </a:lnTo>
                  <a:lnTo>
                    <a:pt x="2" y="246"/>
                  </a:lnTo>
                  <a:lnTo>
                    <a:pt x="3" y="238"/>
                  </a:lnTo>
                  <a:lnTo>
                    <a:pt x="4" y="229"/>
                  </a:lnTo>
                  <a:lnTo>
                    <a:pt x="8" y="222"/>
                  </a:lnTo>
                  <a:lnTo>
                    <a:pt x="11" y="214"/>
                  </a:lnTo>
                  <a:lnTo>
                    <a:pt x="15" y="207"/>
                  </a:lnTo>
                  <a:lnTo>
                    <a:pt x="19" y="200"/>
                  </a:lnTo>
                  <a:lnTo>
                    <a:pt x="25" y="193"/>
                  </a:lnTo>
                  <a:lnTo>
                    <a:pt x="174" y="32"/>
                  </a:lnTo>
                  <a:lnTo>
                    <a:pt x="174" y="32"/>
                  </a:lnTo>
                  <a:lnTo>
                    <a:pt x="180" y="25"/>
                  </a:lnTo>
                  <a:lnTo>
                    <a:pt x="187" y="20"/>
                  </a:lnTo>
                  <a:lnTo>
                    <a:pt x="194" y="15"/>
                  </a:lnTo>
                  <a:lnTo>
                    <a:pt x="203" y="11"/>
                  </a:lnTo>
                  <a:lnTo>
                    <a:pt x="210" y="7"/>
                  </a:lnTo>
                  <a:lnTo>
                    <a:pt x="218" y="5"/>
                  </a:lnTo>
                  <a:lnTo>
                    <a:pt x="226" y="2"/>
                  </a:lnTo>
                  <a:lnTo>
                    <a:pt x="235" y="1"/>
                  </a:lnTo>
                  <a:lnTo>
                    <a:pt x="243" y="1"/>
                  </a:lnTo>
                  <a:lnTo>
                    <a:pt x="251" y="1"/>
                  </a:lnTo>
                  <a:lnTo>
                    <a:pt x="260" y="2"/>
                  </a:lnTo>
                  <a:lnTo>
                    <a:pt x="268" y="5"/>
                  </a:lnTo>
                  <a:lnTo>
                    <a:pt x="276" y="7"/>
                  </a:lnTo>
                  <a:lnTo>
                    <a:pt x="285" y="11"/>
                  </a:lnTo>
                  <a:lnTo>
                    <a:pt x="292" y="15"/>
                  </a:lnTo>
                  <a:lnTo>
                    <a:pt x="299" y="20"/>
                  </a:lnTo>
                  <a:lnTo>
                    <a:pt x="299" y="20"/>
                  </a:lnTo>
                  <a:lnTo>
                    <a:pt x="314" y="32"/>
                  </a:lnTo>
                  <a:lnTo>
                    <a:pt x="329" y="42"/>
                  </a:lnTo>
                  <a:lnTo>
                    <a:pt x="343" y="51"/>
                  </a:lnTo>
                  <a:lnTo>
                    <a:pt x="362" y="59"/>
                  </a:lnTo>
                  <a:lnTo>
                    <a:pt x="362" y="59"/>
                  </a:lnTo>
                  <a:lnTo>
                    <a:pt x="375" y="64"/>
                  </a:lnTo>
                  <a:lnTo>
                    <a:pt x="382" y="65"/>
                  </a:lnTo>
                  <a:lnTo>
                    <a:pt x="382" y="65"/>
                  </a:lnTo>
                  <a:lnTo>
                    <a:pt x="399" y="62"/>
                  </a:lnTo>
                  <a:lnTo>
                    <a:pt x="415" y="58"/>
                  </a:lnTo>
                  <a:lnTo>
                    <a:pt x="451" y="50"/>
                  </a:lnTo>
                  <a:lnTo>
                    <a:pt x="469" y="46"/>
                  </a:lnTo>
                  <a:lnTo>
                    <a:pt x="488" y="43"/>
                  </a:lnTo>
                  <a:lnTo>
                    <a:pt x="506" y="40"/>
                  </a:lnTo>
                  <a:lnTo>
                    <a:pt x="525" y="40"/>
                  </a:lnTo>
                  <a:lnTo>
                    <a:pt x="525" y="40"/>
                  </a:lnTo>
                  <a:lnTo>
                    <a:pt x="501" y="57"/>
                  </a:lnTo>
                  <a:lnTo>
                    <a:pt x="469" y="82"/>
                  </a:lnTo>
                  <a:lnTo>
                    <a:pt x="426" y="114"/>
                  </a:lnTo>
                  <a:lnTo>
                    <a:pt x="426" y="114"/>
                  </a:lnTo>
                  <a:lnTo>
                    <a:pt x="407" y="119"/>
                  </a:lnTo>
                  <a:lnTo>
                    <a:pt x="389" y="121"/>
                  </a:lnTo>
                  <a:lnTo>
                    <a:pt x="389" y="121"/>
                  </a:lnTo>
                  <a:lnTo>
                    <a:pt x="379" y="121"/>
                  </a:lnTo>
                  <a:lnTo>
                    <a:pt x="365" y="120"/>
                  </a:lnTo>
                  <a:lnTo>
                    <a:pt x="352" y="116"/>
                  </a:lnTo>
                  <a:lnTo>
                    <a:pt x="338" y="112"/>
                  </a:lnTo>
                  <a:lnTo>
                    <a:pt x="325" y="106"/>
                  </a:lnTo>
                  <a:lnTo>
                    <a:pt x="313" y="100"/>
                  </a:lnTo>
                  <a:lnTo>
                    <a:pt x="302" y="93"/>
                  </a:lnTo>
                  <a:lnTo>
                    <a:pt x="293" y="88"/>
                  </a:lnTo>
                  <a:lnTo>
                    <a:pt x="264" y="65"/>
                  </a:lnTo>
                  <a:lnTo>
                    <a:pt x="264" y="65"/>
                  </a:lnTo>
                  <a:lnTo>
                    <a:pt x="258" y="62"/>
                  </a:lnTo>
                  <a:lnTo>
                    <a:pt x="253" y="59"/>
                  </a:lnTo>
                  <a:lnTo>
                    <a:pt x="247" y="58"/>
                  </a:lnTo>
                  <a:lnTo>
                    <a:pt x="239" y="58"/>
                  </a:lnTo>
                  <a:lnTo>
                    <a:pt x="233" y="59"/>
                  </a:lnTo>
                  <a:lnTo>
                    <a:pt x="228" y="62"/>
                  </a:lnTo>
                  <a:lnTo>
                    <a:pt x="222" y="65"/>
                  </a:lnTo>
                  <a:lnTo>
                    <a:pt x="216" y="70"/>
                  </a:lnTo>
                  <a:lnTo>
                    <a:pt x="67" y="231"/>
                  </a:lnTo>
                  <a:lnTo>
                    <a:pt x="67" y="231"/>
                  </a:lnTo>
                  <a:lnTo>
                    <a:pt x="63" y="237"/>
                  </a:lnTo>
                  <a:lnTo>
                    <a:pt x="60" y="243"/>
                  </a:lnTo>
                  <a:lnTo>
                    <a:pt x="59" y="248"/>
                  </a:lnTo>
                  <a:lnTo>
                    <a:pt x="58" y="256"/>
                  </a:lnTo>
                  <a:lnTo>
                    <a:pt x="59" y="262"/>
                  </a:lnTo>
                  <a:lnTo>
                    <a:pt x="60" y="267"/>
                  </a:lnTo>
                  <a:lnTo>
                    <a:pt x="63" y="273"/>
                  </a:lnTo>
                  <a:lnTo>
                    <a:pt x="67" y="279"/>
                  </a:lnTo>
                  <a:lnTo>
                    <a:pt x="67" y="279"/>
                  </a:lnTo>
                  <a:lnTo>
                    <a:pt x="85" y="300"/>
                  </a:lnTo>
                  <a:lnTo>
                    <a:pt x="105" y="320"/>
                  </a:lnTo>
                  <a:lnTo>
                    <a:pt x="105" y="320"/>
                  </a:lnTo>
                  <a:lnTo>
                    <a:pt x="117" y="332"/>
                  </a:lnTo>
                  <a:lnTo>
                    <a:pt x="130" y="346"/>
                  </a:lnTo>
                  <a:lnTo>
                    <a:pt x="136" y="353"/>
                  </a:lnTo>
                  <a:lnTo>
                    <a:pt x="140" y="360"/>
                  </a:lnTo>
                  <a:lnTo>
                    <a:pt x="143" y="367"/>
                  </a:lnTo>
                  <a:lnTo>
                    <a:pt x="146" y="374"/>
                  </a:lnTo>
                  <a:lnTo>
                    <a:pt x="146" y="374"/>
                  </a:lnTo>
                  <a:lnTo>
                    <a:pt x="149" y="403"/>
                  </a:lnTo>
                  <a:lnTo>
                    <a:pt x="154" y="433"/>
                  </a:lnTo>
                  <a:lnTo>
                    <a:pt x="157" y="448"/>
                  </a:lnTo>
                  <a:lnTo>
                    <a:pt x="161" y="461"/>
                  </a:lnTo>
                  <a:lnTo>
                    <a:pt x="167" y="474"/>
                  </a:lnTo>
                  <a:lnTo>
                    <a:pt x="173" y="485"/>
                  </a:lnTo>
                  <a:lnTo>
                    <a:pt x="173" y="485"/>
                  </a:lnTo>
                  <a:lnTo>
                    <a:pt x="160" y="492"/>
                  </a:lnTo>
                  <a:lnTo>
                    <a:pt x="149" y="500"/>
                  </a:lnTo>
                  <a:lnTo>
                    <a:pt x="140" y="510"/>
                  </a:lnTo>
                  <a:lnTo>
                    <a:pt x="129" y="522"/>
                  </a:lnTo>
                  <a:lnTo>
                    <a:pt x="129" y="522"/>
                  </a:lnTo>
                  <a:close/>
                  <a:moveTo>
                    <a:pt x="602" y="804"/>
                  </a:moveTo>
                  <a:lnTo>
                    <a:pt x="602" y="804"/>
                  </a:lnTo>
                  <a:lnTo>
                    <a:pt x="593" y="797"/>
                  </a:lnTo>
                  <a:lnTo>
                    <a:pt x="582" y="792"/>
                  </a:lnTo>
                  <a:lnTo>
                    <a:pt x="571" y="788"/>
                  </a:lnTo>
                  <a:lnTo>
                    <a:pt x="560" y="786"/>
                  </a:lnTo>
                  <a:lnTo>
                    <a:pt x="549" y="786"/>
                  </a:lnTo>
                  <a:lnTo>
                    <a:pt x="538" y="788"/>
                  </a:lnTo>
                  <a:lnTo>
                    <a:pt x="527" y="791"/>
                  </a:lnTo>
                  <a:lnTo>
                    <a:pt x="518" y="797"/>
                  </a:lnTo>
                  <a:lnTo>
                    <a:pt x="518" y="797"/>
                  </a:lnTo>
                  <a:lnTo>
                    <a:pt x="514" y="797"/>
                  </a:lnTo>
                  <a:lnTo>
                    <a:pt x="512" y="795"/>
                  </a:lnTo>
                  <a:lnTo>
                    <a:pt x="512" y="795"/>
                  </a:lnTo>
                  <a:lnTo>
                    <a:pt x="511" y="794"/>
                  </a:lnTo>
                  <a:lnTo>
                    <a:pt x="511" y="791"/>
                  </a:lnTo>
                  <a:lnTo>
                    <a:pt x="511" y="791"/>
                  </a:lnTo>
                  <a:lnTo>
                    <a:pt x="512" y="782"/>
                  </a:lnTo>
                  <a:lnTo>
                    <a:pt x="512" y="773"/>
                  </a:lnTo>
                  <a:lnTo>
                    <a:pt x="509" y="763"/>
                  </a:lnTo>
                  <a:lnTo>
                    <a:pt x="507" y="754"/>
                  </a:lnTo>
                  <a:lnTo>
                    <a:pt x="503" y="745"/>
                  </a:lnTo>
                  <a:lnTo>
                    <a:pt x="499" y="737"/>
                  </a:lnTo>
                  <a:lnTo>
                    <a:pt x="493" y="729"/>
                  </a:lnTo>
                  <a:lnTo>
                    <a:pt x="487" y="723"/>
                  </a:lnTo>
                  <a:lnTo>
                    <a:pt x="487" y="723"/>
                  </a:lnTo>
                  <a:lnTo>
                    <a:pt x="487" y="723"/>
                  </a:lnTo>
                  <a:lnTo>
                    <a:pt x="477" y="716"/>
                  </a:lnTo>
                  <a:lnTo>
                    <a:pt x="467" y="710"/>
                  </a:lnTo>
                  <a:lnTo>
                    <a:pt x="456" y="707"/>
                  </a:lnTo>
                  <a:lnTo>
                    <a:pt x="444" y="705"/>
                  </a:lnTo>
                  <a:lnTo>
                    <a:pt x="433" y="705"/>
                  </a:lnTo>
                  <a:lnTo>
                    <a:pt x="423" y="706"/>
                  </a:lnTo>
                  <a:lnTo>
                    <a:pt x="412" y="710"/>
                  </a:lnTo>
                  <a:lnTo>
                    <a:pt x="401" y="716"/>
                  </a:lnTo>
                  <a:lnTo>
                    <a:pt x="401" y="716"/>
                  </a:lnTo>
                  <a:lnTo>
                    <a:pt x="399" y="716"/>
                  </a:lnTo>
                  <a:lnTo>
                    <a:pt x="396" y="714"/>
                  </a:lnTo>
                  <a:lnTo>
                    <a:pt x="396" y="714"/>
                  </a:lnTo>
                  <a:lnTo>
                    <a:pt x="394" y="713"/>
                  </a:lnTo>
                  <a:lnTo>
                    <a:pt x="394" y="710"/>
                  </a:lnTo>
                  <a:lnTo>
                    <a:pt x="394" y="710"/>
                  </a:lnTo>
                  <a:lnTo>
                    <a:pt x="395" y="700"/>
                  </a:lnTo>
                  <a:lnTo>
                    <a:pt x="395" y="692"/>
                  </a:lnTo>
                  <a:lnTo>
                    <a:pt x="394" y="682"/>
                  </a:lnTo>
                  <a:lnTo>
                    <a:pt x="392" y="673"/>
                  </a:lnTo>
                  <a:lnTo>
                    <a:pt x="388" y="665"/>
                  </a:lnTo>
                  <a:lnTo>
                    <a:pt x="383" y="656"/>
                  </a:lnTo>
                  <a:lnTo>
                    <a:pt x="377" y="648"/>
                  </a:lnTo>
                  <a:lnTo>
                    <a:pt x="370" y="642"/>
                  </a:lnTo>
                  <a:lnTo>
                    <a:pt x="370" y="642"/>
                  </a:lnTo>
                  <a:lnTo>
                    <a:pt x="370" y="642"/>
                  </a:lnTo>
                  <a:lnTo>
                    <a:pt x="363" y="636"/>
                  </a:lnTo>
                  <a:lnTo>
                    <a:pt x="355" y="631"/>
                  </a:lnTo>
                  <a:lnTo>
                    <a:pt x="345" y="628"/>
                  </a:lnTo>
                  <a:lnTo>
                    <a:pt x="337" y="625"/>
                  </a:lnTo>
                  <a:lnTo>
                    <a:pt x="327" y="624"/>
                  </a:lnTo>
                  <a:lnTo>
                    <a:pt x="318" y="624"/>
                  </a:lnTo>
                  <a:lnTo>
                    <a:pt x="308" y="625"/>
                  </a:lnTo>
                  <a:lnTo>
                    <a:pt x="300" y="628"/>
                  </a:lnTo>
                  <a:lnTo>
                    <a:pt x="300" y="628"/>
                  </a:lnTo>
                  <a:lnTo>
                    <a:pt x="298" y="628"/>
                  </a:lnTo>
                  <a:lnTo>
                    <a:pt x="295" y="627"/>
                  </a:lnTo>
                  <a:lnTo>
                    <a:pt x="295" y="627"/>
                  </a:lnTo>
                  <a:lnTo>
                    <a:pt x="294" y="624"/>
                  </a:lnTo>
                  <a:lnTo>
                    <a:pt x="294" y="622"/>
                  </a:lnTo>
                  <a:lnTo>
                    <a:pt x="294" y="622"/>
                  </a:lnTo>
                  <a:lnTo>
                    <a:pt x="298" y="610"/>
                  </a:lnTo>
                  <a:lnTo>
                    <a:pt x="300" y="599"/>
                  </a:lnTo>
                  <a:lnTo>
                    <a:pt x="300" y="587"/>
                  </a:lnTo>
                  <a:lnTo>
                    <a:pt x="299" y="577"/>
                  </a:lnTo>
                  <a:lnTo>
                    <a:pt x="295" y="566"/>
                  </a:lnTo>
                  <a:lnTo>
                    <a:pt x="291" y="555"/>
                  </a:lnTo>
                  <a:lnTo>
                    <a:pt x="283" y="546"/>
                  </a:lnTo>
                  <a:lnTo>
                    <a:pt x="275" y="537"/>
                  </a:lnTo>
                  <a:lnTo>
                    <a:pt x="275" y="537"/>
                  </a:lnTo>
                  <a:lnTo>
                    <a:pt x="275" y="537"/>
                  </a:lnTo>
                  <a:lnTo>
                    <a:pt x="269" y="533"/>
                  </a:lnTo>
                  <a:lnTo>
                    <a:pt x="263" y="529"/>
                  </a:lnTo>
                  <a:lnTo>
                    <a:pt x="256" y="525"/>
                  </a:lnTo>
                  <a:lnTo>
                    <a:pt x="250" y="523"/>
                  </a:lnTo>
                  <a:lnTo>
                    <a:pt x="236" y="520"/>
                  </a:lnTo>
                  <a:lnTo>
                    <a:pt x="222" y="520"/>
                  </a:lnTo>
                  <a:lnTo>
                    <a:pt x="209" y="522"/>
                  </a:lnTo>
                  <a:lnTo>
                    <a:pt x="195" y="527"/>
                  </a:lnTo>
                  <a:lnTo>
                    <a:pt x="190" y="530"/>
                  </a:lnTo>
                  <a:lnTo>
                    <a:pt x="184" y="535"/>
                  </a:lnTo>
                  <a:lnTo>
                    <a:pt x="178" y="540"/>
                  </a:lnTo>
                  <a:lnTo>
                    <a:pt x="173" y="544"/>
                  </a:lnTo>
                  <a:lnTo>
                    <a:pt x="151" y="568"/>
                  </a:lnTo>
                  <a:lnTo>
                    <a:pt x="151" y="568"/>
                  </a:lnTo>
                  <a:lnTo>
                    <a:pt x="147" y="574"/>
                  </a:lnTo>
                  <a:lnTo>
                    <a:pt x="143" y="581"/>
                  </a:lnTo>
                  <a:lnTo>
                    <a:pt x="140" y="587"/>
                  </a:lnTo>
                  <a:lnTo>
                    <a:pt x="137" y="594"/>
                  </a:lnTo>
                  <a:lnTo>
                    <a:pt x="135" y="607"/>
                  </a:lnTo>
                  <a:lnTo>
                    <a:pt x="134" y="622"/>
                  </a:lnTo>
                  <a:lnTo>
                    <a:pt x="136" y="635"/>
                  </a:lnTo>
                  <a:lnTo>
                    <a:pt x="142" y="648"/>
                  </a:lnTo>
                  <a:lnTo>
                    <a:pt x="146" y="655"/>
                  </a:lnTo>
                  <a:lnTo>
                    <a:pt x="149" y="661"/>
                  </a:lnTo>
                  <a:lnTo>
                    <a:pt x="154" y="666"/>
                  </a:lnTo>
                  <a:lnTo>
                    <a:pt x="159" y="672"/>
                  </a:lnTo>
                  <a:lnTo>
                    <a:pt x="159" y="672"/>
                  </a:lnTo>
                  <a:lnTo>
                    <a:pt x="159" y="672"/>
                  </a:lnTo>
                  <a:lnTo>
                    <a:pt x="166" y="676"/>
                  </a:lnTo>
                  <a:lnTo>
                    <a:pt x="174" y="681"/>
                  </a:lnTo>
                  <a:lnTo>
                    <a:pt x="182" y="685"/>
                  </a:lnTo>
                  <a:lnTo>
                    <a:pt x="191" y="687"/>
                  </a:lnTo>
                  <a:lnTo>
                    <a:pt x="199" y="688"/>
                  </a:lnTo>
                  <a:lnTo>
                    <a:pt x="207" y="688"/>
                  </a:lnTo>
                  <a:lnTo>
                    <a:pt x="216" y="688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8" y="687"/>
                  </a:lnTo>
                  <a:lnTo>
                    <a:pt x="230" y="688"/>
                  </a:lnTo>
                  <a:lnTo>
                    <a:pt x="230" y="688"/>
                  </a:lnTo>
                  <a:lnTo>
                    <a:pt x="230" y="692"/>
                  </a:lnTo>
                  <a:lnTo>
                    <a:pt x="229" y="694"/>
                  </a:lnTo>
                  <a:lnTo>
                    <a:pt x="229" y="694"/>
                  </a:lnTo>
                  <a:lnTo>
                    <a:pt x="222" y="706"/>
                  </a:lnTo>
                  <a:lnTo>
                    <a:pt x="217" y="719"/>
                  </a:lnTo>
                  <a:lnTo>
                    <a:pt x="214" y="732"/>
                  </a:lnTo>
                  <a:lnTo>
                    <a:pt x="214" y="745"/>
                  </a:lnTo>
                  <a:lnTo>
                    <a:pt x="217" y="758"/>
                  </a:lnTo>
                  <a:lnTo>
                    <a:pt x="222" y="772"/>
                  </a:lnTo>
                  <a:lnTo>
                    <a:pt x="229" y="783"/>
                  </a:lnTo>
                  <a:lnTo>
                    <a:pt x="239" y="794"/>
                  </a:lnTo>
                  <a:lnTo>
                    <a:pt x="239" y="794"/>
                  </a:lnTo>
                  <a:lnTo>
                    <a:pt x="239" y="794"/>
                  </a:lnTo>
                  <a:lnTo>
                    <a:pt x="250" y="801"/>
                  </a:lnTo>
                  <a:lnTo>
                    <a:pt x="263" y="807"/>
                  </a:lnTo>
                  <a:lnTo>
                    <a:pt x="276" y="811"/>
                  </a:lnTo>
                  <a:lnTo>
                    <a:pt x="289" y="811"/>
                  </a:lnTo>
                  <a:lnTo>
                    <a:pt x="302" y="810"/>
                  </a:lnTo>
                  <a:lnTo>
                    <a:pt x="316" y="805"/>
                  </a:lnTo>
                  <a:lnTo>
                    <a:pt x="327" y="799"/>
                  </a:lnTo>
                  <a:lnTo>
                    <a:pt x="338" y="791"/>
                  </a:lnTo>
                  <a:lnTo>
                    <a:pt x="338" y="791"/>
                  </a:lnTo>
                  <a:lnTo>
                    <a:pt x="341" y="789"/>
                  </a:lnTo>
                  <a:lnTo>
                    <a:pt x="343" y="789"/>
                  </a:lnTo>
                  <a:lnTo>
                    <a:pt x="343" y="789"/>
                  </a:lnTo>
                  <a:lnTo>
                    <a:pt x="345" y="792"/>
                  </a:lnTo>
                  <a:lnTo>
                    <a:pt x="345" y="794"/>
                  </a:lnTo>
                  <a:lnTo>
                    <a:pt x="345" y="794"/>
                  </a:lnTo>
                  <a:lnTo>
                    <a:pt x="345" y="802"/>
                  </a:lnTo>
                  <a:lnTo>
                    <a:pt x="346" y="811"/>
                  </a:lnTo>
                  <a:lnTo>
                    <a:pt x="348" y="820"/>
                  </a:lnTo>
                  <a:lnTo>
                    <a:pt x="350" y="827"/>
                  </a:lnTo>
                  <a:lnTo>
                    <a:pt x="354" y="836"/>
                  </a:lnTo>
                  <a:lnTo>
                    <a:pt x="358" y="843"/>
                  </a:lnTo>
                  <a:lnTo>
                    <a:pt x="364" y="850"/>
                  </a:lnTo>
                  <a:lnTo>
                    <a:pt x="370" y="857"/>
                  </a:lnTo>
                  <a:lnTo>
                    <a:pt x="370" y="857"/>
                  </a:lnTo>
                  <a:lnTo>
                    <a:pt x="370" y="857"/>
                  </a:lnTo>
                  <a:lnTo>
                    <a:pt x="382" y="864"/>
                  </a:lnTo>
                  <a:lnTo>
                    <a:pt x="394" y="870"/>
                  </a:lnTo>
                  <a:lnTo>
                    <a:pt x="407" y="874"/>
                  </a:lnTo>
                  <a:lnTo>
                    <a:pt x="420" y="874"/>
                  </a:lnTo>
                  <a:lnTo>
                    <a:pt x="433" y="873"/>
                  </a:lnTo>
                  <a:lnTo>
                    <a:pt x="446" y="868"/>
                  </a:lnTo>
                  <a:lnTo>
                    <a:pt x="458" y="862"/>
                  </a:lnTo>
                  <a:lnTo>
                    <a:pt x="469" y="854"/>
                  </a:lnTo>
                  <a:lnTo>
                    <a:pt x="469" y="854"/>
                  </a:lnTo>
                  <a:lnTo>
                    <a:pt x="471" y="852"/>
                  </a:lnTo>
                  <a:lnTo>
                    <a:pt x="474" y="852"/>
                  </a:lnTo>
                  <a:lnTo>
                    <a:pt x="474" y="852"/>
                  </a:lnTo>
                  <a:lnTo>
                    <a:pt x="476" y="855"/>
                  </a:lnTo>
                  <a:lnTo>
                    <a:pt x="477" y="857"/>
                  </a:lnTo>
                  <a:lnTo>
                    <a:pt x="477" y="857"/>
                  </a:lnTo>
                  <a:lnTo>
                    <a:pt x="476" y="865"/>
                  </a:lnTo>
                  <a:lnTo>
                    <a:pt x="477" y="874"/>
                  </a:lnTo>
                  <a:lnTo>
                    <a:pt x="478" y="883"/>
                  </a:lnTo>
                  <a:lnTo>
                    <a:pt x="482" y="890"/>
                  </a:lnTo>
                  <a:lnTo>
                    <a:pt x="486" y="899"/>
                  </a:lnTo>
                  <a:lnTo>
                    <a:pt x="489" y="906"/>
                  </a:lnTo>
                  <a:lnTo>
                    <a:pt x="495" y="913"/>
                  </a:lnTo>
                  <a:lnTo>
                    <a:pt x="502" y="920"/>
                  </a:lnTo>
                  <a:lnTo>
                    <a:pt x="502" y="920"/>
                  </a:lnTo>
                  <a:lnTo>
                    <a:pt x="507" y="924"/>
                  </a:lnTo>
                  <a:lnTo>
                    <a:pt x="514" y="928"/>
                  </a:lnTo>
                  <a:lnTo>
                    <a:pt x="520" y="931"/>
                  </a:lnTo>
                  <a:lnTo>
                    <a:pt x="527" y="933"/>
                  </a:lnTo>
                  <a:lnTo>
                    <a:pt x="540" y="937"/>
                  </a:lnTo>
                  <a:lnTo>
                    <a:pt x="555" y="937"/>
                  </a:lnTo>
                  <a:lnTo>
                    <a:pt x="569" y="934"/>
                  </a:lnTo>
                  <a:lnTo>
                    <a:pt x="582" y="930"/>
                  </a:lnTo>
                  <a:lnTo>
                    <a:pt x="588" y="926"/>
                  </a:lnTo>
                  <a:lnTo>
                    <a:pt x="594" y="923"/>
                  </a:lnTo>
                  <a:lnTo>
                    <a:pt x="599" y="918"/>
                  </a:lnTo>
                  <a:lnTo>
                    <a:pt x="604" y="912"/>
                  </a:lnTo>
                  <a:lnTo>
                    <a:pt x="609" y="906"/>
                  </a:lnTo>
                  <a:lnTo>
                    <a:pt x="609" y="906"/>
                  </a:lnTo>
                  <a:lnTo>
                    <a:pt x="614" y="900"/>
                  </a:lnTo>
                  <a:lnTo>
                    <a:pt x="618" y="894"/>
                  </a:lnTo>
                  <a:lnTo>
                    <a:pt x="621" y="887"/>
                  </a:lnTo>
                  <a:lnTo>
                    <a:pt x="623" y="881"/>
                  </a:lnTo>
                  <a:lnTo>
                    <a:pt x="627" y="867"/>
                  </a:lnTo>
                  <a:lnTo>
                    <a:pt x="627" y="854"/>
                  </a:lnTo>
                  <a:lnTo>
                    <a:pt x="625" y="839"/>
                  </a:lnTo>
                  <a:lnTo>
                    <a:pt x="620" y="826"/>
                  </a:lnTo>
                  <a:lnTo>
                    <a:pt x="616" y="820"/>
                  </a:lnTo>
                  <a:lnTo>
                    <a:pt x="612" y="814"/>
                  </a:lnTo>
                  <a:lnTo>
                    <a:pt x="607" y="808"/>
                  </a:lnTo>
                  <a:lnTo>
                    <a:pt x="602" y="804"/>
                  </a:lnTo>
                  <a:lnTo>
                    <a:pt x="602" y="804"/>
                  </a:lnTo>
                  <a:close/>
                  <a:moveTo>
                    <a:pt x="797" y="256"/>
                  </a:moveTo>
                  <a:lnTo>
                    <a:pt x="797" y="256"/>
                  </a:lnTo>
                  <a:lnTo>
                    <a:pt x="987" y="439"/>
                  </a:lnTo>
                  <a:lnTo>
                    <a:pt x="987" y="439"/>
                  </a:lnTo>
                  <a:lnTo>
                    <a:pt x="994" y="443"/>
                  </a:lnTo>
                  <a:lnTo>
                    <a:pt x="1002" y="447"/>
                  </a:lnTo>
                  <a:lnTo>
                    <a:pt x="1010" y="449"/>
                  </a:lnTo>
                  <a:lnTo>
                    <a:pt x="1019" y="448"/>
                  </a:lnTo>
                  <a:lnTo>
                    <a:pt x="1019" y="448"/>
                  </a:lnTo>
                  <a:lnTo>
                    <a:pt x="1028" y="446"/>
                  </a:lnTo>
                  <a:lnTo>
                    <a:pt x="1035" y="442"/>
                  </a:lnTo>
                  <a:lnTo>
                    <a:pt x="1042" y="436"/>
                  </a:lnTo>
                  <a:lnTo>
                    <a:pt x="1047" y="429"/>
                  </a:lnTo>
                  <a:lnTo>
                    <a:pt x="1047" y="429"/>
                  </a:lnTo>
                  <a:lnTo>
                    <a:pt x="1057" y="409"/>
                  </a:lnTo>
                  <a:lnTo>
                    <a:pt x="1066" y="388"/>
                  </a:lnTo>
                  <a:lnTo>
                    <a:pt x="1072" y="365"/>
                  </a:lnTo>
                  <a:lnTo>
                    <a:pt x="1078" y="341"/>
                  </a:lnTo>
                  <a:lnTo>
                    <a:pt x="1078" y="341"/>
                  </a:lnTo>
                  <a:lnTo>
                    <a:pt x="1080" y="330"/>
                  </a:lnTo>
                  <a:lnTo>
                    <a:pt x="1084" y="321"/>
                  </a:lnTo>
                  <a:lnTo>
                    <a:pt x="1090" y="313"/>
                  </a:lnTo>
                  <a:lnTo>
                    <a:pt x="1095" y="304"/>
                  </a:lnTo>
                  <a:lnTo>
                    <a:pt x="1129" y="269"/>
                  </a:lnTo>
                  <a:lnTo>
                    <a:pt x="1129" y="269"/>
                  </a:lnTo>
                  <a:lnTo>
                    <a:pt x="1138" y="258"/>
                  </a:lnTo>
                  <a:lnTo>
                    <a:pt x="1144" y="246"/>
                  </a:lnTo>
                  <a:lnTo>
                    <a:pt x="1148" y="233"/>
                  </a:lnTo>
                  <a:lnTo>
                    <a:pt x="1149" y="220"/>
                  </a:lnTo>
                  <a:lnTo>
                    <a:pt x="1148" y="208"/>
                  </a:lnTo>
                  <a:lnTo>
                    <a:pt x="1144" y="195"/>
                  </a:lnTo>
                  <a:lnTo>
                    <a:pt x="1138" y="183"/>
                  </a:lnTo>
                  <a:lnTo>
                    <a:pt x="1130" y="172"/>
                  </a:lnTo>
                  <a:lnTo>
                    <a:pt x="993" y="23"/>
                  </a:lnTo>
                  <a:lnTo>
                    <a:pt x="993" y="23"/>
                  </a:lnTo>
                  <a:lnTo>
                    <a:pt x="983" y="13"/>
                  </a:lnTo>
                  <a:lnTo>
                    <a:pt x="972" y="7"/>
                  </a:lnTo>
                  <a:lnTo>
                    <a:pt x="959" y="2"/>
                  </a:lnTo>
                  <a:lnTo>
                    <a:pt x="946" y="0"/>
                  </a:lnTo>
                  <a:lnTo>
                    <a:pt x="933" y="0"/>
                  </a:lnTo>
                  <a:lnTo>
                    <a:pt x="920" y="2"/>
                  </a:lnTo>
                  <a:lnTo>
                    <a:pt x="908" y="7"/>
                  </a:lnTo>
                  <a:lnTo>
                    <a:pt x="896" y="15"/>
                  </a:lnTo>
                  <a:lnTo>
                    <a:pt x="864" y="42"/>
                  </a:lnTo>
                  <a:lnTo>
                    <a:pt x="864" y="42"/>
                  </a:lnTo>
                  <a:lnTo>
                    <a:pt x="852" y="49"/>
                  </a:lnTo>
                  <a:lnTo>
                    <a:pt x="845" y="52"/>
                  </a:lnTo>
                  <a:lnTo>
                    <a:pt x="839" y="55"/>
                  </a:lnTo>
                  <a:lnTo>
                    <a:pt x="832" y="56"/>
                  </a:lnTo>
                  <a:lnTo>
                    <a:pt x="824" y="57"/>
                  </a:lnTo>
                  <a:lnTo>
                    <a:pt x="810" y="57"/>
                  </a:lnTo>
                  <a:lnTo>
                    <a:pt x="810" y="57"/>
                  </a:lnTo>
                  <a:lnTo>
                    <a:pt x="708" y="44"/>
                  </a:lnTo>
                  <a:lnTo>
                    <a:pt x="708" y="44"/>
                  </a:lnTo>
                  <a:lnTo>
                    <a:pt x="685" y="43"/>
                  </a:lnTo>
                  <a:lnTo>
                    <a:pt x="662" y="43"/>
                  </a:lnTo>
                  <a:lnTo>
                    <a:pt x="639" y="45"/>
                  </a:lnTo>
                  <a:lnTo>
                    <a:pt x="618" y="50"/>
                  </a:lnTo>
                  <a:lnTo>
                    <a:pt x="596" y="57"/>
                  </a:lnTo>
                  <a:lnTo>
                    <a:pt x="575" y="67"/>
                  </a:lnTo>
                  <a:lnTo>
                    <a:pt x="555" y="77"/>
                  </a:lnTo>
                  <a:lnTo>
                    <a:pt x="535" y="92"/>
                  </a:lnTo>
                  <a:lnTo>
                    <a:pt x="535" y="92"/>
                  </a:lnTo>
                  <a:lnTo>
                    <a:pt x="434" y="169"/>
                  </a:lnTo>
                  <a:lnTo>
                    <a:pt x="333" y="247"/>
                  </a:lnTo>
                  <a:lnTo>
                    <a:pt x="333" y="247"/>
                  </a:lnTo>
                  <a:lnTo>
                    <a:pt x="323" y="257"/>
                  </a:lnTo>
                  <a:lnTo>
                    <a:pt x="316" y="267"/>
                  </a:lnTo>
                  <a:lnTo>
                    <a:pt x="311" y="278"/>
                  </a:lnTo>
                  <a:lnTo>
                    <a:pt x="310" y="288"/>
                  </a:lnTo>
                  <a:lnTo>
                    <a:pt x="311" y="298"/>
                  </a:lnTo>
                  <a:lnTo>
                    <a:pt x="314" y="308"/>
                  </a:lnTo>
                  <a:lnTo>
                    <a:pt x="320" y="316"/>
                  </a:lnTo>
                  <a:lnTo>
                    <a:pt x="327" y="323"/>
                  </a:lnTo>
                  <a:lnTo>
                    <a:pt x="336" y="329"/>
                  </a:lnTo>
                  <a:lnTo>
                    <a:pt x="346" y="335"/>
                  </a:lnTo>
                  <a:lnTo>
                    <a:pt x="358" y="338"/>
                  </a:lnTo>
                  <a:lnTo>
                    <a:pt x="371" y="340"/>
                  </a:lnTo>
                  <a:lnTo>
                    <a:pt x="386" y="339"/>
                  </a:lnTo>
                  <a:lnTo>
                    <a:pt x="400" y="336"/>
                  </a:lnTo>
                  <a:lnTo>
                    <a:pt x="414" y="332"/>
                  </a:lnTo>
                  <a:lnTo>
                    <a:pt x="430" y="323"/>
                  </a:lnTo>
                  <a:lnTo>
                    <a:pt x="576" y="233"/>
                  </a:lnTo>
                  <a:lnTo>
                    <a:pt x="576" y="233"/>
                  </a:lnTo>
                  <a:lnTo>
                    <a:pt x="584" y="228"/>
                  </a:lnTo>
                  <a:lnTo>
                    <a:pt x="593" y="225"/>
                  </a:lnTo>
                  <a:lnTo>
                    <a:pt x="601" y="223"/>
                  </a:lnTo>
                  <a:lnTo>
                    <a:pt x="609" y="222"/>
                  </a:lnTo>
                  <a:lnTo>
                    <a:pt x="618" y="222"/>
                  </a:lnTo>
                  <a:lnTo>
                    <a:pt x="626" y="222"/>
                  </a:lnTo>
                  <a:lnTo>
                    <a:pt x="634" y="225"/>
                  </a:lnTo>
                  <a:lnTo>
                    <a:pt x="643" y="228"/>
                  </a:lnTo>
                  <a:lnTo>
                    <a:pt x="643" y="228"/>
                  </a:lnTo>
                  <a:lnTo>
                    <a:pt x="653" y="232"/>
                  </a:lnTo>
                  <a:lnTo>
                    <a:pt x="665" y="235"/>
                  </a:lnTo>
                  <a:lnTo>
                    <a:pt x="677" y="238"/>
                  </a:lnTo>
                  <a:lnTo>
                    <a:pt x="689" y="239"/>
                  </a:lnTo>
                  <a:lnTo>
                    <a:pt x="701" y="240"/>
                  </a:lnTo>
                  <a:lnTo>
                    <a:pt x="713" y="240"/>
                  </a:lnTo>
                  <a:lnTo>
                    <a:pt x="725" y="239"/>
                  </a:lnTo>
                  <a:lnTo>
                    <a:pt x="735" y="238"/>
                  </a:lnTo>
                  <a:lnTo>
                    <a:pt x="735" y="238"/>
                  </a:lnTo>
                  <a:lnTo>
                    <a:pt x="744" y="237"/>
                  </a:lnTo>
                  <a:lnTo>
                    <a:pt x="752" y="237"/>
                  </a:lnTo>
                  <a:lnTo>
                    <a:pt x="760" y="237"/>
                  </a:lnTo>
                  <a:lnTo>
                    <a:pt x="769" y="239"/>
                  </a:lnTo>
                  <a:lnTo>
                    <a:pt x="776" y="241"/>
                  </a:lnTo>
                  <a:lnTo>
                    <a:pt x="783" y="246"/>
                  </a:lnTo>
                  <a:lnTo>
                    <a:pt x="790" y="251"/>
                  </a:lnTo>
                  <a:lnTo>
                    <a:pt x="797" y="256"/>
                  </a:lnTo>
                  <a:lnTo>
                    <a:pt x="797" y="256"/>
                  </a:lnTo>
                  <a:close/>
                </a:path>
              </a:pathLst>
            </a:custGeom>
            <a:solidFill>
              <a:schemeClr val="bg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/>
              </a:endParaRPr>
            </a:p>
          </p:txBody>
        </p:sp>
        <p:sp>
          <p:nvSpPr>
            <p:cNvPr id="14" name="iS1ide-Freeform: Shape 16" descr="D:\51PPT模板网\51pptmoban.com\图片.jpg">
              <a:extLst>
                <a:ext uri="{FF2B5EF4-FFF2-40B4-BE49-F238E27FC236}">
                  <a16:creationId xmlns:a16="http://schemas.microsoft.com/office/drawing/2014/main" id="{7133C3CB-21FE-4DCC-2EF2-099EB37BF484}"/>
                </a:ext>
              </a:extLst>
            </p:cNvPr>
            <p:cNvSpPr/>
            <p:nvPr/>
          </p:nvSpPr>
          <p:spPr bwMode="auto">
            <a:xfrm>
              <a:off x="7826670" y="3368320"/>
              <a:ext cx="508539" cy="676199"/>
            </a:xfrm>
            <a:custGeom>
              <a:avLst/>
              <a:gdLst>
                <a:gd name="T0" fmla="*/ 560 w 915"/>
                <a:gd name="T1" fmla="*/ 881 h 1218"/>
                <a:gd name="T2" fmla="*/ 900 w 915"/>
                <a:gd name="T3" fmla="*/ 652 h 1218"/>
                <a:gd name="T4" fmla="*/ 887 w 915"/>
                <a:gd name="T5" fmla="*/ 898 h 1218"/>
                <a:gd name="T6" fmla="*/ 379 w 915"/>
                <a:gd name="T7" fmla="*/ 67 h 1218"/>
                <a:gd name="T8" fmla="*/ 380 w 915"/>
                <a:gd name="T9" fmla="*/ 54 h 1218"/>
                <a:gd name="T10" fmla="*/ 391 w 915"/>
                <a:gd name="T11" fmla="*/ 30 h 1218"/>
                <a:gd name="T12" fmla="*/ 409 w 915"/>
                <a:gd name="T13" fmla="*/ 12 h 1218"/>
                <a:gd name="T14" fmla="*/ 433 w 915"/>
                <a:gd name="T15" fmla="*/ 1 h 1218"/>
                <a:gd name="T16" fmla="*/ 446 w 915"/>
                <a:gd name="T17" fmla="*/ 0 h 1218"/>
                <a:gd name="T18" fmla="*/ 472 w 915"/>
                <a:gd name="T19" fmla="*/ 5 h 1218"/>
                <a:gd name="T20" fmla="*/ 493 w 915"/>
                <a:gd name="T21" fmla="*/ 19 h 1218"/>
                <a:gd name="T22" fmla="*/ 508 w 915"/>
                <a:gd name="T23" fmla="*/ 41 h 1218"/>
                <a:gd name="T24" fmla="*/ 512 w 915"/>
                <a:gd name="T25" fmla="*/ 67 h 1218"/>
                <a:gd name="T26" fmla="*/ 379 w 915"/>
                <a:gd name="T27" fmla="*/ 161 h 1218"/>
                <a:gd name="T28" fmla="*/ 379 w 915"/>
                <a:gd name="T29" fmla="*/ 67 h 1218"/>
                <a:gd name="T30" fmla="*/ 512 w 915"/>
                <a:gd name="T31" fmla="*/ 1103 h 1218"/>
                <a:gd name="T32" fmla="*/ 514 w 915"/>
                <a:gd name="T33" fmla="*/ 1107 h 1218"/>
                <a:gd name="T34" fmla="*/ 518 w 915"/>
                <a:gd name="T35" fmla="*/ 1116 h 1218"/>
                <a:gd name="T36" fmla="*/ 528 w 915"/>
                <a:gd name="T37" fmla="*/ 1122 h 1218"/>
                <a:gd name="T38" fmla="*/ 568 w 915"/>
                <a:gd name="T39" fmla="*/ 1122 h 1218"/>
                <a:gd name="T40" fmla="*/ 579 w 915"/>
                <a:gd name="T41" fmla="*/ 1124 h 1218"/>
                <a:gd name="T42" fmla="*/ 598 w 915"/>
                <a:gd name="T43" fmla="*/ 1132 h 1218"/>
                <a:gd name="T44" fmla="*/ 613 w 915"/>
                <a:gd name="T45" fmla="*/ 1146 h 1218"/>
                <a:gd name="T46" fmla="*/ 621 w 915"/>
                <a:gd name="T47" fmla="*/ 1165 h 1218"/>
                <a:gd name="T48" fmla="*/ 622 w 915"/>
                <a:gd name="T49" fmla="*/ 1218 h 1218"/>
                <a:gd name="T50" fmla="*/ 270 w 915"/>
                <a:gd name="T51" fmla="*/ 1176 h 1218"/>
                <a:gd name="T52" fmla="*/ 271 w 915"/>
                <a:gd name="T53" fmla="*/ 1165 h 1218"/>
                <a:gd name="T54" fmla="*/ 279 w 915"/>
                <a:gd name="T55" fmla="*/ 1146 h 1218"/>
                <a:gd name="T56" fmla="*/ 294 w 915"/>
                <a:gd name="T57" fmla="*/ 1132 h 1218"/>
                <a:gd name="T58" fmla="*/ 313 w 915"/>
                <a:gd name="T59" fmla="*/ 1124 h 1218"/>
                <a:gd name="T60" fmla="*/ 360 w 915"/>
                <a:gd name="T61" fmla="*/ 1122 h 1218"/>
                <a:gd name="T62" fmla="*/ 364 w 915"/>
                <a:gd name="T63" fmla="*/ 1122 h 1218"/>
                <a:gd name="T64" fmla="*/ 375 w 915"/>
                <a:gd name="T65" fmla="*/ 1116 h 1218"/>
                <a:gd name="T66" fmla="*/ 379 w 915"/>
                <a:gd name="T67" fmla="*/ 1107 h 1218"/>
                <a:gd name="T68" fmla="*/ 379 w 915"/>
                <a:gd name="T69" fmla="*/ 504 h 1218"/>
                <a:gd name="T70" fmla="*/ 512 w 915"/>
                <a:gd name="T71" fmla="*/ 497 h 1218"/>
                <a:gd name="T72" fmla="*/ 89 w 915"/>
                <a:gd name="T73" fmla="*/ 856 h 1218"/>
                <a:gd name="T74" fmla="*/ 102 w 915"/>
                <a:gd name="T75" fmla="*/ 610 h 1218"/>
                <a:gd name="T76" fmla="*/ 332 w 915"/>
                <a:gd name="T77" fmla="*/ 869 h 1218"/>
                <a:gd name="T78" fmla="*/ 15 w 915"/>
                <a:gd name="T79" fmla="*/ 228 h 1218"/>
                <a:gd name="T80" fmla="*/ 814 w 915"/>
                <a:gd name="T81" fmla="*/ 186 h 1218"/>
                <a:gd name="T82" fmla="*/ 827 w 915"/>
                <a:gd name="T83" fmla="*/ 433 h 1218"/>
                <a:gd name="T84" fmla="*/ 29 w 915"/>
                <a:gd name="T85" fmla="*/ 476 h 1218"/>
                <a:gd name="T86" fmla="*/ 15 w 915"/>
                <a:gd name="T87" fmla="*/ 22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15" h="1218">
                  <a:moveTo>
                    <a:pt x="887" y="898"/>
                  </a:moveTo>
                  <a:lnTo>
                    <a:pt x="560" y="881"/>
                  </a:lnTo>
                  <a:lnTo>
                    <a:pt x="560" y="634"/>
                  </a:lnTo>
                  <a:lnTo>
                    <a:pt x="900" y="652"/>
                  </a:lnTo>
                  <a:lnTo>
                    <a:pt x="799" y="769"/>
                  </a:lnTo>
                  <a:lnTo>
                    <a:pt x="887" y="898"/>
                  </a:lnTo>
                  <a:lnTo>
                    <a:pt x="887" y="898"/>
                  </a:lnTo>
                  <a:close/>
                  <a:moveTo>
                    <a:pt x="379" y="67"/>
                  </a:moveTo>
                  <a:lnTo>
                    <a:pt x="379" y="67"/>
                  </a:lnTo>
                  <a:lnTo>
                    <a:pt x="380" y="54"/>
                  </a:lnTo>
                  <a:lnTo>
                    <a:pt x="385" y="41"/>
                  </a:lnTo>
                  <a:lnTo>
                    <a:pt x="391" y="30"/>
                  </a:lnTo>
                  <a:lnTo>
                    <a:pt x="399" y="19"/>
                  </a:lnTo>
                  <a:lnTo>
                    <a:pt x="409" y="12"/>
                  </a:lnTo>
                  <a:lnTo>
                    <a:pt x="420" y="5"/>
                  </a:lnTo>
                  <a:lnTo>
                    <a:pt x="433" y="1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60" y="1"/>
                  </a:lnTo>
                  <a:lnTo>
                    <a:pt x="472" y="5"/>
                  </a:lnTo>
                  <a:lnTo>
                    <a:pt x="484" y="12"/>
                  </a:lnTo>
                  <a:lnTo>
                    <a:pt x="493" y="19"/>
                  </a:lnTo>
                  <a:lnTo>
                    <a:pt x="502" y="30"/>
                  </a:lnTo>
                  <a:lnTo>
                    <a:pt x="508" y="41"/>
                  </a:lnTo>
                  <a:lnTo>
                    <a:pt x="511" y="54"/>
                  </a:lnTo>
                  <a:lnTo>
                    <a:pt x="512" y="67"/>
                  </a:lnTo>
                  <a:lnTo>
                    <a:pt x="512" y="155"/>
                  </a:lnTo>
                  <a:lnTo>
                    <a:pt x="379" y="161"/>
                  </a:lnTo>
                  <a:lnTo>
                    <a:pt x="379" y="67"/>
                  </a:lnTo>
                  <a:lnTo>
                    <a:pt x="379" y="67"/>
                  </a:lnTo>
                  <a:close/>
                  <a:moveTo>
                    <a:pt x="512" y="497"/>
                  </a:moveTo>
                  <a:lnTo>
                    <a:pt x="512" y="1103"/>
                  </a:lnTo>
                  <a:lnTo>
                    <a:pt x="512" y="1103"/>
                  </a:lnTo>
                  <a:lnTo>
                    <a:pt x="514" y="1107"/>
                  </a:lnTo>
                  <a:lnTo>
                    <a:pt x="515" y="1111"/>
                  </a:lnTo>
                  <a:lnTo>
                    <a:pt x="518" y="1116"/>
                  </a:lnTo>
                  <a:lnTo>
                    <a:pt x="524" y="1121"/>
                  </a:lnTo>
                  <a:lnTo>
                    <a:pt x="528" y="1122"/>
                  </a:lnTo>
                  <a:lnTo>
                    <a:pt x="531" y="1122"/>
                  </a:lnTo>
                  <a:lnTo>
                    <a:pt x="568" y="1122"/>
                  </a:lnTo>
                  <a:lnTo>
                    <a:pt x="568" y="1122"/>
                  </a:lnTo>
                  <a:lnTo>
                    <a:pt x="579" y="1124"/>
                  </a:lnTo>
                  <a:lnTo>
                    <a:pt x="590" y="1127"/>
                  </a:lnTo>
                  <a:lnTo>
                    <a:pt x="598" y="1132"/>
                  </a:lnTo>
                  <a:lnTo>
                    <a:pt x="606" y="1138"/>
                  </a:lnTo>
                  <a:lnTo>
                    <a:pt x="613" y="1146"/>
                  </a:lnTo>
                  <a:lnTo>
                    <a:pt x="618" y="1156"/>
                  </a:lnTo>
                  <a:lnTo>
                    <a:pt x="621" y="1165"/>
                  </a:lnTo>
                  <a:lnTo>
                    <a:pt x="622" y="1176"/>
                  </a:lnTo>
                  <a:lnTo>
                    <a:pt x="622" y="1218"/>
                  </a:lnTo>
                  <a:lnTo>
                    <a:pt x="270" y="1218"/>
                  </a:lnTo>
                  <a:lnTo>
                    <a:pt x="270" y="1176"/>
                  </a:lnTo>
                  <a:lnTo>
                    <a:pt x="270" y="1176"/>
                  </a:lnTo>
                  <a:lnTo>
                    <a:pt x="271" y="1165"/>
                  </a:lnTo>
                  <a:lnTo>
                    <a:pt x="275" y="1156"/>
                  </a:lnTo>
                  <a:lnTo>
                    <a:pt x="279" y="1146"/>
                  </a:lnTo>
                  <a:lnTo>
                    <a:pt x="285" y="1138"/>
                  </a:lnTo>
                  <a:lnTo>
                    <a:pt x="294" y="1132"/>
                  </a:lnTo>
                  <a:lnTo>
                    <a:pt x="303" y="1127"/>
                  </a:lnTo>
                  <a:lnTo>
                    <a:pt x="313" y="1124"/>
                  </a:lnTo>
                  <a:lnTo>
                    <a:pt x="323" y="1122"/>
                  </a:lnTo>
                  <a:lnTo>
                    <a:pt x="360" y="1122"/>
                  </a:lnTo>
                  <a:lnTo>
                    <a:pt x="360" y="1122"/>
                  </a:lnTo>
                  <a:lnTo>
                    <a:pt x="364" y="1122"/>
                  </a:lnTo>
                  <a:lnTo>
                    <a:pt x="367" y="1121"/>
                  </a:lnTo>
                  <a:lnTo>
                    <a:pt x="375" y="1116"/>
                  </a:lnTo>
                  <a:lnTo>
                    <a:pt x="378" y="1111"/>
                  </a:lnTo>
                  <a:lnTo>
                    <a:pt x="379" y="1107"/>
                  </a:lnTo>
                  <a:lnTo>
                    <a:pt x="379" y="1103"/>
                  </a:lnTo>
                  <a:lnTo>
                    <a:pt x="379" y="504"/>
                  </a:lnTo>
                  <a:lnTo>
                    <a:pt x="512" y="497"/>
                  </a:lnTo>
                  <a:lnTo>
                    <a:pt x="512" y="497"/>
                  </a:lnTo>
                  <a:close/>
                  <a:moveTo>
                    <a:pt x="332" y="869"/>
                  </a:moveTo>
                  <a:lnTo>
                    <a:pt x="89" y="856"/>
                  </a:lnTo>
                  <a:lnTo>
                    <a:pt x="0" y="728"/>
                  </a:lnTo>
                  <a:lnTo>
                    <a:pt x="102" y="610"/>
                  </a:lnTo>
                  <a:lnTo>
                    <a:pt x="332" y="622"/>
                  </a:lnTo>
                  <a:lnTo>
                    <a:pt x="332" y="869"/>
                  </a:lnTo>
                  <a:lnTo>
                    <a:pt x="332" y="869"/>
                  </a:lnTo>
                  <a:close/>
                  <a:moveTo>
                    <a:pt x="15" y="228"/>
                  </a:moveTo>
                  <a:lnTo>
                    <a:pt x="415" y="207"/>
                  </a:lnTo>
                  <a:lnTo>
                    <a:pt x="814" y="186"/>
                  </a:lnTo>
                  <a:lnTo>
                    <a:pt x="915" y="304"/>
                  </a:lnTo>
                  <a:lnTo>
                    <a:pt x="827" y="433"/>
                  </a:lnTo>
                  <a:lnTo>
                    <a:pt x="428" y="454"/>
                  </a:lnTo>
                  <a:lnTo>
                    <a:pt x="29" y="476"/>
                  </a:lnTo>
                  <a:lnTo>
                    <a:pt x="118" y="346"/>
                  </a:lnTo>
                  <a:lnTo>
                    <a:pt x="15" y="228"/>
                  </a:lnTo>
                  <a:lnTo>
                    <a:pt x="15" y="228"/>
                  </a:lnTo>
                  <a:close/>
                </a:path>
              </a:pathLst>
            </a:custGeom>
            <a:solidFill>
              <a:schemeClr val="bg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BC83438-DA3E-E94C-80AC-8790DCCB1ADF}"/>
              </a:ext>
            </a:extLst>
          </p:cNvPr>
          <p:cNvGrpSpPr/>
          <p:nvPr/>
        </p:nvGrpSpPr>
        <p:grpSpPr>
          <a:xfrm>
            <a:off x="4977220" y="2626015"/>
            <a:ext cx="2235567" cy="1278187"/>
            <a:chOff x="468669" y="1906534"/>
            <a:chExt cx="2235567" cy="1278187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71F98C7-13B1-277B-200D-E7F1AA524F0D}"/>
                </a:ext>
              </a:extLst>
            </p:cNvPr>
            <p:cNvSpPr txBox="1"/>
            <p:nvPr/>
          </p:nvSpPr>
          <p:spPr>
            <a:xfrm>
              <a:off x="738228" y="2190603"/>
              <a:ext cx="1696448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C88DECD-8505-2148-30B7-53EC3544306E}"/>
                </a:ext>
              </a:extLst>
            </p:cNvPr>
            <p:cNvSpPr txBox="1"/>
            <p:nvPr/>
          </p:nvSpPr>
          <p:spPr>
            <a:xfrm>
              <a:off x="46866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8D91857-D54E-37B9-1282-5C916AB0A93F}"/>
              </a:ext>
            </a:extLst>
          </p:cNvPr>
          <p:cNvGrpSpPr/>
          <p:nvPr/>
        </p:nvGrpSpPr>
        <p:grpSpPr>
          <a:xfrm>
            <a:off x="965851" y="2837040"/>
            <a:ext cx="10278412" cy="1047355"/>
            <a:chOff x="1618954" y="2393007"/>
            <a:chExt cx="10278412" cy="1047355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3010B84E-B239-A19A-2771-4D91068D2510}"/>
                </a:ext>
              </a:extLst>
            </p:cNvPr>
            <p:cNvGrpSpPr/>
            <p:nvPr/>
          </p:nvGrpSpPr>
          <p:grpSpPr>
            <a:xfrm>
              <a:off x="9641567" y="2393007"/>
              <a:ext cx="2255799" cy="1047355"/>
              <a:chOff x="1330346" y="1906534"/>
              <a:chExt cx="2255799" cy="1047355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2598C2-B2CE-9ACF-2833-E595012A56BA}"/>
                  </a:ext>
                </a:extLst>
              </p:cNvPr>
              <p:cNvSpPr txBox="1"/>
              <p:nvPr/>
            </p:nvSpPr>
            <p:spPr>
              <a:xfrm>
                <a:off x="1330346" y="2190603"/>
                <a:ext cx="2255799" cy="763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3F2F66A-B8F7-83C8-3456-921D917EA153}"/>
                  </a:ext>
                </a:extLst>
              </p:cNvPr>
              <p:cNvSpPr txBox="1"/>
              <p:nvPr/>
            </p:nvSpPr>
            <p:spPr>
              <a:xfrm>
                <a:off x="1330347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A67A5E6E-CA7D-FB8C-79D0-9F1F957FAE9F}"/>
                </a:ext>
              </a:extLst>
            </p:cNvPr>
            <p:cNvGrpSpPr/>
            <p:nvPr/>
          </p:nvGrpSpPr>
          <p:grpSpPr>
            <a:xfrm>
              <a:off x="1618954" y="2393007"/>
              <a:ext cx="2255798" cy="1047355"/>
              <a:chOff x="1012339" y="1906534"/>
              <a:chExt cx="2255798" cy="1047355"/>
            </a:xfrm>
          </p:grpSpPr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A52D96C-53D1-25E4-2C01-1D55BEFA8670}"/>
                  </a:ext>
                </a:extLst>
              </p:cNvPr>
              <p:cNvSpPr txBox="1"/>
              <p:nvPr/>
            </p:nvSpPr>
            <p:spPr>
              <a:xfrm>
                <a:off x="1012339" y="2190603"/>
                <a:ext cx="2237684" cy="763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15B5DB-4642-D56B-79ED-9312CF8919B7}"/>
                  </a:ext>
                </a:extLst>
              </p:cNvPr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624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D6C31-7CD8-1774-4E62-6B8A50C1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D5D14588-763C-80EA-6361-5FF1DCF74BFD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34EE0548-D1B7-76BA-E431-0C4B8B47E3FE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265B98D7-9E6F-4094-351A-2B2635F4465F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4F9C234-0D77-5A10-27E6-07B29005B1EA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03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815866C-C53F-8CDD-6139-BB070FF205FC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3" name="空心弧 2" descr="D:\51PPT模板网\51pptmoban.com\图片.jpg">
            <a:extLst>
              <a:ext uri="{FF2B5EF4-FFF2-40B4-BE49-F238E27FC236}">
                <a16:creationId xmlns:a16="http://schemas.microsoft.com/office/drawing/2014/main" id="{360A0392-7E12-F769-835C-043BE17E8649}"/>
              </a:ext>
            </a:extLst>
          </p:cNvPr>
          <p:cNvSpPr>
            <a:spLocks noChangeAspect="1"/>
          </p:cNvSpPr>
          <p:nvPr/>
        </p:nvSpPr>
        <p:spPr>
          <a:xfrm rot="2134792">
            <a:off x="1185069" y="1648084"/>
            <a:ext cx="1799492" cy="1798842"/>
          </a:xfrm>
          <a:prstGeom prst="blockArc">
            <a:avLst>
              <a:gd name="adj1" fmla="val 14033861"/>
              <a:gd name="adj2" fmla="val 1597257"/>
              <a:gd name="adj3" fmla="val 542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58066" tIns="29033" rIns="58066" bIns="29033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</p:txBody>
      </p:sp>
      <p:sp>
        <p:nvSpPr>
          <p:cNvPr id="4" name="空心弧 3">
            <a:extLst>
              <a:ext uri="{FF2B5EF4-FFF2-40B4-BE49-F238E27FC236}">
                <a16:creationId xmlns:a16="http://schemas.microsoft.com/office/drawing/2014/main" id="{2E529D46-0E6F-164A-476A-414A1F7768F7}"/>
              </a:ext>
            </a:extLst>
          </p:cNvPr>
          <p:cNvSpPr>
            <a:spLocks noChangeAspect="1"/>
          </p:cNvSpPr>
          <p:nvPr/>
        </p:nvSpPr>
        <p:spPr>
          <a:xfrm rot="14609616">
            <a:off x="1113717" y="1541184"/>
            <a:ext cx="2011917" cy="2012643"/>
          </a:xfrm>
          <a:prstGeom prst="blockArc">
            <a:avLst>
              <a:gd name="adj1" fmla="val 10669547"/>
              <a:gd name="adj2" fmla="val 1623635"/>
              <a:gd name="adj3" fmla="val 14268"/>
            </a:avLst>
          </a:prstGeom>
          <a:solidFill>
            <a:srgbClr val="97B6F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Box 52">
            <a:extLst>
              <a:ext uri="{FF2B5EF4-FFF2-40B4-BE49-F238E27FC236}">
                <a16:creationId xmlns:a16="http://schemas.microsoft.com/office/drawing/2014/main" id="{CFBB1FC1-FCB0-8D65-C965-6B9022DD29F1}"/>
              </a:ext>
            </a:extLst>
          </p:cNvPr>
          <p:cNvSpPr txBox="1"/>
          <p:nvPr/>
        </p:nvSpPr>
        <p:spPr>
          <a:xfrm>
            <a:off x="1693119" y="2272768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kern="0" dirty="0">
                <a:solidFill>
                  <a:schemeClr val="tx1">
                    <a:lumMod val="95000"/>
                    <a:lumOff val="5000"/>
                  </a:schemeClr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60%</a:t>
            </a:r>
            <a:endParaRPr lang="zh-CN" altLang="en-US" sz="2800" kern="0" dirty="0">
              <a:solidFill>
                <a:schemeClr val="tx1">
                  <a:lumMod val="95000"/>
                  <a:lumOff val="5000"/>
                </a:schemeClr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空心弧 6">
            <a:extLst>
              <a:ext uri="{FF2B5EF4-FFF2-40B4-BE49-F238E27FC236}">
                <a16:creationId xmlns:a16="http://schemas.microsoft.com/office/drawing/2014/main" id="{E595E39E-A3DC-073C-1613-6FC69074D76C}"/>
              </a:ext>
            </a:extLst>
          </p:cNvPr>
          <p:cNvSpPr>
            <a:spLocks noChangeAspect="1"/>
          </p:cNvSpPr>
          <p:nvPr/>
        </p:nvSpPr>
        <p:spPr>
          <a:xfrm rot="9198756">
            <a:off x="3816792" y="1648082"/>
            <a:ext cx="1799492" cy="1798842"/>
          </a:xfrm>
          <a:prstGeom prst="blockArc">
            <a:avLst>
              <a:gd name="adj1" fmla="val 6741740"/>
              <a:gd name="adj2" fmla="val 1597257"/>
              <a:gd name="adj3" fmla="val 542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58066" tIns="29033" rIns="58066" bIns="29033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</p:txBody>
      </p:sp>
      <p:sp>
        <p:nvSpPr>
          <p:cNvPr id="9" name="空心弧 8">
            <a:extLst>
              <a:ext uri="{FF2B5EF4-FFF2-40B4-BE49-F238E27FC236}">
                <a16:creationId xmlns:a16="http://schemas.microsoft.com/office/drawing/2014/main" id="{F8EF074F-43E9-D055-1962-EC29DD2C7E95}"/>
              </a:ext>
            </a:extLst>
          </p:cNvPr>
          <p:cNvSpPr>
            <a:spLocks noChangeAspect="1"/>
          </p:cNvSpPr>
          <p:nvPr/>
        </p:nvSpPr>
        <p:spPr>
          <a:xfrm rot="14609616">
            <a:off x="3703732" y="1541184"/>
            <a:ext cx="2011917" cy="2012643"/>
          </a:xfrm>
          <a:prstGeom prst="blockArc">
            <a:avLst>
              <a:gd name="adj1" fmla="val 17674159"/>
              <a:gd name="adj2" fmla="val 1623635"/>
              <a:gd name="adj3" fmla="val 14268"/>
            </a:avLst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sp>
        <p:nvSpPr>
          <p:cNvPr id="10" name="TextBox 240">
            <a:extLst>
              <a:ext uri="{FF2B5EF4-FFF2-40B4-BE49-F238E27FC236}">
                <a16:creationId xmlns:a16="http://schemas.microsoft.com/office/drawing/2014/main" id="{AF2C0BED-B1E6-3873-C08B-6CD7F7063016}"/>
              </a:ext>
            </a:extLst>
          </p:cNvPr>
          <p:cNvSpPr txBox="1"/>
          <p:nvPr/>
        </p:nvSpPr>
        <p:spPr>
          <a:xfrm>
            <a:off x="4283132" y="2272768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kern="0" dirty="0">
                <a:solidFill>
                  <a:schemeClr val="tx1">
                    <a:lumMod val="95000"/>
                    <a:lumOff val="5000"/>
                  </a:schemeClr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25%</a:t>
            </a:r>
            <a:endParaRPr lang="zh-CN" altLang="en-US" sz="2800" kern="0" dirty="0">
              <a:solidFill>
                <a:schemeClr val="tx1">
                  <a:lumMod val="95000"/>
                  <a:lumOff val="5000"/>
                </a:schemeClr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空心弧 11">
            <a:extLst>
              <a:ext uri="{FF2B5EF4-FFF2-40B4-BE49-F238E27FC236}">
                <a16:creationId xmlns:a16="http://schemas.microsoft.com/office/drawing/2014/main" id="{502A64B9-FAEC-4EA5-2B86-D0706E41929C}"/>
              </a:ext>
            </a:extLst>
          </p:cNvPr>
          <p:cNvSpPr>
            <a:spLocks noChangeAspect="1"/>
          </p:cNvSpPr>
          <p:nvPr/>
        </p:nvSpPr>
        <p:spPr>
          <a:xfrm rot="9198756">
            <a:off x="6585721" y="1648082"/>
            <a:ext cx="1799492" cy="1798842"/>
          </a:xfrm>
          <a:prstGeom prst="blockArc">
            <a:avLst>
              <a:gd name="adj1" fmla="val 6741740"/>
              <a:gd name="adj2" fmla="val 1597257"/>
              <a:gd name="adj3" fmla="val 542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58066" tIns="29033" rIns="58066" bIns="29033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</p:txBody>
      </p:sp>
      <p:sp>
        <p:nvSpPr>
          <p:cNvPr id="13" name="空心弧 12">
            <a:extLst>
              <a:ext uri="{FF2B5EF4-FFF2-40B4-BE49-F238E27FC236}">
                <a16:creationId xmlns:a16="http://schemas.microsoft.com/office/drawing/2014/main" id="{C4FE7B4A-CDFA-468E-66A8-538F4BEFE65B}"/>
              </a:ext>
            </a:extLst>
          </p:cNvPr>
          <p:cNvSpPr>
            <a:spLocks noChangeAspect="1"/>
          </p:cNvSpPr>
          <p:nvPr/>
        </p:nvSpPr>
        <p:spPr>
          <a:xfrm rot="14609616">
            <a:off x="6472661" y="1541184"/>
            <a:ext cx="2011917" cy="2012643"/>
          </a:xfrm>
          <a:prstGeom prst="blockArc">
            <a:avLst>
              <a:gd name="adj1" fmla="val 6812137"/>
              <a:gd name="adj2" fmla="val 1623635"/>
              <a:gd name="adj3" fmla="val 14268"/>
            </a:avLst>
          </a:prstGeom>
          <a:solidFill>
            <a:srgbClr val="97B6F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TextBox 240">
            <a:extLst>
              <a:ext uri="{FF2B5EF4-FFF2-40B4-BE49-F238E27FC236}">
                <a16:creationId xmlns:a16="http://schemas.microsoft.com/office/drawing/2014/main" id="{D67EC07D-5BE1-5653-C791-E2253BBA39B3}"/>
              </a:ext>
            </a:extLst>
          </p:cNvPr>
          <p:cNvSpPr txBox="1"/>
          <p:nvPr/>
        </p:nvSpPr>
        <p:spPr>
          <a:xfrm>
            <a:off x="7052061" y="2272768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kern="0" dirty="0">
                <a:solidFill>
                  <a:schemeClr val="tx1">
                    <a:lumMod val="95000"/>
                    <a:lumOff val="5000"/>
                  </a:schemeClr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75%</a:t>
            </a:r>
            <a:endParaRPr lang="zh-CN" altLang="en-US" sz="2800" kern="0" dirty="0">
              <a:solidFill>
                <a:schemeClr val="tx1">
                  <a:lumMod val="95000"/>
                  <a:lumOff val="5000"/>
                </a:schemeClr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空心弧 19">
            <a:extLst>
              <a:ext uri="{FF2B5EF4-FFF2-40B4-BE49-F238E27FC236}">
                <a16:creationId xmlns:a16="http://schemas.microsoft.com/office/drawing/2014/main" id="{DE3822EC-FE05-3761-CB13-86246D7DC7DD}"/>
              </a:ext>
            </a:extLst>
          </p:cNvPr>
          <p:cNvSpPr>
            <a:spLocks noChangeAspect="1"/>
          </p:cNvSpPr>
          <p:nvPr/>
        </p:nvSpPr>
        <p:spPr>
          <a:xfrm rot="9198756">
            <a:off x="9296567" y="1648082"/>
            <a:ext cx="1799492" cy="1798842"/>
          </a:xfrm>
          <a:prstGeom prst="blockArc">
            <a:avLst>
              <a:gd name="adj1" fmla="val 6741740"/>
              <a:gd name="adj2" fmla="val 1597257"/>
              <a:gd name="adj3" fmla="val 542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58066" tIns="29033" rIns="58066" bIns="29033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</p:txBody>
      </p:sp>
      <p:sp>
        <p:nvSpPr>
          <p:cNvPr id="21" name="空心弧 20">
            <a:extLst>
              <a:ext uri="{FF2B5EF4-FFF2-40B4-BE49-F238E27FC236}">
                <a16:creationId xmlns:a16="http://schemas.microsoft.com/office/drawing/2014/main" id="{583855E5-E1AF-C5AB-CD25-1CA80AD20104}"/>
              </a:ext>
            </a:extLst>
          </p:cNvPr>
          <p:cNvSpPr>
            <a:spLocks noChangeAspect="1"/>
          </p:cNvSpPr>
          <p:nvPr/>
        </p:nvSpPr>
        <p:spPr>
          <a:xfrm rot="14609616">
            <a:off x="9183507" y="1541184"/>
            <a:ext cx="2011917" cy="2012643"/>
          </a:xfrm>
          <a:prstGeom prst="blockArc">
            <a:avLst>
              <a:gd name="adj1" fmla="val 3534681"/>
              <a:gd name="adj2" fmla="val 1623635"/>
              <a:gd name="adj3" fmla="val 14268"/>
            </a:avLst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sp>
        <p:nvSpPr>
          <p:cNvPr id="22" name="TextBox 240">
            <a:extLst>
              <a:ext uri="{FF2B5EF4-FFF2-40B4-BE49-F238E27FC236}">
                <a16:creationId xmlns:a16="http://schemas.microsoft.com/office/drawing/2014/main" id="{1B3D3E11-DAFF-4295-6155-803065F6FF23}"/>
              </a:ext>
            </a:extLst>
          </p:cNvPr>
          <p:cNvSpPr txBox="1"/>
          <p:nvPr/>
        </p:nvSpPr>
        <p:spPr>
          <a:xfrm>
            <a:off x="9762908" y="2272768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kern="0" dirty="0">
                <a:solidFill>
                  <a:schemeClr val="tx1">
                    <a:lumMod val="95000"/>
                    <a:lumOff val="5000"/>
                  </a:schemeClr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90%</a:t>
            </a:r>
            <a:endParaRPr lang="zh-CN" altLang="en-US" sz="2800" kern="0" dirty="0">
              <a:solidFill>
                <a:schemeClr val="tx1">
                  <a:lumMod val="95000"/>
                  <a:lumOff val="5000"/>
                </a:schemeClr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8A0F314-336C-A41A-EC46-09D23BB6B64F}"/>
              </a:ext>
            </a:extLst>
          </p:cNvPr>
          <p:cNvGrpSpPr/>
          <p:nvPr/>
        </p:nvGrpSpPr>
        <p:grpSpPr>
          <a:xfrm>
            <a:off x="1228998" y="3817255"/>
            <a:ext cx="1672372" cy="1278187"/>
            <a:chOff x="930625" y="1906534"/>
            <a:chExt cx="1672372" cy="1278187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E80B66F-8B4D-F8EA-D764-FD55C3A1EFFD}"/>
                </a:ext>
              </a:extLst>
            </p:cNvPr>
            <p:cNvSpPr txBox="1"/>
            <p:nvPr/>
          </p:nvSpPr>
          <p:spPr>
            <a:xfrm>
              <a:off x="930625" y="2190603"/>
              <a:ext cx="167237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80A3C74-106B-41D5-FB49-05EC3221D38B}"/>
                </a:ext>
              </a:extLst>
            </p:cNvPr>
            <p:cNvSpPr txBox="1"/>
            <p:nvPr/>
          </p:nvSpPr>
          <p:spPr>
            <a:xfrm>
              <a:off x="930625" y="1906534"/>
              <a:ext cx="16723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3D7A574-BB96-A312-8D92-ED387E6B4D06}"/>
              </a:ext>
            </a:extLst>
          </p:cNvPr>
          <p:cNvGrpSpPr/>
          <p:nvPr/>
        </p:nvGrpSpPr>
        <p:grpSpPr>
          <a:xfrm>
            <a:off x="3880352" y="3817255"/>
            <a:ext cx="1672372" cy="1278187"/>
            <a:chOff x="930625" y="1906534"/>
            <a:chExt cx="1672372" cy="1278187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7217A37-CC7A-2D54-27FC-7D25D4B391B2}"/>
                </a:ext>
              </a:extLst>
            </p:cNvPr>
            <p:cNvSpPr txBox="1"/>
            <p:nvPr/>
          </p:nvSpPr>
          <p:spPr>
            <a:xfrm>
              <a:off x="930625" y="2190603"/>
              <a:ext cx="167237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910D273-CE3C-AD5F-F8A2-0E80EF2C4118}"/>
                </a:ext>
              </a:extLst>
            </p:cNvPr>
            <p:cNvSpPr txBox="1"/>
            <p:nvPr/>
          </p:nvSpPr>
          <p:spPr>
            <a:xfrm>
              <a:off x="930625" y="1906534"/>
              <a:ext cx="16723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6A2F563-D4EE-D2B3-728B-DE1564EC32CC}"/>
              </a:ext>
            </a:extLst>
          </p:cNvPr>
          <p:cNvGrpSpPr/>
          <p:nvPr/>
        </p:nvGrpSpPr>
        <p:grpSpPr>
          <a:xfrm>
            <a:off x="6663961" y="3817255"/>
            <a:ext cx="1672372" cy="1278187"/>
            <a:chOff x="930625" y="1906534"/>
            <a:chExt cx="1672372" cy="1278187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8587252-2BF8-01E1-EB8D-3D2B0ED580D2}"/>
                </a:ext>
              </a:extLst>
            </p:cNvPr>
            <p:cNvSpPr txBox="1"/>
            <p:nvPr/>
          </p:nvSpPr>
          <p:spPr>
            <a:xfrm>
              <a:off x="930625" y="2190603"/>
              <a:ext cx="167237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747260F-DDCE-4C11-7C5A-510C9D101ECB}"/>
                </a:ext>
              </a:extLst>
            </p:cNvPr>
            <p:cNvSpPr txBox="1"/>
            <p:nvPr/>
          </p:nvSpPr>
          <p:spPr>
            <a:xfrm>
              <a:off x="930625" y="1906534"/>
              <a:ext cx="16723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51BBD7E-CBAA-27AF-0F97-93FE46DC7953}"/>
              </a:ext>
            </a:extLst>
          </p:cNvPr>
          <p:cNvGrpSpPr/>
          <p:nvPr/>
        </p:nvGrpSpPr>
        <p:grpSpPr>
          <a:xfrm>
            <a:off x="9362962" y="3817255"/>
            <a:ext cx="1672372" cy="1278187"/>
            <a:chOff x="930625" y="1906534"/>
            <a:chExt cx="1672372" cy="1278187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5E2E0C4-EB06-5156-BCB5-5F7776EDCE1F}"/>
                </a:ext>
              </a:extLst>
            </p:cNvPr>
            <p:cNvSpPr txBox="1"/>
            <p:nvPr/>
          </p:nvSpPr>
          <p:spPr>
            <a:xfrm>
              <a:off x="930625" y="2190603"/>
              <a:ext cx="167237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6D6846D-8203-FA68-988C-BFAE9B775763}"/>
                </a:ext>
              </a:extLst>
            </p:cNvPr>
            <p:cNvSpPr txBox="1"/>
            <p:nvPr/>
          </p:nvSpPr>
          <p:spPr>
            <a:xfrm>
              <a:off x="930625" y="1906534"/>
              <a:ext cx="16723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872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BDA89F-A647-4D3A-4E20-8D59AC36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F38B7231-BA68-7C93-97C4-489FACD64CD9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06030671-D5F8-8E94-857C-60F3750150B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C9249F14-29FE-8E52-1704-78B7E2B44B84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9C52002-F863-6313-A123-F699D9CE7FED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03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81DF44E-33E6-F3DB-A8CC-C26F470C30C7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8" name="Freeform 5"/>
          <p:cNvSpPr/>
          <p:nvPr/>
        </p:nvSpPr>
        <p:spPr bwMode="auto">
          <a:xfrm rot="20766797">
            <a:off x="6855366" y="1133925"/>
            <a:ext cx="3554759" cy="1992948"/>
          </a:xfrm>
          <a:custGeom>
            <a:avLst/>
            <a:gdLst>
              <a:gd name="T0" fmla="*/ 291 w 501"/>
              <a:gd name="T1" fmla="*/ 281 h 281"/>
              <a:gd name="T2" fmla="*/ 268 w 501"/>
              <a:gd name="T3" fmla="*/ 246 h 281"/>
              <a:gd name="T4" fmla="*/ 232 w 501"/>
              <a:gd name="T5" fmla="*/ 227 h 281"/>
              <a:gd name="T6" fmla="*/ 191 w 501"/>
              <a:gd name="T7" fmla="*/ 228 h 281"/>
              <a:gd name="T8" fmla="*/ 156 w 501"/>
              <a:gd name="T9" fmla="*/ 249 h 281"/>
              <a:gd name="T10" fmla="*/ 0 w 501"/>
              <a:gd name="T11" fmla="*/ 92 h 281"/>
              <a:gd name="T12" fmla="*/ 61 w 501"/>
              <a:gd name="T13" fmla="*/ 45 h 281"/>
              <a:gd name="T14" fmla="*/ 131 w 501"/>
              <a:gd name="T15" fmla="*/ 15 h 281"/>
              <a:gd name="T16" fmla="*/ 283 w 501"/>
              <a:gd name="T17" fmla="*/ 12 h 281"/>
              <a:gd name="T18" fmla="*/ 355 w 501"/>
              <a:gd name="T19" fmla="*/ 39 h 281"/>
              <a:gd name="T20" fmla="*/ 418 w 501"/>
              <a:gd name="T21" fmla="*/ 84 h 281"/>
              <a:gd name="T22" fmla="*/ 467 w 501"/>
              <a:gd name="T23" fmla="*/ 142 h 281"/>
              <a:gd name="T24" fmla="*/ 501 w 501"/>
              <a:gd name="T25" fmla="*/ 211 h 281"/>
              <a:gd name="T26" fmla="*/ 291 w 501"/>
              <a:gd name="T27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01" h="281">
                <a:moveTo>
                  <a:pt x="291" y="281"/>
                </a:moveTo>
                <a:cubicBezTo>
                  <a:pt x="286" y="267"/>
                  <a:pt x="279" y="256"/>
                  <a:pt x="268" y="246"/>
                </a:cubicBezTo>
                <a:cubicBezTo>
                  <a:pt x="258" y="237"/>
                  <a:pt x="246" y="230"/>
                  <a:pt x="232" y="227"/>
                </a:cubicBezTo>
                <a:cubicBezTo>
                  <a:pt x="219" y="224"/>
                  <a:pt x="205" y="224"/>
                  <a:pt x="191" y="228"/>
                </a:cubicBezTo>
                <a:cubicBezTo>
                  <a:pt x="178" y="232"/>
                  <a:pt x="166" y="239"/>
                  <a:pt x="156" y="249"/>
                </a:cubicBezTo>
                <a:cubicBezTo>
                  <a:pt x="0" y="92"/>
                  <a:pt x="0" y="92"/>
                  <a:pt x="0" y="92"/>
                </a:cubicBezTo>
                <a:cubicBezTo>
                  <a:pt x="18" y="74"/>
                  <a:pt x="38" y="58"/>
                  <a:pt x="61" y="45"/>
                </a:cubicBezTo>
                <a:cubicBezTo>
                  <a:pt x="83" y="32"/>
                  <a:pt x="107" y="22"/>
                  <a:pt x="131" y="15"/>
                </a:cubicBezTo>
                <a:cubicBezTo>
                  <a:pt x="181" y="1"/>
                  <a:pt x="233" y="0"/>
                  <a:pt x="283" y="12"/>
                </a:cubicBezTo>
                <a:cubicBezTo>
                  <a:pt x="308" y="18"/>
                  <a:pt x="333" y="27"/>
                  <a:pt x="355" y="39"/>
                </a:cubicBezTo>
                <a:cubicBezTo>
                  <a:pt x="378" y="51"/>
                  <a:pt x="399" y="66"/>
                  <a:pt x="418" y="84"/>
                </a:cubicBezTo>
                <a:cubicBezTo>
                  <a:pt x="437" y="101"/>
                  <a:pt x="453" y="120"/>
                  <a:pt x="467" y="142"/>
                </a:cubicBezTo>
                <a:cubicBezTo>
                  <a:pt x="481" y="164"/>
                  <a:pt x="493" y="187"/>
                  <a:pt x="501" y="211"/>
                </a:cubicBezTo>
                <a:lnTo>
                  <a:pt x="291" y="281"/>
                </a:lnTo>
                <a:close/>
              </a:path>
            </a:pathLst>
          </a:cu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Freeform 6"/>
          <p:cNvSpPr/>
          <p:nvPr/>
        </p:nvSpPr>
        <p:spPr bwMode="auto">
          <a:xfrm rot="20766797">
            <a:off x="8393683" y="2549761"/>
            <a:ext cx="2603724" cy="2722075"/>
          </a:xfrm>
          <a:custGeom>
            <a:avLst/>
            <a:gdLst>
              <a:gd name="T0" fmla="*/ 45 w 367"/>
              <a:gd name="T1" fmla="*/ 157 h 384"/>
              <a:gd name="T2" fmla="*/ 86 w 367"/>
              <a:gd name="T3" fmla="*/ 155 h 384"/>
              <a:gd name="T4" fmla="*/ 121 w 367"/>
              <a:gd name="T5" fmla="*/ 134 h 384"/>
              <a:gd name="T6" fmla="*/ 140 w 367"/>
              <a:gd name="T7" fmla="*/ 98 h 384"/>
              <a:gd name="T8" fmla="*/ 140 w 367"/>
              <a:gd name="T9" fmla="*/ 57 h 384"/>
              <a:gd name="T10" fmla="*/ 353 w 367"/>
              <a:gd name="T11" fmla="*/ 0 h 384"/>
              <a:gd name="T12" fmla="*/ 355 w 367"/>
              <a:gd name="T13" fmla="*/ 152 h 384"/>
              <a:gd name="T14" fmla="*/ 326 w 367"/>
              <a:gd name="T15" fmla="*/ 224 h 384"/>
              <a:gd name="T16" fmla="*/ 281 w 367"/>
              <a:gd name="T17" fmla="*/ 286 h 384"/>
              <a:gd name="T18" fmla="*/ 222 w 367"/>
              <a:gd name="T19" fmla="*/ 334 h 384"/>
              <a:gd name="T20" fmla="*/ 152 w 367"/>
              <a:gd name="T21" fmla="*/ 366 h 384"/>
              <a:gd name="T22" fmla="*/ 0 w 367"/>
              <a:gd name="T23" fmla="*/ 374 h 384"/>
              <a:gd name="T24" fmla="*/ 45 w 367"/>
              <a:gd name="T25" fmla="*/ 157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67" h="384">
                <a:moveTo>
                  <a:pt x="45" y="157"/>
                </a:moveTo>
                <a:cubicBezTo>
                  <a:pt x="58" y="160"/>
                  <a:pt x="73" y="160"/>
                  <a:pt x="86" y="155"/>
                </a:cubicBezTo>
                <a:cubicBezTo>
                  <a:pt x="99" y="151"/>
                  <a:pt x="111" y="144"/>
                  <a:pt x="121" y="134"/>
                </a:cubicBezTo>
                <a:cubicBezTo>
                  <a:pt x="130" y="123"/>
                  <a:pt x="137" y="111"/>
                  <a:pt x="140" y="98"/>
                </a:cubicBezTo>
                <a:cubicBezTo>
                  <a:pt x="144" y="85"/>
                  <a:pt x="143" y="70"/>
                  <a:pt x="140" y="57"/>
                </a:cubicBezTo>
                <a:cubicBezTo>
                  <a:pt x="353" y="0"/>
                  <a:pt x="353" y="0"/>
                  <a:pt x="353" y="0"/>
                </a:cubicBezTo>
                <a:cubicBezTo>
                  <a:pt x="367" y="50"/>
                  <a:pt x="367" y="102"/>
                  <a:pt x="355" y="152"/>
                </a:cubicBezTo>
                <a:cubicBezTo>
                  <a:pt x="348" y="177"/>
                  <a:pt x="339" y="201"/>
                  <a:pt x="326" y="224"/>
                </a:cubicBezTo>
                <a:cubicBezTo>
                  <a:pt x="314" y="246"/>
                  <a:pt x="299" y="267"/>
                  <a:pt x="281" y="286"/>
                </a:cubicBezTo>
                <a:cubicBezTo>
                  <a:pt x="264" y="304"/>
                  <a:pt x="244" y="320"/>
                  <a:pt x="222" y="334"/>
                </a:cubicBezTo>
                <a:cubicBezTo>
                  <a:pt x="200" y="348"/>
                  <a:pt x="177" y="359"/>
                  <a:pt x="152" y="366"/>
                </a:cubicBezTo>
                <a:cubicBezTo>
                  <a:pt x="103" y="382"/>
                  <a:pt x="50" y="384"/>
                  <a:pt x="0" y="374"/>
                </a:cubicBezTo>
                <a:lnTo>
                  <a:pt x="45" y="157"/>
                </a:lnTo>
                <a:close/>
              </a:path>
            </a:pathLst>
          </a:custGeom>
          <a:solidFill>
            <a:srgbClr val="8EC4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Freeform 7"/>
          <p:cNvSpPr/>
          <p:nvPr/>
        </p:nvSpPr>
        <p:spPr bwMode="auto">
          <a:xfrm rot="20766797">
            <a:off x="6605344" y="2177304"/>
            <a:ext cx="2014082" cy="3495583"/>
          </a:xfrm>
          <a:custGeom>
            <a:avLst/>
            <a:gdLst>
              <a:gd name="T0" fmla="*/ 245 w 284"/>
              <a:gd name="T1" fmla="*/ 147 h 493"/>
              <a:gd name="T2" fmla="*/ 226 w 284"/>
              <a:gd name="T3" fmla="*/ 183 h 493"/>
              <a:gd name="T4" fmla="*/ 228 w 284"/>
              <a:gd name="T5" fmla="*/ 224 h 493"/>
              <a:gd name="T6" fmla="*/ 249 w 284"/>
              <a:gd name="T7" fmla="*/ 259 h 493"/>
              <a:gd name="T8" fmla="*/ 284 w 284"/>
              <a:gd name="T9" fmla="*/ 279 h 493"/>
              <a:gd name="T10" fmla="*/ 227 w 284"/>
              <a:gd name="T11" fmla="*/ 493 h 493"/>
              <a:gd name="T12" fmla="*/ 156 w 284"/>
              <a:gd name="T13" fmla="*/ 464 h 493"/>
              <a:gd name="T14" fmla="*/ 95 w 284"/>
              <a:gd name="T15" fmla="*/ 418 h 493"/>
              <a:gd name="T16" fmla="*/ 47 w 284"/>
              <a:gd name="T17" fmla="*/ 358 h 493"/>
              <a:gd name="T18" fmla="*/ 16 w 284"/>
              <a:gd name="T19" fmla="*/ 287 h 493"/>
              <a:gd name="T20" fmla="*/ 11 w 284"/>
              <a:gd name="T21" fmla="*/ 136 h 493"/>
              <a:gd name="T22" fmla="*/ 37 w 284"/>
              <a:gd name="T23" fmla="*/ 63 h 493"/>
              <a:gd name="T24" fmla="*/ 80 w 284"/>
              <a:gd name="T25" fmla="*/ 0 h 493"/>
              <a:gd name="T26" fmla="*/ 245 w 284"/>
              <a:gd name="T27" fmla="*/ 147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4" h="493">
                <a:moveTo>
                  <a:pt x="245" y="147"/>
                </a:moveTo>
                <a:cubicBezTo>
                  <a:pt x="236" y="158"/>
                  <a:pt x="229" y="170"/>
                  <a:pt x="226" y="183"/>
                </a:cubicBezTo>
                <a:cubicBezTo>
                  <a:pt x="223" y="197"/>
                  <a:pt x="224" y="211"/>
                  <a:pt x="228" y="224"/>
                </a:cubicBezTo>
                <a:cubicBezTo>
                  <a:pt x="232" y="238"/>
                  <a:pt x="239" y="249"/>
                  <a:pt x="249" y="259"/>
                </a:cubicBezTo>
                <a:cubicBezTo>
                  <a:pt x="259" y="269"/>
                  <a:pt x="271" y="276"/>
                  <a:pt x="284" y="279"/>
                </a:cubicBezTo>
                <a:cubicBezTo>
                  <a:pt x="227" y="493"/>
                  <a:pt x="227" y="493"/>
                  <a:pt x="227" y="493"/>
                </a:cubicBezTo>
                <a:cubicBezTo>
                  <a:pt x="203" y="486"/>
                  <a:pt x="179" y="476"/>
                  <a:pt x="156" y="464"/>
                </a:cubicBezTo>
                <a:cubicBezTo>
                  <a:pt x="134" y="451"/>
                  <a:pt x="113" y="435"/>
                  <a:pt x="95" y="418"/>
                </a:cubicBezTo>
                <a:cubicBezTo>
                  <a:pt x="77" y="400"/>
                  <a:pt x="61" y="380"/>
                  <a:pt x="47" y="358"/>
                </a:cubicBezTo>
                <a:cubicBezTo>
                  <a:pt x="34" y="336"/>
                  <a:pt x="23" y="312"/>
                  <a:pt x="16" y="287"/>
                </a:cubicBezTo>
                <a:cubicBezTo>
                  <a:pt x="1" y="238"/>
                  <a:pt x="0" y="186"/>
                  <a:pt x="11" y="136"/>
                </a:cubicBezTo>
                <a:cubicBezTo>
                  <a:pt x="16" y="110"/>
                  <a:pt x="25" y="86"/>
                  <a:pt x="37" y="63"/>
                </a:cubicBezTo>
                <a:cubicBezTo>
                  <a:pt x="48" y="40"/>
                  <a:pt x="63" y="19"/>
                  <a:pt x="80" y="0"/>
                </a:cubicBezTo>
                <a:lnTo>
                  <a:pt x="245" y="147"/>
                </a:lnTo>
                <a:close/>
              </a:path>
            </a:pathLst>
          </a:cu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  <a:sym typeface="+mn-lt"/>
            </a:endParaRPr>
          </a:p>
        </p:txBody>
      </p:sp>
      <p:grpSp>
        <p:nvGrpSpPr>
          <p:cNvPr id="11" name="组合 10" descr="D:\51PPT模板网\51pptmoban.com\图片.jpg"/>
          <p:cNvGrpSpPr/>
          <p:nvPr/>
        </p:nvGrpSpPr>
        <p:grpSpPr>
          <a:xfrm>
            <a:off x="8165029" y="1581938"/>
            <a:ext cx="740454" cy="809513"/>
            <a:chOff x="930276" y="5935664"/>
            <a:chExt cx="306388" cy="334963"/>
          </a:xfrm>
          <a:solidFill>
            <a:schemeClr val="bg1"/>
          </a:solidFill>
          <a:effectLst/>
        </p:grpSpPr>
        <p:sp>
          <p:nvSpPr>
            <p:cNvPr id="12" name="Freeform 665"/>
            <p:cNvSpPr/>
            <p:nvPr/>
          </p:nvSpPr>
          <p:spPr bwMode="auto">
            <a:xfrm>
              <a:off x="930276" y="5935664"/>
              <a:ext cx="306388" cy="236538"/>
            </a:xfrm>
            <a:custGeom>
              <a:avLst/>
              <a:gdLst>
                <a:gd name="T0" fmla="*/ 179 w 193"/>
                <a:gd name="T1" fmla="*/ 54 h 149"/>
                <a:gd name="T2" fmla="*/ 193 w 193"/>
                <a:gd name="T3" fmla="*/ 0 h 149"/>
                <a:gd name="T4" fmla="*/ 138 w 193"/>
                <a:gd name="T5" fmla="*/ 13 h 149"/>
                <a:gd name="T6" fmla="*/ 152 w 193"/>
                <a:gd name="T7" fmla="*/ 27 h 149"/>
                <a:gd name="T8" fmla="*/ 99 w 193"/>
                <a:gd name="T9" fmla="*/ 79 h 149"/>
                <a:gd name="T10" fmla="*/ 77 w 193"/>
                <a:gd name="T11" fmla="*/ 57 h 149"/>
                <a:gd name="T12" fmla="*/ 0 w 193"/>
                <a:gd name="T13" fmla="*/ 134 h 149"/>
                <a:gd name="T14" fmla="*/ 15 w 193"/>
                <a:gd name="T15" fmla="*/ 149 h 149"/>
                <a:gd name="T16" fmla="*/ 15 w 193"/>
                <a:gd name="T17" fmla="*/ 149 h 149"/>
                <a:gd name="T18" fmla="*/ 77 w 193"/>
                <a:gd name="T19" fmla="*/ 87 h 149"/>
                <a:gd name="T20" fmla="*/ 99 w 193"/>
                <a:gd name="T21" fmla="*/ 108 h 149"/>
                <a:gd name="T22" fmla="*/ 167 w 193"/>
                <a:gd name="T23" fmla="*/ 41 h 149"/>
                <a:gd name="T24" fmla="*/ 179 w 193"/>
                <a:gd name="T25" fmla="*/ 5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" h="149">
                  <a:moveTo>
                    <a:pt x="179" y="54"/>
                  </a:moveTo>
                  <a:lnTo>
                    <a:pt x="193" y="0"/>
                  </a:lnTo>
                  <a:lnTo>
                    <a:pt x="138" y="13"/>
                  </a:lnTo>
                  <a:lnTo>
                    <a:pt x="152" y="27"/>
                  </a:lnTo>
                  <a:lnTo>
                    <a:pt x="99" y="79"/>
                  </a:lnTo>
                  <a:lnTo>
                    <a:pt x="77" y="57"/>
                  </a:lnTo>
                  <a:lnTo>
                    <a:pt x="0" y="134"/>
                  </a:lnTo>
                  <a:lnTo>
                    <a:pt x="15" y="149"/>
                  </a:lnTo>
                  <a:lnTo>
                    <a:pt x="15" y="149"/>
                  </a:lnTo>
                  <a:lnTo>
                    <a:pt x="77" y="87"/>
                  </a:lnTo>
                  <a:lnTo>
                    <a:pt x="99" y="108"/>
                  </a:lnTo>
                  <a:lnTo>
                    <a:pt x="167" y="41"/>
                  </a:lnTo>
                  <a:lnTo>
                    <a:pt x="179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Rectangle 666"/>
            <p:cNvSpPr>
              <a:spLocks noChangeArrowheads="1"/>
            </p:cNvSpPr>
            <p:nvPr/>
          </p:nvSpPr>
          <p:spPr bwMode="auto">
            <a:xfrm>
              <a:off x="957264" y="6189664"/>
              <a:ext cx="44450" cy="809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Rectangle 667"/>
            <p:cNvSpPr>
              <a:spLocks noChangeArrowheads="1"/>
            </p:cNvSpPr>
            <p:nvPr/>
          </p:nvSpPr>
          <p:spPr bwMode="auto">
            <a:xfrm>
              <a:off x="1030289" y="6149976"/>
              <a:ext cx="4445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Rectangle 668"/>
            <p:cNvSpPr>
              <a:spLocks noChangeArrowheads="1"/>
            </p:cNvSpPr>
            <p:nvPr/>
          </p:nvSpPr>
          <p:spPr bwMode="auto">
            <a:xfrm>
              <a:off x="1104901" y="6110289"/>
              <a:ext cx="44450" cy="160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Rectangle 669"/>
            <p:cNvSpPr>
              <a:spLocks noChangeArrowheads="1"/>
            </p:cNvSpPr>
            <p:nvPr/>
          </p:nvSpPr>
          <p:spPr bwMode="auto">
            <a:xfrm>
              <a:off x="1177926" y="6070601"/>
              <a:ext cx="44450" cy="2000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 descr="D:\51PPT模板网\51pptmoban.com\图片.jpg"/>
          <p:cNvGrpSpPr/>
          <p:nvPr/>
        </p:nvGrpSpPr>
        <p:grpSpPr>
          <a:xfrm>
            <a:off x="9380811" y="3647830"/>
            <a:ext cx="853056" cy="688261"/>
            <a:chOff x="1776413" y="3875088"/>
            <a:chExt cx="279400" cy="225425"/>
          </a:xfrm>
          <a:solidFill>
            <a:schemeClr val="bg1"/>
          </a:solidFill>
          <a:effectLst/>
        </p:grpSpPr>
        <p:sp>
          <p:nvSpPr>
            <p:cNvPr id="18" name="Freeform 283"/>
            <p:cNvSpPr/>
            <p:nvPr/>
          </p:nvSpPr>
          <p:spPr bwMode="auto">
            <a:xfrm>
              <a:off x="1776413" y="3875088"/>
              <a:ext cx="279400" cy="106363"/>
            </a:xfrm>
            <a:custGeom>
              <a:avLst/>
              <a:gdLst>
                <a:gd name="T0" fmla="*/ 285 w 288"/>
                <a:gd name="T1" fmla="*/ 44 h 111"/>
                <a:gd name="T2" fmla="*/ 144 w 288"/>
                <a:gd name="T3" fmla="*/ 0 h 111"/>
                <a:gd name="T4" fmla="*/ 4 w 288"/>
                <a:gd name="T5" fmla="*/ 44 h 111"/>
                <a:gd name="T6" fmla="*/ 0 w 288"/>
                <a:gd name="T7" fmla="*/ 54 h 111"/>
                <a:gd name="T8" fmla="*/ 0 w 288"/>
                <a:gd name="T9" fmla="*/ 106 h 111"/>
                <a:gd name="T10" fmla="*/ 6 w 288"/>
                <a:gd name="T11" fmla="*/ 110 h 111"/>
                <a:gd name="T12" fmla="*/ 67 w 288"/>
                <a:gd name="T13" fmla="*/ 95 h 111"/>
                <a:gd name="T14" fmla="*/ 72 w 288"/>
                <a:gd name="T15" fmla="*/ 87 h 111"/>
                <a:gd name="T16" fmla="*/ 72 w 288"/>
                <a:gd name="T17" fmla="*/ 65 h 111"/>
                <a:gd name="T18" fmla="*/ 76 w 288"/>
                <a:gd name="T19" fmla="*/ 55 h 111"/>
                <a:gd name="T20" fmla="*/ 144 w 288"/>
                <a:gd name="T21" fmla="*/ 40 h 111"/>
                <a:gd name="T22" fmla="*/ 212 w 288"/>
                <a:gd name="T23" fmla="*/ 55 h 111"/>
                <a:gd name="T24" fmla="*/ 216 w 288"/>
                <a:gd name="T25" fmla="*/ 65 h 111"/>
                <a:gd name="T26" fmla="*/ 216 w 288"/>
                <a:gd name="T27" fmla="*/ 84 h 111"/>
                <a:gd name="T28" fmla="*/ 222 w 288"/>
                <a:gd name="T29" fmla="*/ 92 h 111"/>
                <a:gd name="T30" fmla="*/ 283 w 288"/>
                <a:gd name="T31" fmla="*/ 110 h 111"/>
                <a:gd name="T32" fmla="*/ 288 w 288"/>
                <a:gd name="T33" fmla="*/ 106 h 111"/>
                <a:gd name="T34" fmla="*/ 288 w 288"/>
                <a:gd name="T35" fmla="*/ 54 h 111"/>
                <a:gd name="T36" fmla="*/ 285 w 288"/>
                <a:gd name="T37" fmla="*/ 4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111">
                  <a:moveTo>
                    <a:pt x="285" y="44"/>
                  </a:moveTo>
                  <a:cubicBezTo>
                    <a:pt x="285" y="44"/>
                    <a:pt x="252" y="0"/>
                    <a:pt x="144" y="0"/>
                  </a:cubicBezTo>
                  <a:cubicBezTo>
                    <a:pt x="37" y="0"/>
                    <a:pt x="4" y="44"/>
                    <a:pt x="4" y="44"/>
                  </a:cubicBezTo>
                  <a:cubicBezTo>
                    <a:pt x="2" y="46"/>
                    <a:pt x="0" y="51"/>
                    <a:pt x="0" y="5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0"/>
                    <a:pt x="3" y="111"/>
                    <a:pt x="6" y="110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70" y="94"/>
                    <a:pt x="72" y="90"/>
                    <a:pt x="72" y="87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1"/>
                    <a:pt x="74" y="57"/>
                    <a:pt x="76" y="55"/>
                  </a:cubicBezTo>
                  <a:cubicBezTo>
                    <a:pt x="76" y="55"/>
                    <a:pt x="91" y="40"/>
                    <a:pt x="144" y="40"/>
                  </a:cubicBezTo>
                  <a:cubicBezTo>
                    <a:pt x="198" y="40"/>
                    <a:pt x="212" y="55"/>
                    <a:pt x="212" y="55"/>
                  </a:cubicBezTo>
                  <a:cubicBezTo>
                    <a:pt x="215" y="57"/>
                    <a:pt x="216" y="61"/>
                    <a:pt x="216" y="65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216" y="87"/>
                    <a:pt x="219" y="90"/>
                    <a:pt x="222" y="92"/>
                  </a:cubicBezTo>
                  <a:cubicBezTo>
                    <a:pt x="283" y="110"/>
                    <a:pt x="283" y="110"/>
                    <a:pt x="283" y="110"/>
                  </a:cubicBezTo>
                  <a:cubicBezTo>
                    <a:pt x="286" y="111"/>
                    <a:pt x="288" y="110"/>
                    <a:pt x="288" y="10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51"/>
                    <a:pt x="287" y="46"/>
                    <a:pt x="285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284"/>
            <p:cNvSpPr>
              <a:spLocks noEditPoints="1"/>
            </p:cNvSpPr>
            <p:nvPr/>
          </p:nvSpPr>
          <p:spPr bwMode="auto">
            <a:xfrm>
              <a:off x="1790700" y="3932238"/>
              <a:ext cx="249238" cy="168275"/>
            </a:xfrm>
            <a:custGeom>
              <a:avLst/>
              <a:gdLst>
                <a:gd name="T0" fmla="*/ 246 w 258"/>
                <a:gd name="T1" fmla="*/ 99 h 174"/>
                <a:gd name="T2" fmla="*/ 196 w 258"/>
                <a:gd name="T3" fmla="*/ 52 h 174"/>
                <a:gd name="T4" fmla="*/ 185 w 258"/>
                <a:gd name="T5" fmla="*/ 46 h 174"/>
                <a:gd name="T6" fmla="*/ 177 w 258"/>
                <a:gd name="T7" fmla="*/ 12 h 174"/>
                <a:gd name="T8" fmla="*/ 163 w 258"/>
                <a:gd name="T9" fmla="*/ 0 h 174"/>
                <a:gd name="T10" fmla="*/ 96 w 258"/>
                <a:gd name="T11" fmla="*/ 0 h 174"/>
                <a:gd name="T12" fmla="*/ 81 w 258"/>
                <a:gd name="T13" fmla="*/ 12 h 174"/>
                <a:gd name="T14" fmla="*/ 74 w 258"/>
                <a:gd name="T15" fmla="*/ 46 h 174"/>
                <a:gd name="T16" fmla="*/ 63 w 258"/>
                <a:gd name="T17" fmla="*/ 52 h 174"/>
                <a:gd name="T18" fmla="*/ 13 w 258"/>
                <a:gd name="T19" fmla="*/ 99 h 174"/>
                <a:gd name="T20" fmla="*/ 3 w 258"/>
                <a:gd name="T21" fmla="*/ 119 h 174"/>
                <a:gd name="T22" fmla="*/ 1 w 258"/>
                <a:gd name="T23" fmla="*/ 162 h 174"/>
                <a:gd name="T24" fmla="*/ 12 w 258"/>
                <a:gd name="T25" fmla="*/ 174 h 174"/>
                <a:gd name="T26" fmla="*/ 246 w 258"/>
                <a:gd name="T27" fmla="*/ 174 h 174"/>
                <a:gd name="T28" fmla="*/ 258 w 258"/>
                <a:gd name="T29" fmla="*/ 162 h 174"/>
                <a:gd name="T30" fmla="*/ 255 w 258"/>
                <a:gd name="T31" fmla="*/ 119 h 174"/>
                <a:gd name="T32" fmla="*/ 246 w 258"/>
                <a:gd name="T33" fmla="*/ 99 h 174"/>
                <a:gd name="T34" fmla="*/ 129 w 258"/>
                <a:gd name="T35" fmla="*/ 154 h 174"/>
                <a:gd name="T36" fmla="*/ 71 w 258"/>
                <a:gd name="T37" fmla="*/ 96 h 174"/>
                <a:gd name="T38" fmla="*/ 129 w 258"/>
                <a:gd name="T39" fmla="*/ 38 h 174"/>
                <a:gd name="T40" fmla="*/ 187 w 258"/>
                <a:gd name="T41" fmla="*/ 96 h 174"/>
                <a:gd name="T42" fmla="*/ 129 w 258"/>
                <a:gd name="T43" fmla="*/ 15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8" h="174">
                  <a:moveTo>
                    <a:pt x="246" y="99"/>
                  </a:moveTo>
                  <a:cubicBezTo>
                    <a:pt x="196" y="52"/>
                    <a:pt x="196" y="52"/>
                    <a:pt x="196" y="52"/>
                  </a:cubicBezTo>
                  <a:cubicBezTo>
                    <a:pt x="193" y="49"/>
                    <a:pt x="189" y="47"/>
                    <a:pt x="185" y="46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6" y="6"/>
                    <a:pt x="169" y="0"/>
                    <a:pt x="163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89" y="0"/>
                    <a:pt x="83" y="6"/>
                    <a:pt x="81" y="12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0" y="47"/>
                    <a:pt x="65" y="49"/>
                    <a:pt x="63" y="52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8" y="104"/>
                    <a:pt x="4" y="113"/>
                    <a:pt x="3" y="119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0" y="168"/>
                    <a:pt x="5" y="174"/>
                    <a:pt x="12" y="174"/>
                  </a:cubicBezTo>
                  <a:cubicBezTo>
                    <a:pt x="246" y="174"/>
                    <a:pt x="246" y="174"/>
                    <a:pt x="246" y="174"/>
                  </a:cubicBezTo>
                  <a:cubicBezTo>
                    <a:pt x="253" y="174"/>
                    <a:pt x="258" y="168"/>
                    <a:pt x="258" y="162"/>
                  </a:cubicBezTo>
                  <a:cubicBezTo>
                    <a:pt x="255" y="119"/>
                    <a:pt x="255" y="119"/>
                    <a:pt x="255" y="119"/>
                  </a:cubicBezTo>
                  <a:cubicBezTo>
                    <a:pt x="255" y="113"/>
                    <a:pt x="250" y="104"/>
                    <a:pt x="246" y="99"/>
                  </a:cubicBezTo>
                  <a:close/>
                  <a:moveTo>
                    <a:pt x="129" y="154"/>
                  </a:moveTo>
                  <a:cubicBezTo>
                    <a:pt x="97" y="154"/>
                    <a:pt x="71" y="128"/>
                    <a:pt x="71" y="96"/>
                  </a:cubicBezTo>
                  <a:cubicBezTo>
                    <a:pt x="71" y="64"/>
                    <a:pt x="97" y="38"/>
                    <a:pt x="129" y="38"/>
                  </a:cubicBezTo>
                  <a:cubicBezTo>
                    <a:pt x="161" y="38"/>
                    <a:pt x="187" y="64"/>
                    <a:pt x="187" y="96"/>
                  </a:cubicBezTo>
                  <a:cubicBezTo>
                    <a:pt x="187" y="128"/>
                    <a:pt x="161" y="154"/>
                    <a:pt x="129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Oval 285"/>
            <p:cNvSpPr>
              <a:spLocks noChangeArrowheads="1"/>
            </p:cNvSpPr>
            <p:nvPr/>
          </p:nvSpPr>
          <p:spPr bwMode="auto">
            <a:xfrm>
              <a:off x="1879600" y="3986213"/>
              <a:ext cx="73025" cy="746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1" name="Freeform 286"/>
          <p:cNvSpPr>
            <a:spLocks noEditPoints="1"/>
          </p:cNvSpPr>
          <p:nvPr/>
        </p:nvSpPr>
        <p:spPr bwMode="auto">
          <a:xfrm>
            <a:off x="7190704" y="3628577"/>
            <a:ext cx="843363" cy="853056"/>
          </a:xfrm>
          <a:custGeom>
            <a:avLst/>
            <a:gdLst>
              <a:gd name="T0" fmla="*/ 144 w 285"/>
              <a:gd name="T1" fmla="*/ 288 h 288"/>
              <a:gd name="T2" fmla="*/ 0 w 285"/>
              <a:gd name="T3" fmla="*/ 144 h 288"/>
              <a:gd name="T4" fmla="*/ 144 w 285"/>
              <a:gd name="T5" fmla="*/ 0 h 288"/>
              <a:gd name="T6" fmla="*/ 284 w 285"/>
              <a:gd name="T7" fmla="*/ 114 h 288"/>
              <a:gd name="T8" fmla="*/ 285 w 285"/>
              <a:gd name="T9" fmla="*/ 118 h 288"/>
              <a:gd name="T10" fmla="*/ 273 w 285"/>
              <a:gd name="T11" fmla="*/ 129 h 288"/>
              <a:gd name="T12" fmla="*/ 273 w 285"/>
              <a:gd name="T13" fmla="*/ 129 h 288"/>
              <a:gd name="T14" fmla="*/ 173 w 285"/>
              <a:gd name="T15" fmla="*/ 129 h 288"/>
              <a:gd name="T16" fmla="*/ 162 w 285"/>
              <a:gd name="T17" fmla="*/ 118 h 288"/>
              <a:gd name="T18" fmla="*/ 162 w 285"/>
              <a:gd name="T19" fmla="*/ 93 h 288"/>
              <a:gd name="T20" fmla="*/ 103 w 285"/>
              <a:gd name="T21" fmla="*/ 144 h 288"/>
              <a:gd name="T22" fmla="*/ 162 w 285"/>
              <a:gd name="T23" fmla="*/ 195 h 288"/>
              <a:gd name="T24" fmla="*/ 162 w 285"/>
              <a:gd name="T25" fmla="*/ 170 h 288"/>
              <a:gd name="T26" fmla="*/ 173 w 285"/>
              <a:gd name="T27" fmla="*/ 159 h 288"/>
              <a:gd name="T28" fmla="*/ 273 w 285"/>
              <a:gd name="T29" fmla="*/ 159 h 288"/>
              <a:gd name="T30" fmla="*/ 282 w 285"/>
              <a:gd name="T31" fmla="*/ 163 h 288"/>
              <a:gd name="T32" fmla="*/ 284 w 285"/>
              <a:gd name="T33" fmla="*/ 173 h 288"/>
              <a:gd name="T34" fmla="*/ 144 w 285"/>
              <a:gd name="T35" fmla="*/ 288 h 288"/>
              <a:gd name="T36" fmla="*/ 144 w 285"/>
              <a:gd name="T37" fmla="*/ 23 h 288"/>
              <a:gd name="T38" fmla="*/ 23 w 285"/>
              <a:gd name="T39" fmla="*/ 144 h 288"/>
              <a:gd name="T40" fmla="*/ 144 w 285"/>
              <a:gd name="T41" fmla="*/ 265 h 288"/>
              <a:gd name="T42" fmla="*/ 258 w 285"/>
              <a:gd name="T43" fmla="*/ 182 h 288"/>
              <a:gd name="T44" fmla="*/ 185 w 285"/>
              <a:gd name="T45" fmla="*/ 182 h 288"/>
              <a:gd name="T46" fmla="*/ 185 w 285"/>
              <a:gd name="T47" fmla="*/ 220 h 288"/>
              <a:gd name="T48" fmla="*/ 178 w 285"/>
              <a:gd name="T49" fmla="*/ 230 h 288"/>
              <a:gd name="T50" fmla="*/ 166 w 285"/>
              <a:gd name="T51" fmla="*/ 229 h 288"/>
              <a:gd name="T52" fmla="*/ 78 w 285"/>
              <a:gd name="T53" fmla="*/ 153 h 288"/>
              <a:gd name="T54" fmla="*/ 74 w 285"/>
              <a:gd name="T55" fmla="*/ 144 h 288"/>
              <a:gd name="T56" fmla="*/ 78 w 285"/>
              <a:gd name="T57" fmla="*/ 135 h 288"/>
              <a:gd name="T58" fmla="*/ 166 w 285"/>
              <a:gd name="T59" fmla="*/ 59 h 288"/>
              <a:gd name="T60" fmla="*/ 178 w 285"/>
              <a:gd name="T61" fmla="*/ 58 h 288"/>
              <a:gd name="T62" fmla="*/ 185 w 285"/>
              <a:gd name="T63" fmla="*/ 68 h 288"/>
              <a:gd name="T64" fmla="*/ 185 w 285"/>
              <a:gd name="T65" fmla="*/ 106 h 288"/>
              <a:gd name="T66" fmla="*/ 258 w 285"/>
              <a:gd name="T67" fmla="*/ 106 h 288"/>
              <a:gd name="T68" fmla="*/ 144 w 285"/>
              <a:gd name="T69" fmla="*/ 23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88">
                <a:moveTo>
                  <a:pt x="144" y="288"/>
                </a:moveTo>
                <a:cubicBezTo>
                  <a:pt x="64" y="288"/>
                  <a:pt x="0" y="223"/>
                  <a:pt x="0" y="144"/>
                </a:cubicBezTo>
                <a:cubicBezTo>
                  <a:pt x="0" y="65"/>
                  <a:pt x="64" y="0"/>
                  <a:pt x="144" y="0"/>
                </a:cubicBezTo>
                <a:cubicBezTo>
                  <a:pt x="211" y="0"/>
                  <a:pt x="270" y="48"/>
                  <a:pt x="284" y="114"/>
                </a:cubicBezTo>
                <a:cubicBezTo>
                  <a:pt x="285" y="115"/>
                  <a:pt x="285" y="116"/>
                  <a:pt x="285" y="118"/>
                </a:cubicBezTo>
                <a:cubicBezTo>
                  <a:pt x="285" y="124"/>
                  <a:pt x="280" y="129"/>
                  <a:pt x="273" y="129"/>
                </a:cubicBezTo>
                <a:cubicBezTo>
                  <a:pt x="273" y="129"/>
                  <a:pt x="273" y="129"/>
                  <a:pt x="273" y="129"/>
                </a:cubicBezTo>
                <a:cubicBezTo>
                  <a:pt x="173" y="129"/>
                  <a:pt x="173" y="129"/>
                  <a:pt x="173" y="129"/>
                </a:cubicBezTo>
                <a:cubicBezTo>
                  <a:pt x="167" y="129"/>
                  <a:pt x="162" y="124"/>
                  <a:pt x="162" y="118"/>
                </a:cubicBezTo>
                <a:cubicBezTo>
                  <a:pt x="162" y="93"/>
                  <a:pt x="162" y="93"/>
                  <a:pt x="162" y="93"/>
                </a:cubicBezTo>
                <a:cubicBezTo>
                  <a:pt x="103" y="144"/>
                  <a:pt x="103" y="144"/>
                  <a:pt x="103" y="144"/>
                </a:cubicBezTo>
                <a:cubicBezTo>
                  <a:pt x="162" y="195"/>
                  <a:pt x="162" y="195"/>
                  <a:pt x="162" y="195"/>
                </a:cubicBezTo>
                <a:cubicBezTo>
                  <a:pt x="162" y="170"/>
                  <a:pt x="162" y="170"/>
                  <a:pt x="162" y="170"/>
                </a:cubicBezTo>
                <a:cubicBezTo>
                  <a:pt x="162" y="164"/>
                  <a:pt x="167" y="159"/>
                  <a:pt x="173" y="159"/>
                </a:cubicBezTo>
                <a:cubicBezTo>
                  <a:pt x="273" y="159"/>
                  <a:pt x="273" y="159"/>
                  <a:pt x="273" y="159"/>
                </a:cubicBezTo>
                <a:cubicBezTo>
                  <a:pt x="277" y="159"/>
                  <a:pt x="280" y="160"/>
                  <a:pt x="282" y="163"/>
                </a:cubicBezTo>
                <a:cubicBezTo>
                  <a:pt x="284" y="166"/>
                  <a:pt x="285" y="169"/>
                  <a:pt x="284" y="173"/>
                </a:cubicBezTo>
                <a:cubicBezTo>
                  <a:pt x="271" y="239"/>
                  <a:pt x="212" y="288"/>
                  <a:pt x="144" y="288"/>
                </a:cubicBezTo>
                <a:close/>
                <a:moveTo>
                  <a:pt x="144" y="23"/>
                </a:moveTo>
                <a:cubicBezTo>
                  <a:pt x="77" y="23"/>
                  <a:pt x="23" y="77"/>
                  <a:pt x="23" y="144"/>
                </a:cubicBezTo>
                <a:cubicBezTo>
                  <a:pt x="23" y="211"/>
                  <a:pt x="77" y="265"/>
                  <a:pt x="144" y="265"/>
                </a:cubicBezTo>
                <a:cubicBezTo>
                  <a:pt x="196" y="265"/>
                  <a:pt x="242" y="231"/>
                  <a:pt x="258" y="182"/>
                </a:cubicBezTo>
                <a:cubicBezTo>
                  <a:pt x="185" y="182"/>
                  <a:pt x="185" y="182"/>
                  <a:pt x="185" y="182"/>
                </a:cubicBezTo>
                <a:cubicBezTo>
                  <a:pt x="185" y="220"/>
                  <a:pt x="185" y="220"/>
                  <a:pt x="185" y="220"/>
                </a:cubicBezTo>
                <a:cubicBezTo>
                  <a:pt x="185" y="224"/>
                  <a:pt x="182" y="228"/>
                  <a:pt x="178" y="230"/>
                </a:cubicBezTo>
                <a:cubicBezTo>
                  <a:pt x="174" y="232"/>
                  <a:pt x="169" y="232"/>
                  <a:pt x="166" y="229"/>
                </a:cubicBezTo>
                <a:cubicBezTo>
                  <a:pt x="78" y="153"/>
                  <a:pt x="78" y="153"/>
                  <a:pt x="78" y="153"/>
                </a:cubicBezTo>
                <a:cubicBezTo>
                  <a:pt x="75" y="150"/>
                  <a:pt x="74" y="147"/>
                  <a:pt x="74" y="144"/>
                </a:cubicBezTo>
                <a:cubicBezTo>
                  <a:pt x="74" y="141"/>
                  <a:pt x="75" y="138"/>
                  <a:pt x="78" y="135"/>
                </a:cubicBezTo>
                <a:cubicBezTo>
                  <a:pt x="166" y="59"/>
                  <a:pt x="166" y="59"/>
                  <a:pt x="166" y="59"/>
                </a:cubicBezTo>
                <a:cubicBezTo>
                  <a:pt x="169" y="56"/>
                  <a:pt x="174" y="56"/>
                  <a:pt x="178" y="58"/>
                </a:cubicBezTo>
                <a:cubicBezTo>
                  <a:pt x="182" y="60"/>
                  <a:pt x="185" y="64"/>
                  <a:pt x="185" y="68"/>
                </a:cubicBezTo>
                <a:cubicBezTo>
                  <a:pt x="185" y="106"/>
                  <a:pt x="185" y="106"/>
                  <a:pt x="185" y="106"/>
                </a:cubicBezTo>
                <a:cubicBezTo>
                  <a:pt x="258" y="106"/>
                  <a:pt x="258" y="106"/>
                  <a:pt x="258" y="106"/>
                </a:cubicBezTo>
                <a:cubicBezTo>
                  <a:pt x="242" y="57"/>
                  <a:pt x="196" y="23"/>
                  <a:pt x="144" y="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Flowchart: Off-page Connector 22"/>
          <p:cNvSpPr/>
          <p:nvPr/>
        </p:nvSpPr>
        <p:spPr>
          <a:xfrm rot="2700000">
            <a:off x="1623237" y="1408208"/>
            <a:ext cx="801268" cy="780976"/>
          </a:xfrm>
          <a:prstGeom prst="roundRect">
            <a:avLst/>
          </a:prstGeom>
          <a:solidFill>
            <a:srgbClr val="8EC4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24" name="Freeform 35"/>
          <p:cNvSpPr>
            <a:spLocks noChangeAspect="1" noEditPoints="1"/>
          </p:cNvSpPr>
          <p:nvPr/>
        </p:nvSpPr>
        <p:spPr bwMode="auto">
          <a:xfrm>
            <a:off x="1698413" y="1599956"/>
            <a:ext cx="646534" cy="377144"/>
          </a:xfrm>
          <a:custGeom>
            <a:avLst/>
            <a:gdLst>
              <a:gd name="T0" fmla="*/ 135 w 157"/>
              <a:gd name="T1" fmla="*/ 46 h 106"/>
              <a:gd name="T2" fmla="*/ 136 w 157"/>
              <a:gd name="T3" fmla="*/ 37 h 106"/>
              <a:gd name="T4" fmla="*/ 99 w 157"/>
              <a:gd name="T5" fmla="*/ 0 h 106"/>
              <a:gd name="T6" fmla="*/ 73 w 157"/>
              <a:gd name="T7" fmla="*/ 18 h 106"/>
              <a:gd name="T8" fmla="*/ 45 w 157"/>
              <a:gd name="T9" fmla="*/ 8 h 106"/>
              <a:gd name="T10" fmla="*/ 19 w 157"/>
              <a:gd name="T11" fmla="*/ 39 h 106"/>
              <a:gd name="T12" fmla="*/ 20 w 157"/>
              <a:gd name="T13" fmla="*/ 47 h 106"/>
              <a:gd name="T14" fmla="*/ 0 w 157"/>
              <a:gd name="T15" fmla="*/ 75 h 106"/>
              <a:gd name="T16" fmla="*/ 31 w 157"/>
              <a:gd name="T17" fmla="*/ 106 h 106"/>
              <a:gd name="T18" fmla="*/ 126 w 157"/>
              <a:gd name="T19" fmla="*/ 106 h 106"/>
              <a:gd name="T20" fmla="*/ 157 w 157"/>
              <a:gd name="T21" fmla="*/ 75 h 106"/>
              <a:gd name="T22" fmla="*/ 135 w 157"/>
              <a:gd name="T23" fmla="*/ 46 h 106"/>
              <a:gd name="T24" fmla="*/ 120 w 157"/>
              <a:gd name="T25" fmla="*/ 100 h 106"/>
              <a:gd name="T26" fmla="*/ 79 w 157"/>
              <a:gd name="T27" fmla="*/ 100 h 106"/>
              <a:gd name="T28" fmla="*/ 103 w 157"/>
              <a:gd name="T29" fmla="*/ 75 h 106"/>
              <a:gd name="T30" fmla="*/ 102 w 157"/>
              <a:gd name="T31" fmla="*/ 72 h 106"/>
              <a:gd name="T32" fmla="*/ 92 w 157"/>
              <a:gd name="T33" fmla="*/ 72 h 106"/>
              <a:gd name="T34" fmla="*/ 92 w 157"/>
              <a:gd name="T35" fmla="*/ 68 h 106"/>
              <a:gd name="T36" fmla="*/ 92 w 157"/>
              <a:gd name="T37" fmla="*/ 37 h 106"/>
              <a:gd name="T38" fmla="*/ 90 w 157"/>
              <a:gd name="T39" fmla="*/ 35 h 106"/>
              <a:gd name="T40" fmla="*/ 64 w 157"/>
              <a:gd name="T41" fmla="*/ 35 h 106"/>
              <a:gd name="T42" fmla="*/ 62 w 157"/>
              <a:gd name="T43" fmla="*/ 37 h 106"/>
              <a:gd name="T44" fmla="*/ 62 w 157"/>
              <a:gd name="T45" fmla="*/ 68 h 106"/>
              <a:gd name="T46" fmla="*/ 62 w 157"/>
              <a:gd name="T47" fmla="*/ 73 h 106"/>
              <a:gd name="T48" fmla="*/ 51 w 157"/>
              <a:gd name="T49" fmla="*/ 73 h 106"/>
              <a:gd name="T50" fmla="*/ 50 w 157"/>
              <a:gd name="T51" fmla="*/ 76 h 106"/>
              <a:gd name="T52" fmla="*/ 75 w 157"/>
              <a:gd name="T53" fmla="*/ 100 h 106"/>
              <a:gd name="T54" fmla="*/ 38 w 157"/>
              <a:gd name="T55" fmla="*/ 100 h 106"/>
              <a:gd name="T56" fmla="*/ 11 w 157"/>
              <a:gd name="T57" fmla="*/ 74 h 106"/>
              <a:gd name="T58" fmla="*/ 29 w 157"/>
              <a:gd name="T59" fmla="*/ 50 h 106"/>
              <a:gd name="T60" fmla="*/ 28 w 157"/>
              <a:gd name="T61" fmla="*/ 44 h 106"/>
              <a:gd name="T62" fmla="*/ 50 w 157"/>
              <a:gd name="T63" fmla="*/ 17 h 106"/>
              <a:gd name="T64" fmla="*/ 74 w 157"/>
              <a:gd name="T65" fmla="*/ 29 h 106"/>
              <a:gd name="T66" fmla="*/ 97 w 157"/>
              <a:gd name="T67" fmla="*/ 10 h 106"/>
              <a:gd name="T68" fmla="*/ 128 w 157"/>
              <a:gd name="T69" fmla="*/ 42 h 106"/>
              <a:gd name="T70" fmla="*/ 127 w 157"/>
              <a:gd name="T71" fmla="*/ 49 h 106"/>
              <a:gd name="T72" fmla="*/ 147 w 157"/>
              <a:gd name="T73" fmla="*/ 74 h 106"/>
              <a:gd name="T74" fmla="*/ 120 w 157"/>
              <a:gd name="T75" fmla="*/ 10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57" h="106">
                <a:moveTo>
                  <a:pt x="135" y="46"/>
                </a:moveTo>
                <a:cubicBezTo>
                  <a:pt x="136" y="43"/>
                  <a:pt x="136" y="40"/>
                  <a:pt x="136" y="37"/>
                </a:cubicBezTo>
                <a:cubicBezTo>
                  <a:pt x="136" y="16"/>
                  <a:pt x="120" y="0"/>
                  <a:pt x="99" y="0"/>
                </a:cubicBezTo>
                <a:cubicBezTo>
                  <a:pt x="76" y="0"/>
                  <a:pt x="73" y="18"/>
                  <a:pt x="73" y="18"/>
                </a:cubicBezTo>
                <a:cubicBezTo>
                  <a:pt x="73" y="18"/>
                  <a:pt x="63" y="6"/>
                  <a:pt x="45" y="8"/>
                </a:cubicBezTo>
                <a:cubicBezTo>
                  <a:pt x="30" y="11"/>
                  <a:pt x="19" y="25"/>
                  <a:pt x="19" y="39"/>
                </a:cubicBezTo>
                <a:cubicBezTo>
                  <a:pt x="19" y="42"/>
                  <a:pt x="20" y="44"/>
                  <a:pt x="20" y="47"/>
                </a:cubicBezTo>
                <a:cubicBezTo>
                  <a:pt x="9" y="51"/>
                  <a:pt x="0" y="62"/>
                  <a:pt x="0" y="75"/>
                </a:cubicBezTo>
                <a:cubicBezTo>
                  <a:pt x="0" y="92"/>
                  <a:pt x="14" y="106"/>
                  <a:pt x="31" y="106"/>
                </a:cubicBezTo>
                <a:cubicBezTo>
                  <a:pt x="126" y="106"/>
                  <a:pt x="126" y="106"/>
                  <a:pt x="126" y="106"/>
                </a:cubicBezTo>
                <a:cubicBezTo>
                  <a:pt x="143" y="106"/>
                  <a:pt x="157" y="92"/>
                  <a:pt x="157" y="75"/>
                </a:cubicBezTo>
                <a:cubicBezTo>
                  <a:pt x="157" y="62"/>
                  <a:pt x="148" y="50"/>
                  <a:pt x="135" y="46"/>
                </a:cubicBezTo>
                <a:close/>
                <a:moveTo>
                  <a:pt x="120" y="100"/>
                </a:moveTo>
                <a:cubicBezTo>
                  <a:pt x="79" y="100"/>
                  <a:pt x="79" y="100"/>
                  <a:pt x="79" y="100"/>
                </a:cubicBezTo>
                <a:cubicBezTo>
                  <a:pt x="82" y="97"/>
                  <a:pt x="103" y="75"/>
                  <a:pt x="103" y="75"/>
                </a:cubicBezTo>
                <a:cubicBezTo>
                  <a:pt x="103" y="75"/>
                  <a:pt x="106" y="72"/>
                  <a:pt x="102" y="72"/>
                </a:cubicBezTo>
                <a:cubicBezTo>
                  <a:pt x="98" y="72"/>
                  <a:pt x="92" y="72"/>
                  <a:pt x="92" y="72"/>
                </a:cubicBezTo>
                <a:cubicBezTo>
                  <a:pt x="92" y="72"/>
                  <a:pt x="92" y="70"/>
                  <a:pt x="92" y="68"/>
                </a:cubicBezTo>
                <a:cubicBezTo>
                  <a:pt x="92" y="59"/>
                  <a:pt x="92" y="43"/>
                  <a:pt x="92" y="37"/>
                </a:cubicBezTo>
                <a:cubicBezTo>
                  <a:pt x="92" y="37"/>
                  <a:pt x="92" y="35"/>
                  <a:pt x="90" y="35"/>
                </a:cubicBezTo>
                <a:cubicBezTo>
                  <a:pt x="88" y="35"/>
                  <a:pt x="67" y="35"/>
                  <a:pt x="64" y="35"/>
                </a:cubicBezTo>
                <a:cubicBezTo>
                  <a:pt x="61" y="35"/>
                  <a:pt x="62" y="37"/>
                  <a:pt x="62" y="37"/>
                </a:cubicBezTo>
                <a:cubicBezTo>
                  <a:pt x="62" y="44"/>
                  <a:pt x="62" y="59"/>
                  <a:pt x="62" y="68"/>
                </a:cubicBezTo>
                <a:cubicBezTo>
                  <a:pt x="62" y="71"/>
                  <a:pt x="62" y="73"/>
                  <a:pt x="62" y="73"/>
                </a:cubicBezTo>
                <a:cubicBezTo>
                  <a:pt x="62" y="73"/>
                  <a:pt x="54" y="73"/>
                  <a:pt x="51" y="73"/>
                </a:cubicBezTo>
                <a:cubicBezTo>
                  <a:pt x="47" y="73"/>
                  <a:pt x="50" y="76"/>
                  <a:pt x="50" y="76"/>
                </a:cubicBezTo>
                <a:cubicBezTo>
                  <a:pt x="75" y="100"/>
                  <a:pt x="75" y="100"/>
                  <a:pt x="75" y="100"/>
                </a:cubicBezTo>
                <a:cubicBezTo>
                  <a:pt x="38" y="100"/>
                  <a:pt x="38" y="100"/>
                  <a:pt x="38" y="100"/>
                </a:cubicBezTo>
                <a:cubicBezTo>
                  <a:pt x="23" y="100"/>
                  <a:pt x="11" y="88"/>
                  <a:pt x="11" y="74"/>
                </a:cubicBezTo>
                <a:cubicBezTo>
                  <a:pt x="11" y="63"/>
                  <a:pt x="18" y="53"/>
                  <a:pt x="29" y="50"/>
                </a:cubicBezTo>
                <a:cubicBezTo>
                  <a:pt x="28" y="48"/>
                  <a:pt x="28" y="46"/>
                  <a:pt x="28" y="44"/>
                </a:cubicBezTo>
                <a:cubicBezTo>
                  <a:pt x="28" y="31"/>
                  <a:pt x="37" y="19"/>
                  <a:pt x="50" y="17"/>
                </a:cubicBezTo>
                <a:cubicBezTo>
                  <a:pt x="65" y="15"/>
                  <a:pt x="74" y="29"/>
                  <a:pt x="74" y="29"/>
                </a:cubicBezTo>
                <a:cubicBezTo>
                  <a:pt x="74" y="29"/>
                  <a:pt x="77" y="10"/>
                  <a:pt x="97" y="10"/>
                </a:cubicBezTo>
                <a:cubicBezTo>
                  <a:pt x="115" y="10"/>
                  <a:pt x="128" y="24"/>
                  <a:pt x="128" y="42"/>
                </a:cubicBezTo>
                <a:cubicBezTo>
                  <a:pt x="128" y="44"/>
                  <a:pt x="127" y="47"/>
                  <a:pt x="127" y="49"/>
                </a:cubicBezTo>
                <a:cubicBezTo>
                  <a:pt x="138" y="53"/>
                  <a:pt x="147" y="62"/>
                  <a:pt x="147" y="74"/>
                </a:cubicBezTo>
                <a:cubicBezTo>
                  <a:pt x="147" y="88"/>
                  <a:pt x="135" y="100"/>
                  <a:pt x="120" y="1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Flowchart: Off-page Connector 32"/>
          <p:cNvSpPr/>
          <p:nvPr/>
        </p:nvSpPr>
        <p:spPr>
          <a:xfrm rot="2700000">
            <a:off x="1623236" y="2932001"/>
            <a:ext cx="801267" cy="780977"/>
          </a:xfrm>
          <a:prstGeom prst="roundRect">
            <a:avLst/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ea typeface="+mj-ea"/>
              <a:sym typeface="+mn-lt"/>
            </a:endParaRPr>
          </a:p>
        </p:txBody>
      </p:sp>
      <p:sp>
        <p:nvSpPr>
          <p:cNvPr id="28" name="Freeform 5" descr="D:\51PPT模板网\51pptmoban.com\图片.jpg"/>
          <p:cNvSpPr>
            <a:spLocks noEditPoints="1"/>
          </p:cNvSpPr>
          <p:nvPr/>
        </p:nvSpPr>
        <p:spPr bwMode="auto">
          <a:xfrm>
            <a:off x="1765747" y="3141775"/>
            <a:ext cx="511864" cy="361431"/>
          </a:xfrm>
          <a:custGeom>
            <a:avLst/>
            <a:gdLst>
              <a:gd name="T0" fmla="*/ 218 w 219"/>
              <a:gd name="T1" fmla="*/ 117 h 154"/>
              <a:gd name="T2" fmla="*/ 219 w 219"/>
              <a:gd name="T3" fmla="*/ 118 h 154"/>
              <a:gd name="T4" fmla="*/ 218 w 219"/>
              <a:gd name="T5" fmla="*/ 119 h 154"/>
              <a:gd name="T6" fmla="*/ 174 w 219"/>
              <a:gd name="T7" fmla="*/ 153 h 154"/>
              <a:gd name="T8" fmla="*/ 172 w 219"/>
              <a:gd name="T9" fmla="*/ 153 h 154"/>
              <a:gd name="T10" fmla="*/ 171 w 219"/>
              <a:gd name="T11" fmla="*/ 151 h 154"/>
              <a:gd name="T12" fmla="*/ 179 w 219"/>
              <a:gd name="T13" fmla="*/ 133 h 154"/>
              <a:gd name="T14" fmla="*/ 113 w 219"/>
              <a:gd name="T15" fmla="*/ 106 h 154"/>
              <a:gd name="T16" fmla="*/ 126 w 219"/>
              <a:gd name="T17" fmla="*/ 89 h 154"/>
              <a:gd name="T18" fmla="*/ 131 w 219"/>
              <a:gd name="T19" fmla="*/ 82 h 154"/>
              <a:gd name="T20" fmla="*/ 179 w 219"/>
              <a:gd name="T21" fmla="*/ 103 h 154"/>
              <a:gd name="T22" fmla="*/ 171 w 219"/>
              <a:gd name="T23" fmla="*/ 85 h 154"/>
              <a:gd name="T24" fmla="*/ 172 w 219"/>
              <a:gd name="T25" fmla="*/ 83 h 154"/>
              <a:gd name="T26" fmla="*/ 173 w 219"/>
              <a:gd name="T27" fmla="*/ 82 h 154"/>
              <a:gd name="T28" fmla="*/ 174 w 219"/>
              <a:gd name="T29" fmla="*/ 83 h 154"/>
              <a:gd name="T30" fmla="*/ 218 w 219"/>
              <a:gd name="T31" fmla="*/ 117 h 154"/>
              <a:gd name="T32" fmla="*/ 45 w 219"/>
              <a:gd name="T33" fmla="*/ 71 h 154"/>
              <a:gd name="T34" fmla="*/ 46 w 219"/>
              <a:gd name="T35" fmla="*/ 71 h 154"/>
              <a:gd name="T36" fmla="*/ 47 w 219"/>
              <a:gd name="T37" fmla="*/ 71 h 154"/>
              <a:gd name="T38" fmla="*/ 47 w 219"/>
              <a:gd name="T39" fmla="*/ 69 h 154"/>
              <a:gd name="T40" fmla="*/ 40 w 219"/>
              <a:gd name="T41" fmla="*/ 50 h 154"/>
              <a:gd name="T42" fmla="*/ 87 w 219"/>
              <a:gd name="T43" fmla="*/ 72 h 154"/>
              <a:gd name="T44" fmla="*/ 93 w 219"/>
              <a:gd name="T45" fmla="*/ 65 h 154"/>
              <a:gd name="T46" fmla="*/ 106 w 219"/>
              <a:gd name="T47" fmla="*/ 49 h 154"/>
              <a:gd name="T48" fmla="*/ 40 w 219"/>
              <a:gd name="T49" fmla="*/ 21 h 154"/>
              <a:gd name="T50" fmla="*/ 47 w 219"/>
              <a:gd name="T51" fmla="*/ 2 h 154"/>
              <a:gd name="T52" fmla="*/ 47 w 219"/>
              <a:gd name="T53" fmla="*/ 0 h 154"/>
              <a:gd name="T54" fmla="*/ 45 w 219"/>
              <a:gd name="T55" fmla="*/ 0 h 154"/>
              <a:gd name="T56" fmla="*/ 0 w 219"/>
              <a:gd name="T57" fmla="*/ 34 h 154"/>
              <a:gd name="T58" fmla="*/ 0 w 219"/>
              <a:gd name="T59" fmla="*/ 35 h 154"/>
              <a:gd name="T60" fmla="*/ 0 w 219"/>
              <a:gd name="T61" fmla="*/ 37 h 154"/>
              <a:gd name="T62" fmla="*/ 45 w 219"/>
              <a:gd name="T63" fmla="*/ 71 h 154"/>
              <a:gd name="T64" fmla="*/ 121 w 219"/>
              <a:gd name="T65" fmla="*/ 86 h 154"/>
              <a:gd name="T66" fmla="*/ 179 w 219"/>
              <a:gd name="T67" fmla="*/ 50 h 154"/>
              <a:gd name="T68" fmla="*/ 171 w 219"/>
              <a:gd name="T69" fmla="*/ 69 h 154"/>
              <a:gd name="T70" fmla="*/ 172 w 219"/>
              <a:gd name="T71" fmla="*/ 71 h 154"/>
              <a:gd name="T72" fmla="*/ 173 w 219"/>
              <a:gd name="T73" fmla="*/ 71 h 154"/>
              <a:gd name="T74" fmla="*/ 174 w 219"/>
              <a:gd name="T75" fmla="*/ 71 h 154"/>
              <a:gd name="T76" fmla="*/ 218 w 219"/>
              <a:gd name="T77" fmla="*/ 37 h 154"/>
              <a:gd name="T78" fmla="*/ 219 w 219"/>
              <a:gd name="T79" fmla="*/ 35 h 154"/>
              <a:gd name="T80" fmla="*/ 218 w 219"/>
              <a:gd name="T81" fmla="*/ 34 h 154"/>
              <a:gd name="T82" fmla="*/ 174 w 219"/>
              <a:gd name="T83" fmla="*/ 0 h 154"/>
              <a:gd name="T84" fmla="*/ 172 w 219"/>
              <a:gd name="T85" fmla="*/ 0 h 154"/>
              <a:gd name="T86" fmla="*/ 171 w 219"/>
              <a:gd name="T87" fmla="*/ 2 h 154"/>
              <a:gd name="T88" fmla="*/ 179 w 219"/>
              <a:gd name="T89" fmla="*/ 21 h 154"/>
              <a:gd name="T90" fmla="*/ 97 w 219"/>
              <a:gd name="T91" fmla="*/ 69 h 154"/>
              <a:gd name="T92" fmla="*/ 40 w 219"/>
              <a:gd name="T93" fmla="*/ 103 h 154"/>
              <a:gd name="T94" fmla="*/ 47 w 219"/>
              <a:gd name="T95" fmla="*/ 85 h 154"/>
              <a:gd name="T96" fmla="*/ 47 w 219"/>
              <a:gd name="T97" fmla="*/ 83 h 154"/>
              <a:gd name="T98" fmla="*/ 46 w 219"/>
              <a:gd name="T99" fmla="*/ 82 h 154"/>
              <a:gd name="T100" fmla="*/ 45 w 219"/>
              <a:gd name="T101" fmla="*/ 83 h 154"/>
              <a:gd name="T102" fmla="*/ 0 w 219"/>
              <a:gd name="T103" fmla="*/ 117 h 154"/>
              <a:gd name="T104" fmla="*/ 0 w 219"/>
              <a:gd name="T105" fmla="*/ 118 h 154"/>
              <a:gd name="T106" fmla="*/ 0 w 219"/>
              <a:gd name="T107" fmla="*/ 119 h 154"/>
              <a:gd name="T108" fmla="*/ 45 w 219"/>
              <a:gd name="T109" fmla="*/ 153 h 154"/>
              <a:gd name="T110" fmla="*/ 47 w 219"/>
              <a:gd name="T111" fmla="*/ 153 h 154"/>
              <a:gd name="T112" fmla="*/ 47 w 219"/>
              <a:gd name="T113" fmla="*/ 151 h 154"/>
              <a:gd name="T114" fmla="*/ 40 w 219"/>
              <a:gd name="T115" fmla="*/ 133 h 154"/>
              <a:gd name="T116" fmla="*/ 121 w 219"/>
              <a:gd name="T117" fmla="*/ 86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9" h="154">
                <a:moveTo>
                  <a:pt x="218" y="117"/>
                </a:moveTo>
                <a:cubicBezTo>
                  <a:pt x="219" y="117"/>
                  <a:pt x="219" y="117"/>
                  <a:pt x="219" y="118"/>
                </a:cubicBezTo>
                <a:cubicBezTo>
                  <a:pt x="219" y="119"/>
                  <a:pt x="219" y="119"/>
                  <a:pt x="218" y="119"/>
                </a:cubicBezTo>
                <a:cubicBezTo>
                  <a:pt x="174" y="153"/>
                  <a:pt x="174" y="153"/>
                  <a:pt x="174" y="153"/>
                </a:cubicBezTo>
                <a:cubicBezTo>
                  <a:pt x="174" y="154"/>
                  <a:pt x="173" y="154"/>
                  <a:pt x="172" y="153"/>
                </a:cubicBezTo>
                <a:cubicBezTo>
                  <a:pt x="171" y="153"/>
                  <a:pt x="171" y="152"/>
                  <a:pt x="171" y="151"/>
                </a:cubicBezTo>
                <a:cubicBezTo>
                  <a:pt x="179" y="133"/>
                  <a:pt x="179" y="133"/>
                  <a:pt x="179" y="133"/>
                </a:cubicBezTo>
                <a:cubicBezTo>
                  <a:pt x="145" y="131"/>
                  <a:pt x="126" y="119"/>
                  <a:pt x="113" y="106"/>
                </a:cubicBezTo>
                <a:cubicBezTo>
                  <a:pt x="118" y="100"/>
                  <a:pt x="122" y="94"/>
                  <a:pt x="126" y="89"/>
                </a:cubicBezTo>
                <a:cubicBezTo>
                  <a:pt x="128" y="86"/>
                  <a:pt x="130" y="84"/>
                  <a:pt x="131" y="82"/>
                </a:cubicBezTo>
                <a:cubicBezTo>
                  <a:pt x="141" y="93"/>
                  <a:pt x="154" y="102"/>
                  <a:pt x="179" y="103"/>
                </a:cubicBezTo>
                <a:cubicBezTo>
                  <a:pt x="171" y="85"/>
                  <a:pt x="171" y="85"/>
                  <a:pt x="171" y="85"/>
                </a:cubicBezTo>
                <a:cubicBezTo>
                  <a:pt x="171" y="84"/>
                  <a:pt x="171" y="83"/>
                  <a:pt x="172" y="83"/>
                </a:cubicBezTo>
                <a:cubicBezTo>
                  <a:pt x="172" y="82"/>
                  <a:pt x="173" y="82"/>
                  <a:pt x="173" y="82"/>
                </a:cubicBezTo>
                <a:cubicBezTo>
                  <a:pt x="173" y="82"/>
                  <a:pt x="174" y="82"/>
                  <a:pt x="174" y="83"/>
                </a:cubicBezTo>
                <a:lnTo>
                  <a:pt x="218" y="117"/>
                </a:lnTo>
                <a:close/>
                <a:moveTo>
                  <a:pt x="45" y="71"/>
                </a:moveTo>
                <a:cubicBezTo>
                  <a:pt x="45" y="71"/>
                  <a:pt x="45" y="71"/>
                  <a:pt x="46" y="71"/>
                </a:cubicBezTo>
                <a:cubicBezTo>
                  <a:pt x="46" y="71"/>
                  <a:pt x="46" y="71"/>
                  <a:pt x="47" y="71"/>
                </a:cubicBezTo>
                <a:cubicBezTo>
                  <a:pt x="47" y="70"/>
                  <a:pt x="48" y="69"/>
                  <a:pt x="47" y="69"/>
                </a:cubicBezTo>
                <a:cubicBezTo>
                  <a:pt x="40" y="50"/>
                  <a:pt x="40" y="50"/>
                  <a:pt x="40" y="50"/>
                </a:cubicBezTo>
                <a:cubicBezTo>
                  <a:pt x="65" y="52"/>
                  <a:pt x="77" y="61"/>
                  <a:pt x="87" y="72"/>
                </a:cubicBezTo>
                <a:cubicBezTo>
                  <a:pt x="89" y="70"/>
                  <a:pt x="91" y="68"/>
                  <a:pt x="93" y="65"/>
                </a:cubicBezTo>
                <a:cubicBezTo>
                  <a:pt x="96" y="60"/>
                  <a:pt x="101" y="54"/>
                  <a:pt x="106" y="49"/>
                </a:cubicBezTo>
                <a:cubicBezTo>
                  <a:pt x="92" y="35"/>
                  <a:pt x="73" y="23"/>
                  <a:pt x="40" y="21"/>
                </a:cubicBezTo>
                <a:cubicBezTo>
                  <a:pt x="47" y="2"/>
                  <a:pt x="47" y="2"/>
                  <a:pt x="47" y="2"/>
                </a:cubicBezTo>
                <a:cubicBezTo>
                  <a:pt x="48" y="1"/>
                  <a:pt x="47" y="1"/>
                  <a:pt x="47" y="0"/>
                </a:cubicBezTo>
                <a:cubicBezTo>
                  <a:pt x="46" y="0"/>
                  <a:pt x="45" y="0"/>
                  <a:pt x="45" y="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4"/>
                  <a:pt x="0" y="35"/>
                  <a:pt x="0" y="35"/>
                </a:cubicBezTo>
                <a:cubicBezTo>
                  <a:pt x="0" y="36"/>
                  <a:pt x="0" y="36"/>
                  <a:pt x="0" y="37"/>
                </a:cubicBezTo>
                <a:lnTo>
                  <a:pt x="45" y="71"/>
                </a:lnTo>
                <a:close/>
                <a:moveTo>
                  <a:pt x="121" y="86"/>
                </a:moveTo>
                <a:cubicBezTo>
                  <a:pt x="134" y="67"/>
                  <a:pt x="145" y="53"/>
                  <a:pt x="179" y="50"/>
                </a:cubicBezTo>
                <a:cubicBezTo>
                  <a:pt x="171" y="69"/>
                  <a:pt x="171" y="69"/>
                  <a:pt x="171" y="69"/>
                </a:cubicBezTo>
                <a:cubicBezTo>
                  <a:pt x="171" y="69"/>
                  <a:pt x="171" y="70"/>
                  <a:pt x="172" y="71"/>
                </a:cubicBezTo>
                <a:cubicBezTo>
                  <a:pt x="172" y="71"/>
                  <a:pt x="173" y="71"/>
                  <a:pt x="173" y="71"/>
                </a:cubicBezTo>
                <a:cubicBezTo>
                  <a:pt x="173" y="71"/>
                  <a:pt x="174" y="71"/>
                  <a:pt x="174" y="71"/>
                </a:cubicBezTo>
                <a:cubicBezTo>
                  <a:pt x="218" y="37"/>
                  <a:pt x="218" y="37"/>
                  <a:pt x="218" y="37"/>
                </a:cubicBezTo>
                <a:cubicBezTo>
                  <a:pt x="219" y="36"/>
                  <a:pt x="219" y="36"/>
                  <a:pt x="219" y="35"/>
                </a:cubicBezTo>
                <a:cubicBezTo>
                  <a:pt x="219" y="35"/>
                  <a:pt x="219" y="34"/>
                  <a:pt x="218" y="34"/>
                </a:cubicBezTo>
                <a:cubicBezTo>
                  <a:pt x="174" y="0"/>
                  <a:pt x="174" y="0"/>
                  <a:pt x="174" y="0"/>
                </a:cubicBezTo>
                <a:cubicBezTo>
                  <a:pt x="174" y="0"/>
                  <a:pt x="173" y="0"/>
                  <a:pt x="172" y="0"/>
                </a:cubicBezTo>
                <a:cubicBezTo>
                  <a:pt x="171" y="1"/>
                  <a:pt x="171" y="1"/>
                  <a:pt x="171" y="2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30" y="23"/>
                  <a:pt x="112" y="48"/>
                  <a:pt x="97" y="69"/>
                </a:cubicBezTo>
                <a:cubicBezTo>
                  <a:pt x="84" y="87"/>
                  <a:pt x="74" y="101"/>
                  <a:pt x="40" y="103"/>
                </a:cubicBezTo>
                <a:cubicBezTo>
                  <a:pt x="47" y="85"/>
                  <a:pt x="47" y="85"/>
                  <a:pt x="47" y="85"/>
                </a:cubicBezTo>
                <a:cubicBezTo>
                  <a:pt x="48" y="84"/>
                  <a:pt x="47" y="83"/>
                  <a:pt x="47" y="83"/>
                </a:cubicBezTo>
                <a:cubicBezTo>
                  <a:pt x="46" y="82"/>
                  <a:pt x="46" y="82"/>
                  <a:pt x="46" y="82"/>
                </a:cubicBezTo>
                <a:cubicBezTo>
                  <a:pt x="45" y="82"/>
                  <a:pt x="45" y="82"/>
                  <a:pt x="45" y="8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7"/>
                  <a:pt x="0" y="117"/>
                  <a:pt x="0" y="118"/>
                </a:cubicBezTo>
                <a:cubicBezTo>
                  <a:pt x="0" y="119"/>
                  <a:pt x="0" y="119"/>
                  <a:pt x="0" y="119"/>
                </a:cubicBezTo>
                <a:cubicBezTo>
                  <a:pt x="45" y="153"/>
                  <a:pt x="45" y="153"/>
                  <a:pt x="45" y="153"/>
                </a:cubicBezTo>
                <a:cubicBezTo>
                  <a:pt x="45" y="154"/>
                  <a:pt x="46" y="154"/>
                  <a:pt x="47" y="153"/>
                </a:cubicBezTo>
                <a:cubicBezTo>
                  <a:pt x="47" y="153"/>
                  <a:pt x="48" y="152"/>
                  <a:pt x="47" y="151"/>
                </a:cubicBezTo>
                <a:cubicBezTo>
                  <a:pt x="40" y="133"/>
                  <a:pt x="40" y="133"/>
                  <a:pt x="40" y="133"/>
                </a:cubicBezTo>
                <a:cubicBezTo>
                  <a:pt x="89" y="131"/>
                  <a:pt x="107" y="106"/>
                  <a:pt x="121" y="8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/>
          <a:lstStyle/>
          <a:p>
            <a:endParaRPr lang="id-ID" sz="14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Flowchart: Off-page Connector 47"/>
          <p:cNvSpPr/>
          <p:nvPr/>
        </p:nvSpPr>
        <p:spPr>
          <a:xfrm rot="2700000">
            <a:off x="1615988" y="4455800"/>
            <a:ext cx="801267" cy="780978"/>
          </a:xfrm>
          <a:prstGeom prst="roundRect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26" name="Freeform 61"/>
          <p:cNvSpPr/>
          <p:nvPr/>
        </p:nvSpPr>
        <p:spPr bwMode="auto">
          <a:xfrm>
            <a:off x="1784127" y="4607124"/>
            <a:ext cx="460613" cy="478331"/>
          </a:xfrm>
          <a:custGeom>
            <a:avLst/>
            <a:gdLst>
              <a:gd name="T0" fmla="*/ 99 w 137"/>
              <a:gd name="T1" fmla="*/ 57 h 142"/>
              <a:gd name="T2" fmla="*/ 137 w 137"/>
              <a:gd name="T3" fmla="*/ 57 h 142"/>
              <a:gd name="T4" fmla="*/ 76 w 137"/>
              <a:gd name="T5" fmla="*/ 4 h 142"/>
              <a:gd name="T6" fmla="*/ 69 w 137"/>
              <a:gd name="T7" fmla="*/ 0 h 142"/>
              <a:gd name="T8" fmla="*/ 62 w 137"/>
              <a:gd name="T9" fmla="*/ 4 h 142"/>
              <a:gd name="T10" fmla="*/ 0 w 137"/>
              <a:gd name="T11" fmla="*/ 57 h 142"/>
              <a:gd name="T12" fmla="*/ 39 w 137"/>
              <a:gd name="T13" fmla="*/ 57 h 142"/>
              <a:gd name="T14" fmla="*/ 62 w 137"/>
              <a:gd name="T15" fmla="*/ 4 h 142"/>
              <a:gd name="T16" fmla="*/ 62 w 137"/>
              <a:gd name="T17" fmla="*/ 5 h 142"/>
              <a:gd name="T18" fmla="*/ 43 w 137"/>
              <a:gd name="T19" fmla="*/ 57 h 142"/>
              <a:gd name="T20" fmla="*/ 64 w 137"/>
              <a:gd name="T21" fmla="*/ 57 h 142"/>
              <a:gd name="T22" fmla="*/ 64 w 137"/>
              <a:gd name="T23" fmla="*/ 122 h 142"/>
              <a:gd name="T24" fmla="*/ 64 w 137"/>
              <a:gd name="T25" fmla="*/ 125 h 142"/>
              <a:gd name="T26" fmla="*/ 64 w 137"/>
              <a:gd name="T27" fmla="*/ 130 h 142"/>
              <a:gd name="T28" fmla="*/ 76 w 137"/>
              <a:gd name="T29" fmla="*/ 142 h 142"/>
              <a:gd name="T30" fmla="*/ 87 w 137"/>
              <a:gd name="T31" fmla="*/ 130 h 142"/>
              <a:gd name="T32" fmla="*/ 87 w 137"/>
              <a:gd name="T33" fmla="*/ 125 h 142"/>
              <a:gd name="T34" fmla="*/ 79 w 137"/>
              <a:gd name="T35" fmla="*/ 125 h 142"/>
              <a:gd name="T36" fmla="*/ 79 w 137"/>
              <a:gd name="T37" fmla="*/ 127 h 142"/>
              <a:gd name="T38" fmla="*/ 79 w 137"/>
              <a:gd name="T39" fmla="*/ 129 h 142"/>
              <a:gd name="T40" fmla="*/ 76 w 137"/>
              <a:gd name="T41" fmla="*/ 133 h 142"/>
              <a:gd name="T42" fmla="*/ 72 w 137"/>
              <a:gd name="T43" fmla="*/ 129 h 142"/>
              <a:gd name="T44" fmla="*/ 72 w 137"/>
              <a:gd name="T45" fmla="*/ 127 h 142"/>
              <a:gd name="T46" fmla="*/ 72 w 137"/>
              <a:gd name="T47" fmla="*/ 125 h 142"/>
              <a:gd name="T48" fmla="*/ 72 w 137"/>
              <a:gd name="T49" fmla="*/ 111 h 142"/>
              <a:gd name="T50" fmla="*/ 72 w 137"/>
              <a:gd name="T51" fmla="*/ 57 h 142"/>
              <a:gd name="T52" fmla="*/ 94 w 137"/>
              <a:gd name="T53" fmla="*/ 57 h 142"/>
              <a:gd name="T54" fmla="*/ 76 w 137"/>
              <a:gd name="T55" fmla="*/ 5 h 142"/>
              <a:gd name="T56" fmla="*/ 76 w 137"/>
              <a:gd name="T57" fmla="*/ 4 h 142"/>
              <a:gd name="T58" fmla="*/ 99 w 137"/>
              <a:gd name="T59" fmla="*/ 57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7" h="142">
                <a:moveTo>
                  <a:pt x="99" y="57"/>
                </a:moveTo>
                <a:cubicBezTo>
                  <a:pt x="137" y="57"/>
                  <a:pt x="137" y="57"/>
                  <a:pt x="137" y="57"/>
                </a:cubicBezTo>
                <a:cubicBezTo>
                  <a:pt x="130" y="28"/>
                  <a:pt x="105" y="7"/>
                  <a:pt x="76" y="4"/>
                </a:cubicBezTo>
                <a:cubicBezTo>
                  <a:pt x="74" y="1"/>
                  <a:pt x="72" y="0"/>
                  <a:pt x="69" y="0"/>
                </a:cubicBezTo>
                <a:cubicBezTo>
                  <a:pt x="66" y="0"/>
                  <a:pt x="64" y="1"/>
                  <a:pt x="62" y="4"/>
                </a:cubicBezTo>
                <a:cubicBezTo>
                  <a:pt x="32" y="6"/>
                  <a:pt x="7" y="28"/>
                  <a:pt x="0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24"/>
                  <a:pt x="58" y="7"/>
                  <a:pt x="62" y="4"/>
                </a:cubicBezTo>
                <a:cubicBezTo>
                  <a:pt x="62" y="4"/>
                  <a:pt x="62" y="5"/>
                  <a:pt x="62" y="5"/>
                </a:cubicBezTo>
                <a:cubicBezTo>
                  <a:pt x="41" y="31"/>
                  <a:pt x="43" y="57"/>
                  <a:pt x="43" y="57"/>
                </a:cubicBezTo>
                <a:cubicBezTo>
                  <a:pt x="64" y="57"/>
                  <a:pt x="64" y="57"/>
                  <a:pt x="64" y="57"/>
                </a:cubicBezTo>
                <a:cubicBezTo>
                  <a:pt x="64" y="122"/>
                  <a:pt x="64" y="122"/>
                  <a:pt x="64" y="122"/>
                </a:cubicBezTo>
                <a:cubicBezTo>
                  <a:pt x="64" y="125"/>
                  <a:pt x="64" y="125"/>
                  <a:pt x="64" y="125"/>
                </a:cubicBezTo>
                <a:cubicBezTo>
                  <a:pt x="64" y="130"/>
                  <a:pt x="64" y="130"/>
                  <a:pt x="64" y="130"/>
                </a:cubicBezTo>
                <a:cubicBezTo>
                  <a:pt x="64" y="136"/>
                  <a:pt x="69" y="142"/>
                  <a:pt x="76" y="142"/>
                </a:cubicBezTo>
                <a:cubicBezTo>
                  <a:pt x="82" y="142"/>
                  <a:pt x="87" y="136"/>
                  <a:pt x="87" y="130"/>
                </a:cubicBezTo>
                <a:cubicBezTo>
                  <a:pt x="87" y="125"/>
                  <a:pt x="87" y="125"/>
                  <a:pt x="87" y="125"/>
                </a:cubicBezTo>
                <a:cubicBezTo>
                  <a:pt x="79" y="125"/>
                  <a:pt x="79" y="125"/>
                  <a:pt x="79" y="125"/>
                </a:cubicBezTo>
                <a:cubicBezTo>
                  <a:pt x="79" y="127"/>
                  <a:pt x="79" y="127"/>
                  <a:pt x="79" y="127"/>
                </a:cubicBezTo>
                <a:cubicBezTo>
                  <a:pt x="79" y="129"/>
                  <a:pt x="79" y="129"/>
                  <a:pt x="79" y="129"/>
                </a:cubicBezTo>
                <a:cubicBezTo>
                  <a:pt x="79" y="131"/>
                  <a:pt x="78" y="133"/>
                  <a:pt x="76" y="133"/>
                </a:cubicBezTo>
                <a:cubicBezTo>
                  <a:pt x="74" y="133"/>
                  <a:pt x="72" y="131"/>
                  <a:pt x="72" y="129"/>
                </a:cubicBezTo>
                <a:cubicBezTo>
                  <a:pt x="72" y="127"/>
                  <a:pt x="72" y="127"/>
                  <a:pt x="72" y="127"/>
                </a:cubicBezTo>
                <a:cubicBezTo>
                  <a:pt x="72" y="125"/>
                  <a:pt x="72" y="125"/>
                  <a:pt x="72" y="125"/>
                </a:cubicBezTo>
                <a:cubicBezTo>
                  <a:pt x="72" y="111"/>
                  <a:pt x="72" y="111"/>
                  <a:pt x="72" y="111"/>
                </a:cubicBezTo>
                <a:cubicBezTo>
                  <a:pt x="72" y="57"/>
                  <a:pt x="72" y="57"/>
                  <a:pt x="72" y="57"/>
                </a:cubicBezTo>
                <a:cubicBezTo>
                  <a:pt x="94" y="57"/>
                  <a:pt x="94" y="57"/>
                  <a:pt x="94" y="57"/>
                </a:cubicBezTo>
                <a:cubicBezTo>
                  <a:pt x="94" y="57"/>
                  <a:pt x="97" y="31"/>
                  <a:pt x="76" y="5"/>
                </a:cubicBezTo>
                <a:cubicBezTo>
                  <a:pt x="76" y="5"/>
                  <a:pt x="76" y="4"/>
                  <a:pt x="76" y="4"/>
                </a:cubicBezTo>
                <a:cubicBezTo>
                  <a:pt x="80" y="7"/>
                  <a:pt x="99" y="24"/>
                  <a:pt x="99" y="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B957EF6-2B50-68BD-465A-1A58E8DA2849}"/>
              </a:ext>
            </a:extLst>
          </p:cNvPr>
          <p:cNvGrpSpPr/>
          <p:nvPr/>
        </p:nvGrpSpPr>
        <p:grpSpPr>
          <a:xfrm>
            <a:off x="2609641" y="1372351"/>
            <a:ext cx="2966425" cy="816522"/>
            <a:chOff x="283598" y="1906534"/>
            <a:chExt cx="2966425" cy="816522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BC47B1F-E543-CCB0-9D49-14B3F5BB67D2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6538EF8-9A72-555B-D908-E8370C517692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3EFA72-6C00-D02B-81E1-0C063E838BCB}"/>
              </a:ext>
            </a:extLst>
          </p:cNvPr>
          <p:cNvGrpSpPr/>
          <p:nvPr/>
        </p:nvGrpSpPr>
        <p:grpSpPr>
          <a:xfrm>
            <a:off x="2609641" y="2914228"/>
            <a:ext cx="2966425" cy="816522"/>
            <a:chOff x="283598" y="1906534"/>
            <a:chExt cx="2966425" cy="816522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1FFB1E5-E0ED-E534-CCCE-74FEA019C941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916F95A-E491-897B-010C-5DA77EFF2639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A6CDD80-C64B-6BE7-C986-2E008D1DB725}"/>
              </a:ext>
            </a:extLst>
          </p:cNvPr>
          <p:cNvGrpSpPr/>
          <p:nvPr/>
        </p:nvGrpSpPr>
        <p:grpSpPr>
          <a:xfrm>
            <a:off x="2609641" y="4456105"/>
            <a:ext cx="2966425" cy="816522"/>
            <a:chOff x="283598" y="1906534"/>
            <a:chExt cx="2966425" cy="816522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7E43AED-BF60-F867-B021-00F973652A5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F2E3ED8-02E8-691E-F550-DEB8B105A12B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119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0A6FB-ED61-44E5-4D8E-441AAE48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EA0C516F-568B-3568-6C4E-7335FB3C38E1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E6AF6D70-B9A7-68DF-50EB-234FCAA4C0CD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49298F04-D482-A749-515E-8F7E1D4E60B9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9605DFF-18C8-F73A-B921-A0F9E6A62D0E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03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451D282-6FFF-19B3-4A84-AA2DF97D8A8E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19" name="任意多边形: 形状 18"/>
          <p:cNvSpPr/>
          <p:nvPr/>
        </p:nvSpPr>
        <p:spPr>
          <a:xfrm rot="10800000">
            <a:off x="2770124" y="1742273"/>
            <a:ext cx="2210163" cy="2210161"/>
          </a:xfrm>
          <a:custGeom>
            <a:avLst/>
            <a:gdLst>
              <a:gd name="connsiteX0" fmla="*/ 0 w 1698172"/>
              <a:gd name="connsiteY0" fmla="*/ 0 h 1698171"/>
              <a:gd name="connsiteX1" fmla="*/ 1689405 w 1698172"/>
              <a:gd name="connsiteY1" fmla="*/ 1524544 h 1698171"/>
              <a:gd name="connsiteX2" fmla="*/ 1698172 w 1698172"/>
              <a:gd name="connsiteY2" fmla="*/ 1698171 h 1698171"/>
              <a:gd name="connsiteX3" fmla="*/ 1088118 w 1698172"/>
              <a:gd name="connsiteY3" fmla="*/ 1698171 h 1698171"/>
              <a:gd name="connsiteX4" fmla="*/ 111253 w 1698172"/>
              <a:gd name="connsiteY4" fmla="*/ 615670 h 1698171"/>
              <a:gd name="connsiteX5" fmla="*/ 0 w 1698172"/>
              <a:gd name="connsiteY5" fmla="*/ 610052 h 1698171"/>
              <a:gd name="connsiteX6" fmla="*/ 0 w 1698172"/>
              <a:gd name="connsiteY6" fmla="*/ 0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171" h="1698171">
                <a:moveTo>
                  <a:pt x="0" y="0"/>
                </a:moveTo>
                <a:cubicBezTo>
                  <a:pt x="879257" y="0"/>
                  <a:pt x="1602441" y="668231"/>
                  <a:pt x="1689405" y="1524544"/>
                </a:cubicBezTo>
                <a:lnTo>
                  <a:pt x="1698172" y="1698171"/>
                </a:lnTo>
                <a:lnTo>
                  <a:pt x="1088118" y="1698171"/>
                </a:lnTo>
                <a:cubicBezTo>
                  <a:pt x="1088118" y="1134779"/>
                  <a:pt x="659944" y="671392"/>
                  <a:pt x="111253" y="615670"/>
                </a:cubicBezTo>
                <a:lnTo>
                  <a:pt x="0" y="610052"/>
                </a:lnTo>
                <a:lnTo>
                  <a:pt x="0" y="0"/>
                </a:lnTo>
                <a:close/>
              </a:path>
            </a:pathLst>
          </a:cu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  <a:sym typeface="+mn-lt"/>
            </a:endParaRPr>
          </a:p>
        </p:txBody>
      </p:sp>
      <p:sp>
        <p:nvSpPr>
          <p:cNvPr id="3" name="任意多边形: 形状 2"/>
          <p:cNvSpPr/>
          <p:nvPr/>
        </p:nvSpPr>
        <p:spPr bwMode="auto">
          <a:xfrm>
            <a:off x="4335156" y="3245139"/>
            <a:ext cx="457348" cy="456499"/>
          </a:xfrm>
          <a:custGeom>
            <a:avLst/>
            <a:gdLst>
              <a:gd name="T0" fmla="*/ 164 w 204"/>
              <a:gd name="T1" fmla="*/ 0 h 204"/>
              <a:gd name="T2" fmla="*/ 39 w 204"/>
              <a:gd name="T3" fmla="*/ 0 h 204"/>
              <a:gd name="T4" fmla="*/ 0 w 204"/>
              <a:gd name="T5" fmla="*/ 39 h 204"/>
              <a:gd name="T6" fmla="*/ 0 w 204"/>
              <a:gd name="T7" fmla="*/ 81 h 204"/>
              <a:gd name="T8" fmla="*/ 0 w 204"/>
              <a:gd name="T9" fmla="*/ 164 h 204"/>
              <a:gd name="T10" fmla="*/ 39 w 204"/>
              <a:gd name="T11" fmla="*/ 204 h 204"/>
              <a:gd name="T12" fmla="*/ 164 w 204"/>
              <a:gd name="T13" fmla="*/ 204 h 204"/>
              <a:gd name="T14" fmla="*/ 204 w 204"/>
              <a:gd name="T15" fmla="*/ 164 h 204"/>
              <a:gd name="T16" fmla="*/ 204 w 204"/>
              <a:gd name="T17" fmla="*/ 81 h 204"/>
              <a:gd name="T18" fmla="*/ 204 w 204"/>
              <a:gd name="T19" fmla="*/ 39 h 204"/>
              <a:gd name="T20" fmla="*/ 164 w 204"/>
              <a:gd name="T21" fmla="*/ 0 h 204"/>
              <a:gd name="T22" fmla="*/ 176 w 204"/>
              <a:gd name="T23" fmla="*/ 23 h 204"/>
              <a:gd name="T24" fmla="*/ 180 w 204"/>
              <a:gd name="T25" fmla="*/ 23 h 204"/>
              <a:gd name="T26" fmla="*/ 180 w 204"/>
              <a:gd name="T27" fmla="*/ 28 h 204"/>
              <a:gd name="T28" fmla="*/ 180 w 204"/>
              <a:gd name="T29" fmla="*/ 58 h 204"/>
              <a:gd name="T30" fmla="*/ 146 w 204"/>
              <a:gd name="T31" fmla="*/ 58 h 204"/>
              <a:gd name="T32" fmla="*/ 146 w 204"/>
              <a:gd name="T33" fmla="*/ 24 h 204"/>
              <a:gd name="T34" fmla="*/ 176 w 204"/>
              <a:gd name="T35" fmla="*/ 23 h 204"/>
              <a:gd name="T36" fmla="*/ 73 w 204"/>
              <a:gd name="T37" fmla="*/ 81 h 204"/>
              <a:gd name="T38" fmla="*/ 102 w 204"/>
              <a:gd name="T39" fmla="*/ 66 h 204"/>
              <a:gd name="T40" fmla="*/ 131 w 204"/>
              <a:gd name="T41" fmla="*/ 81 h 204"/>
              <a:gd name="T42" fmla="*/ 138 w 204"/>
              <a:gd name="T43" fmla="*/ 102 h 204"/>
              <a:gd name="T44" fmla="*/ 102 w 204"/>
              <a:gd name="T45" fmla="*/ 138 h 204"/>
              <a:gd name="T46" fmla="*/ 66 w 204"/>
              <a:gd name="T47" fmla="*/ 102 h 204"/>
              <a:gd name="T48" fmla="*/ 73 w 204"/>
              <a:gd name="T49" fmla="*/ 81 h 204"/>
              <a:gd name="T50" fmla="*/ 184 w 204"/>
              <a:gd name="T51" fmla="*/ 164 h 204"/>
              <a:gd name="T52" fmla="*/ 164 w 204"/>
              <a:gd name="T53" fmla="*/ 184 h 204"/>
              <a:gd name="T54" fmla="*/ 39 w 204"/>
              <a:gd name="T55" fmla="*/ 184 h 204"/>
              <a:gd name="T56" fmla="*/ 20 w 204"/>
              <a:gd name="T57" fmla="*/ 164 h 204"/>
              <a:gd name="T58" fmla="*/ 20 w 204"/>
              <a:gd name="T59" fmla="*/ 81 h 204"/>
              <a:gd name="T60" fmla="*/ 50 w 204"/>
              <a:gd name="T61" fmla="*/ 81 h 204"/>
              <a:gd name="T62" fmla="*/ 46 w 204"/>
              <a:gd name="T63" fmla="*/ 102 h 204"/>
              <a:gd name="T64" fmla="*/ 102 w 204"/>
              <a:gd name="T65" fmla="*/ 158 h 204"/>
              <a:gd name="T66" fmla="*/ 157 w 204"/>
              <a:gd name="T67" fmla="*/ 102 h 204"/>
              <a:gd name="T68" fmla="*/ 153 w 204"/>
              <a:gd name="T69" fmla="*/ 81 h 204"/>
              <a:gd name="T70" fmla="*/ 184 w 204"/>
              <a:gd name="T71" fmla="*/ 81 h 204"/>
              <a:gd name="T72" fmla="*/ 184 w 204"/>
              <a:gd name="T73" fmla="*/ 16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4" h="204">
                <a:moveTo>
                  <a:pt x="164" y="0"/>
                </a:moveTo>
                <a:cubicBezTo>
                  <a:pt x="39" y="0"/>
                  <a:pt x="39" y="0"/>
                  <a:pt x="39" y="0"/>
                </a:cubicBezTo>
                <a:cubicBezTo>
                  <a:pt x="17" y="0"/>
                  <a:pt x="0" y="18"/>
                  <a:pt x="0" y="39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64"/>
                  <a:pt x="0" y="164"/>
                  <a:pt x="0" y="164"/>
                </a:cubicBezTo>
                <a:cubicBezTo>
                  <a:pt x="0" y="186"/>
                  <a:pt x="17" y="204"/>
                  <a:pt x="39" y="204"/>
                </a:cubicBezTo>
                <a:cubicBezTo>
                  <a:pt x="164" y="204"/>
                  <a:pt x="164" y="204"/>
                  <a:pt x="164" y="204"/>
                </a:cubicBezTo>
                <a:cubicBezTo>
                  <a:pt x="186" y="204"/>
                  <a:pt x="204" y="186"/>
                  <a:pt x="204" y="164"/>
                </a:cubicBezTo>
                <a:cubicBezTo>
                  <a:pt x="204" y="81"/>
                  <a:pt x="204" y="81"/>
                  <a:pt x="204" y="81"/>
                </a:cubicBezTo>
                <a:cubicBezTo>
                  <a:pt x="204" y="39"/>
                  <a:pt x="204" y="39"/>
                  <a:pt x="204" y="39"/>
                </a:cubicBezTo>
                <a:cubicBezTo>
                  <a:pt x="204" y="18"/>
                  <a:pt x="186" y="0"/>
                  <a:pt x="164" y="0"/>
                </a:cubicBezTo>
                <a:close/>
                <a:moveTo>
                  <a:pt x="176" y="23"/>
                </a:moveTo>
                <a:cubicBezTo>
                  <a:pt x="180" y="23"/>
                  <a:pt x="180" y="23"/>
                  <a:pt x="180" y="23"/>
                </a:cubicBezTo>
                <a:cubicBezTo>
                  <a:pt x="180" y="28"/>
                  <a:pt x="180" y="28"/>
                  <a:pt x="180" y="28"/>
                </a:cubicBezTo>
                <a:cubicBezTo>
                  <a:pt x="180" y="58"/>
                  <a:pt x="180" y="58"/>
                  <a:pt x="180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24"/>
                  <a:pt x="146" y="24"/>
                  <a:pt x="146" y="24"/>
                </a:cubicBezTo>
                <a:lnTo>
                  <a:pt x="176" y="23"/>
                </a:lnTo>
                <a:close/>
                <a:moveTo>
                  <a:pt x="73" y="81"/>
                </a:moveTo>
                <a:cubicBezTo>
                  <a:pt x="79" y="72"/>
                  <a:pt x="90" y="66"/>
                  <a:pt x="102" y="66"/>
                </a:cubicBezTo>
                <a:cubicBezTo>
                  <a:pt x="114" y="66"/>
                  <a:pt x="124" y="72"/>
                  <a:pt x="131" y="81"/>
                </a:cubicBezTo>
                <a:cubicBezTo>
                  <a:pt x="135" y="87"/>
                  <a:pt x="138" y="94"/>
                  <a:pt x="138" y="102"/>
                </a:cubicBezTo>
                <a:cubicBezTo>
                  <a:pt x="138" y="122"/>
                  <a:pt x="121" y="138"/>
                  <a:pt x="102" y="138"/>
                </a:cubicBezTo>
                <a:cubicBezTo>
                  <a:pt x="82" y="138"/>
                  <a:pt x="66" y="122"/>
                  <a:pt x="66" y="102"/>
                </a:cubicBezTo>
                <a:cubicBezTo>
                  <a:pt x="66" y="94"/>
                  <a:pt x="68" y="87"/>
                  <a:pt x="73" y="81"/>
                </a:cubicBezTo>
                <a:close/>
                <a:moveTo>
                  <a:pt x="184" y="164"/>
                </a:moveTo>
                <a:cubicBezTo>
                  <a:pt x="184" y="175"/>
                  <a:pt x="175" y="184"/>
                  <a:pt x="164" y="184"/>
                </a:cubicBezTo>
                <a:cubicBezTo>
                  <a:pt x="39" y="184"/>
                  <a:pt x="39" y="184"/>
                  <a:pt x="39" y="184"/>
                </a:cubicBezTo>
                <a:cubicBezTo>
                  <a:pt x="28" y="184"/>
                  <a:pt x="20" y="175"/>
                  <a:pt x="20" y="164"/>
                </a:cubicBezTo>
                <a:cubicBezTo>
                  <a:pt x="20" y="81"/>
                  <a:pt x="20" y="81"/>
                  <a:pt x="20" y="81"/>
                </a:cubicBezTo>
                <a:cubicBezTo>
                  <a:pt x="50" y="81"/>
                  <a:pt x="50" y="81"/>
                  <a:pt x="50" y="81"/>
                </a:cubicBezTo>
                <a:cubicBezTo>
                  <a:pt x="47" y="87"/>
                  <a:pt x="46" y="95"/>
                  <a:pt x="46" y="102"/>
                </a:cubicBezTo>
                <a:cubicBezTo>
                  <a:pt x="46" y="133"/>
                  <a:pt x="71" y="158"/>
                  <a:pt x="102" y="158"/>
                </a:cubicBezTo>
                <a:cubicBezTo>
                  <a:pt x="132" y="158"/>
                  <a:pt x="157" y="133"/>
                  <a:pt x="157" y="102"/>
                </a:cubicBezTo>
                <a:cubicBezTo>
                  <a:pt x="157" y="95"/>
                  <a:pt x="156" y="87"/>
                  <a:pt x="153" y="81"/>
                </a:cubicBezTo>
                <a:cubicBezTo>
                  <a:pt x="184" y="81"/>
                  <a:pt x="184" y="81"/>
                  <a:pt x="184" y="81"/>
                </a:cubicBezTo>
                <a:lnTo>
                  <a:pt x="184" y="1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3784206" y="1742269"/>
            <a:ext cx="1196081" cy="1259157"/>
          </a:xfrm>
          <a:custGeom>
            <a:avLst/>
            <a:gdLst>
              <a:gd name="connsiteX0" fmla="*/ 4607 w 1484547"/>
              <a:gd name="connsiteY0" fmla="*/ 0 h 1562836"/>
              <a:gd name="connsiteX1" fmla="*/ 1484547 w 1484547"/>
              <a:gd name="connsiteY1" fmla="*/ 0 h 1562836"/>
              <a:gd name="connsiteX2" fmla="*/ 1484547 w 1484547"/>
              <a:gd name="connsiteY2" fmla="*/ 1562183 h 1562836"/>
              <a:gd name="connsiteX3" fmla="*/ 1471613 w 1484547"/>
              <a:gd name="connsiteY3" fmla="*/ 1562836 h 1562836"/>
              <a:gd name="connsiteX4" fmla="*/ 0 w 1484547"/>
              <a:gd name="connsiteY4" fmla="*/ 91223 h 1562836"/>
              <a:gd name="connsiteX5" fmla="*/ 4607 w 1484547"/>
              <a:gd name="connsiteY5" fmla="*/ 0 h 156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7" h="1562836">
                <a:moveTo>
                  <a:pt x="4607" y="0"/>
                </a:moveTo>
                <a:lnTo>
                  <a:pt x="1484547" y="0"/>
                </a:lnTo>
                <a:lnTo>
                  <a:pt x="1484547" y="1562183"/>
                </a:lnTo>
                <a:lnTo>
                  <a:pt x="1471613" y="1562836"/>
                </a:lnTo>
                <a:cubicBezTo>
                  <a:pt x="658864" y="1562836"/>
                  <a:pt x="0" y="903972"/>
                  <a:pt x="0" y="91223"/>
                </a:cubicBezTo>
                <a:lnTo>
                  <a:pt x="4607" y="0"/>
                </a:lnTo>
                <a:close/>
              </a:path>
            </a:pathLst>
          </a:cu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任意多边形: 形状 5" descr="D:\51PPT模板网\51pptmoban.com\图片.jpg"/>
          <p:cNvSpPr/>
          <p:nvPr/>
        </p:nvSpPr>
        <p:spPr bwMode="auto">
          <a:xfrm>
            <a:off x="4371257" y="2057513"/>
            <a:ext cx="385148" cy="491479"/>
          </a:xfrm>
          <a:custGeom>
            <a:avLst/>
            <a:gdLst>
              <a:gd name="connsiteX0" fmla="*/ 43815 w 258763"/>
              <a:gd name="connsiteY0" fmla="*/ 130175 h 330201"/>
              <a:gd name="connsiteX1" fmla="*/ 28575 w 258763"/>
              <a:gd name="connsiteY1" fmla="*/ 147060 h 330201"/>
              <a:gd name="connsiteX2" fmla="*/ 28575 w 258763"/>
              <a:gd name="connsiteY2" fmla="*/ 227590 h 330201"/>
              <a:gd name="connsiteX3" fmla="*/ 43815 w 258763"/>
              <a:gd name="connsiteY3" fmla="*/ 244475 h 330201"/>
              <a:gd name="connsiteX4" fmla="*/ 60325 w 258763"/>
              <a:gd name="connsiteY4" fmla="*/ 227590 h 330201"/>
              <a:gd name="connsiteX5" fmla="*/ 60325 w 258763"/>
              <a:gd name="connsiteY5" fmla="*/ 147060 h 330201"/>
              <a:gd name="connsiteX6" fmla="*/ 43815 w 258763"/>
              <a:gd name="connsiteY6" fmla="*/ 130175 h 330201"/>
              <a:gd name="connsiteX7" fmla="*/ 221457 w 258763"/>
              <a:gd name="connsiteY7" fmla="*/ 98425 h 330201"/>
              <a:gd name="connsiteX8" fmla="*/ 211138 w 258763"/>
              <a:gd name="connsiteY8" fmla="*/ 110021 h 330201"/>
              <a:gd name="connsiteX9" fmla="*/ 211138 w 258763"/>
              <a:gd name="connsiteY9" fmla="*/ 265918 h 330201"/>
              <a:gd name="connsiteX10" fmla="*/ 221457 w 258763"/>
              <a:gd name="connsiteY10" fmla="*/ 276225 h 330201"/>
              <a:gd name="connsiteX11" fmla="*/ 231776 w 258763"/>
              <a:gd name="connsiteY11" fmla="*/ 265918 h 330201"/>
              <a:gd name="connsiteX12" fmla="*/ 231776 w 258763"/>
              <a:gd name="connsiteY12" fmla="*/ 110021 h 330201"/>
              <a:gd name="connsiteX13" fmla="*/ 221457 w 258763"/>
              <a:gd name="connsiteY13" fmla="*/ 98425 h 330201"/>
              <a:gd name="connsiteX14" fmla="*/ 80216 w 258763"/>
              <a:gd name="connsiteY14" fmla="*/ 71438 h 330201"/>
              <a:gd name="connsiteX15" fmla="*/ 236768 w 258763"/>
              <a:gd name="connsiteY15" fmla="*/ 71438 h 330201"/>
              <a:gd name="connsiteX16" fmla="*/ 258763 w 258763"/>
              <a:gd name="connsiteY16" fmla="*/ 93324 h 330201"/>
              <a:gd name="connsiteX17" fmla="*/ 258763 w 258763"/>
              <a:gd name="connsiteY17" fmla="*/ 274844 h 330201"/>
              <a:gd name="connsiteX18" fmla="*/ 204423 w 258763"/>
              <a:gd name="connsiteY18" fmla="*/ 330201 h 330201"/>
              <a:gd name="connsiteX19" fmla="*/ 113856 w 258763"/>
              <a:gd name="connsiteY19" fmla="*/ 330201 h 330201"/>
              <a:gd name="connsiteX20" fmla="*/ 59515 w 258763"/>
              <a:gd name="connsiteY20" fmla="*/ 274844 h 330201"/>
              <a:gd name="connsiteX21" fmla="*/ 59515 w 258763"/>
              <a:gd name="connsiteY21" fmla="*/ 267120 h 330201"/>
              <a:gd name="connsiteX22" fmla="*/ 42696 w 258763"/>
              <a:gd name="connsiteY22" fmla="*/ 270982 h 330201"/>
              <a:gd name="connsiteX23" fmla="*/ 0 w 258763"/>
              <a:gd name="connsiteY23" fmla="*/ 227211 h 330201"/>
              <a:gd name="connsiteX24" fmla="*/ 0 w 258763"/>
              <a:gd name="connsiteY24" fmla="*/ 147394 h 330201"/>
              <a:gd name="connsiteX25" fmla="*/ 42696 w 258763"/>
              <a:gd name="connsiteY25" fmla="*/ 103623 h 330201"/>
              <a:gd name="connsiteX26" fmla="*/ 59515 w 258763"/>
              <a:gd name="connsiteY26" fmla="*/ 107485 h 330201"/>
              <a:gd name="connsiteX27" fmla="*/ 59515 w 258763"/>
              <a:gd name="connsiteY27" fmla="*/ 93324 h 330201"/>
              <a:gd name="connsiteX28" fmla="*/ 80216 w 258763"/>
              <a:gd name="connsiteY28" fmla="*/ 71438 h 330201"/>
              <a:gd name="connsiteX29" fmla="*/ 107950 w 258763"/>
              <a:gd name="connsiteY29" fmla="*/ 0 h 330201"/>
              <a:gd name="connsiteX30" fmla="*/ 109247 w 258763"/>
              <a:gd name="connsiteY30" fmla="*/ 1290 h 330201"/>
              <a:gd name="connsiteX31" fmla="*/ 113139 w 258763"/>
              <a:gd name="connsiteY31" fmla="*/ 2580 h 330201"/>
              <a:gd name="connsiteX32" fmla="*/ 119624 w 258763"/>
              <a:gd name="connsiteY32" fmla="*/ 5160 h 330201"/>
              <a:gd name="connsiteX33" fmla="*/ 126110 w 258763"/>
              <a:gd name="connsiteY33" fmla="*/ 7739 h 330201"/>
              <a:gd name="connsiteX34" fmla="*/ 144269 w 258763"/>
              <a:gd name="connsiteY34" fmla="*/ 12899 h 330201"/>
              <a:gd name="connsiteX35" fmla="*/ 145566 w 258763"/>
              <a:gd name="connsiteY35" fmla="*/ 12899 h 330201"/>
              <a:gd name="connsiteX36" fmla="*/ 146863 w 258763"/>
              <a:gd name="connsiteY36" fmla="*/ 14189 h 330201"/>
              <a:gd name="connsiteX37" fmla="*/ 148161 w 258763"/>
              <a:gd name="connsiteY37" fmla="*/ 14189 h 330201"/>
              <a:gd name="connsiteX38" fmla="*/ 149458 w 258763"/>
              <a:gd name="connsiteY38" fmla="*/ 14189 h 330201"/>
              <a:gd name="connsiteX39" fmla="*/ 152052 w 258763"/>
              <a:gd name="connsiteY39" fmla="*/ 14189 h 330201"/>
              <a:gd name="connsiteX40" fmla="*/ 154646 w 258763"/>
              <a:gd name="connsiteY40" fmla="*/ 15478 h 330201"/>
              <a:gd name="connsiteX41" fmla="*/ 155943 w 258763"/>
              <a:gd name="connsiteY41" fmla="*/ 15478 h 330201"/>
              <a:gd name="connsiteX42" fmla="*/ 157240 w 258763"/>
              <a:gd name="connsiteY42" fmla="*/ 15478 h 330201"/>
              <a:gd name="connsiteX43" fmla="*/ 158537 w 258763"/>
              <a:gd name="connsiteY43" fmla="*/ 16768 h 330201"/>
              <a:gd name="connsiteX44" fmla="*/ 159835 w 258763"/>
              <a:gd name="connsiteY44" fmla="*/ 16768 h 330201"/>
              <a:gd name="connsiteX45" fmla="*/ 162429 w 258763"/>
              <a:gd name="connsiteY45" fmla="*/ 16768 h 330201"/>
              <a:gd name="connsiteX46" fmla="*/ 165023 w 258763"/>
              <a:gd name="connsiteY46" fmla="*/ 18058 h 330201"/>
              <a:gd name="connsiteX47" fmla="*/ 166320 w 258763"/>
              <a:gd name="connsiteY47" fmla="*/ 18058 h 330201"/>
              <a:gd name="connsiteX48" fmla="*/ 167617 w 258763"/>
              <a:gd name="connsiteY48" fmla="*/ 18058 h 330201"/>
              <a:gd name="connsiteX49" fmla="*/ 168914 w 258763"/>
              <a:gd name="connsiteY49" fmla="*/ 18058 h 330201"/>
              <a:gd name="connsiteX50" fmla="*/ 170211 w 258763"/>
              <a:gd name="connsiteY50" fmla="*/ 18058 h 330201"/>
              <a:gd name="connsiteX51" fmla="*/ 176697 w 258763"/>
              <a:gd name="connsiteY51" fmla="*/ 20638 h 330201"/>
              <a:gd name="connsiteX52" fmla="*/ 188371 w 258763"/>
              <a:gd name="connsiteY52" fmla="*/ 24507 h 330201"/>
              <a:gd name="connsiteX53" fmla="*/ 193559 w 258763"/>
              <a:gd name="connsiteY53" fmla="*/ 27087 h 330201"/>
              <a:gd name="connsiteX54" fmla="*/ 194856 w 258763"/>
              <a:gd name="connsiteY54" fmla="*/ 28377 h 330201"/>
              <a:gd name="connsiteX55" fmla="*/ 196154 w 258763"/>
              <a:gd name="connsiteY55" fmla="*/ 29667 h 330201"/>
              <a:gd name="connsiteX56" fmla="*/ 197451 w 258763"/>
              <a:gd name="connsiteY56" fmla="*/ 29667 h 330201"/>
              <a:gd name="connsiteX57" fmla="*/ 198748 w 258763"/>
              <a:gd name="connsiteY57" fmla="*/ 30957 h 330201"/>
              <a:gd name="connsiteX58" fmla="*/ 207828 w 258763"/>
              <a:gd name="connsiteY58" fmla="*/ 38696 h 330201"/>
              <a:gd name="connsiteX59" fmla="*/ 213016 w 258763"/>
              <a:gd name="connsiteY59" fmla="*/ 47725 h 330201"/>
              <a:gd name="connsiteX60" fmla="*/ 214313 w 258763"/>
              <a:gd name="connsiteY60" fmla="*/ 55464 h 330201"/>
              <a:gd name="connsiteX61" fmla="*/ 214313 w 258763"/>
              <a:gd name="connsiteY61" fmla="*/ 58044 h 330201"/>
              <a:gd name="connsiteX62" fmla="*/ 213016 w 258763"/>
              <a:gd name="connsiteY62" fmla="*/ 59334 h 330201"/>
              <a:gd name="connsiteX63" fmla="*/ 213016 w 258763"/>
              <a:gd name="connsiteY63" fmla="*/ 60623 h 330201"/>
              <a:gd name="connsiteX64" fmla="*/ 213016 w 258763"/>
              <a:gd name="connsiteY64" fmla="*/ 61913 h 330201"/>
              <a:gd name="connsiteX65" fmla="*/ 211719 w 258763"/>
              <a:gd name="connsiteY65" fmla="*/ 60623 h 330201"/>
              <a:gd name="connsiteX66" fmla="*/ 210422 w 258763"/>
              <a:gd name="connsiteY66" fmla="*/ 59334 h 330201"/>
              <a:gd name="connsiteX67" fmla="*/ 209125 w 258763"/>
              <a:gd name="connsiteY67" fmla="*/ 58044 h 330201"/>
              <a:gd name="connsiteX68" fmla="*/ 203936 w 258763"/>
              <a:gd name="connsiteY68" fmla="*/ 54174 h 330201"/>
              <a:gd name="connsiteX69" fmla="*/ 197451 w 258763"/>
              <a:gd name="connsiteY69" fmla="*/ 51594 h 330201"/>
              <a:gd name="connsiteX70" fmla="*/ 189668 w 258763"/>
              <a:gd name="connsiteY70" fmla="*/ 50305 h 330201"/>
              <a:gd name="connsiteX71" fmla="*/ 187074 w 258763"/>
              <a:gd name="connsiteY71" fmla="*/ 50305 h 330201"/>
              <a:gd name="connsiteX72" fmla="*/ 184480 w 258763"/>
              <a:gd name="connsiteY72" fmla="*/ 49015 h 330201"/>
              <a:gd name="connsiteX73" fmla="*/ 180588 w 258763"/>
              <a:gd name="connsiteY73" fmla="*/ 47725 h 330201"/>
              <a:gd name="connsiteX74" fmla="*/ 170211 w 258763"/>
              <a:gd name="connsiteY74" fmla="*/ 46435 h 330201"/>
              <a:gd name="connsiteX75" fmla="*/ 165023 w 258763"/>
              <a:gd name="connsiteY75" fmla="*/ 45145 h 330201"/>
              <a:gd name="connsiteX76" fmla="*/ 163726 w 258763"/>
              <a:gd name="connsiteY76" fmla="*/ 45145 h 330201"/>
              <a:gd name="connsiteX77" fmla="*/ 162429 w 258763"/>
              <a:gd name="connsiteY77" fmla="*/ 45145 h 330201"/>
              <a:gd name="connsiteX78" fmla="*/ 159835 w 258763"/>
              <a:gd name="connsiteY78" fmla="*/ 43855 h 330201"/>
              <a:gd name="connsiteX79" fmla="*/ 158537 w 258763"/>
              <a:gd name="connsiteY79" fmla="*/ 43855 h 330201"/>
              <a:gd name="connsiteX80" fmla="*/ 155943 w 258763"/>
              <a:gd name="connsiteY80" fmla="*/ 42565 h 330201"/>
              <a:gd name="connsiteX81" fmla="*/ 152052 w 258763"/>
              <a:gd name="connsiteY81" fmla="*/ 42565 h 330201"/>
              <a:gd name="connsiteX82" fmla="*/ 149458 w 258763"/>
              <a:gd name="connsiteY82" fmla="*/ 41276 h 330201"/>
              <a:gd name="connsiteX83" fmla="*/ 146863 w 258763"/>
              <a:gd name="connsiteY83" fmla="*/ 39986 h 330201"/>
              <a:gd name="connsiteX84" fmla="*/ 135189 w 258763"/>
              <a:gd name="connsiteY84" fmla="*/ 34826 h 330201"/>
              <a:gd name="connsiteX85" fmla="*/ 124813 w 258763"/>
              <a:gd name="connsiteY85" fmla="*/ 27087 h 330201"/>
              <a:gd name="connsiteX86" fmla="*/ 117030 w 258763"/>
              <a:gd name="connsiteY86" fmla="*/ 19348 h 330201"/>
              <a:gd name="connsiteX87" fmla="*/ 111841 w 258763"/>
              <a:gd name="connsiteY87" fmla="*/ 12899 h 330201"/>
              <a:gd name="connsiteX88" fmla="*/ 109247 w 258763"/>
              <a:gd name="connsiteY88" fmla="*/ 6450 h 330201"/>
              <a:gd name="connsiteX89" fmla="*/ 107950 w 258763"/>
              <a:gd name="connsiteY89" fmla="*/ 1290 h 330201"/>
              <a:gd name="connsiteX90" fmla="*/ 107950 w 258763"/>
              <a:gd name="connsiteY90" fmla="*/ 0 h 330201"/>
              <a:gd name="connsiteX91" fmla="*/ 9525 w 258763"/>
              <a:gd name="connsiteY91" fmla="*/ 0 h 330201"/>
              <a:gd name="connsiteX92" fmla="*/ 10822 w 258763"/>
              <a:gd name="connsiteY92" fmla="*/ 1290 h 330201"/>
              <a:gd name="connsiteX93" fmla="*/ 14713 w 258763"/>
              <a:gd name="connsiteY93" fmla="*/ 2580 h 330201"/>
              <a:gd name="connsiteX94" fmla="*/ 19902 w 258763"/>
              <a:gd name="connsiteY94" fmla="*/ 5160 h 330201"/>
              <a:gd name="connsiteX95" fmla="*/ 27684 w 258763"/>
              <a:gd name="connsiteY95" fmla="*/ 7739 h 330201"/>
              <a:gd name="connsiteX96" fmla="*/ 45844 w 258763"/>
              <a:gd name="connsiteY96" fmla="*/ 12899 h 330201"/>
              <a:gd name="connsiteX97" fmla="*/ 47141 w 258763"/>
              <a:gd name="connsiteY97" fmla="*/ 12899 h 330201"/>
              <a:gd name="connsiteX98" fmla="*/ 48438 w 258763"/>
              <a:gd name="connsiteY98" fmla="*/ 12899 h 330201"/>
              <a:gd name="connsiteX99" fmla="*/ 48438 w 258763"/>
              <a:gd name="connsiteY99" fmla="*/ 14189 h 330201"/>
              <a:gd name="connsiteX100" fmla="*/ 49735 w 258763"/>
              <a:gd name="connsiteY100" fmla="*/ 14189 h 330201"/>
              <a:gd name="connsiteX101" fmla="*/ 52329 w 258763"/>
              <a:gd name="connsiteY101" fmla="*/ 14189 h 330201"/>
              <a:gd name="connsiteX102" fmla="*/ 54924 w 258763"/>
              <a:gd name="connsiteY102" fmla="*/ 15478 h 330201"/>
              <a:gd name="connsiteX103" fmla="*/ 56221 w 258763"/>
              <a:gd name="connsiteY103" fmla="*/ 15478 h 330201"/>
              <a:gd name="connsiteX104" fmla="*/ 57518 w 258763"/>
              <a:gd name="connsiteY104" fmla="*/ 15478 h 330201"/>
              <a:gd name="connsiteX105" fmla="*/ 58815 w 258763"/>
              <a:gd name="connsiteY105" fmla="*/ 15478 h 330201"/>
              <a:gd name="connsiteX106" fmla="*/ 60112 w 258763"/>
              <a:gd name="connsiteY106" fmla="*/ 16768 h 330201"/>
              <a:gd name="connsiteX107" fmla="*/ 62706 w 258763"/>
              <a:gd name="connsiteY107" fmla="*/ 16768 h 330201"/>
              <a:gd name="connsiteX108" fmla="*/ 65301 w 258763"/>
              <a:gd name="connsiteY108" fmla="*/ 18058 h 330201"/>
              <a:gd name="connsiteX109" fmla="*/ 66598 w 258763"/>
              <a:gd name="connsiteY109" fmla="*/ 18058 h 330201"/>
              <a:gd name="connsiteX110" fmla="*/ 69192 w 258763"/>
              <a:gd name="connsiteY110" fmla="*/ 18058 h 330201"/>
              <a:gd name="connsiteX111" fmla="*/ 70489 w 258763"/>
              <a:gd name="connsiteY111" fmla="*/ 18058 h 330201"/>
              <a:gd name="connsiteX112" fmla="*/ 71786 w 258763"/>
              <a:gd name="connsiteY112" fmla="*/ 18058 h 330201"/>
              <a:gd name="connsiteX113" fmla="*/ 76975 w 258763"/>
              <a:gd name="connsiteY113" fmla="*/ 20638 h 330201"/>
              <a:gd name="connsiteX114" fmla="*/ 89946 w 258763"/>
              <a:gd name="connsiteY114" fmla="*/ 24507 h 330201"/>
              <a:gd name="connsiteX115" fmla="*/ 95134 w 258763"/>
              <a:gd name="connsiteY115" fmla="*/ 27087 h 330201"/>
              <a:gd name="connsiteX116" fmla="*/ 96431 w 258763"/>
              <a:gd name="connsiteY116" fmla="*/ 28377 h 330201"/>
              <a:gd name="connsiteX117" fmla="*/ 97728 w 258763"/>
              <a:gd name="connsiteY117" fmla="*/ 28377 h 330201"/>
              <a:gd name="connsiteX118" fmla="*/ 99025 w 258763"/>
              <a:gd name="connsiteY118" fmla="*/ 29667 h 330201"/>
              <a:gd name="connsiteX119" fmla="*/ 100323 w 258763"/>
              <a:gd name="connsiteY119" fmla="*/ 30957 h 330201"/>
              <a:gd name="connsiteX120" fmla="*/ 108105 w 258763"/>
              <a:gd name="connsiteY120" fmla="*/ 38696 h 330201"/>
              <a:gd name="connsiteX121" fmla="*/ 113294 w 258763"/>
              <a:gd name="connsiteY121" fmla="*/ 47725 h 330201"/>
              <a:gd name="connsiteX122" fmla="*/ 114591 w 258763"/>
              <a:gd name="connsiteY122" fmla="*/ 55464 h 330201"/>
              <a:gd name="connsiteX123" fmla="*/ 114591 w 258763"/>
              <a:gd name="connsiteY123" fmla="*/ 58044 h 330201"/>
              <a:gd name="connsiteX124" fmla="*/ 114591 w 258763"/>
              <a:gd name="connsiteY124" fmla="*/ 59334 h 330201"/>
              <a:gd name="connsiteX125" fmla="*/ 114591 w 258763"/>
              <a:gd name="connsiteY125" fmla="*/ 60623 h 330201"/>
              <a:gd name="connsiteX126" fmla="*/ 113294 w 258763"/>
              <a:gd name="connsiteY126" fmla="*/ 61913 h 330201"/>
              <a:gd name="connsiteX127" fmla="*/ 111997 w 258763"/>
              <a:gd name="connsiteY127" fmla="*/ 60623 h 330201"/>
              <a:gd name="connsiteX128" fmla="*/ 111997 w 258763"/>
              <a:gd name="connsiteY128" fmla="*/ 59334 h 330201"/>
              <a:gd name="connsiteX129" fmla="*/ 110700 w 258763"/>
              <a:gd name="connsiteY129" fmla="*/ 58044 h 330201"/>
              <a:gd name="connsiteX130" fmla="*/ 109403 w 258763"/>
              <a:gd name="connsiteY130" fmla="*/ 58044 h 330201"/>
              <a:gd name="connsiteX131" fmla="*/ 104214 w 258763"/>
              <a:gd name="connsiteY131" fmla="*/ 54174 h 330201"/>
              <a:gd name="connsiteX132" fmla="*/ 97728 w 258763"/>
              <a:gd name="connsiteY132" fmla="*/ 51594 h 330201"/>
              <a:gd name="connsiteX133" fmla="*/ 89946 w 258763"/>
              <a:gd name="connsiteY133" fmla="*/ 50305 h 330201"/>
              <a:gd name="connsiteX134" fmla="*/ 88649 w 258763"/>
              <a:gd name="connsiteY134" fmla="*/ 50305 h 330201"/>
              <a:gd name="connsiteX135" fmla="*/ 86054 w 258763"/>
              <a:gd name="connsiteY135" fmla="*/ 49015 h 330201"/>
              <a:gd name="connsiteX136" fmla="*/ 80866 w 258763"/>
              <a:gd name="connsiteY136" fmla="*/ 47725 h 330201"/>
              <a:gd name="connsiteX137" fmla="*/ 71786 w 258763"/>
              <a:gd name="connsiteY137" fmla="*/ 46435 h 330201"/>
              <a:gd name="connsiteX138" fmla="*/ 66598 w 258763"/>
              <a:gd name="connsiteY138" fmla="*/ 45145 h 330201"/>
              <a:gd name="connsiteX139" fmla="*/ 65301 w 258763"/>
              <a:gd name="connsiteY139" fmla="*/ 45145 h 330201"/>
              <a:gd name="connsiteX140" fmla="*/ 64003 w 258763"/>
              <a:gd name="connsiteY140" fmla="*/ 45145 h 330201"/>
              <a:gd name="connsiteX141" fmla="*/ 62706 w 258763"/>
              <a:gd name="connsiteY141" fmla="*/ 45145 h 330201"/>
              <a:gd name="connsiteX142" fmla="*/ 61409 w 258763"/>
              <a:gd name="connsiteY142" fmla="*/ 43855 h 330201"/>
              <a:gd name="connsiteX143" fmla="*/ 60112 w 258763"/>
              <a:gd name="connsiteY143" fmla="*/ 43855 h 330201"/>
              <a:gd name="connsiteX144" fmla="*/ 56221 w 258763"/>
              <a:gd name="connsiteY144" fmla="*/ 42565 h 330201"/>
              <a:gd name="connsiteX145" fmla="*/ 53627 w 258763"/>
              <a:gd name="connsiteY145" fmla="*/ 42565 h 330201"/>
              <a:gd name="connsiteX146" fmla="*/ 51032 w 258763"/>
              <a:gd name="connsiteY146" fmla="*/ 41276 h 330201"/>
              <a:gd name="connsiteX147" fmla="*/ 47141 w 258763"/>
              <a:gd name="connsiteY147" fmla="*/ 39986 h 330201"/>
              <a:gd name="connsiteX148" fmla="*/ 36764 w 258763"/>
              <a:gd name="connsiteY148" fmla="*/ 34826 h 330201"/>
              <a:gd name="connsiteX149" fmla="*/ 26387 w 258763"/>
              <a:gd name="connsiteY149" fmla="*/ 27087 h 330201"/>
              <a:gd name="connsiteX150" fmla="*/ 18605 w 258763"/>
              <a:gd name="connsiteY150" fmla="*/ 19348 h 330201"/>
              <a:gd name="connsiteX151" fmla="*/ 13416 w 258763"/>
              <a:gd name="connsiteY151" fmla="*/ 12899 h 330201"/>
              <a:gd name="connsiteX152" fmla="*/ 10822 w 258763"/>
              <a:gd name="connsiteY152" fmla="*/ 6450 h 330201"/>
              <a:gd name="connsiteX153" fmla="*/ 9525 w 258763"/>
              <a:gd name="connsiteY153" fmla="*/ 1290 h 330201"/>
              <a:gd name="connsiteX154" fmla="*/ 9525 w 258763"/>
              <a:gd name="connsiteY154" fmla="*/ 0 h 330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258762" h="330201">
                <a:moveTo>
                  <a:pt x="43815" y="130175"/>
                </a:moveTo>
                <a:cubicBezTo>
                  <a:pt x="34925" y="130175"/>
                  <a:pt x="28575" y="137968"/>
                  <a:pt x="28575" y="147060"/>
                </a:cubicBezTo>
                <a:cubicBezTo>
                  <a:pt x="28575" y="147060"/>
                  <a:pt x="28575" y="147060"/>
                  <a:pt x="28575" y="227590"/>
                </a:cubicBezTo>
                <a:cubicBezTo>
                  <a:pt x="28575" y="236682"/>
                  <a:pt x="34925" y="244475"/>
                  <a:pt x="43815" y="244475"/>
                </a:cubicBezTo>
                <a:cubicBezTo>
                  <a:pt x="52705" y="244475"/>
                  <a:pt x="60325" y="236682"/>
                  <a:pt x="60325" y="227590"/>
                </a:cubicBezTo>
                <a:cubicBezTo>
                  <a:pt x="60325" y="227590"/>
                  <a:pt x="60325" y="227590"/>
                  <a:pt x="60325" y="147060"/>
                </a:cubicBezTo>
                <a:cubicBezTo>
                  <a:pt x="60325" y="137968"/>
                  <a:pt x="52705" y="130175"/>
                  <a:pt x="43815" y="130175"/>
                </a:cubicBezTo>
                <a:close/>
                <a:moveTo>
                  <a:pt x="221457" y="98425"/>
                </a:moveTo>
                <a:cubicBezTo>
                  <a:pt x="215008" y="98425"/>
                  <a:pt x="211138" y="103579"/>
                  <a:pt x="211138" y="110021"/>
                </a:cubicBezTo>
                <a:lnTo>
                  <a:pt x="211138" y="265918"/>
                </a:lnTo>
                <a:cubicBezTo>
                  <a:pt x="211138" y="271072"/>
                  <a:pt x="215008" y="276225"/>
                  <a:pt x="221457" y="276225"/>
                </a:cubicBezTo>
                <a:cubicBezTo>
                  <a:pt x="227907" y="276225"/>
                  <a:pt x="231776" y="271072"/>
                  <a:pt x="231776" y="265918"/>
                </a:cubicBezTo>
                <a:cubicBezTo>
                  <a:pt x="231776" y="265918"/>
                  <a:pt x="231776" y="265918"/>
                  <a:pt x="231776" y="110021"/>
                </a:cubicBezTo>
                <a:cubicBezTo>
                  <a:pt x="231776" y="103579"/>
                  <a:pt x="227907" y="98425"/>
                  <a:pt x="221457" y="98425"/>
                </a:cubicBezTo>
                <a:close/>
                <a:moveTo>
                  <a:pt x="80216" y="71438"/>
                </a:moveTo>
                <a:cubicBezTo>
                  <a:pt x="80216" y="71438"/>
                  <a:pt x="80216" y="71438"/>
                  <a:pt x="236768" y="71438"/>
                </a:cubicBezTo>
                <a:cubicBezTo>
                  <a:pt x="258763" y="71438"/>
                  <a:pt x="258763" y="71438"/>
                  <a:pt x="258763" y="93324"/>
                </a:cubicBezTo>
                <a:cubicBezTo>
                  <a:pt x="258763" y="93324"/>
                  <a:pt x="258763" y="93324"/>
                  <a:pt x="258763" y="274844"/>
                </a:cubicBezTo>
                <a:cubicBezTo>
                  <a:pt x="258763" y="330201"/>
                  <a:pt x="258763" y="330201"/>
                  <a:pt x="204423" y="330201"/>
                </a:cubicBezTo>
                <a:cubicBezTo>
                  <a:pt x="204423" y="330201"/>
                  <a:pt x="204423" y="330201"/>
                  <a:pt x="113856" y="330201"/>
                </a:cubicBezTo>
                <a:cubicBezTo>
                  <a:pt x="59515" y="330201"/>
                  <a:pt x="59515" y="330201"/>
                  <a:pt x="59515" y="274844"/>
                </a:cubicBezTo>
                <a:cubicBezTo>
                  <a:pt x="59515" y="274844"/>
                  <a:pt x="59515" y="274844"/>
                  <a:pt x="59515" y="267120"/>
                </a:cubicBezTo>
                <a:cubicBezTo>
                  <a:pt x="54340" y="269694"/>
                  <a:pt x="49165" y="270982"/>
                  <a:pt x="42696" y="270982"/>
                </a:cubicBezTo>
                <a:cubicBezTo>
                  <a:pt x="19407" y="270982"/>
                  <a:pt x="0" y="251671"/>
                  <a:pt x="0" y="227211"/>
                </a:cubicBezTo>
                <a:cubicBezTo>
                  <a:pt x="0" y="227211"/>
                  <a:pt x="0" y="227211"/>
                  <a:pt x="0" y="147394"/>
                </a:cubicBezTo>
                <a:cubicBezTo>
                  <a:pt x="0" y="122933"/>
                  <a:pt x="19407" y="103623"/>
                  <a:pt x="42696" y="103623"/>
                </a:cubicBezTo>
                <a:cubicBezTo>
                  <a:pt x="49165" y="103623"/>
                  <a:pt x="54340" y="104910"/>
                  <a:pt x="59515" y="107485"/>
                </a:cubicBezTo>
                <a:cubicBezTo>
                  <a:pt x="59515" y="107485"/>
                  <a:pt x="59515" y="107485"/>
                  <a:pt x="59515" y="93324"/>
                </a:cubicBezTo>
                <a:cubicBezTo>
                  <a:pt x="59515" y="71438"/>
                  <a:pt x="59515" y="71438"/>
                  <a:pt x="80216" y="71438"/>
                </a:cubicBezTo>
                <a:close/>
                <a:moveTo>
                  <a:pt x="107950" y="0"/>
                </a:moveTo>
                <a:cubicBezTo>
                  <a:pt x="107950" y="0"/>
                  <a:pt x="107950" y="0"/>
                  <a:pt x="109247" y="1290"/>
                </a:cubicBezTo>
                <a:cubicBezTo>
                  <a:pt x="110544" y="1290"/>
                  <a:pt x="111841" y="2580"/>
                  <a:pt x="113139" y="2580"/>
                </a:cubicBezTo>
                <a:cubicBezTo>
                  <a:pt x="114436" y="3870"/>
                  <a:pt x="117030" y="3870"/>
                  <a:pt x="119624" y="5160"/>
                </a:cubicBezTo>
                <a:cubicBezTo>
                  <a:pt x="120921" y="6450"/>
                  <a:pt x="123515" y="6450"/>
                  <a:pt x="126110" y="7739"/>
                </a:cubicBezTo>
                <a:cubicBezTo>
                  <a:pt x="131298" y="10319"/>
                  <a:pt x="137784" y="11609"/>
                  <a:pt x="144269" y="12899"/>
                </a:cubicBezTo>
                <a:cubicBezTo>
                  <a:pt x="144269" y="12899"/>
                  <a:pt x="144269" y="12899"/>
                  <a:pt x="145566" y="12899"/>
                </a:cubicBezTo>
                <a:cubicBezTo>
                  <a:pt x="145566" y="12899"/>
                  <a:pt x="146863" y="12899"/>
                  <a:pt x="146863" y="14189"/>
                </a:cubicBezTo>
                <a:cubicBezTo>
                  <a:pt x="146863" y="14189"/>
                  <a:pt x="146863" y="14189"/>
                  <a:pt x="148161" y="14189"/>
                </a:cubicBezTo>
                <a:cubicBezTo>
                  <a:pt x="148161" y="14189"/>
                  <a:pt x="149458" y="14189"/>
                  <a:pt x="149458" y="14189"/>
                </a:cubicBezTo>
                <a:cubicBezTo>
                  <a:pt x="149458" y="14189"/>
                  <a:pt x="150755" y="14189"/>
                  <a:pt x="152052" y="14189"/>
                </a:cubicBezTo>
                <a:cubicBezTo>
                  <a:pt x="152052" y="15478"/>
                  <a:pt x="153349" y="15478"/>
                  <a:pt x="154646" y="15478"/>
                </a:cubicBezTo>
                <a:cubicBezTo>
                  <a:pt x="154646" y="15478"/>
                  <a:pt x="154646" y="15478"/>
                  <a:pt x="155943" y="15478"/>
                </a:cubicBezTo>
                <a:cubicBezTo>
                  <a:pt x="155943" y="15478"/>
                  <a:pt x="155943" y="15478"/>
                  <a:pt x="157240" y="15478"/>
                </a:cubicBezTo>
                <a:cubicBezTo>
                  <a:pt x="157240" y="15478"/>
                  <a:pt x="157240" y="15478"/>
                  <a:pt x="158537" y="16768"/>
                </a:cubicBezTo>
                <a:cubicBezTo>
                  <a:pt x="158537" y="16768"/>
                  <a:pt x="158537" y="16768"/>
                  <a:pt x="159835" y="16768"/>
                </a:cubicBezTo>
                <a:cubicBezTo>
                  <a:pt x="161132" y="16768"/>
                  <a:pt x="161132" y="16768"/>
                  <a:pt x="162429" y="16768"/>
                </a:cubicBezTo>
                <a:cubicBezTo>
                  <a:pt x="163726" y="16768"/>
                  <a:pt x="163726" y="16768"/>
                  <a:pt x="165023" y="18058"/>
                </a:cubicBezTo>
                <a:cubicBezTo>
                  <a:pt x="165023" y="18058"/>
                  <a:pt x="165023" y="18058"/>
                  <a:pt x="166320" y="18058"/>
                </a:cubicBezTo>
                <a:cubicBezTo>
                  <a:pt x="166320" y="18058"/>
                  <a:pt x="166320" y="18058"/>
                  <a:pt x="167617" y="18058"/>
                </a:cubicBezTo>
                <a:cubicBezTo>
                  <a:pt x="167617" y="18058"/>
                  <a:pt x="167617" y="18058"/>
                  <a:pt x="168914" y="18058"/>
                </a:cubicBezTo>
                <a:cubicBezTo>
                  <a:pt x="168914" y="18058"/>
                  <a:pt x="168914" y="18058"/>
                  <a:pt x="170211" y="18058"/>
                </a:cubicBezTo>
                <a:cubicBezTo>
                  <a:pt x="172806" y="19348"/>
                  <a:pt x="174103" y="19348"/>
                  <a:pt x="176697" y="20638"/>
                </a:cubicBezTo>
                <a:cubicBezTo>
                  <a:pt x="180588" y="21928"/>
                  <a:pt x="184480" y="23218"/>
                  <a:pt x="188371" y="24507"/>
                </a:cubicBezTo>
                <a:cubicBezTo>
                  <a:pt x="190965" y="25797"/>
                  <a:pt x="192262" y="25797"/>
                  <a:pt x="193559" y="27087"/>
                </a:cubicBezTo>
                <a:cubicBezTo>
                  <a:pt x="194856" y="28377"/>
                  <a:pt x="194856" y="28377"/>
                  <a:pt x="194856" y="28377"/>
                </a:cubicBezTo>
                <a:cubicBezTo>
                  <a:pt x="196154" y="28377"/>
                  <a:pt x="196154" y="28377"/>
                  <a:pt x="196154" y="29667"/>
                </a:cubicBezTo>
                <a:cubicBezTo>
                  <a:pt x="197451" y="29667"/>
                  <a:pt x="197451" y="29667"/>
                  <a:pt x="197451" y="29667"/>
                </a:cubicBezTo>
                <a:cubicBezTo>
                  <a:pt x="198748" y="29667"/>
                  <a:pt x="198748" y="30957"/>
                  <a:pt x="198748" y="30957"/>
                </a:cubicBezTo>
                <a:cubicBezTo>
                  <a:pt x="202639" y="33536"/>
                  <a:pt x="205233" y="36116"/>
                  <a:pt x="207828" y="38696"/>
                </a:cubicBezTo>
                <a:cubicBezTo>
                  <a:pt x="210422" y="41276"/>
                  <a:pt x="211719" y="45145"/>
                  <a:pt x="213016" y="47725"/>
                </a:cubicBezTo>
                <a:cubicBezTo>
                  <a:pt x="214313" y="50305"/>
                  <a:pt x="214313" y="52884"/>
                  <a:pt x="214313" y="55464"/>
                </a:cubicBezTo>
                <a:cubicBezTo>
                  <a:pt x="214313" y="56754"/>
                  <a:pt x="214313" y="56754"/>
                  <a:pt x="214313" y="58044"/>
                </a:cubicBezTo>
                <a:cubicBezTo>
                  <a:pt x="214313" y="58044"/>
                  <a:pt x="214313" y="59334"/>
                  <a:pt x="213016" y="59334"/>
                </a:cubicBezTo>
                <a:cubicBezTo>
                  <a:pt x="213016" y="59334"/>
                  <a:pt x="213016" y="59334"/>
                  <a:pt x="213016" y="60623"/>
                </a:cubicBezTo>
                <a:cubicBezTo>
                  <a:pt x="213016" y="61913"/>
                  <a:pt x="213016" y="61913"/>
                  <a:pt x="213016" y="61913"/>
                </a:cubicBezTo>
                <a:cubicBezTo>
                  <a:pt x="213016" y="61913"/>
                  <a:pt x="213016" y="61913"/>
                  <a:pt x="211719" y="60623"/>
                </a:cubicBezTo>
                <a:cubicBezTo>
                  <a:pt x="211719" y="60623"/>
                  <a:pt x="211719" y="59334"/>
                  <a:pt x="210422" y="59334"/>
                </a:cubicBezTo>
                <a:cubicBezTo>
                  <a:pt x="210422" y="59334"/>
                  <a:pt x="210422" y="58044"/>
                  <a:pt x="209125" y="58044"/>
                </a:cubicBezTo>
                <a:cubicBezTo>
                  <a:pt x="207828" y="56754"/>
                  <a:pt x="205233" y="55464"/>
                  <a:pt x="203936" y="54174"/>
                </a:cubicBezTo>
                <a:cubicBezTo>
                  <a:pt x="201342" y="54174"/>
                  <a:pt x="200045" y="52884"/>
                  <a:pt x="197451" y="51594"/>
                </a:cubicBezTo>
                <a:cubicBezTo>
                  <a:pt x="194856" y="51594"/>
                  <a:pt x="192262" y="50305"/>
                  <a:pt x="189668" y="50305"/>
                </a:cubicBezTo>
                <a:cubicBezTo>
                  <a:pt x="188371" y="50305"/>
                  <a:pt x="188371" y="50305"/>
                  <a:pt x="187074" y="50305"/>
                </a:cubicBezTo>
                <a:cubicBezTo>
                  <a:pt x="187074" y="49015"/>
                  <a:pt x="185777" y="49015"/>
                  <a:pt x="184480" y="49015"/>
                </a:cubicBezTo>
                <a:cubicBezTo>
                  <a:pt x="183182" y="49015"/>
                  <a:pt x="181885" y="49015"/>
                  <a:pt x="180588" y="47725"/>
                </a:cubicBezTo>
                <a:cubicBezTo>
                  <a:pt x="176697" y="47725"/>
                  <a:pt x="174103" y="47725"/>
                  <a:pt x="170211" y="46435"/>
                </a:cubicBezTo>
                <a:cubicBezTo>
                  <a:pt x="168914" y="46435"/>
                  <a:pt x="166320" y="45145"/>
                  <a:pt x="165023" y="45145"/>
                </a:cubicBezTo>
                <a:cubicBezTo>
                  <a:pt x="165023" y="45145"/>
                  <a:pt x="165023" y="45145"/>
                  <a:pt x="163726" y="45145"/>
                </a:cubicBezTo>
                <a:cubicBezTo>
                  <a:pt x="163726" y="45145"/>
                  <a:pt x="163726" y="45145"/>
                  <a:pt x="162429" y="45145"/>
                </a:cubicBezTo>
                <a:cubicBezTo>
                  <a:pt x="162429" y="45145"/>
                  <a:pt x="162429" y="45145"/>
                  <a:pt x="159835" y="43855"/>
                </a:cubicBezTo>
                <a:cubicBezTo>
                  <a:pt x="159835" y="43855"/>
                  <a:pt x="159835" y="43855"/>
                  <a:pt x="158537" y="43855"/>
                </a:cubicBezTo>
                <a:cubicBezTo>
                  <a:pt x="157240" y="43855"/>
                  <a:pt x="157240" y="43855"/>
                  <a:pt x="155943" y="42565"/>
                </a:cubicBezTo>
                <a:cubicBezTo>
                  <a:pt x="154646" y="42565"/>
                  <a:pt x="153349" y="42565"/>
                  <a:pt x="152052" y="42565"/>
                </a:cubicBezTo>
                <a:cubicBezTo>
                  <a:pt x="152052" y="41276"/>
                  <a:pt x="150755" y="41276"/>
                  <a:pt x="149458" y="41276"/>
                </a:cubicBezTo>
                <a:cubicBezTo>
                  <a:pt x="148161" y="41276"/>
                  <a:pt x="146863" y="39986"/>
                  <a:pt x="146863" y="39986"/>
                </a:cubicBezTo>
                <a:cubicBezTo>
                  <a:pt x="142972" y="38696"/>
                  <a:pt x="139081" y="36116"/>
                  <a:pt x="135189" y="34826"/>
                </a:cubicBezTo>
                <a:cubicBezTo>
                  <a:pt x="131298" y="32247"/>
                  <a:pt x="128704" y="29667"/>
                  <a:pt x="124813" y="27087"/>
                </a:cubicBezTo>
                <a:cubicBezTo>
                  <a:pt x="122218" y="24507"/>
                  <a:pt x="119624" y="21928"/>
                  <a:pt x="117030" y="19348"/>
                </a:cubicBezTo>
                <a:cubicBezTo>
                  <a:pt x="115733" y="16768"/>
                  <a:pt x="113139" y="15478"/>
                  <a:pt x="111841" y="12899"/>
                </a:cubicBezTo>
                <a:cubicBezTo>
                  <a:pt x="110544" y="10319"/>
                  <a:pt x="110544" y="7739"/>
                  <a:pt x="109247" y="6450"/>
                </a:cubicBezTo>
                <a:cubicBezTo>
                  <a:pt x="109247" y="3870"/>
                  <a:pt x="107950" y="2580"/>
                  <a:pt x="107950" y="1290"/>
                </a:cubicBezTo>
                <a:cubicBezTo>
                  <a:pt x="107950" y="1290"/>
                  <a:pt x="107950" y="0"/>
                  <a:pt x="107950" y="0"/>
                </a:cubicBezTo>
                <a:close/>
                <a:moveTo>
                  <a:pt x="9525" y="0"/>
                </a:moveTo>
                <a:cubicBezTo>
                  <a:pt x="9525" y="0"/>
                  <a:pt x="9525" y="0"/>
                  <a:pt x="10822" y="1290"/>
                </a:cubicBezTo>
                <a:cubicBezTo>
                  <a:pt x="12119" y="1290"/>
                  <a:pt x="12119" y="2580"/>
                  <a:pt x="14713" y="2580"/>
                </a:cubicBezTo>
                <a:cubicBezTo>
                  <a:pt x="16010" y="3870"/>
                  <a:pt x="17308" y="3870"/>
                  <a:pt x="19902" y="5160"/>
                </a:cubicBezTo>
                <a:cubicBezTo>
                  <a:pt x="22496" y="6450"/>
                  <a:pt x="25090" y="6450"/>
                  <a:pt x="27684" y="7739"/>
                </a:cubicBezTo>
                <a:cubicBezTo>
                  <a:pt x="32873" y="9029"/>
                  <a:pt x="39358" y="11609"/>
                  <a:pt x="45844" y="12899"/>
                </a:cubicBezTo>
                <a:cubicBezTo>
                  <a:pt x="45844" y="12899"/>
                  <a:pt x="45844" y="12899"/>
                  <a:pt x="47141" y="12899"/>
                </a:cubicBezTo>
                <a:cubicBezTo>
                  <a:pt x="47141" y="12899"/>
                  <a:pt x="47141" y="12899"/>
                  <a:pt x="48438" y="12899"/>
                </a:cubicBezTo>
                <a:cubicBezTo>
                  <a:pt x="48438" y="12899"/>
                  <a:pt x="48438" y="12899"/>
                  <a:pt x="48438" y="14189"/>
                </a:cubicBezTo>
                <a:cubicBezTo>
                  <a:pt x="49735" y="14189"/>
                  <a:pt x="49735" y="14189"/>
                  <a:pt x="49735" y="14189"/>
                </a:cubicBezTo>
                <a:cubicBezTo>
                  <a:pt x="51032" y="14189"/>
                  <a:pt x="52329" y="14189"/>
                  <a:pt x="52329" y="14189"/>
                </a:cubicBezTo>
                <a:cubicBezTo>
                  <a:pt x="53627" y="15478"/>
                  <a:pt x="54924" y="15478"/>
                  <a:pt x="54924" y="15478"/>
                </a:cubicBezTo>
                <a:cubicBezTo>
                  <a:pt x="56221" y="15478"/>
                  <a:pt x="56221" y="15478"/>
                  <a:pt x="56221" y="15478"/>
                </a:cubicBezTo>
                <a:cubicBezTo>
                  <a:pt x="57518" y="15478"/>
                  <a:pt x="57518" y="15478"/>
                  <a:pt x="57518" y="15478"/>
                </a:cubicBezTo>
                <a:cubicBezTo>
                  <a:pt x="58815" y="15478"/>
                  <a:pt x="58815" y="15478"/>
                  <a:pt x="58815" y="15478"/>
                </a:cubicBezTo>
                <a:cubicBezTo>
                  <a:pt x="60112" y="16768"/>
                  <a:pt x="60112" y="16768"/>
                  <a:pt x="60112" y="16768"/>
                </a:cubicBezTo>
                <a:cubicBezTo>
                  <a:pt x="61409" y="16768"/>
                  <a:pt x="62706" y="16768"/>
                  <a:pt x="62706" y="16768"/>
                </a:cubicBezTo>
                <a:cubicBezTo>
                  <a:pt x="64003" y="16768"/>
                  <a:pt x="65301" y="16768"/>
                  <a:pt x="65301" y="18058"/>
                </a:cubicBezTo>
                <a:cubicBezTo>
                  <a:pt x="65301" y="18058"/>
                  <a:pt x="65301" y="18058"/>
                  <a:pt x="66598" y="18058"/>
                </a:cubicBezTo>
                <a:cubicBezTo>
                  <a:pt x="66598" y="18058"/>
                  <a:pt x="66598" y="18058"/>
                  <a:pt x="69192" y="18058"/>
                </a:cubicBezTo>
                <a:cubicBezTo>
                  <a:pt x="69192" y="18058"/>
                  <a:pt x="69192" y="18058"/>
                  <a:pt x="70489" y="18058"/>
                </a:cubicBezTo>
                <a:cubicBezTo>
                  <a:pt x="70489" y="18058"/>
                  <a:pt x="70489" y="18058"/>
                  <a:pt x="71786" y="18058"/>
                </a:cubicBezTo>
                <a:cubicBezTo>
                  <a:pt x="73083" y="19348"/>
                  <a:pt x="75677" y="19348"/>
                  <a:pt x="76975" y="20638"/>
                </a:cubicBezTo>
                <a:cubicBezTo>
                  <a:pt x="82163" y="20638"/>
                  <a:pt x="86054" y="23218"/>
                  <a:pt x="89946" y="24507"/>
                </a:cubicBezTo>
                <a:cubicBezTo>
                  <a:pt x="91243" y="25797"/>
                  <a:pt x="93837" y="25797"/>
                  <a:pt x="95134" y="27087"/>
                </a:cubicBezTo>
                <a:cubicBezTo>
                  <a:pt x="95134" y="27087"/>
                  <a:pt x="96431" y="28377"/>
                  <a:pt x="96431" y="28377"/>
                </a:cubicBezTo>
                <a:cubicBezTo>
                  <a:pt x="96431" y="28377"/>
                  <a:pt x="97728" y="28377"/>
                  <a:pt x="97728" y="28377"/>
                </a:cubicBezTo>
                <a:cubicBezTo>
                  <a:pt x="97728" y="29667"/>
                  <a:pt x="99025" y="29667"/>
                  <a:pt x="99025" y="29667"/>
                </a:cubicBezTo>
                <a:cubicBezTo>
                  <a:pt x="99025" y="29667"/>
                  <a:pt x="100323" y="30957"/>
                  <a:pt x="100323" y="30957"/>
                </a:cubicBezTo>
                <a:cubicBezTo>
                  <a:pt x="102917" y="33536"/>
                  <a:pt x="106808" y="36116"/>
                  <a:pt x="108105" y="38696"/>
                </a:cubicBezTo>
                <a:cubicBezTo>
                  <a:pt x="110700" y="41276"/>
                  <a:pt x="111997" y="45145"/>
                  <a:pt x="113294" y="47725"/>
                </a:cubicBezTo>
                <a:cubicBezTo>
                  <a:pt x="114591" y="50305"/>
                  <a:pt x="115888" y="52884"/>
                  <a:pt x="114591" y="55464"/>
                </a:cubicBezTo>
                <a:cubicBezTo>
                  <a:pt x="114591" y="56754"/>
                  <a:pt x="114591" y="56754"/>
                  <a:pt x="114591" y="58044"/>
                </a:cubicBezTo>
                <a:cubicBezTo>
                  <a:pt x="114591" y="58044"/>
                  <a:pt x="114591" y="59334"/>
                  <a:pt x="114591" y="59334"/>
                </a:cubicBezTo>
                <a:cubicBezTo>
                  <a:pt x="114591" y="59334"/>
                  <a:pt x="114591" y="59334"/>
                  <a:pt x="114591" y="60623"/>
                </a:cubicBezTo>
                <a:cubicBezTo>
                  <a:pt x="114591" y="60623"/>
                  <a:pt x="113294" y="60623"/>
                  <a:pt x="113294" y="61913"/>
                </a:cubicBezTo>
                <a:cubicBezTo>
                  <a:pt x="113294" y="60623"/>
                  <a:pt x="113294" y="60623"/>
                  <a:pt x="111997" y="60623"/>
                </a:cubicBezTo>
                <a:cubicBezTo>
                  <a:pt x="111997" y="60623"/>
                  <a:pt x="111997" y="59334"/>
                  <a:pt x="111997" y="59334"/>
                </a:cubicBezTo>
                <a:cubicBezTo>
                  <a:pt x="110700" y="59334"/>
                  <a:pt x="110700" y="58044"/>
                  <a:pt x="110700" y="58044"/>
                </a:cubicBezTo>
                <a:cubicBezTo>
                  <a:pt x="110700" y="58044"/>
                  <a:pt x="110700" y="58044"/>
                  <a:pt x="109403" y="58044"/>
                </a:cubicBezTo>
                <a:cubicBezTo>
                  <a:pt x="108105" y="56754"/>
                  <a:pt x="106808" y="55464"/>
                  <a:pt x="104214" y="54174"/>
                </a:cubicBezTo>
                <a:cubicBezTo>
                  <a:pt x="102917" y="54174"/>
                  <a:pt x="100323" y="52884"/>
                  <a:pt x="97728" y="51594"/>
                </a:cubicBezTo>
                <a:cubicBezTo>
                  <a:pt x="96431" y="51594"/>
                  <a:pt x="93837" y="50305"/>
                  <a:pt x="89946" y="50305"/>
                </a:cubicBezTo>
                <a:cubicBezTo>
                  <a:pt x="89946" y="50305"/>
                  <a:pt x="88649" y="50305"/>
                  <a:pt x="88649" y="50305"/>
                </a:cubicBezTo>
                <a:cubicBezTo>
                  <a:pt x="87351" y="49015"/>
                  <a:pt x="87351" y="49015"/>
                  <a:pt x="86054" y="49015"/>
                </a:cubicBezTo>
                <a:cubicBezTo>
                  <a:pt x="84757" y="49015"/>
                  <a:pt x="83460" y="49015"/>
                  <a:pt x="80866" y="47725"/>
                </a:cubicBezTo>
                <a:cubicBezTo>
                  <a:pt x="78272" y="47725"/>
                  <a:pt x="74380" y="47725"/>
                  <a:pt x="71786" y="46435"/>
                </a:cubicBezTo>
                <a:cubicBezTo>
                  <a:pt x="69192" y="46435"/>
                  <a:pt x="67895" y="45145"/>
                  <a:pt x="66598" y="45145"/>
                </a:cubicBezTo>
                <a:cubicBezTo>
                  <a:pt x="66598" y="45145"/>
                  <a:pt x="66598" y="45145"/>
                  <a:pt x="65301" y="45145"/>
                </a:cubicBezTo>
                <a:cubicBezTo>
                  <a:pt x="65301" y="45145"/>
                  <a:pt x="65301" y="45145"/>
                  <a:pt x="64003" y="45145"/>
                </a:cubicBezTo>
                <a:cubicBezTo>
                  <a:pt x="64003" y="45145"/>
                  <a:pt x="64003" y="45145"/>
                  <a:pt x="62706" y="45145"/>
                </a:cubicBezTo>
                <a:cubicBezTo>
                  <a:pt x="62706" y="45145"/>
                  <a:pt x="62706" y="45145"/>
                  <a:pt x="61409" y="43855"/>
                </a:cubicBezTo>
                <a:cubicBezTo>
                  <a:pt x="61409" y="43855"/>
                  <a:pt x="61409" y="43855"/>
                  <a:pt x="60112" y="43855"/>
                </a:cubicBezTo>
                <a:cubicBezTo>
                  <a:pt x="58815" y="43855"/>
                  <a:pt x="57518" y="43855"/>
                  <a:pt x="56221" y="42565"/>
                </a:cubicBezTo>
                <a:cubicBezTo>
                  <a:pt x="56221" y="42565"/>
                  <a:pt x="54924" y="42565"/>
                  <a:pt x="53627" y="42565"/>
                </a:cubicBezTo>
                <a:cubicBezTo>
                  <a:pt x="52329" y="41276"/>
                  <a:pt x="51032" y="41276"/>
                  <a:pt x="51032" y="41276"/>
                </a:cubicBezTo>
                <a:cubicBezTo>
                  <a:pt x="49735" y="41276"/>
                  <a:pt x="48438" y="39986"/>
                  <a:pt x="47141" y="39986"/>
                </a:cubicBezTo>
                <a:cubicBezTo>
                  <a:pt x="43250" y="38696"/>
                  <a:pt x="39358" y="36116"/>
                  <a:pt x="36764" y="34826"/>
                </a:cubicBezTo>
                <a:cubicBezTo>
                  <a:pt x="32873" y="32247"/>
                  <a:pt x="28982" y="29667"/>
                  <a:pt x="26387" y="27087"/>
                </a:cubicBezTo>
                <a:cubicBezTo>
                  <a:pt x="23793" y="24507"/>
                  <a:pt x="21199" y="21928"/>
                  <a:pt x="18605" y="19348"/>
                </a:cubicBezTo>
                <a:cubicBezTo>
                  <a:pt x="16010" y="18058"/>
                  <a:pt x="14713" y="15478"/>
                  <a:pt x="13416" y="12899"/>
                </a:cubicBezTo>
                <a:cubicBezTo>
                  <a:pt x="12119" y="10319"/>
                  <a:pt x="10822" y="7739"/>
                  <a:pt x="10822" y="6450"/>
                </a:cubicBezTo>
                <a:cubicBezTo>
                  <a:pt x="9525" y="3870"/>
                  <a:pt x="9525" y="2580"/>
                  <a:pt x="9525" y="1290"/>
                </a:cubicBezTo>
                <a:cubicBezTo>
                  <a:pt x="9525" y="0"/>
                  <a:pt x="9525" y="0"/>
                  <a:pt x="95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1835057" y="1742272"/>
            <a:ext cx="3145231" cy="3154084"/>
          </a:xfrm>
          <a:custGeom>
            <a:avLst/>
            <a:gdLst>
              <a:gd name="connsiteX0" fmla="*/ 278 w 3903784"/>
              <a:gd name="connsiteY0" fmla="*/ 0 h 3914774"/>
              <a:gd name="connsiteX1" fmla="*/ 968133 w 3903784"/>
              <a:gd name="connsiteY1" fmla="*/ 0 h 3914774"/>
              <a:gd name="connsiteX2" fmla="*/ 3603633 w 3903784"/>
              <a:gd name="connsiteY2" fmla="*/ 2920497 h 3914774"/>
              <a:gd name="connsiteX3" fmla="*/ 3903784 w 3903784"/>
              <a:gd name="connsiteY3" fmla="*/ 2935654 h 3914774"/>
              <a:gd name="connsiteX4" fmla="*/ 3903784 w 3903784"/>
              <a:gd name="connsiteY4" fmla="*/ 3914774 h 3914774"/>
              <a:gd name="connsiteX5" fmla="*/ 0 w 3903784"/>
              <a:gd name="connsiteY5" fmla="*/ 10990 h 3914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3784" h="3914773">
                <a:moveTo>
                  <a:pt x="278" y="0"/>
                </a:moveTo>
                <a:lnTo>
                  <a:pt x="968133" y="0"/>
                </a:lnTo>
                <a:cubicBezTo>
                  <a:pt x="968133" y="1519985"/>
                  <a:pt x="2123310" y="2770164"/>
                  <a:pt x="3603633" y="2920497"/>
                </a:cubicBezTo>
                <a:lnTo>
                  <a:pt x="3903784" y="2935654"/>
                </a:lnTo>
                <a:lnTo>
                  <a:pt x="3903784" y="3914774"/>
                </a:lnTo>
                <a:cubicBezTo>
                  <a:pt x="1747784" y="3914774"/>
                  <a:pt x="0" y="2166990"/>
                  <a:pt x="0" y="10990"/>
                </a:cubicBezTo>
                <a:close/>
              </a:path>
            </a:pathLst>
          </a:cu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" name="任意多边形: 形状 6"/>
          <p:cNvSpPr/>
          <p:nvPr/>
        </p:nvSpPr>
        <p:spPr bwMode="auto">
          <a:xfrm>
            <a:off x="4323641" y="4281048"/>
            <a:ext cx="480380" cy="381545"/>
          </a:xfrm>
          <a:custGeom>
            <a:avLst/>
            <a:gdLst>
              <a:gd name="connsiteX0" fmla="*/ 0 w 331788"/>
              <a:gd name="connsiteY0" fmla="*/ 53975 h 263525"/>
              <a:gd name="connsiteX1" fmla="*/ 41473 w 331788"/>
              <a:gd name="connsiteY1" fmla="*/ 82258 h 263525"/>
              <a:gd name="connsiteX2" fmla="*/ 149046 w 331788"/>
              <a:gd name="connsiteY2" fmla="*/ 105398 h 263525"/>
              <a:gd name="connsiteX3" fmla="*/ 149046 w 331788"/>
              <a:gd name="connsiteY3" fmla="*/ 114397 h 263525"/>
              <a:gd name="connsiteX4" fmla="*/ 159414 w 331788"/>
              <a:gd name="connsiteY4" fmla="*/ 124682 h 263525"/>
              <a:gd name="connsiteX5" fmla="*/ 172374 w 331788"/>
              <a:gd name="connsiteY5" fmla="*/ 124682 h 263525"/>
              <a:gd name="connsiteX6" fmla="*/ 182743 w 331788"/>
              <a:gd name="connsiteY6" fmla="*/ 114397 h 263525"/>
              <a:gd name="connsiteX7" fmla="*/ 182743 w 331788"/>
              <a:gd name="connsiteY7" fmla="*/ 105398 h 263525"/>
              <a:gd name="connsiteX8" fmla="*/ 290315 w 331788"/>
              <a:gd name="connsiteY8" fmla="*/ 82258 h 263525"/>
              <a:gd name="connsiteX9" fmla="*/ 331788 w 331788"/>
              <a:gd name="connsiteY9" fmla="*/ 53975 h 263525"/>
              <a:gd name="connsiteX10" fmla="*/ 331788 w 331788"/>
              <a:gd name="connsiteY10" fmla="*/ 253240 h 263525"/>
              <a:gd name="connsiteX11" fmla="*/ 321420 w 331788"/>
              <a:gd name="connsiteY11" fmla="*/ 263525 h 263525"/>
              <a:gd name="connsiteX12" fmla="*/ 10368 w 331788"/>
              <a:gd name="connsiteY12" fmla="*/ 263525 h 263525"/>
              <a:gd name="connsiteX13" fmla="*/ 0 w 331788"/>
              <a:gd name="connsiteY13" fmla="*/ 253240 h 263525"/>
              <a:gd name="connsiteX14" fmla="*/ 0 w 331788"/>
              <a:gd name="connsiteY14" fmla="*/ 53975 h 263525"/>
              <a:gd name="connsiteX15" fmla="*/ 124619 w 331788"/>
              <a:gd name="connsiteY15" fmla="*/ 19050 h 263525"/>
              <a:gd name="connsiteX16" fmla="*/ 114300 w 331788"/>
              <a:gd name="connsiteY16" fmla="*/ 29509 h 263525"/>
              <a:gd name="connsiteX17" fmla="*/ 114300 w 331788"/>
              <a:gd name="connsiteY17" fmla="*/ 41275 h 263525"/>
              <a:gd name="connsiteX18" fmla="*/ 217488 w 331788"/>
              <a:gd name="connsiteY18" fmla="*/ 41275 h 263525"/>
              <a:gd name="connsiteX19" fmla="*/ 217488 w 331788"/>
              <a:gd name="connsiteY19" fmla="*/ 29509 h 263525"/>
              <a:gd name="connsiteX20" fmla="*/ 207169 w 331788"/>
              <a:gd name="connsiteY20" fmla="*/ 19050 h 263525"/>
              <a:gd name="connsiteX21" fmla="*/ 124619 w 331788"/>
              <a:gd name="connsiteY21" fmla="*/ 19050 h 263525"/>
              <a:gd name="connsiteX22" fmla="*/ 124387 w 331788"/>
              <a:gd name="connsiteY22" fmla="*/ 0 h 263525"/>
              <a:gd name="connsiteX23" fmla="*/ 207402 w 331788"/>
              <a:gd name="connsiteY23" fmla="*/ 0 h 263525"/>
              <a:gd name="connsiteX24" fmla="*/ 237235 w 331788"/>
              <a:gd name="connsiteY24" fmla="*/ 29920 h 263525"/>
              <a:gd name="connsiteX25" fmla="*/ 237235 w 331788"/>
              <a:gd name="connsiteY25" fmla="*/ 41628 h 263525"/>
              <a:gd name="connsiteX26" fmla="*/ 325438 w 331788"/>
              <a:gd name="connsiteY26" fmla="*/ 41628 h 263525"/>
              <a:gd name="connsiteX27" fmla="*/ 321547 w 331788"/>
              <a:gd name="connsiteY27" fmla="*/ 48132 h 263525"/>
              <a:gd name="connsiteX28" fmla="*/ 285228 w 331788"/>
              <a:gd name="connsiteY28" fmla="*/ 71548 h 263525"/>
              <a:gd name="connsiteX29" fmla="*/ 165894 w 331788"/>
              <a:gd name="connsiteY29" fmla="*/ 93663 h 263525"/>
              <a:gd name="connsiteX30" fmla="*/ 46560 w 331788"/>
              <a:gd name="connsiteY30" fmla="*/ 71548 h 263525"/>
              <a:gd name="connsiteX31" fmla="*/ 10241 w 331788"/>
              <a:gd name="connsiteY31" fmla="*/ 48132 h 263525"/>
              <a:gd name="connsiteX32" fmla="*/ 6350 w 331788"/>
              <a:gd name="connsiteY32" fmla="*/ 41628 h 263525"/>
              <a:gd name="connsiteX33" fmla="*/ 94553 w 331788"/>
              <a:gd name="connsiteY33" fmla="*/ 41628 h 263525"/>
              <a:gd name="connsiteX34" fmla="*/ 94553 w 331788"/>
              <a:gd name="connsiteY34" fmla="*/ 29920 h 263525"/>
              <a:gd name="connsiteX35" fmla="*/ 124387 w 331788"/>
              <a:gd name="connsiteY35" fmla="*/ 0 h 2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88" h="263525">
                <a:moveTo>
                  <a:pt x="0" y="53975"/>
                </a:moveTo>
                <a:cubicBezTo>
                  <a:pt x="9072" y="64260"/>
                  <a:pt x="23329" y="74544"/>
                  <a:pt x="41473" y="82258"/>
                </a:cubicBezTo>
                <a:cubicBezTo>
                  <a:pt x="71282" y="95114"/>
                  <a:pt x="108868" y="102827"/>
                  <a:pt x="149046" y="105398"/>
                </a:cubicBezTo>
                <a:cubicBezTo>
                  <a:pt x="149046" y="105398"/>
                  <a:pt x="149046" y="105398"/>
                  <a:pt x="149046" y="114397"/>
                </a:cubicBezTo>
                <a:cubicBezTo>
                  <a:pt x="149046" y="119540"/>
                  <a:pt x="154230" y="124682"/>
                  <a:pt x="159414" y="124682"/>
                </a:cubicBezTo>
                <a:cubicBezTo>
                  <a:pt x="159414" y="124682"/>
                  <a:pt x="159414" y="124682"/>
                  <a:pt x="172374" y="124682"/>
                </a:cubicBezTo>
                <a:cubicBezTo>
                  <a:pt x="177559" y="124682"/>
                  <a:pt x="182743" y="119540"/>
                  <a:pt x="182743" y="114397"/>
                </a:cubicBezTo>
                <a:cubicBezTo>
                  <a:pt x="182743" y="114397"/>
                  <a:pt x="182743" y="114397"/>
                  <a:pt x="182743" y="105398"/>
                </a:cubicBezTo>
                <a:cubicBezTo>
                  <a:pt x="222920" y="102827"/>
                  <a:pt x="260506" y="95114"/>
                  <a:pt x="290315" y="82258"/>
                </a:cubicBezTo>
                <a:cubicBezTo>
                  <a:pt x="308459" y="74544"/>
                  <a:pt x="322716" y="64260"/>
                  <a:pt x="331788" y="53975"/>
                </a:cubicBezTo>
                <a:cubicBezTo>
                  <a:pt x="331788" y="53975"/>
                  <a:pt x="331788" y="53975"/>
                  <a:pt x="331788" y="253240"/>
                </a:cubicBezTo>
                <a:cubicBezTo>
                  <a:pt x="331788" y="259668"/>
                  <a:pt x="327900" y="263525"/>
                  <a:pt x="321420" y="263525"/>
                </a:cubicBezTo>
                <a:cubicBezTo>
                  <a:pt x="321420" y="263525"/>
                  <a:pt x="321420" y="263525"/>
                  <a:pt x="10368" y="263525"/>
                </a:cubicBezTo>
                <a:cubicBezTo>
                  <a:pt x="3888" y="263525"/>
                  <a:pt x="0" y="259668"/>
                  <a:pt x="0" y="253240"/>
                </a:cubicBezTo>
                <a:cubicBezTo>
                  <a:pt x="0" y="253240"/>
                  <a:pt x="0" y="253240"/>
                  <a:pt x="0" y="53975"/>
                </a:cubicBezTo>
                <a:close/>
                <a:moveTo>
                  <a:pt x="124619" y="19050"/>
                </a:moveTo>
                <a:cubicBezTo>
                  <a:pt x="119460" y="19050"/>
                  <a:pt x="114300" y="24279"/>
                  <a:pt x="114300" y="29509"/>
                </a:cubicBezTo>
                <a:cubicBezTo>
                  <a:pt x="114300" y="29509"/>
                  <a:pt x="114300" y="29509"/>
                  <a:pt x="114300" y="41275"/>
                </a:cubicBezTo>
                <a:lnTo>
                  <a:pt x="217488" y="41275"/>
                </a:lnTo>
                <a:cubicBezTo>
                  <a:pt x="217488" y="41275"/>
                  <a:pt x="217488" y="41275"/>
                  <a:pt x="217488" y="29509"/>
                </a:cubicBezTo>
                <a:cubicBezTo>
                  <a:pt x="217488" y="24279"/>
                  <a:pt x="212329" y="19050"/>
                  <a:pt x="207169" y="19050"/>
                </a:cubicBezTo>
                <a:cubicBezTo>
                  <a:pt x="207169" y="19050"/>
                  <a:pt x="207169" y="19050"/>
                  <a:pt x="124619" y="19050"/>
                </a:cubicBezTo>
                <a:close/>
                <a:moveTo>
                  <a:pt x="124387" y="0"/>
                </a:moveTo>
                <a:cubicBezTo>
                  <a:pt x="124387" y="0"/>
                  <a:pt x="124387" y="0"/>
                  <a:pt x="207402" y="0"/>
                </a:cubicBezTo>
                <a:cubicBezTo>
                  <a:pt x="224264" y="0"/>
                  <a:pt x="237235" y="13009"/>
                  <a:pt x="237235" y="29920"/>
                </a:cubicBezTo>
                <a:cubicBezTo>
                  <a:pt x="237235" y="29920"/>
                  <a:pt x="237235" y="29920"/>
                  <a:pt x="237235" y="41628"/>
                </a:cubicBezTo>
                <a:cubicBezTo>
                  <a:pt x="237235" y="41628"/>
                  <a:pt x="237235" y="41628"/>
                  <a:pt x="325438" y="41628"/>
                </a:cubicBezTo>
                <a:cubicBezTo>
                  <a:pt x="324141" y="44230"/>
                  <a:pt x="322844" y="45531"/>
                  <a:pt x="321547" y="48132"/>
                </a:cubicBezTo>
                <a:cubicBezTo>
                  <a:pt x="312467" y="55938"/>
                  <a:pt x="300793" y="63743"/>
                  <a:pt x="285228" y="71548"/>
                </a:cubicBezTo>
                <a:cubicBezTo>
                  <a:pt x="254097" y="85858"/>
                  <a:pt x="211293" y="93663"/>
                  <a:pt x="165894" y="93663"/>
                </a:cubicBezTo>
                <a:cubicBezTo>
                  <a:pt x="120495" y="93663"/>
                  <a:pt x="77691" y="85858"/>
                  <a:pt x="46560" y="71548"/>
                </a:cubicBezTo>
                <a:cubicBezTo>
                  <a:pt x="30995" y="63743"/>
                  <a:pt x="19321" y="55938"/>
                  <a:pt x="10241" y="48132"/>
                </a:cubicBezTo>
                <a:cubicBezTo>
                  <a:pt x="8944" y="45531"/>
                  <a:pt x="7647" y="44230"/>
                  <a:pt x="6350" y="41628"/>
                </a:cubicBezTo>
                <a:cubicBezTo>
                  <a:pt x="6350" y="41628"/>
                  <a:pt x="6350" y="41628"/>
                  <a:pt x="94553" y="41628"/>
                </a:cubicBezTo>
                <a:cubicBezTo>
                  <a:pt x="94553" y="41628"/>
                  <a:pt x="94553" y="41628"/>
                  <a:pt x="94553" y="29920"/>
                </a:cubicBezTo>
                <a:cubicBezTo>
                  <a:pt x="94553" y="13009"/>
                  <a:pt x="107524" y="0"/>
                  <a:pt x="124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DAA9978-2B4E-A18E-04C6-2B3CE51576E0}"/>
              </a:ext>
            </a:extLst>
          </p:cNvPr>
          <p:cNvGrpSpPr/>
          <p:nvPr/>
        </p:nvGrpSpPr>
        <p:grpSpPr>
          <a:xfrm>
            <a:off x="5243613" y="1659455"/>
            <a:ext cx="5742477" cy="635621"/>
            <a:chOff x="5632462" y="1961344"/>
            <a:chExt cx="5742477" cy="63562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8F7144C-CB33-BE42-F51D-6ACED42E0B88}"/>
                </a:ext>
              </a:extLst>
            </p:cNvPr>
            <p:cNvSpPr txBox="1"/>
            <p:nvPr/>
          </p:nvSpPr>
          <p:spPr>
            <a:xfrm>
              <a:off x="5632462" y="2274441"/>
              <a:ext cx="5742477" cy="3225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B559F2D-6696-F31F-DC3A-D6D9AF6DC335}"/>
                </a:ext>
              </a:extLst>
            </p:cNvPr>
            <p:cNvSpPr txBox="1"/>
            <p:nvPr/>
          </p:nvSpPr>
          <p:spPr>
            <a:xfrm>
              <a:off x="5632462" y="196134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7CD4D5E-F2BD-35A8-16C1-C94E33B7F323}"/>
              </a:ext>
            </a:extLst>
          </p:cNvPr>
          <p:cNvGrpSpPr/>
          <p:nvPr/>
        </p:nvGrpSpPr>
        <p:grpSpPr>
          <a:xfrm>
            <a:off x="5243613" y="3155577"/>
            <a:ext cx="5742477" cy="635621"/>
            <a:chOff x="5632462" y="1961344"/>
            <a:chExt cx="5742477" cy="635621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DBA8278-FF6D-6E44-429F-66836A874FB5}"/>
                </a:ext>
              </a:extLst>
            </p:cNvPr>
            <p:cNvSpPr txBox="1"/>
            <p:nvPr/>
          </p:nvSpPr>
          <p:spPr>
            <a:xfrm>
              <a:off x="5632462" y="2274441"/>
              <a:ext cx="5742477" cy="3225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DE3514B-3F54-009D-D701-F429A570B293}"/>
                </a:ext>
              </a:extLst>
            </p:cNvPr>
            <p:cNvSpPr txBox="1"/>
            <p:nvPr/>
          </p:nvSpPr>
          <p:spPr>
            <a:xfrm>
              <a:off x="5632462" y="196134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DE405DE-2E19-E20F-4328-E7A5BFE30C5A}"/>
              </a:ext>
            </a:extLst>
          </p:cNvPr>
          <p:cNvGrpSpPr/>
          <p:nvPr/>
        </p:nvGrpSpPr>
        <p:grpSpPr>
          <a:xfrm>
            <a:off x="5243613" y="4192109"/>
            <a:ext cx="5742477" cy="635621"/>
            <a:chOff x="5632462" y="1961344"/>
            <a:chExt cx="5742477" cy="63562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EEE3707-45A2-8E19-B35D-701786467D94}"/>
                </a:ext>
              </a:extLst>
            </p:cNvPr>
            <p:cNvSpPr txBox="1"/>
            <p:nvPr/>
          </p:nvSpPr>
          <p:spPr>
            <a:xfrm>
              <a:off x="5632462" y="2274441"/>
              <a:ext cx="5742477" cy="3225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B0FDB3E-78E7-7E62-1256-52A13A4B74F4}"/>
                </a:ext>
              </a:extLst>
            </p:cNvPr>
            <p:cNvSpPr txBox="1"/>
            <p:nvPr/>
          </p:nvSpPr>
          <p:spPr>
            <a:xfrm>
              <a:off x="5632462" y="196134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04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0214-D637-3BAE-EEFF-FBABA159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7E8A83B4-666D-AFD0-7349-EE116356B8D9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3620953A-E893-AA2F-264A-CE9D120254EA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CB2808D2-25CE-0D9C-7B15-8004876287B2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5F39F20-3CC2-55F8-D0B8-4E130DCEE1E7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35F1E54F-7EAC-512B-B692-09B80C7F9075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4B36966A-DF3A-9E79-5863-8922D59DF5AF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29B03BC-3060-2613-1BFE-94DF719F2F39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9D7A94D-266D-2A61-0029-01FBC944387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7F4A4F1-FA1A-DDE7-CA81-78BEB22762A4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302284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E2EFE-DB02-96FD-E589-BA484B25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E88BBDAF-CE7B-E3ED-6548-2BEBB1CABFD6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FE69252A-3F52-0234-A47F-DA00CFCB7B93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E423E82-0CCF-740A-4D60-361BAA1C62A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034604C-F7B6-753A-73D0-0F10FFFE7F1E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87FCD69-37EB-5FB5-5B5C-ED2F1FD83D72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3" name="Shape 2056">
            <a:extLst>
              <a:ext uri="{FF2B5EF4-FFF2-40B4-BE49-F238E27FC236}">
                <a16:creationId xmlns:a16="http://schemas.microsoft.com/office/drawing/2014/main" id="{6EC25C64-8ED7-7B61-C7FA-065DDBAA38D8}"/>
              </a:ext>
            </a:extLst>
          </p:cNvPr>
          <p:cNvSpPr/>
          <p:nvPr/>
        </p:nvSpPr>
        <p:spPr>
          <a:xfrm>
            <a:off x="2252843" y="1982252"/>
            <a:ext cx="7686314" cy="3712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08" y="215"/>
                </a:moveTo>
                <a:lnTo>
                  <a:pt x="18515" y="2111"/>
                </a:lnTo>
                <a:lnTo>
                  <a:pt x="11972" y="10428"/>
                </a:lnTo>
                <a:lnTo>
                  <a:pt x="8013" y="7302"/>
                </a:lnTo>
                <a:lnTo>
                  <a:pt x="0" y="17211"/>
                </a:lnTo>
                <a:lnTo>
                  <a:pt x="1642" y="21600"/>
                </a:lnTo>
                <a:lnTo>
                  <a:pt x="8648" y="10721"/>
                </a:lnTo>
                <a:lnTo>
                  <a:pt x="12228" y="13359"/>
                </a:lnTo>
                <a:lnTo>
                  <a:pt x="19035" y="3738"/>
                </a:lnTo>
                <a:lnTo>
                  <a:pt x="19906" y="6461"/>
                </a:lnTo>
                <a:lnTo>
                  <a:pt x="20553" y="4063"/>
                </a:lnTo>
                <a:lnTo>
                  <a:pt x="20938" y="2571"/>
                </a:lnTo>
                <a:lnTo>
                  <a:pt x="21600" y="0"/>
                </a:lnTo>
                <a:cubicBezTo>
                  <a:pt x="21600" y="0"/>
                  <a:pt x="17908" y="215"/>
                  <a:pt x="17908" y="215"/>
                </a:cubicBezTo>
                <a:close/>
              </a:path>
            </a:pathLst>
          </a:cu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  <a:sym typeface="Helvetica Light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D3C22B8-81BD-7916-2D04-DEA073DB0725}"/>
              </a:ext>
            </a:extLst>
          </p:cNvPr>
          <p:cNvGrpSpPr/>
          <p:nvPr/>
        </p:nvGrpSpPr>
        <p:grpSpPr>
          <a:xfrm>
            <a:off x="2651402" y="4833246"/>
            <a:ext cx="470082" cy="482118"/>
            <a:chOff x="2227476" y="4890396"/>
            <a:chExt cx="470082" cy="482118"/>
          </a:xfrm>
        </p:grpSpPr>
        <p:sp>
          <p:nvSpPr>
            <p:cNvPr id="4" name="Shape 2057">
              <a:extLst>
                <a:ext uri="{FF2B5EF4-FFF2-40B4-BE49-F238E27FC236}">
                  <a16:creationId xmlns:a16="http://schemas.microsoft.com/office/drawing/2014/main" id="{F6C3D787-70BF-EFDF-4DEF-659C111E7CBB}"/>
                </a:ext>
              </a:extLst>
            </p:cNvPr>
            <p:cNvSpPr/>
            <p:nvPr/>
          </p:nvSpPr>
          <p:spPr>
            <a:xfrm>
              <a:off x="2227476" y="4890396"/>
              <a:ext cx="470082" cy="470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7B6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Kontrapunkt Bob Bold"/>
              </a:endParaRPr>
            </a:p>
          </p:txBody>
        </p:sp>
        <p:sp>
          <p:nvSpPr>
            <p:cNvPr id="16" name="Text Placeholder 2">
              <a:extLst>
                <a:ext uri="{FF2B5EF4-FFF2-40B4-BE49-F238E27FC236}">
                  <a16:creationId xmlns:a16="http://schemas.microsoft.com/office/drawing/2014/main" id="{E3281BE9-F338-D98D-73E9-FF1EBDB32761}"/>
                </a:ext>
              </a:extLst>
            </p:cNvPr>
            <p:cNvSpPr txBox="1">
              <a:spLocks/>
            </p:cNvSpPr>
            <p:nvPr/>
          </p:nvSpPr>
          <p:spPr>
            <a:xfrm>
              <a:off x="2227476" y="4902433"/>
              <a:ext cx="470082" cy="470081"/>
            </a:xfrm>
            <a:prstGeom prst="rect">
              <a:avLst/>
            </a:prstGeom>
            <a:noFill/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kern="1200" baseline="0">
                  <a:solidFill>
                    <a:schemeClr val="accent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dirty="0">
                  <a:solidFill>
                    <a:schemeClr val="bg1"/>
                  </a:solidFill>
                  <a:latin typeface="+mn-lt"/>
                  <a:ea typeface="腾祥澜黑简" panose="01010104010101010101" pitchFamily="2" charset="-122"/>
                </a:rPr>
                <a:t>01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CA3FB72-35A3-54C6-BBE8-90800111127E}"/>
              </a:ext>
            </a:extLst>
          </p:cNvPr>
          <p:cNvGrpSpPr/>
          <p:nvPr/>
        </p:nvGrpSpPr>
        <p:grpSpPr>
          <a:xfrm>
            <a:off x="4910257" y="3332746"/>
            <a:ext cx="478228" cy="488012"/>
            <a:chOff x="2227476" y="4890396"/>
            <a:chExt cx="478228" cy="488012"/>
          </a:xfrm>
        </p:grpSpPr>
        <p:sp>
          <p:nvSpPr>
            <p:cNvPr id="27" name="Shape 2057">
              <a:extLst>
                <a:ext uri="{FF2B5EF4-FFF2-40B4-BE49-F238E27FC236}">
                  <a16:creationId xmlns:a16="http://schemas.microsoft.com/office/drawing/2014/main" id="{D05119BE-8B57-FECA-BF56-D02BE1C0A83A}"/>
                </a:ext>
              </a:extLst>
            </p:cNvPr>
            <p:cNvSpPr/>
            <p:nvPr/>
          </p:nvSpPr>
          <p:spPr>
            <a:xfrm>
              <a:off x="2227476" y="4890396"/>
              <a:ext cx="470082" cy="470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7B6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Kontrapunkt Bob Bold"/>
              </a:endParaRPr>
            </a:p>
          </p:txBody>
        </p:sp>
        <p:sp>
          <p:nvSpPr>
            <p:cNvPr id="28" name="Text Placeholder 2">
              <a:extLst>
                <a:ext uri="{FF2B5EF4-FFF2-40B4-BE49-F238E27FC236}">
                  <a16:creationId xmlns:a16="http://schemas.microsoft.com/office/drawing/2014/main" id="{C28E6C13-5954-EE92-8742-9982C7CA1423}"/>
                </a:ext>
              </a:extLst>
            </p:cNvPr>
            <p:cNvSpPr txBox="1">
              <a:spLocks/>
            </p:cNvSpPr>
            <p:nvPr/>
          </p:nvSpPr>
          <p:spPr>
            <a:xfrm>
              <a:off x="2235622" y="4908327"/>
              <a:ext cx="470082" cy="470081"/>
            </a:xfrm>
            <a:prstGeom prst="rect">
              <a:avLst/>
            </a:prstGeom>
            <a:noFill/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kern="1200" baseline="0">
                  <a:solidFill>
                    <a:schemeClr val="accent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dirty="0">
                  <a:solidFill>
                    <a:schemeClr val="bg1"/>
                  </a:solidFill>
                  <a:latin typeface="+mn-lt"/>
                  <a:ea typeface="腾祥澜黑简" panose="01010104010101010101" pitchFamily="2" charset="-122"/>
                </a:rPr>
                <a:t>02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4F29B53-4AA3-E780-C42D-DDC842B0B31C}"/>
              </a:ext>
            </a:extLst>
          </p:cNvPr>
          <p:cNvGrpSpPr/>
          <p:nvPr/>
        </p:nvGrpSpPr>
        <p:grpSpPr>
          <a:xfrm>
            <a:off x="6325636" y="3745122"/>
            <a:ext cx="478228" cy="488012"/>
            <a:chOff x="2227476" y="4890396"/>
            <a:chExt cx="478228" cy="488012"/>
          </a:xfrm>
        </p:grpSpPr>
        <p:sp>
          <p:nvSpPr>
            <p:cNvPr id="30" name="Shape 2057">
              <a:extLst>
                <a:ext uri="{FF2B5EF4-FFF2-40B4-BE49-F238E27FC236}">
                  <a16:creationId xmlns:a16="http://schemas.microsoft.com/office/drawing/2014/main" id="{B70E6248-E359-8888-8E64-DEBA08330571}"/>
                </a:ext>
              </a:extLst>
            </p:cNvPr>
            <p:cNvSpPr/>
            <p:nvPr/>
          </p:nvSpPr>
          <p:spPr>
            <a:xfrm>
              <a:off x="2227476" y="4890396"/>
              <a:ext cx="470082" cy="470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7B6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Kontrapunkt Bob Bold"/>
              </a:endParaRPr>
            </a:p>
          </p:txBody>
        </p:sp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2F6163ED-7804-6B04-75B6-9CB6650A4E4D}"/>
                </a:ext>
              </a:extLst>
            </p:cNvPr>
            <p:cNvSpPr txBox="1">
              <a:spLocks/>
            </p:cNvSpPr>
            <p:nvPr/>
          </p:nvSpPr>
          <p:spPr>
            <a:xfrm>
              <a:off x="2235622" y="4908327"/>
              <a:ext cx="470082" cy="470081"/>
            </a:xfrm>
            <a:prstGeom prst="rect">
              <a:avLst/>
            </a:prstGeom>
            <a:noFill/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kern="1200" baseline="0">
                  <a:solidFill>
                    <a:schemeClr val="accent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>
                  <a:solidFill>
                    <a:schemeClr val="bg1"/>
                  </a:solidFill>
                  <a:latin typeface="+mn-lt"/>
                  <a:ea typeface="腾祥澜黑简" panose="01010104010101010101" pitchFamily="2" charset="-122"/>
                </a:rPr>
                <a:t>03</a:t>
              </a:r>
              <a:endParaRPr lang="en-GB" sz="1400" dirty="0">
                <a:solidFill>
                  <a:schemeClr val="bg1"/>
                </a:solidFill>
                <a:latin typeface="+mn-lt"/>
                <a:ea typeface="腾祥澜黑简" panose="01010104010101010101" pitchFamily="2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EC8E53D-C731-C7C9-95C4-E982AEAA5E06}"/>
              </a:ext>
            </a:extLst>
          </p:cNvPr>
          <p:cNvGrpSpPr/>
          <p:nvPr/>
        </p:nvGrpSpPr>
        <p:grpSpPr>
          <a:xfrm>
            <a:off x="9050906" y="2149405"/>
            <a:ext cx="478228" cy="488012"/>
            <a:chOff x="2227476" y="4890396"/>
            <a:chExt cx="478228" cy="488012"/>
          </a:xfrm>
        </p:grpSpPr>
        <p:sp>
          <p:nvSpPr>
            <p:cNvPr id="33" name="Shape 2057">
              <a:extLst>
                <a:ext uri="{FF2B5EF4-FFF2-40B4-BE49-F238E27FC236}">
                  <a16:creationId xmlns:a16="http://schemas.microsoft.com/office/drawing/2014/main" id="{890988C5-EB47-DC8A-959E-A1F6640D1839}"/>
                </a:ext>
              </a:extLst>
            </p:cNvPr>
            <p:cNvSpPr/>
            <p:nvPr/>
          </p:nvSpPr>
          <p:spPr>
            <a:xfrm>
              <a:off x="2227476" y="4890396"/>
              <a:ext cx="470082" cy="470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7B6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Kontrapunkt Bob Bold"/>
              </a:endParaRPr>
            </a:p>
          </p:txBody>
        </p:sp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0C4C4E81-5159-4B1E-43DF-5BF829222E73}"/>
                </a:ext>
              </a:extLst>
            </p:cNvPr>
            <p:cNvSpPr txBox="1">
              <a:spLocks/>
            </p:cNvSpPr>
            <p:nvPr/>
          </p:nvSpPr>
          <p:spPr>
            <a:xfrm>
              <a:off x="2235622" y="4908327"/>
              <a:ext cx="470082" cy="470081"/>
            </a:xfrm>
            <a:prstGeom prst="rect">
              <a:avLst/>
            </a:prstGeom>
            <a:noFill/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kern="1200" baseline="0">
                  <a:solidFill>
                    <a:schemeClr val="accent1"/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>
                  <a:solidFill>
                    <a:schemeClr val="bg1"/>
                  </a:solidFill>
                  <a:latin typeface="+mn-lt"/>
                  <a:ea typeface="腾祥澜黑简" panose="01010104010101010101" pitchFamily="2" charset="-122"/>
                </a:rPr>
                <a:t>04</a:t>
              </a:r>
              <a:endParaRPr lang="en-GB" sz="1400" dirty="0">
                <a:solidFill>
                  <a:schemeClr val="bg1"/>
                </a:solidFill>
                <a:latin typeface="+mn-lt"/>
                <a:ea typeface="腾祥澜黑简" panose="01010104010101010101" pitchFamily="2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8B96B92-9759-3BA9-B956-B30DF923A0FE}"/>
              </a:ext>
            </a:extLst>
          </p:cNvPr>
          <p:cNvGrpSpPr/>
          <p:nvPr/>
        </p:nvGrpSpPr>
        <p:grpSpPr>
          <a:xfrm>
            <a:off x="6422122" y="4442916"/>
            <a:ext cx="2966425" cy="816522"/>
            <a:chOff x="283598" y="1906534"/>
            <a:chExt cx="2966425" cy="816522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2FD95E3-4A30-5C32-6CC1-5D45AC6432E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3205E02-8277-CBE1-E23E-6629ABFD1F2F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470175D-EE02-CF13-9D7E-A515131913F1}"/>
              </a:ext>
            </a:extLst>
          </p:cNvPr>
          <p:cNvGrpSpPr/>
          <p:nvPr/>
        </p:nvGrpSpPr>
        <p:grpSpPr>
          <a:xfrm>
            <a:off x="2406596" y="2218900"/>
            <a:ext cx="2981889" cy="816522"/>
            <a:chOff x="283598" y="1906534"/>
            <a:chExt cx="2981889" cy="81652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0A1CDC9-B92D-C20D-1086-47E4DCA0856D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D3FAF70-B2A4-8C9B-025B-0FFCF0690EF9}"/>
                </a:ext>
              </a:extLst>
            </p:cNvPr>
            <p:cNvSpPr txBox="1"/>
            <p:nvPr/>
          </p:nvSpPr>
          <p:spPr>
            <a:xfrm>
              <a:off x="102992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17C01E6-7E8E-B9D9-0D6F-AA3F96B5E003}"/>
              </a:ext>
            </a:extLst>
          </p:cNvPr>
          <p:cNvGrpSpPr/>
          <p:nvPr/>
        </p:nvGrpSpPr>
        <p:grpSpPr>
          <a:xfrm>
            <a:off x="7064845" y="994980"/>
            <a:ext cx="2981889" cy="816522"/>
            <a:chOff x="283598" y="1906534"/>
            <a:chExt cx="2981889" cy="81652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F8FB84C-D9E8-616D-5DE1-7544A744A1CB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B112AC5-0E93-8699-B201-09433FEED204}"/>
                </a:ext>
              </a:extLst>
            </p:cNvPr>
            <p:cNvSpPr txBox="1"/>
            <p:nvPr/>
          </p:nvSpPr>
          <p:spPr>
            <a:xfrm>
              <a:off x="102992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4B782F6-8D28-EC3D-8CDE-FCB1B54549F5}"/>
              </a:ext>
            </a:extLst>
          </p:cNvPr>
          <p:cNvGrpSpPr/>
          <p:nvPr/>
        </p:nvGrpSpPr>
        <p:grpSpPr>
          <a:xfrm>
            <a:off x="761593" y="3585717"/>
            <a:ext cx="2148133" cy="1047355"/>
            <a:chOff x="1117354" y="1906534"/>
            <a:chExt cx="2148133" cy="1047355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C87F51B-2BAD-496C-B5A3-34496B4582BC}"/>
                </a:ext>
              </a:extLst>
            </p:cNvPr>
            <p:cNvSpPr txBox="1"/>
            <p:nvPr/>
          </p:nvSpPr>
          <p:spPr>
            <a:xfrm>
              <a:off x="1117354" y="2190603"/>
              <a:ext cx="2132669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0D467F2-9477-58CC-CBE7-27DCA9EFA733}"/>
                </a:ext>
              </a:extLst>
            </p:cNvPr>
            <p:cNvSpPr txBox="1"/>
            <p:nvPr/>
          </p:nvSpPr>
          <p:spPr>
            <a:xfrm>
              <a:off x="1667964" y="1906534"/>
              <a:ext cx="15975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400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1826A-486A-2958-8A75-432050A2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64C75607-190C-F137-C168-5FBAFDB94710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43FB188C-E96D-8A80-D722-4D8FDFE667D4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3B18688E-2D5A-9CB7-6614-F9C8C1ABBC2E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333F1B0-1CD3-63CF-E663-12F06CDB5C5E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297694D-A643-8D00-351F-994C31EF5EAE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AFC26C-E821-C724-E05B-7C5F06FB0A32}"/>
              </a:ext>
            </a:extLst>
          </p:cNvPr>
          <p:cNvGrpSpPr/>
          <p:nvPr/>
        </p:nvGrpSpPr>
        <p:grpSpPr>
          <a:xfrm>
            <a:off x="947738" y="2188113"/>
            <a:ext cx="3225827" cy="2278574"/>
            <a:chOff x="947738" y="3018971"/>
            <a:chExt cx="3225827" cy="2278574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F1CA441-00B4-AF76-6B30-A45407D9128F}"/>
                </a:ext>
              </a:extLst>
            </p:cNvPr>
            <p:cNvSpPr/>
            <p:nvPr/>
          </p:nvSpPr>
          <p:spPr>
            <a:xfrm>
              <a:off x="947738" y="3018971"/>
              <a:ext cx="3225827" cy="1949640"/>
            </a:xfrm>
            <a:prstGeom prst="roundRect">
              <a:avLst>
                <a:gd name="adj" fmla="val 0"/>
              </a:avLst>
            </a:prstGeom>
            <a:solidFill>
              <a:srgbClr val="ECF1FB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ct val="20000"/>
                </a:spcBef>
                <a:buChar char="•"/>
              </a:pPr>
              <a:endParaRPr lang="zh-CN" altLang="en-US" sz="2000">
                <a:latin typeface="Arial" panose="020B0604020202020204" pitchFamily="34" charset="0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28D2E3B-53D8-645A-EC7E-F931CFE32759}"/>
                </a:ext>
              </a:extLst>
            </p:cNvPr>
            <p:cNvSpPr/>
            <p:nvPr/>
          </p:nvSpPr>
          <p:spPr>
            <a:xfrm>
              <a:off x="1399508" y="4731488"/>
              <a:ext cx="2322286" cy="566057"/>
            </a:xfrm>
            <a:prstGeom prst="roundRect">
              <a:avLst>
                <a:gd name="adj" fmla="val 0"/>
              </a:avLst>
            </a:prstGeom>
            <a:solidFill>
              <a:srgbClr val="4F6DD9"/>
            </a:solidFill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  <a:ea typeface="+mj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0055629-0B16-706E-B644-C376E5420B30}"/>
                </a:ext>
              </a:extLst>
            </p:cNvPr>
            <p:cNvGrpSpPr/>
            <p:nvPr/>
          </p:nvGrpSpPr>
          <p:grpSpPr>
            <a:xfrm>
              <a:off x="1284408" y="3328475"/>
              <a:ext cx="2552486" cy="1855318"/>
              <a:chOff x="487836" y="1248695"/>
              <a:chExt cx="2552486" cy="1855318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A77740C-3B74-8364-7A44-6DB4A2860990}"/>
                  </a:ext>
                </a:extLst>
              </p:cNvPr>
              <p:cNvSpPr txBox="1"/>
              <p:nvPr/>
            </p:nvSpPr>
            <p:spPr>
              <a:xfrm>
                <a:off x="487836" y="1248695"/>
                <a:ext cx="2552486" cy="897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ctr"/>
                <a:r>
                  <a:rPr lang="zh-CN" alt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B181A2D-EB05-E82D-9CFC-D506E50A0E07}"/>
                  </a:ext>
                </a:extLst>
              </p:cNvPr>
              <p:cNvSpPr txBox="1"/>
              <p:nvPr/>
            </p:nvSpPr>
            <p:spPr>
              <a:xfrm>
                <a:off x="969526" y="2765459"/>
                <a:ext cx="15891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7EBFAC4-AC00-A22C-693B-BEF1137A25A0}"/>
              </a:ext>
            </a:extLst>
          </p:cNvPr>
          <p:cNvGrpSpPr/>
          <p:nvPr/>
        </p:nvGrpSpPr>
        <p:grpSpPr>
          <a:xfrm>
            <a:off x="4483086" y="1904915"/>
            <a:ext cx="3225827" cy="2232669"/>
            <a:chOff x="947738" y="2735942"/>
            <a:chExt cx="3225827" cy="2232669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E3C6805-E2AF-CF5C-E508-753ADDB3E2F0}"/>
                </a:ext>
              </a:extLst>
            </p:cNvPr>
            <p:cNvSpPr/>
            <p:nvPr/>
          </p:nvSpPr>
          <p:spPr>
            <a:xfrm>
              <a:off x="947738" y="3018971"/>
              <a:ext cx="3225827" cy="1949640"/>
            </a:xfrm>
            <a:prstGeom prst="roundRect">
              <a:avLst>
                <a:gd name="adj" fmla="val 0"/>
              </a:avLst>
            </a:prstGeom>
            <a:solidFill>
              <a:srgbClr val="ECF1FB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ct val="20000"/>
                </a:spcBef>
                <a:buChar char="•"/>
              </a:pPr>
              <a:endParaRPr lang="zh-CN" altLang="en-US" sz="2000">
                <a:latin typeface="Arial" panose="020B0604020202020204" pitchFamily="34" charset="0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776920D-3342-2646-942C-4F23B846BF88}"/>
                </a:ext>
              </a:extLst>
            </p:cNvPr>
            <p:cNvSpPr/>
            <p:nvPr/>
          </p:nvSpPr>
          <p:spPr>
            <a:xfrm>
              <a:off x="1399508" y="2735942"/>
              <a:ext cx="2322286" cy="566057"/>
            </a:xfrm>
            <a:prstGeom prst="roundRect">
              <a:avLst>
                <a:gd name="adj" fmla="val 0"/>
              </a:avLst>
            </a:prstGeom>
            <a:solidFill>
              <a:srgbClr val="4F6DD9"/>
            </a:solidFill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  <a:ea typeface="+mj-ea"/>
                <a:sym typeface="+mn-lt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6F91020-67F4-7CD5-2F00-D1D6BA963C31}"/>
                </a:ext>
              </a:extLst>
            </p:cNvPr>
            <p:cNvGrpSpPr/>
            <p:nvPr/>
          </p:nvGrpSpPr>
          <p:grpSpPr>
            <a:xfrm>
              <a:off x="1284408" y="2849693"/>
              <a:ext cx="2552486" cy="1632760"/>
              <a:chOff x="487836" y="769913"/>
              <a:chExt cx="2552486" cy="1632760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8D9A2AA-599C-01F9-D041-717501A6A65A}"/>
                  </a:ext>
                </a:extLst>
              </p:cNvPr>
              <p:cNvSpPr txBox="1"/>
              <p:nvPr/>
            </p:nvSpPr>
            <p:spPr>
              <a:xfrm>
                <a:off x="487836" y="1505248"/>
                <a:ext cx="2552486" cy="897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ctr"/>
                <a:r>
                  <a:rPr lang="zh-CN" alt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158280D-31D8-1AD3-E1FD-DCDE8578B0AE}"/>
                  </a:ext>
                </a:extLst>
              </p:cNvPr>
              <p:cNvSpPr txBox="1"/>
              <p:nvPr/>
            </p:nvSpPr>
            <p:spPr>
              <a:xfrm>
                <a:off x="969526" y="769913"/>
                <a:ext cx="15891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1600" b="1">
                    <a:solidFill>
                      <a:schemeClr val="bg1"/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EE3A7E4-E4D8-15E7-93DE-4E3CDB714A18}"/>
              </a:ext>
            </a:extLst>
          </p:cNvPr>
          <p:cNvGrpSpPr/>
          <p:nvPr/>
        </p:nvGrpSpPr>
        <p:grpSpPr>
          <a:xfrm>
            <a:off x="8018434" y="2188113"/>
            <a:ext cx="3225827" cy="2278574"/>
            <a:chOff x="947738" y="3018971"/>
            <a:chExt cx="3225827" cy="2278574"/>
          </a:xfrm>
        </p:grpSpPr>
        <p:sp>
          <p:nvSpPr>
            <p:cNvPr id="29" name="矩形: 圆角 28" descr="D:\51PPT模板网\51pptmoban.com\图片.jpg">
              <a:extLst>
                <a:ext uri="{FF2B5EF4-FFF2-40B4-BE49-F238E27FC236}">
                  <a16:creationId xmlns:a16="http://schemas.microsoft.com/office/drawing/2014/main" id="{EE5CF81C-B9B5-6353-24B4-627FA31EA9F0}"/>
                </a:ext>
              </a:extLst>
            </p:cNvPr>
            <p:cNvSpPr/>
            <p:nvPr/>
          </p:nvSpPr>
          <p:spPr>
            <a:xfrm>
              <a:off x="947738" y="3018971"/>
              <a:ext cx="3225827" cy="1949640"/>
            </a:xfrm>
            <a:prstGeom prst="roundRect">
              <a:avLst>
                <a:gd name="adj" fmla="val 0"/>
              </a:avLst>
            </a:prstGeom>
            <a:solidFill>
              <a:srgbClr val="ECF1FB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ct val="20000"/>
                </a:spcBef>
                <a:buChar char="•"/>
              </a:pPr>
              <a:endParaRPr lang="zh-CN" altLang="en-US" sz="2000">
                <a:latin typeface="Arial" panose="020B0604020202020204" pitchFamily="34" charset="0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F023887-B453-3B1F-1B26-48AA18E4DBDE}"/>
                </a:ext>
              </a:extLst>
            </p:cNvPr>
            <p:cNvSpPr/>
            <p:nvPr/>
          </p:nvSpPr>
          <p:spPr>
            <a:xfrm>
              <a:off x="1399508" y="4731488"/>
              <a:ext cx="2322286" cy="566057"/>
            </a:xfrm>
            <a:prstGeom prst="roundRect">
              <a:avLst>
                <a:gd name="adj" fmla="val 0"/>
              </a:avLst>
            </a:prstGeom>
            <a:solidFill>
              <a:srgbClr val="4F6DD9"/>
            </a:solidFill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  <a:ea typeface="+mj-ea"/>
                <a:sym typeface="+mn-lt"/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1F03FE9-F88C-E60D-CCAA-CA76B7108EB8}"/>
                </a:ext>
              </a:extLst>
            </p:cNvPr>
            <p:cNvGrpSpPr/>
            <p:nvPr/>
          </p:nvGrpSpPr>
          <p:grpSpPr>
            <a:xfrm>
              <a:off x="1284408" y="3328475"/>
              <a:ext cx="2552486" cy="1855318"/>
              <a:chOff x="487836" y="1248695"/>
              <a:chExt cx="2552486" cy="1855318"/>
            </a:xfrm>
          </p:grpSpPr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1F88BF2-8576-E8CA-7C31-499BC6D064C0}"/>
                  </a:ext>
                </a:extLst>
              </p:cNvPr>
              <p:cNvSpPr txBox="1"/>
              <p:nvPr/>
            </p:nvSpPr>
            <p:spPr>
              <a:xfrm>
                <a:off x="487836" y="1248695"/>
                <a:ext cx="2552486" cy="897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ctr"/>
                <a:r>
                  <a:rPr lang="zh-CN" alt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F4AFF6-4D9E-5AAF-36A8-493399E5CCC5}"/>
                  </a:ext>
                </a:extLst>
              </p:cNvPr>
              <p:cNvSpPr txBox="1"/>
              <p:nvPr/>
            </p:nvSpPr>
            <p:spPr>
              <a:xfrm>
                <a:off x="969526" y="2765459"/>
                <a:ext cx="15891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1600" b="1">
                    <a:solidFill>
                      <a:schemeClr val="bg1"/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</p:grpSp>
      <p:sp>
        <p:nvSpPr>
          <p:cNvPr id="35" name="弧形 34" descr="D:\51PPT模板网\51pptmoban.com\图片.jpg">
            <a:extLst>
              <a:ext uri="{FF2B5EF4-FFF2-40B4-BE49-F238E27FC236}">
                <a16:creationId xmlns:a16="http://schemas.microsoft.com/office/drawing/2014/main" id="{B6A706C7-377B-7EE3-2791-69E0026B6DCE}"/>
              </a:ext>
            </a:extLst>
          </p:cNvPr>
          <p:cNvSpPr/>
          <p:nvPr/>
        </p:nvSpPr>
        <p:spPr>
          <a:xfrm rot="21148639">
            <a:off x="2359837" y="2264031"/>
            <a:ext cx="3936978" cy="2869073"/>
          </a:xfrm>
          <a:prstGeom prst="arc">
            <a:avLst>
              <a:gd name="adj1" fmla="val 2085976"/>
              <a:gd name="adj2" fmla="val 9265399"/>
            </a:avLst>
          </a:prstGeom>
          <a:ln w="63500" cap="rnd">
            <a:solidFill>
              <a:schemeClr val="tx1">
                <a:lumMod val="75000"/>
                <a:lumOff val="25000"/>
              </a:schemeClr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AD942AD3-E0A7-84E8-BEDB-71F0B24293D0}"/>
              </a:ext>
            </a:extLst>
          </p:cNvPr>
          <p:cNvSpPr/>
          <p:nvPr/>
        </p:nvSpPr>
        <p:spPr>
          <a:xfrm rot="451361" flipV="1">
            <a:off x="5993140" y="1510611"/>
            <a:ext cx="3936978" cy="2001262"/>
          </a:xfrm>
          <a:prstGeom prst="arc">
            <a:avLst>
              <a:gd name="adj1" fmla="val 2504128"/>
              <a:gd name="adj2" fmla="val 9514394"/>
            </a:avLst>
          </a:prstGeom>
          <a:ln w="63500" cap="rnd">
            <a:solidFill>
              <a:schemeClr val="tx1">
                <a:lumMod val="75000"/>
                <a:lumOff val="25000"/>
              </a:schemeClr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7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8F352-F8BE-5D9C-0A1C-B291C1BE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3BD16489-6BDF-4376-EE2D-C7E33F9D2EF0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1226DEBC-C793-3384-E137-92C094575677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D3E8612-D8FC-CE18-AA92-147B6A85C313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BBA8041-2972-7807-BB84-46DAFADAF3E2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003A051-C7BE-1B13-9A11-F3E3704405C6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627E3216-4ED5-50E5-C322-15CE01925F5D}"/>
              </a:ext>
            </a:extLst>
          </p:cNvPr>
          <p:cNvSpPr/>
          <p:nvPr/>
        </p:nvSpPr>
        <p:spPr>
          <a:xfrm>
            <a:off x="1685080" y="2738556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97B6F3"/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85" tIns="36293" rIns="72585" bIns="3629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DA931B39-5BC2-A079-852C-96F52C05FBC1}"/>
              </a:ext>
            </a:extLst>
          </p:cNvPr>
          <p:cNvSpPr/>
          <p:nvPr/>
        </p:nvSpPr>
        <p:spPr>
          <a:xfrm>
            <a:off x="3811735" y="2738556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F18BE56-CC1C-CDEA-E89B-5D30990894CB}"/>
              </a:ext>
            </a:extLst>
          </p:cNvPr>
          <p:cNvSpPr/>
          <p:nvPr/>
        </p:nvSpPr>
        <p:spPr>
          <a:xfrm>
            <a:off x="5938389" y="2738556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97B6F3"/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85" tIns="36293" rIns="72585" bIns="36293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23D367D-F13E-4B93-F631-81D010F3A3A0}"/>
              </a:ext>
            </a:extLst>
          </p:cNvPr>
          <p:cNvSpPr/>
          <p:nvPr/>
        </p:nvSpPr>
        <p:spPr>
          <a:xfrm>
            <a:off x="8065044" y="2738556"/>
            <a:ext cx="2435526" cy="1095137"/>
          </a:xfrm>
          <a:prstGeom prst="parallelogram">
            <a:avLst>
              <a:gd name="adj" fmla="val 38115"/>
            </a:avLst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zh-CN" alt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BD30ACB-4275-AE28-A365-9ADB320E81C6}"/>
              </a:ext>
            </a:extLst>
          </p:cNvPr>
          <p:cNvSpPr/>
          <p:nvPr/>
        </p:nvSpPr>
        <p:spPr>
          <a:xfrm>
            <a:off x="1631995" y="2396977"/>
            <a:ext cx="673956" cy="665592"/>
          </a:xfrm>
          <a:prstGeom prst="ellipse">
            <a:avLst/>
          </a:prstGeom>
          <a:solidFill>
            <a:srgbClr val="4F6DD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75EF1B3-908C-2414-D8FA-5C2CCD42FB2E}"/>
              </a:ext>
            </a:extLst>
          </p:cNvPr>
          <p:cNvSpPr/>
          <p:nvPr/>
        </p:nvSpPr>
        <p:spPr>
          <a:xfrm>
            <a:off x="4503432" y="3477991"/>
            <a:ext cx="673956" cy="665592"/>
          </a:xfrm>
          <a:prstGeom prst="ellipse">
            <a:avLst/>
          </a:prstGeom>
          <a:solidFill>
            <a:srgbClr val="97B6F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430EAC4-85DE-A550-5E86-DECF53791447}"/>
              </a:ext>
            </a:extLst>
          </p:cNvPr>
          <p:cNvSpPr/>
          <p:nvPr/>
        </p:nvSpPr>
        <p:spPr>
          <a:xfrm>
            <a:off x="6931334" y="2361090"/>
            <a:ext cx="673956" cy="665592"/>
          </a:xfrm>
          <a:prstGeom prst="ellipse">
            <a:avLst/>
          </a:prstGeom>
          <a:solidFill>
            <a:srgbClr val="4F6DD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2B91F1D-4272-4D62-6373-9342007838A5}"/>
              </a:ext>
            </a:extLst>
          </p:cNvPr>
          <p:cNvSpPr/>
          <p:nvPr/>
        </p:nvSpPr>
        <p:spPr>
          <a:xfrm>
            <a:off x="9742922" y="3437200"/>
            <a:ext cx="673956" cy="665592"/>
          </a:xfrm>
          <a:prstGeom prst="ellipse">
            <a:avLst/>
          </a:prstGeom>
          <a:solidFill>
            <a:srgbClr val="97B6F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Open Sans" panose="020B0606030504020204" pitchFamily="34" charset="0"/>
              <a:ea typeface="Microsoft YaHei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613FB4C-8078-9A40-0B8F-A703941E0AD0}"/>
              </a:ext>
            </a:extLst>
          </p:cNvPr>
          <p:cNvGrpSpPr/>
          <p:nvPr/>
        </p:nvGrpSpPr>
        <p:grpSpPr>
          <a:xfrm>
            <a:off x="1589974" y="3111346"/>
            <a:ext cx="2114995" cy="1640432"/>
            <a:chOff x="-361796" y="1869210"/>
            <a:chExt cx="2114995" cy="1640432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0D31126-5BA4-58FB-FD58-55DA0E94AB7C}"/>
                </a:ext>
              </a:extLst>
            </p:cNvPr>
            <p:cNvSpPr txBox="1"/>
            <p:nvPr/>
          </p:nvSpPr>
          <p:spPr>
            <a:xfrm>
              <a:off x="-361796" y="2746356"/>
              <a:ext cx="205735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B40DCF-C301-779F-1127-1AFA96F20B41}"/>
                </a:ext>
              </a:extLst>
            </p:cNvPr>
            <p:cNvSpPr txBox="1"/>
            <p:nvPr/>
          </p:nvSpPr>
          <p:spPr>
            <a:xfrm>
              <a:off x="311592" y="1869210"/>
              <a:ext cx="14416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C310C5B-F97A-09EF-7E56-01CAB6FCEFB4}"/>
              </a:ext>
            </a:extLst>
          </p:cNvPr>
          <p:cNvGrpSpPr/>
          <p:nvPr/>
        </p:nvGrpSpPr>
        <p:grpSpPr>
          <a:xfrm>
            <a:off x="5899573" y="3111346"/>
            <a:ext cx="2057351" cy="1640432"/>
            <a:chOff x="-361796" y="1869210"/>
            <a:chExt cx="2057351" cy="164043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E4D74D3-9FBA-CF3D-FDC4-D357F4D490E9}"/>
                </a:ext>
              </a:extLst>
            </p:cNvPr>
            <p:cNvSpPr txBox="1"/>
            <p:nvPr/>
          </p:nvSpPr>
          <p:spPr>
            <a:xfrm>
              <a:off x="-361796" y="2746356"/>
              <a:ext cx="205735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C6F2454-CC74-1FBE-10D0-05E774499BBE}"/>
                </a:ext>
              </a:extLst>
            </p:cNvPr>
            <p:cNvSpPr txBox="1"/>
            <p:nvPr/>
          </p:nvSpPr>
          <p:spPr>
            <a:xfrm>
              <a:off x="132191" y="1869210"/>
              <a:ext cx="14416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A92B8C-8F33-912E-E1E8-B83861D07C29}"/>
              </a:ext>
            </a:extLst>
          </p:cNvPr>
          <p:cNvGrpSpPr/>
          <p:nvPr/>
        </p:nvGrpSpPr>
        <p:grpSpPr>
          <a:xfrm>
            <a:off x="4301857" y="1786537"/>
            <a:ext cx="2073076" cy="1663363"/>
            <a:chOff x="311592" y="544401"/>
            <a:chExt cx="2073076" cy="1663363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A365475-0A30-F4BF-70D0-7D50B56C9722}"/>
                </a:ext>
              </a:extLst>
            </p:cNvPr>
            <p:cNvSpPr txBox="1"/>
            <p:nvPr/>
          </p:nvSpPr>
          <p:spPr>
            <a:xfrm>
              <a:off x="327317" y="544401"/>
              <a:ext cx="205735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CCAE1DB-0A0E-8EAC-4CFA-948F3F1AC42B}"/>
                </a:ext>
              </a:extLst>
            </p:cNvPr>
            <p:cNvSpPr txBox="1"/>
            <p:nvPr/>
          </p:nvSpPr>
          <p:spPr>
            <a:xfrm>
              <a:off x="311592" y="1869210"/>
              <a:ext cx="14416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73070C5-7EC2-1BB4-1DA4-0887C24A961C}"/>
              </a:ext>
            </a:extLst>
          </p:cNvPr>
          <p:cNvGrpSpPr/>
          <p:nvPr/>
        </p:nvGrpSpPr>
        <p:grpSpPr>
          <a:xfrm>
            <a:off x="8579855" y="1786537"/>
            <a:ext cx="2073076" cy="1663363"/>
            <a:chOff x="311592" y="544401"/>
            <a:chExt cx="2073076" cy="166336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1DA4D7F-047B-729D-8CFB-06DA5E9465E2}"/>
                </a:ext>
              </a:extLst>
            </p:cNvPr>
            <p:cNvSpPr txBox="1"/>
            <p:nvPr/>
          </p:nvSpPr>
          <p:spPr>
            <a:xfrm>
              <a:off x="327317" y="544401"/>
              <a:ext cx="2057351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DAAEE57-B4E5-2D88-5DD6-CE999E97BB8B}"/>
                </a:ext>
              </a:extLst>
            </p:cNvPr>
            <p:cNvSpPr txBox="1"/>
            <p:nvPr/>
          </p:nvSpPr>
          <p:spPr>
            <a:xfrm>
              <a:off x="311592" y="1869210"/>
              <a:ext cx="14416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4E645551-82A3-7757-8152-63EB3837454D}"/>
              </a:ext>
            </a:extLst>
          </p:cNvPr>
          <p:cNvSpPr txBox="1"/>
          <p:nvPr/>
        </p:nvSpPr>
        <p:spPr>
          <a:xfrm>
            <a:off x="1765656" y="25456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93A9C82-57AE-C3C8-8FD5-8DD45C264B2C}"/>
              </a:ext>
            </a:extLst>
          </p:cNvPr>
          <p:cNvSpPr txBox="1"/>
          <p:nvPr/>
        </p:nvSpPr>
        <p:spPr>
          <a:xfrm>
            <a:off x="7053620" y="25329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AB267A7-4277-4062-D467-F8DA693A6169}"/>
              </a:ext>
            </a:extLst>
          </p:cNvPr>
          <p:cNvSpPr txBox="1"/>
          <p:nvPr/>
        </p:nvSpPr>
        <p:spPr>
          <a:xfrm>
            <a:off x="4627552" y="36261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6FD33AD-3B16-396C-2650-B1835930502D}"/>
              </a:ext>
            </a:extLst>
          </p:cNvPr>
          <p:cNvSpPr txBox="1"/>
          <p:nvPr/>
        </p:nvSpPr>
        <p:spPr>
          <a:xfrm>
            <a:off x="9858666" y="358533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1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0B1B1-081A-D413-4BAF-EFEBDB41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2AE29315-3B5F-177D-7E06-D489237E11F4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CFE0C26-CAFA-272C-37AD-7FA67D471D15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4BA31629-7249-2E88-6DED-D9084D5EE38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7013211-3748-9EAF-AC55-5707661D1525}"/>
                </a:ext>
              </a:extLst>
            </p:cNvPr>
            <p:cNvSpPr txBox="1"/>
            <p:nvPr/>
          </p:nvSpPr>
          <p:spPr>
            <a:xfrm>
              <a:off x="2038382" y="2008923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BE885F8-E058-0355-0500-AB27A5C54256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单击此处添加标题文本</a:t>
              </a:r>
            </a:p>
          </p:txBody>
        </p:sp>
      </p:grpSp>
      <p:sp>
        <p:nvSpPr>
          <p:cNvPr id="8" name="Up Arrow 214"/>
          <p:cNvSpPr/>
          <p:nvPr/>
        </p:nvSpPr>
        <p:spPr>
          <a:xfrm>
            <a:off x="3536915" y="1554420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  <a:sym typeface="+mn-lt"/>
            </a:endParaRPr>
          </a:p>
        </p:txBody>
      </p:sp>
      <p:sp>
        <p:nvSpPr>
          <p:cNvPr id="9" name="Up Arrow 216"/>
          <p:cNvSpPr/>
          <p:nvPr/>
        </p:nvSpPr>
        <p:spPr>
          <a:xfrm>
            <a:off x="6094413" y="1554420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rgbClr val="97B6F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" name="Up Arrow 217"/>
          <p:cNvSpPr/>
          <p:nvPr/>
        </p:nvSpPr>
        <p:spPr>
          <a:xfrm>
            <a:off x="8650819" y="1554420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rgbClr val="4F6DD9"/>
          </a:solidFill>
          <a:ln w="127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ctr"/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  <a:ea typeface="+mj-ea"/>
              <a:sym typeface="+mn-lt"/>
            </a:endParaRPr>
          </a:p>
        </p:txBody>
      </p:sp>
      <p:sp>
        <p:nvSpPr>
          <p:cNvPr id="11" name="Up Arrow 1"/>
          <p:cNvSpPr/>
          <p:nvPr/>
        </p:nvSpPr>
        <p:spPr>
          <a:xfrm>
            <a:off x="980509" y="1554420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rgbClr val="97B6F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3" name="Freeform 22"/>
          <p:cNvSpPr>
            <a:spLocks noChangeArrowheads="1"/>
          </p:cNvSpPr>
          <p:nvPr/>
        </p:nvSpPr>
        <p:spPr bwMode="auto">
          <a:xfrm>
            <a:off x="1919524" y="2180747"/>
            <a:ext cx="631809" cy="631807"/>
          </a:xfrm>
          <a:custGeom>
            <a:avLst/>
            <a:gdLst>
              <a:gd name="T0" fmla="*/ 230 w 461"/>
              <a:gd name="T1" fmla="*/ 8 h 461"/>
              <a:gd name="T2" fmla="*/ 230 w 461"/>
              <a:gd name="T3" fmla="*/ 8 h 461"/>
              <a:gd name="T4" fmla="*/ 0 w 461"/>
              <a:gd name="T5" fmla="*/ 239 h 461"/>
              <a:gd name="T6" fmla="*/ 230 w 461"/>
              <a:gd name="T7" fmla="*/ 460 h 461"/>
              <a:gd name="T8" fmla="*/ 460 w 461"/>
              <a:gd name="T9" fmla="*/ 230 h 461"/>
              <a:gd name="T10" fmla="*/ 230 w 461"/>
              <a:gd name="T11" fmla="*/ 8 h 461"/>
              <a:gd name="T12" fmla="*/ 230 w 461"/>
              <a:gd name="T13" fmla="*/ 35 h 461"/>
              <a:gd name="T14" fmla="*/ 230 w 461"/>
              <a:gd name="T15" fmla="*/ 35 h 461"/>
              <a:gd name="T16" fmla="*/ 319 w 461"/>
              <a:gd name="T17" fmla="*/ 53 h 461"/>
              <a:gd name="T18" fmla="*/ 291 w 461"/>
              <a:gd name="T19" fmla="*/ 106 h 461"/>
              <a:gd name="T20" fmla="*/ 230 w 461"/>
              <a:gd name="T21" fmla="*/ 97 h 461"/>
              <a:gd name="T22" fmla="*/ 168 w 461"/>
              <a:gd name="T23" fmla="*/ 106 h 461"/>
              <a:gd name="T24" fmla="*/ 141 w 461"/>
              <a:gd name="T25" fmla="*/ 53 h 461"/>
              <a:gd name="T26" fmla="*/ 230 w 461"/>
              <a:gd name="T27" fmla="*/ 35 h 461"/>
              <a:gd name="T28" fmla="*/ 106 w 461"/>
              <a:gd name="T29" fmla="*/ 292 h 461"/>
              <a:gd name="T30" fmla="*/ 106 w 461"/>
              <a:gd name="T31" fmla="*/ 292 h 461"/>
              <a:gd name="T32" fmla="*/ 53 w 461"/>
              <a:gd name="T33" fmla="*/ 327 h 461"/>
              <a:gd name="T34" fmla="*/ 35 w 461"/>
              <a:gd name="T35" fmla="*/ 239 h 461"/>
              <a:gd name="T36" fmla="*/ 53 w 461"/>
              <a:gd name="T37" fmla="*/ 141 h 461"/>
              <a:gd name="T38" fmla="*/ 106 w 461"/>
              <a:gd name="T39" fmla="*/ 167 h 461"/>
              <a:gd name="T40" fmla="*/ 88 w 461"/>
              <a:gd name="T41" fmla="*/ 230 h 461"/>
              <a:gd name="T42" fmla="*/ 106 w 461"/>
              <a:gd name="T43" fmla="*/ 292 h 461"/>
              <a:gd name="T44" fmla="*/ 230 w 461"/>
              <a:gd name="T45" fmla="*/ 433 h 461"/>
              <a:gd name="T46" fmla="*/ 230 w 461"/>
              <a:gd name="T47" fmla="*/ 433 h 461"/>
              <a:gd name="T48" fmla="*/ 141 w 461"/>
              <a:gd name="T49" fmla="*/ 407 h 461"/>
              <a:gd name="T50" fmla="*/ 168 w 461"/>
              <a:gd name="T51" fmla="*/ 354 h 461"/>
              <a:gd name="T52" fmla="*/ 230 w 461"/>
              <a:gd name="T53" fmla="*/ 372 h 461"/>
              <a:gd name="T54" fmla="*/ 291 w 461"/>
              <a:gd name="T55" fmla="*/ 354 h 461"/>
              <a:gd name="T56" fmla="*/ 319 w 461"/>
              <a:gd name="T57" fmla="*/ 407 h 461"/>
              <a:gd name="T58" fmla="*/ 230 w 461"/>
              <a:gd name="T59" fmla="*/ 433 h 461"/>
              <a:gd name="T60" fmla="*/ 230 w 461"/>
              <a:gd name="T61" fmla="*/ 345 h 461"/>
              <a:gd name="T62" fmla="*/ 230 w 461"/>
              <a:gd name="T63" fmla="*/ 345 h 461"/>
              <a:gd name="T64" fmla="*/ 124 w 461"/>
              <a:gd name="T65" fmla="*/ 230 h 461"/>
              <a:gd name="T66" fmla="*/ 230 w 461"/>
              <a:gd name="T67" fmla="*/ 123 h 461"/>
              <a:gd name="T68" fmla="*/ 336 w 461"/>
              <a:gd name="T69" fmla="*/ 230 h 461"/>
              <a:gd name="T70" fmla="*/ 230 w 461"/>
              <a:gd name="T71" fmla="*/ 345 h 461"/>
              <a:gd name="T72" fmla="*/ 354 w 461"/>
              <a:gd name="T73" fmla="*/ 292 h 461"/>
              <a:gd name="T74" fmla="*/ 354 w 461"/>
              <a:gd name="T75" fmla="*/ 292 h 461"/>
              <a:gd name="T76" fmla="*/ 372 w 461"/>
              <a:gd name="T77" fmla="*/ 230 h 461"/>
              <a:gd name="T78" fmla="*/ 354 w 461"/>
              <a:gd name="T79" fmla="*/ 167 h 461"/>
              <a:gd name="T80" fmla="*/ 407 w 461"/>
              <a:gd name="T81" fmla="*/ 141 h 461"/>
              <a:gd name="T82" fmla="*/ 425 w 461"/>
              <a:gd name="T83" fmla="*/ 230 h 461"/>
              <a:gd name="T84" fmla="*/ 407 w 461"/>
              <a:gd name="T85" fmla="*/ 327 h 461"/>
              <a:gd name="T86" fmla="*/ 354 w 461"/>
              <a:gd name="T87" fmla="*/ 292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61" h="461">
                <a:moveTo>
                  <a:pt x="230" y="8"/>
                </a:moveTo>
                <a:lnTo>
                  <a:pt x="230" y="8"/>
                </a:lnTo>
                <a:cubicBezTo>
                  <a:pt x="97" y="8"/>
                  <a:pt x="0" y="106"/>
                  <a:pt x="0" y="239"/>
                </a:cubicBezTo>
                <a:cubicBezTo>
                  <a:pt x="0" y="363"/>
                  <a:pt x="106" y="460"/>
                  <a:pt x="230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0" y="8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56" y="35"/>
                  <a:pt x="291" y="44"/>
                  <a:pt x="319" y="53"/>
                </a:cubicBezTo>
                <a:cubicBezTo>
                  <a:pt x="291" y="106"/>
                  <a:pt x="291" y="106"/>
                  <a:pt x="291" y="106"/>
                </a:cubicBezTo>
                <a:cubicBezTo>
                  <a:pt x="275" y="97"/>
                  <a:pt x="247" y="97"/>
                  <a:pt x="230" y="97"/>
                </a:cubicBezTo>
                <a:cubicBezTo>
                  <a:pt x="203" y="97"/>
                  <a:pt x="185" y="97"/>
                  <a:pt x="168" y="106"/>
                </a:cubicBezTo>
                <a:cubicBezTo>
                  <a:pt x="141" y="53"/>
                  <a:pt x="141" y="53"/>
                  <a:pt x="141" y="53"/>
                </a:cubicBezTo>
                <a:cubicBezTo>
                  <a:pt x="168" y="44"/>
                  <a:pt x="194" y="35"/>
                  <a:pt x="230" y="35"/>
                </a:cubicBezTo>
                <a:close/>
                <a:moveTo>
                  <a:pt x="106" y="292"/>
                </a:moveTo>
                <a:lnTo>
                  <a:pt x="106" y="292"/>
                </a:lnTo>
                <a:cubicBezTo>
                  <a:pt x="53" y="327"/>
                  <a:pt x="53" y="327"/>
                  <a:pt x="53" y="327"/>
                </a:cubicBezTo>
                <a:cubicBezTo>
                  <a:pt x="35" y="301"/>
                  <a:pt x="35" y="265"/>
                  <a:pt x="35" y="239"/>
                </a:cubicBezTo>
                <a:cubicBezTo>
                  <a:pt x="26" y="204"/>
                  <a:pt x="35" y="167"/>
                  <a:pt x="53" y="141"/>
                </a:cubicBezTo>
                <a:cubicBezTo>
                  <a:pt x="106" y="167"/>
                  <a:pt x="106" y="167"/>
                  <a:pt x="106" y="167"/>
                </a:cubicBezTo>
                <a:cubicBezTo>
                  <a:pt x="97" y="185"/>
                  <a:pt x="88" y="212"/>
                  <a:pt x="88" y="230"/>
                </a:cubicBezTo>
                <a:cubicBezTo>
                  <a:pt x="88" y="257"/>
                  <a:pt x="97" y="274"/>
                  <a:pt x="106" y="292"/>
                </a:cubicBezTo>
                <a:close/>
                <a:moveTo>
                  <a:pt x="230" y="433"/>
                </a:moveTo>
                <a:lnTo>
                  <a:pt x="230" y="433"/>
                </a:lnTo>
                <a:cubicBezTo>
                  <a:pt x="194" y="433"/>
                  <a:pt x="168" y="425"/>
                  <a:pt x="141" y="407"/>
                </a:cubicBezTo>
                <a:cubicBezTo>
                  <a:pt x="168" y="354"/>
                  <a:pt x="168" y="354"/>
                  <a:pt x="168" y="354"/>
                </a:cubicBezTo>
                <a:cubicBezTo>
                  <a:pt x="185" y="363"/>
                  <a:pt x="203" y="372"/>
                  <a:pt x="230" y="372"/>
                </a:cubicBezTo>
                <a:cubicBezTo>
                  <a:pt x="247" y="372"/>
                  <a:pt x="275" y="363"/>
                  <a:pt x="291" y="354"/>
                </a:cubicBezTo>
                <a:cubicBezTo>
                  <a:pt x="319" y="407"/>
                  <a:pt x="319" y="407"/>
                  <a:pt x="319" y="407"/>
                </a:cubicBezTo>
                <a:cubicBezTo>
                  <a:pt x="291" y="425"/>
                  <a:pt x="266" y="433"/>
                  <a:pt x="230" y="433"/>
                </a:cubicBezTo>
                <a:close/>
                <a:moveTo>
                  <a:pt x="230" y="345"/>
                </a:moveTo>
                <a:lnTo>
                  <a:pt x="230" y="345"/>
                </a:lnTo>
                <a:cubicBezTo>
                  <a:pt x="168" y="345"/>
                  <a:pt x="124" y="292"/>
                  <a:pt x="124" y="230"/>
                </a:cubicBezTo>
                <a:cubicBezTo>
                  <a:pt x="124" y="167"/>
                  <a:pt x="168" y="123"/>
                  <a:pt x="230" y="123"/>
                </a:cubicBezTo>
                <a:cubicBezTo>
                  <a:pt x="291" y="123"/>
                  <a:pt x="336" y="167"/>
                  <a:pt x="336" y="230"/>
                </a:cubicBezTo>
                <a:cubicBezTo>
                  <a:pt x="336" y="292"/>
                  <a:pt x="291" y="345"/>
                  <a:pt x="230" y="345"/>
                </a:cubicBezTo>
                <a:close/>
                <a:moveTo>
                  <a:pt x="354" y="292"/>
                </a:moveTo>
                <a:lnTo>
                  <a:pt x="354" y="292"/>
                </a:lnTo>
                <a:cubicBezTo>
                  <a:pt x="363" y="274"/>
                  <a:pt x="372" y="257"/>
                  <a:pt x="372" y="230"/>
                </a:cubicBezTo>
                <a:cubicBezTo>
                  <a:pt x="372" y="212"/>
                  <a:pt x="363" y="185"/>
                  <a:pt x="354" y="167"/>
                </a:cubicBezTo>
                <a:cubicBezTo>
                  <a:pt x="407" y="141"/>
                  <a:pt x="407" y="141"/>
                  <a:pt x="407" y="141"/>
                </a:cubicBezTo>
                <a:cubicBezTo>
                  <a:pt x="416" y="167"/>
                  <a:pt x="425" y="195"/>
                  <a:pt x="425" y="230"/>
                </a:cubicBezTo>
                <a:cubicBezTo>
                  <a:pt x="425" y="265"/>
                  <a:pt x="416" y="292"/>
                  <a:pt x="407" y="327"/>
                </a:cubicBezTo>
                <a:lnTo>
                  <a:pt x="354" y="292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218565"/>
            <a:endParaRPr lang="en-US" sz="2000" kern="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Freeform 29" descr="D:\51PPT模板网\51pptmoban.com\图片.jpg"/>
          <p:cNvSpPr>
            <a:spLocks noChangeArrowheads="1"/>
          </p:cNvSpPr>
          <p:nvPr/>
        </p:nvSpPr>
        <p:spPr bwMode="auto">
          <a:xfrm>
            <a:off x="4516911" y="2186120"/>
            <a:ext cx="636071" cy="656264"/>
          </a:xfrm>
          <a:custGeom>
            <a:avLst/>
            <a:gdLst>
              <a:gd name="T0" fmla="*/ 248 w 444"/>
              <a:gd name="T1" fmla="*/ 337 h 462"/>
              <a:gd name="T2" fmla="*/ 248 w 444"/>
              <a:gd name="T3" fmla="*/ 337 h 462"/>
              <a:gd name="T4" fmla="*/ 320 w 444"/>
              <a:gd name="T5" fmla="*/ 257 h 462"/>
              <a:gd name="T6" fmla="*/ 443 w 444"/>
              <a:gd name="T7" fmla="*/ 71 h 462"/>
              <a:gd name="T8" fmla="*/ 426 w 444"/>
              <a:gd name="T9" fmla="*/ 53 h 462"/>
              <a:gd name="T10" fmla="*/ 346 w 444"/>
              <a:gd name="T11" fmla="*/ 53 h 462"/>
              <a:gd name="T12" fmla="*/ 222 w 444"/>
              <a:gd name="T13" fmla="*/ 0 h 462"/>
              <a:gd name="T14" fmla="*/ 98 w 444"/>
              <a:gd name="T15" fmla="*/ 53 h 462"/>
              <a:gd name="T16" fmla="*/ 18 w 444"/>
              <a:gd name="T17" fmla="*/ 53 h 462"/>
              <a:gd name="T18" fmla="*/ 0 w 444"/>
              <a:gd name="T19" fmla="*/ 71 h 462"/>
              <a:gd name="T20" fmla="*/ 124 w 444"/>
              <a:gd name="T21" fmla="*/ 257 h 462"/>
              <a:gd name="T22" fmla="*/ 195 w 444"/>
              <a:gd name="T23" fmla="*/ 337 h 462"/>
              <a:gd name="T24" fmla="*/ 195 w 444"/>
              <a:gd name="T25" fmla="*/ 372 h 462"/>
              <a:gd name="T26" fmla="*/ 107 w 444"/>
              <a:gd name="T27" fmla="*/ 416 h 462"/>
              <a:gd name="T28" fmla="*/ 222 w 444"/>
              <a:gd name="T29" fmla="*/ 461 h 462"/>
              <a:gd name="T30" fmla="*/ 328 w 444"/>
              <a:gd name="T31" fmla="*/ 416 h 462"/>
              <a:gd name="T32" fmla="*/ 248 w 444"/>
              <a:gd name="T33" fmla="*/ 372 h 462"/>
              <a:gd name="T34" fmla="*/ 248 w 444"/>
              <a:gd name="T35" fmla="*/ 337 h 462"/>
              <a:gd name="T36" fmla="*/ 320 w 444"/>
              <a:gd name="T37" fmla="*/ 212 h 462"/>
              <a:gd name="T38" fmla="*/ 320 w 444"/>
              <a:gd name="T39" fmla="*/ 212 h 462"/>
              <a:gd name="T40" fmla="*/ 346 w 444"/>
              <a:gd name="T41" fmla="*/ 89 h 462"/>
              <a:gd name="T42" fmla="*/ 408 w 444"/>
              <a:gd name="T43" fmla="*/ 89 h 462"/>
              <a:gd name="T44" fmla="*/ 320 w 444"/>
              <a:gd name="T45" fmla="*/ 212 h 462"/>
              <a:gd name="T46" fmla="*/ 222 w 444"/>
              <a:gd name="T47" fmla="*/ 36 h 462"/>
              <a:gd name="T48" fmla="*/ 222 w 444"/>
              <a:gd name="T49" fmla="*/ 36 h 462"/>
              <a:gd name="T50" fmla="*/ 320 w 444"/>
              <a:gd name="T51" fmla="*/ 71 h 462"/>
              <a:gd name="T52" fmla="*/ 222 w 444"/>
              <a:gd name="T53" fmla="*/ 115 h 462"/>
              <a:gd name="T54" fmla="*/ 124 w 444"/>
              <a:gd name="T55" fmla="*/ 71 h 462"/>
              <a:gd name="T56" fmla="*/ 222 w 444"/>
              <a:gd name="T57" fmla="*/ 36 h 462"/>
              <a:gd name="T58" fmla="*/ 36 w 444"/>
              <a:gd name="T59" fmla="*/ 89 h 462"/>
              <a:gd name="T60" fmla="*/ 36 w 444"/>
              <a:gd name="T61" fmla="*/ 89 h 462"/>
              <a:gd name="T62" fmla="*/ 98 w 444"/>
              <a:gd name="T63" fmla="*/ 89 h 462"/>
              <a:gd name="T64" fmla="*/ 124 w 444"/>
              <a:gd name="T65" fmla="*/ 212 h 462"/>
              <a:gd name="T66" fmla="*/ 36 w 444"/>
              <a:gd name="T67" fmla="*/ 89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7145" tIns="8573" rIns="17145" bIns="8573" anchor="ctr"/>
          <a:lstStyle/>
          <a:p>
            <a:pPr>
              <a:defRPr/>
            </a:pP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Freeform 67"/>
          <p:cNvSpPr>
            <a:spLocks noChangeArrowheads="1"/>
          </p:cNvSpPr>
          <p:nvPr/>
        </p:nvSpPr>
        <p:spPr bwMode="auto">
          <a:xfrm>
            <a:off x="7130099" y="2149493"/>
            <a:ext cx="584321" cy="679444"/>
          </a:xfrm>
          <a:custGeom>
            <a:avLst/>
            <a:gdLst>
              <a:gd name="T0" fmla="*/ 434 w 453"/>
              <a:gd name="T1" fmla="*/ 186 h 533"/>
              <a:gd name="T2" fmla="*/ 434 w 453"/>
              <a:gd name="T3" fmla="*/ 186 h 533"/>
              <a:gd name="T4" fmla="*/ 44 w 453"/>
              <a:gd name="T5" fmla="*/ 160 h 533"/>
              <a:gd name="T6" fmla="*/ 0 w 453"/>
              <a:gd name="T7" fmla="*/ 178 h 533"/>
              <a:gd name="T8" fmla="*/ 88 w 453"/>
              <a:gd name="T9" fmla="*/ 532 h 533"/>
              <a:gd name="T10" fmla="*/ 141 w 453"/>
              <a:gd name="T11" fmla="*/ 532 h 533"/>
              <a:gd name="T12" fmla="*/ 97 w 453"/>
              <a:gd name="T13" fmla="*/ 355 h 533"/>
              <a:gd name="T14" fmla="*/ 443 w 453"/>
              <a:gd name="T15" fmla="*/ 195 h 533"/>
              <a:gd name="T16" fmla="*/ 434 w 453"/>
              <a:gd name="T17" fmla="*/ 186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53" h="53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7145" tIns="8573" rIns="17145" bIns="8573" anchor="ctr"/>
          <a:lstStyle/>
          <a:p>
            <a:pPr>
              <a:defRPr/>
            </a:pP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Freeform 120"/>
          <p:cNvSpPr>
            <a:spLocks noEditPoints="1"/>
          </p:cNvSpPr>
          <p:nvPr/>
        </p:nvSpPr>
        <p:spPr bwMode="auto">
          <a:xfrm>
            <a:off x="9658698" y="2290857"/>
            <a:ext cx="547647" cy="469413"/>
          </a:xfrm>
          <a:custGeom>
            <a:avLst/>
            <a:gdLst>
              <a:gd name="T0" fmla="*/ 37750 w 68"/>
              <a:gd name="T1" fmla="*/ 200025 h 58"/>
              <a:gd name="T2" fmla="*/ 30886 w 68"/>
              <a:gd name="T3" fmla="*/ 200025 h 58"/>
              <a:gd name="T4" fmla="*/ 0 w 68"/>
              <a:gd name="T5" fmla="*/ 168987 h 58"/>
              <a:gd name="T6" fmla="*/ 0 w 68"/>
              <a:gd name="T7" fmla="*/ 62077 h 58"/>
              <a:gd name="T8" fmla="*/ 30886 w 68"/>
              <a:gd name="T9" fmla="*/ 31038 h 58"/>
              <a:gd name="T10" fmla="*/ 37750 w 68"/>
              <a:gd name="T11" fmla="*/ 31038 h 58"/>
              <a:gd name="T12" fmla="*/ 37750 w 68"/>
              <a:gd name="T13" fmla="*/ 200025 h 58"/>
              <a:gd name="T14" fmla="*/ 185317 w 68"/>
              <a:gd name="T15" fmla="*/ 200025 h 58"/>
              <a:gd name="T16" fmla="*/ 51477 w 68"/>
              <a:gd name="T17" fmla="*/ 200025 h 58"/>
              <a:gd name="T18" fmla="*/ 51477 w 68"/>
              <a:gd name="T19" fmla="*/ 31038 h 58"/>
              <a:gd name="T20" fmla="*/ 68636 w 68"/>
              <a:gd name="T21" fmla="*/ 31038 h 58"/>
              <a:gd name="T22" fmla="*/ 68636 w 68"/>
              <a:gd name="T23" fmla="*/ 10346 h 58"/>
              <a:gd name="T24" fmla="*/ 82363 w 68"/>
              <a:gd name="T25" fmla="*/ 0 h 58"/>
              <a:gd name="T26" fmla="*/ 154431 w 68"/>
              <a:gd name="T27" fmla="*/ 0 h 58"/>
              <a:gd name="T28" fmla="*/ 168158 w 68"/>
              <a:gd name="T29" fmla="*/ 10346 h 58"/>
              <a:gd name="T30" fmla="*/ 168158 w 68"/>
              <a:gd name="T31" fmla="*/ 31038 h 58"/>
              <a:gd name="T32" fmla="*/ 185317 w 68"/>
              <a:gd name="T33" fmla="*/ 31038 h 58"/>
              <a:gd name="T34" fmla="*/ 185317 w 68"/>
              <a:gd name="T35" fmla="*/ 200025 h 58"/>
              <a:gd name="T36" fmla="*/ 150999 w 68"/>
              <a:gd name="T37" fmla="*/ 31038 h 58"/>
              <a:gd name="T38" fmla="*/ 150999 w 68"/>
              <a:gd name="T39" fmla="*/ 13795 h 58"/>
              <a:gd name="T40" fmla="*/ 85795 w 68"/>
              <a:gd name="T41" fmla="*/ 13795 h 58"/>
              <a:gd name="T42" fmla="*/ 85795 w 68"/>
              <a:gd name="T43" fmla="*/ 31038 h 58"/>
              <a:gd name="T44" fmla="*/ 150999 w 68"/>
              <a:gd name="T45" fmla="*/ 31038 h 58"/>
              <a:gd name="T46" fmla="*/ 233362 w 68"/>
              <a:gd name="T47" fmla="*/ 168987 h 58"/>
              <a:gd name="T48" fmla="*/ 205908 w 68"/>
              <a:gd name="T49" fmla="*/ 200025 h 58"/>
              <a:gd name="T50" fmla="*/ 199044 w 68"/>
              <a:gd name="T51" fmla="*/ 200025 h 58"/>
              <a:gd name="T52" fmla="*/ 199044 w 68"/>
              <a:gd name="T53" fmla="*/ 31038 h 58"/>
              <a:gd name="T54" fmla="*/ 205908 w 68"/>
              <a:gd name="T55" fmla="*/ 31038 h 58"/>
              <a:gd name="T56" fmla="*/ 233362 w 68"/>
              <a:gd name="T57" fmla="*/ 62077 h 58"/>
              <a:gd name="T58" fmla="*/ 233362 w 68"/>
              <a:gd name="T59" fmla="*/ 168987 h 58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68" h="58">
                <a:moveTo>
                  <a:pt x="11" y="58"/>
                </a:moveTo>
                <a:cubicBezTo>
                  <a:pt x="9" y="58"/>
                  <a:pt x="9" y="58"/>
                  <a:pt x="9" y="58"/>
                </a:cubicBezTo>
                <a:cubicBezTo>
                  <a:pt x="4" y="58"/>
                  <a:pt x="0" y="54"/>
                  <a:pt x="0" y="49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1" y="9"/>
                  <a:pt x="11" y="9"/>
                  <a:pt x="11" y="9"/>
                </a:cubicBezTo>
                <a:lnTo>
                  <a:pt x="11" y="58"/>
                </a:lnTo>
                <a:close/>
                <a:moveTo>
                  <a:pt x="54" y="58"/>
                </a:moveTo>
                <a:cubicBezTo>
                  <a:pt x="15" y="58"/>
                  <a:pt x="15" y="58"/>
                  <a:pt x="15" y="58"/>
                </a:cubicBezTo>
                <a:cubicBezTo>
                  <a:pt x="15" y="9"/>
                  <a:pt x="15" y="9"/>
                  <a:pt x="15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54" y="9"/>
                  <a:pt x="54" y="9"/>
                  <a:pt x="54" y="9"/>
                </a:cubicBezTo>
                <a:lnTo>
                  <a:pt x="54" y="58"/>
                </a:lnTo>
                <a:close/>
                <a:moveTo>
                  <a:pt x="44" y="9"/>
                </a:moveTo>
                <a:cubicBezTo>
                  <a:pt x="44" y="4"/>
                  <a:pt x="44" y="4"/>
                  <a:pt x="44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68" y="49"/>
                </a:moveTo>
                <a:cubicBezTo>
                  <a:pt x="68" y="54"/>
                  <a:pt x="65" y="58"/>
                  <a:pt x="60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9"/>
                  <a:pt x="58" y="9"/>
                  <a:pt x="58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5" y="9"/>
                  <a:pt x="68" y="13"/>
                  <a:pt x="68" y="18"/>
                </a:cubicBezTo>
                <a:lnTo>
                  <a:pt x="68" y="49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218565"/>
            <a:endParaRPr lang="en-US" sz="2000" kern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TextBox 218"/>
          <p:cNvSpPr txBox="1"/>
          <p:nvPr/>
        </p:nvSpPr>
        <p:spPr>
          <a:xfrm>
            <a:off x="1829433" y="2965494"/>
            <a:ext cx="8429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19" name="TextBox 220"/>
          <p:cNvSpPr txBox="1"/>
          <p:nvPr/>
        </p:nvSpPr>
        <p:spPr>
          <a:xfrm>
            <a:off x="4397730" y="2965494"/>
            <a:ext cx="8429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21" name="TextBox 222"/>
          <p:cNvSpPr txBox="1"/>
          <p:nvPr/>
        </p:nvSpPr>
        <p:spPr>
          <a:xfrm>
            <a:off x="6951915" y="2965494"/>
            <a:ext cx="8429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23" name="TextBox 224"/>
          <p:cNvSpPr txBox="1"/>
          <p:nvPr/>
        </p:nvSpPr>
        <p:spPr>
          <a:xfrm>
            <a:off x="9520211" y="2965494"/>
            <a:ext cx="8429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7422FBE-A4E6-5EC1-F135-4C49DCD31A02}"/>
              </a:ext>
            </a:extLst>
          </p:cNvPr>
          <p:cNvGrpSpPr/>
          <p:nvPr/>
        </p:nvGrpSpPr>
        <p:grpSpPr>
          <a:xfrm>
            <a:off x="1117644" y="3537702"/>
            <a:ext cx="2235567" cy="1332672"/>
            <a:chOff x="7916711" y="4828101"/>
            <a:chExt cx="2235567" cy="133267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26AC0F4-7A2F-C84A-71DF-E5A999A2DCB9}"/>
                </a:ext>
              </a:extLst>
            </p:cNvPr>
            <p:cNvSpPr txBox="1"/>
            <p:nvPr/>
          </p:nvSpPr>
          <p:spPr>
            <a:xfrm>
              <a:off x="8228955" y="5166655"/>
              <a:ext cx="161108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32EE04E-CEF7-E460-0FCF-224B44E0D6FF}"/>
                </a:ext>
              </a:extLst>
            </p:cNvPr>
            <p:cNvSpPr txBox="1"/>
            <p:nvPr/>
          </p:nvSpPr>
          <p:spPr>
            <a:xfrm>
              <a:off x="7916711" y="4828101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43423E3-D260-EC27-0830-C57391DAACAA}"/>
              </a:ext>
            </a:extLst>
          </p:cNvPr>
          <p:cNvGrpSpPr/>
          <p:nvPr/>
        </p:nvGrpSpPr>
        <p:grpSpPr>
          <a:xfrm>
            <a:off x="3717162" y="3537702"/>
            <a:ext cx="2235567" cy="1332672"/>
            <a:chOff x="7916711" y="4828101"/>
            <a:chExt cx="2235567" cy="1332672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E3ADF1E-DA60-11DA-4E99-D4BD6AD439FB}"/>
                </a:ext>
              </a:extLst>
            </p:cNvPr>
            <p:cNvSpPr txBox="1"/>
            <p:nvPr/>
          </p:nvSpPr>
          <p:spPr>
            <a:xfrm>
              <a:off x="8228955" y="5166655"/>
              <a:ext cx="161108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D99CDB8-5190-677A-92E5-15AF364F2ED4}"/>
                </a:ext>
              </a:extLst>
            </p:cNvPr>
            <p:cNvSpPr txBox="1"/>
            <p:nvPr/>
          </p:nvSpPr>
          <p:spPr>
            <a:xfrm>
              <a:off x="7916711" y="4828101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B7E114A-022C-E975-9B64-248BD8D25879}"/>
              </a:ext>
            </a:extLst>
          </p:cNvPr>
          <p:cNvGrpSpPr/>
          <p:nvPr/>
        </p:nvGrpSpPr>
        <p:grpSpPr>
          <a:xfrm>
            <a:off x="6253741" y="3537702"/>
            <a:ext cx="2235567" cy="1332672"/>
            <a:chOff x="7916711" y="4828101"/>
            <a:chExt cx="2235567" cy="1332672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C61D4C3-4CF9-5E72-425C-28614F6A7936}"/>
                </a:ext>
              </a:extLst>
            </p:cNvPr>
            <p:cNvSpPr txBox="1"/>
            <p:nvPr/>
          </p:nvSpPr>
          <p:spPr>
            <a:xfrm>
              <a:off x="8228955" y="5166655"/>
              <a:ext cx="161108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44F12BB-8079-77FC-2C45-32B6CCBCDB99}"/>
                </a:ext>
              </a:extLst>
            </p:cNvPr>
            <p:cNvSpPr txBox="1"/>
            <p:nvPr/>
          </p:nvSpPr>
          <p:spPr>
            <a:xfrm>
              <a:off x="7916711" y="4828101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C6162B4-22C9-2BFC-3254-E4ECE5B8FE5B}"/>
              </a:ext>
            </a:extLst>
          </p:cNvPr>
          <p:cNvGrpSpPr/>
          <p:nvPr/>
        </p:nvGrpSpPr>
        <p:grpSpPr>
          <a:xfrm>
            <a:off x="8811239" y="3537702"/>
            <a:ext cx="2235567" cy="1332672"/>
            <a:chOff x="7916711" y="4828101"/>
            <a:chExt cx="2235567" cy="1332672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74B496F-8F34-D67F-D355-5E6C08F74809}"/>
                </a:ext>
              </a:extLst>
            </p:cNvPr>
            <p:cNvSpPr txBox="1"/>
            <p:nvPr/>
          </p:nvSpPr>
          <p:spPr>
            <a:xfrm>
              <a:off x="8228955" y="5166655"/>
              <a:ext cx="1611082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1CF6715-DE30-DD51-67C0-0DD9CC0061F9}"/>
                </a:ext>
              </a:extLst>
            </p:cNvPr>
            <p:cNvSpPr txBox="1"/>
            <p:nvPr/>
          </p:nvSpPr>
          <p:spPr>
            <a:xfrm>
              <a:off x="7916711" y="4828101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643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Your content to play here, or through paste in this box, and select only the text. Your content to play here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FF415ED4-321F-5FA6-72BE-1C91031DDAEE}"/>
              </a:ext>
            </a:extLst>
          </p:cNvPr>
          <p:cNvGrpSpPr/>
          <p:nvPr/>
        </p:nvGrpSpPr>
        <p:grpSpPr>
          <a:xfrm>
            <a:off x="923925" y="762001"/>
            <a:ext cx="10404475" cy="4952999"/>
            <a:chOff x="847725" y="114301"/>
            <a:chExt cx="9134475" cy="495299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2BB2752-C438-7EDA-7520-C1A044EB7553}"/>
                </a:ext>
              </a:extLst>
            </p:cNvPr>
            <p:cNvSpPr txBox="1"/>
            <p:nvPr/>
          </p:nvSpPr>
          <p:spPr>
            <a:xfrm>
              <a:off x="1184619" y="114301"/>
              <a:ext cx="1760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模板使用字体说明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567F688-8723-350D-A843-797CCAD69690}"/>
                </a:ext>
              </a:extLst>
            </p:cNvPr>
            <p:cNvSpPr txBox="1"/>
            <p:nvPr/>
          </p:nvSpPr>
          <p:spPr>
            <a:xfrm>
              <a:off x="1045701" y="1567881"/>
              <a:ext cx="961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标题字：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7F0097E-09ED-52A6-2266-14F407A19A66}"/>
                </a:ext>
              </a:extLst>
            </p:cNvPr>
            <p:cNvCxnSpPr/>
            <p:nvPr/>
          </p:nvCxnSpPr>
          <p:spPr>
            <a:xfrm>
              <a:off x="847725" y="6731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5D3CDDE-E0DE-A556-03BA-4093AEEE2AA7}"/>
                </a:ext>
              </a:extLst>
            </p:cNvPr>
            <p:cNvCxnSpPr>
              <a:cxnSpLocks/>
            </p:cNvCxnSpPr>
            <p:nvPr/>
          </p:nvCxnSpPr>
          <p:spPr>
            <a:xfrm>
              <a:off x="2622601" y="2302483"/>
              <a:ext cx="73595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F22B6C5-8C93-2937-0C23-37284150DADD}"/>
                </a:ext>
              </a:extLst>
            </p:cNvPr>
            <p:cNvCxnSpPr/>
            <p:nvPr/>
          </p:nvCxnSpPr>
          <p:spPr>
            <a:xfrm>
              <a:off x="847725" y="4342793"/>
              <a:ext cx="913447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2BAB608-9A2F-B05E-CC1E-FB2E10D55DB1}"/>
                </a:ext>
              </a:extLst>
            </p:cNvPr>
            <p:cNvCxnSpPr/>
            <p:nvPr/>
          </p:nvCxnSpPr>
          <p:spPr>
            <a:xfrm>
              <a:off x="847725" y="50673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BCD080C-CC0E-3610-4FE8-9F189692BFA7}"/>
                </a:ext>
              </a:extLst>
            </p:cNvPr>
            <p:cNvCxnSpPr/>
            <p:nvPr/>
          </p:nvCxnSpPr>
          <p:spPr>
            <a:xfrm>
              <a:off x="847725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1431D5D-9D5C-CB0A-2A5D-A2717E1A7906}"/>
                </a:ext>
              </a:extLst>
            </p:cNvPr>
            <p:cNvCxnSpPr/>
            <p:nvPr/>
          </p:nvCxnSpPr>
          <p:spPr>
            <a:xfrm>
              <a:off x="2622601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5F75D9C-FAF4-8ADC-F177-E2A48631269D}"/>
                </a:ext>
              </a:extLst>
            </p:cNvPr>
            <p:cNvCxnSpPr/>
            <p:nvPr/>
          </p:nvCxnSpPr>
          <p:spPr>
            <a:xfrm>
              <a:off x="9982200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7E2950E-3198-79A0-A8A6-5CBDE904D4A6}"/>
                </a:ext>
              </a:extLst>
            </p:cNvPr>
            <p:cNvSpPr txBox="1"/>
            <p:nvPr/>
          </p:nvSpPr>
          <p:spPr>
            <a:xfrm>
              <a:off x="1045701" y="3506344"/>
              <a:ext cx="1161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内容字体：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9EC6E33-CA11-D9B1-75F8-99D7C8EF6586}"/>
                </a:ext>
              </a:extLst>
            </p:cNvPr>
            <p:cNvSpPr txBox="1"/>
            <p:nvPr/>
          </p:nvSpPr>
          <p:spPr>
            <a:xfrm>
              <a:off x="1045701" y="4520381"/>
              <a:ext cx="7616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其他：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7F9CC07-7C46-6A77-CE73-0FEA335E6186}"/>
                </a:ext>
              </a:extLst>
            </p:cNvPr>
            <p:cNvCxnSpPr/>
            <p:nvPr/>
          </p:nvCxnSpPr>
          <p:spPr>
            <a:xfrm>
              <a:off x="847725" y="2978758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1DC7D65-7CB9-FF17-B7EF-B220FA55D567}"/>
              </a:ext>
            </a:extLst>
          </p:cNvPr>
          <p:cNvSpPr txBox="1"/>
          <p:nvPr/>
        </p:nvSpPr>
        <p:spPr>
          <a:xfrm>
            <a:off x="3545673" y="4175285"/>
            <a:ext cx="3455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中文：阿里巴巴普惠体 2.0 55 Regular</a:t>
            </a:r>
          </a:p>
        </p:txBody>
      </p:sp>
      <p:sp>
        <p:nvSpPr>
          <p:cNvPr id="23" name="缺角矩形 22">
            <a:extLst>
              <a:ext uri="{FF2B5EF4-FFF2-40B4-BE49-F238E27FC236}">
                <a16:creationId xmlns:a16="http://schemas.microsoft.com/office/drawing/2014/main" id="{EA6767BB-03D5-68F3-4FBB-58CE2C232624}"/>
              </a:ext>
            </a:extLst>
          </p:cNvPr>
          <p:cNvSpPr/>
          <p:nvPr/>
        </p:nvSpPr>
        <p:spPr>
          <a:xfrm>
            <a:off x="920309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005AC2-6F7F-8036-CFBD-3AEC45295461}"/>
              </a:ext>
            </a:extLst>
          </p:cNvPr>
          <p:cNvSpPr txBox="1"/>
          <p:nvPr/>
        </p:nvSpPr>
        <p:spPr>
          <a:xfrm>
            <a:off x="6827790" y="3858719"/>
            <a:ext cx="34558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英文 </a:t>
            </a:r>
            <a:r>
              <a:rPr lang="en-US" altLang="zh-CN" sz="1400" dirty="0">
                <a:cs typeface="+mn-ea"/>
                <a:sym typeface="+mn-lt"/>
              </a:rPr>
              <a:t>/ </a:t>
            </a:r>
            <a:r>
              <a:rPr lang="zh-CN" altLang="en-US" sz="1400" dirty="0">
                <a:cs typeface="+mn-ea"/>
                <a:sym typeface="+mn-lt"/>
              </a:rPr>
              <a:t>数字：</a:t>
            </a:r>
            <a:endParaRPr lang="en-US" altLang="zh-CN" sz="1400" dirty="0">
              <a:cs typeface="+mn-ea"/>
              <a:sym typeface="+mn-lt"/>
            </a:endParaRPr>
          </a:p>
          <a:p>
            <a:r>
              <a:rPr lang="fr-FR" altLang="zh-CN" sz="1400" dirty="0">
                <a:cs typeface="+mn-ea"/>
                <a:sym typeface="+mn-lt"/>
              </a:rPr>
              <a:t>HarmonyOS Sans SC</a:t>
            </a:r>
          </a:p>
          <a:p>
            <a:r>
              <a:rPr lang="en-US" altLang="zh-CN" sz="1400" dirty="0" err="1">
                <a:cs typeface="+mn-ea"/>
                <a:sym typeface="+mn-lt"/>
              </a:rPr>
              <a:t>MiSans</a:t>
            </a:r>
            <a:r>
              <a:rPr lang="en-US" altLang="zh-CN" sz="1400" dirty="0">
                <a:cs typeface="+mn-ea"/>
                <a:sym typeface="+mn-lt"/>
              </a:rPr>
              <a:t> Heavy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88DF80-1C8D-7242-7B11-8436D8D3FDAF}"/>
              </a:ext>
            </a:extLst>
          </p:cNvPr>
          <p:cNvSpPr txBox="1"/>
          <p:nvPr/>
        </p:nvSpPr>
        <p:spPr>
          <a:xfrm>
            <a:off x="3559174" y="3116273"/>
            <a:ext cx="2065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思源黑体 </a:t>
            </a:r>
            <a:r>
              <a:rPr lang="en-US" altLang="zh-CN" sz="1400" dirty="0">
                <a:cs typeface="+mn-ea"/>
                <a:sym typeface="+mn-lt"/>
              </a:rPr>
              <a:t>CN Heavy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8" name="缺角矩形 47">
            <a:extLst>
              <a:ext uri="{FF2B5EF4-FFF2-40B4-BE49-F238E27FC236}">
                <a16:creationId xmlns:a16="http://schemas.microsoft.com/office/drawing/2014/main" id="{50F6FC90-1869-B64A-A356-DDCBE7689DF3}"/>
              </a:ext>
            </a:extLst>
          </p:cNvPr>
          <p:cNvSpPr/>
          <p:nvPr/>
        </p:nvSpPr>
        <p:spPr>
          <a:xfrm>
            <a:off x="3401795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DC390B-464F-556C-D114-925E290E7E82}"/>
              </a:ext>
            </a:extLst>
          </p:cNvPr>
          <p:cNvSpPr txBox="1"/>
          <p:nvPr/>
        </p:nvSpPr>
        <p:spPr>
          <a:xfrm>
            <a:off x="3469024" y="1773653"/>
            <a:ext cx="531427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0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工作汇报商务通用</a:t>
            </a:r>
          </a:p>
        </p:txBody>
      </p:sp>
    </p:spTree>
    <p:extLst>
      <p:ext uri="{BB962C8B-B14F-4D97-AF65-F5344CB8AC3E}">
        <p14:creationId xmlns:p14="http://schemas.microsoft.com/office/powerpoint/2010/main" val="1689056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F3773D-1A08-5FE5-E954-78522110419C}"/>
              </a:ext>
            </a:extLst>
          </p:cNvPr>
          <p:cNvSpPr txBox="1"/>
          <p:nvPr/>
        </p:nvSpPr>
        <p:spPr>
          <a:xfrm>
            <a:off x="993792" y="4799615"/>
            <a:ext cx="9927083" cy="1420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51PPT模板网，幻灯片演示模板及素材 </a:t>
            </a: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免费 </a:t>
            </a: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下载！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51PPT模板网 唯一访问网址：www.51pptmoban.com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270F3C-DD99-28EE-69F4-9F827B82C657}"/>
              </a:ext>
            </a:extLst>
          </p:cNvPr>
          <p:cNvSpPr txBox="1"/>
          <p:nvPr/>
        </p:nvSpPr>
        <p:spPr>
          <a:xfrm>
            <a:off x="993792" y="1504133"/>
            <a:ext cx="109873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cs typeface="+mn-ea"/>
                <a:sym typeface="+mn-lt"/>
              </a:rPr>
              <a:t>©51PPT</a:t>
            </a:r>
            <a:r>
              <a:rPr lang="zh-CN" altLang="en-US" sz="1400" dirty="0">
                <a:solidFill>
                  <a:srgbClr val="FF0000"/>
                </a:solidFill>
                <a:cs typeface="+mn-ea"/>
                <a:sym typeface="+mn-lt"/>
              </a:rPr>
              <a:t>模板网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www.51pptmoban.com 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原创作品。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仅供学习参考之用！未经许可</a:t>
            </a:r>
            <a:r>
              <a:rPr lang="en-US" altLang="zh-CN" sz="1400" b="1" dirty="0">
                <a:solidFill>
                  <a:srgbClr val="FF0000"/>
                </a:solidFill>
                <a:cs typeface="+mn-ea"/>
                <a:sym typeface="+mn-lt"/>
              </a:rPr>
              <a:t>PPT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源文件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禁止在网站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( PC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M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端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) / App /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小程序 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/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各自媒体等平台擅自更改作品归属并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传播、贩卖、转载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！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B5D94C-4B58-72F2-C389-BFDBEFD17544}"/>
              </a:ext>
            </a:extLst>
          </p:cNvPr>
          <p:cNvGrpSpPr/>
          <p:nvPr/>
        </p:nvGrpSpPr>
        <p:grpSpPr>
          <a:xfrm>
            <a:off x="1051327" y="2542919"/>
            <a:ext cx="5486926" cy="2072285"/>
            <a:chOff x="5864446" y="2755192"/>
            <a:chExt cx="5413154" cy="204442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C742F94-3F34-64B9-2538-76AAC745F6D1}"/>
                </a:ext>
              </a:extLst>
            </p:cNvPr>
            <p:cNvSpPr/>
            <p:nvPr/>
          </p:nvSpPr>
          <p:spPr>
            <a:xfrm>
              <a:off x="5864446" y="2755192"/>
              <a:ext cx="5413154" cy="2044423"/>
            </a:xfrm>
            <a:prstGeom prst="roundRect">
              <a:avLst>
                <a:gd name="adj" fmla="val 9348"/>
              </a:avLst>
            </a:prstGeom>
            <a:solidFill>
              <a:srgbClr val="07C1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8E05D50-75C5-239B-14E8-BBB73E2F93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2898774"/>
              <a:ext cx="4911664" cy="1768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654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